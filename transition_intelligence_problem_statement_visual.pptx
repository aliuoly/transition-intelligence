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Recovered resin</c:v>
                </c:pt>
              </c:strCache>
            </c:strRef>
          </c:tx>
          <c:spPr>
            <a:solidFill>
              <a:srgbClr val="5C4DB7"/>
            </a:solidFill>
            <a:ln w="38100" cap="flat">
              <a:solidFill>
                <a:srgbClr val="5C4DB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5C4DB7"/>
              </a:solidFill>
              <a:ln w="2" cap="flat">
                <a:solidFill>
                  <a:srgbClr val="5C4DB7"/>
                </a:solidFill>
                <a:prstDash val="solid"/>
                <a:round/>
              </a:ln>
              <a:effectLst/>
            </c:spPr>
          </c:marker>
          <c:cat>
            <c:multiLvlStrRef>
              <c:f>Sheet1!$A$2:$A$4</c:f>
              <c:multiLvlStrCache>
                <c:ptCount val="3"/>
                <c:lvl>
                  <c:pt idx="0">
                    <c:v>12</c:v>
                  </c:pt>
                  <c:pt idx="1">
                    <c:v>24</c:v>
                  </c:pt>
                  <c:pt idx="2">
                    <c:v>36</c:v>
                  </c:pt>
                </c:lvl>
              </c:multiLvlStrCache>
            </c:multiLvlStrRef>
          </c:cat>
          <c:val>
            <c:numRef>
              <c:f>Sheet1!$B$2:$B$4</c:f>
              <c:numCache>
                <c:formatCode>General</c:formatCode>
                <c:ptCount val="3"/>
                <c:pt idx="0">
                  <c:v>375</c:v>
                </c:pt>
                <c:pt idx="1">
                  <c:v>750</c:v>
                </c:pt>
                <c:pt idx="2">
                  <c:v>1125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Estimated recovery</c:v>
                </c:pt>
              </c:strCache>
            </c:strRef>
          </c:tx>
          <c:spPr>
            <a:solidFill>
              <a:srgbClr val="5C4DB7"/>
            </a:solidFill>
            <a:ln w="38100" cap="flat">
              <a:solidFill>
                <a:srgbClr val="5C4DB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C4DB7"/>
              </a:solidFill>
              <a:ln w="9525" cap="flat">
                <a:solidFill>
                  <a:srgbClr val="5C4DB7"/>
                </a:solidFill>
                <a:prstDash val="solid"/>
                <a:round/>
              </a:ln>
              <a:effectLst/>
            </c:spPr>
          </c:marker>
          <c:cat>
            <c:multiLvlStrRef>
              <c:f>Sheet1!$A$2:$A$4</c:f>
              <c:multiLvlStrCache>
                <c:ptCount val="3"/>
                <c:lvl>
                  <c:pt idx="0">
                    <c:v>12</c:v>
                  </c:pt>
                  <c:pt idx="1">
                    <c:v>24</c:v>
                  </c:pt>
                  <c:pt idx="2">
                    <c:v>36</c:v>
                  </c:pt>
                </c:lvl>
              </c:multiLvlStrCache>
            </c:multiLvlStrRef>
          </c:cat>
          <c:val>
            <c:numRef>
              <c:f>Sheet1!$C$2:$C$4</c:f>
              <c:numCache>
                <c:formatCode>General</c:formatCode>
                <c:ptCount val="3"/>
                <c:pt idx="0">
                  <c:v>37.5</c:v>
                </c:pt>
                <c:pt idx="1">
                  <c:v>75</c:v>
                </c:pt>
                <c:pt idx="2">
                  <c:v>112.5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title>
          <c:tx>
            <c:rich>
              <a:bodyPr/>
              <a:lstStyle/>
              <a:p>
                <a:pPr>
                  <a:defRPr sz="920" b="0" i="0" u="none" strike="noStrike">
                    <a:solidFill>
                      <a:srgbClr val="657782"/>
                    </a:solidFill>
                    <a:latin typeface="Aptos"/>
                  </a:defRPr>
                </a:pPr>
                <a:r>
                  <a:rPr sz="920" b="0" i="0" u="none" strike="noStrike">
                    <a:solidFill>
                      <a:srgbClr val="657782"/>
                    </a:solidFill>
                    <a:latin typeface="Aptos"/>
                  </a:rPr>
                  <a:t>TRANSITIONS / YEAR</a:t>
                </a:r>
              </a:p>
            </c:rich>
          </c:tx>
          <c:layout/>
          <c:overlay val="0"/>
        </c:title>
        <c:numFmt formatCode="General" sourceLinked="1"/>
        <c:majorTickMark val="out"/>
        <c:minorTickMark val="none"/>
        <c:tickLblPos val="low"/>
        <c:spPr>
          <a:ln w="12700" cap="flat">
            <a:solidFill>
              <a:srgbClr val="D7DEE4"/>
            </a:solidFill>
            <a:prstDash val="solid"/>
            <a:round/>
          </a:ln>
        </c:spPr>
        <c:txPr>
          <a:bodyPr/>
          <a:lstStyle/>
          <a:p>
            <a:pPr>
              <a:defRPr sz="1050" b="0" i="0" u="none" strike="noStrike">
                <a:solidFill>
                  <a:srgbClr val="263746"/>
                </a:solidFill>
                <a:latin typeface="Aptos"/>
              </a:defRPr>
            </a:pPr>
            <a:endParaRPr lang="en-US"/>
          </a:p>
        </c:txPr>
        <c:crossAx val="2094734552"/>
        <c:crosses val="autoZero"/>
        <c:auto val="1"/>
        <c:lblAlgn val="ctr"/>
        <c:noMultiLvlLbl val="1"/>
      </c:catAx>
      <c:valAx>
        <c:axId val="2094734552"/>
        <c:scaling>
          <c:orientation val="minMax"/>
          <c:max val="1200"/>
          <c:min val="0"/>
        </c:scaling>
        <c:delete val="0"/>
        <c:axPos val="l"/>
        <c:majorGridlines>
          <c:spPr>
            <a:ln w="12700" cap="flat">
              <a:solidFill>
                <a:srgbClr val="DCE2E7"/>
              </a:solidFill>
              <a:prstDash val="solid"/>
              <a:round/>
            </a:ln>
          </c:spPr>
        </c:majorGridlines>
        <c:numFmt formatCode="#,##0" sourceLinked="0"/>
        <c:majorTickMark val="out"/>
        <c:minorTickMark val="none"/>
        <c:tickLblPos val="nextTo"/>
        <c:spPr>
          <a:ln w="12700" cap="flat">
            <a:noFill/>
            <a:prstDash val="solid"/>
            <a:round/>
          </a:ln>
        </c:spPr>
        <c:txPr>
          <a:bodyPr/>
          <a:lstStyle/>
          <a:p>
            <a:pPr>
              <a:defRPr sz="950" b="0" i="0" u="none" strike="noStrike">
                <a:solidFill>
                  <a:srgbClr val="657782"/>
                </a:solidFill>
                <a:latin typeface="Arial"/>
              </a:defRPr>
            </a:pPr>
            <a:endParaRPr lang="en-US"/>
          </a:p>
        </c:txPr>
        <c:crossAx val="2094734554"/>
        <c:crosses val="autoZero"/>
        <c:crossBetween val="between"/>
        <c:majorUnit val="300"/>
      </c:valAx>
      <c:valAx>
        <c:axId val="2094734553"/>
        <c:scaling>
          <c:orientation val="minMax"/>
          <c:max val="120"/>
          <c:min val="0"/>
        </c:scaling>
        <c:delete val="0"/>
        <c:axPos val="r"/>
        <c:numFmt formatCode="$0&quot;k&quot;" sourceLinked="0"/>
        <c:majorTickMark val="out"/>
        <c:minorTickMark val="none"/>
        <c:tickLblPos val="nextTo"/>
        <c:spPr>
          <a:ln w="12700" cap="flat">
            <a:solidFill>
              <a:srgbClr val="5C4DB7"/>
            </a:solidFill>
            <a:prstDash val="solid"/>
            <a:round/>
          </a:ln>
        </c:spPr>
        <c:txPr>
          <a:bodyPr/>
          <a:lstStyle/>
          <a:p>
            <a:pPr>
              <a:defRPr sz="950" b="0" i="0" u="none" strike="noStrike">
                <a:solidFill>
                  <a:srgbClr val="5C4DB7"/>
                </a:solidFill>
                <a:latin typeface="Arial"/>
              </a:defRPr>
            </a:pPr>
            <a:endParaRPr lang="en-US"/>
          </a:p>
        </c:txPr>
        <c:crossAx val="2094734555"/>
        <c:crosses val="max"/>
        <c:crossBetween val="between"/>
        <c:majorUnit val="30"/>
      </c:valAx>
      <c:catAx>
        <c:axId val="2094734555"/>
        <c:scaling>
          <c:orientation val="minMax"/>
        </c:scaling>
        <c:delete val="1"/>
        <c:axPos val="b"/>
        <c:numFmt formatCode="General" sourceLinked="1"/>
        <c:majorTickMark val="out"/>
        <c:minorTickMark val="none"/>
        <c:tickLblPos val="none"/>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3"/>
        <c:crosses val="autoZero"/>
        <c:auto val="1"/>
        <c:lblAlgn val="ctr"/>
        <c:noMultiLvlLbl val="1"/>
      </c:catAx>
      <c:spPr>
        <a:solidFill>
          <a:srgbClr val="EDF1F4">
            <a:alpha val="0"/>
          </a:srgbClr>
        </a:solidFill>
        <a:ln w="12700" cap="flat">
          <a:solidFill>
            <a:srgbClr val="EDF1F4"/>
          </a:solidFill>
        </a:ln>
        <a:effectLst/>
      </c:spPr>
    </c:plotArea>
    <c:plotVisOnly val="1"/>
    <c:dispBlanksAs val="span"/>
  </c:chart>
  <c:spPr>
    <a:solidFill>
      <a:srgbClr val="EDF1F4">
        <a:alpha val="0"/>
      </a:srgbClr>
    </a:solidFill>
    <a:ln w="12700" cap="flat">
      <a:solidFill>
        <a:srgbClr val="EDF1F4"/>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off-grade volume and market scale. Simulated transition TR-05 remained off grade for 11.5 hours. Average simulated production rate during the off-grade window was 48.2 tonnes per hour. The simulated transition therefore produced approximately 554 tonnes of off-grade resin. PlasticsEurope reported 430.9 Mt of global plastics production in 2024. PE accounted for 26.0%. PP accounted for 19.0%. A 26.0% PE share implies approximately 112 Mt of PE. A 19.0% PP share implies approximately 82 Mt of PP. Combined PE and PP production reached approximately 194 Mt. Univation reported 200 licensed UNIPOL PE reactor lines. Grace reported more than 110 all-gas-phase UNIPOL PP reactor lines. LyondellBasell reported more than 130 Spheripol lines. The density and MFR traces show one mechanism that prolonged off-grade production. ModularSimulator commit da3ec63 generated the property traces. Transition TR-05 moved density from 918 to 921 kilograms per cubic metre. Transition TR-05 moved MFR from 2 to 20 grams per ten minutes. Density entered the 920.5 to 921.5 destination range at 2.87 hours. MFR entered the 18 to 22 destination range at 11.50 hours. Both properties then remained in range for 30 minutes. MFR extended the transition window by 8.63 hours after density settled. Gray markers show simulated hourly lab samples. Lab error used a 0.28 kilogram-per-cubic-metre density standard deviation. MFR lab error used a 6% relative standard deviation. Target bands stepped at hour zero. Red target bands marked the off-grade period. Green target bands marked the source and destination on-spec periods.
[Sources]
- PlasticsEurope, Plastics the Fast Facts 2025 (2024 preliminary data): https://plasticseurope.org/wp-content/uploads/2025/09/PE_TheFacts_25_digital-1pager-scrollable.pdf
- Univation, 200 licensed UNIPOL PE reactor lines and &gt;65 Mt/year design capacity: https://www.univation.com/en-us/news-and-events/univation-celebrates-achieving-200-licensed-reactor-lines-milest.html
- Grace, &gt;110 all-gas-phase UNIPOL PP reactor lines and close to 300 grades: https://grace.com/newsroom/press-releases/2023-press-releases/grace-expands-presence-china-pc-guangxi-signing-second-unipol-pp-technology-license/
- LyondellBasell, &gt;130 Spheripol licensed lines and &gt;35 Mt licensed capacity: https://www.lyondellbasell.com/globalassets/lyb/our-solutions/technologies/petrochemical/polypropylene/cta/2025_jul_tec_spheripol_techflyer_rebrand.pdf
- Illustrative off-grade calculation from repository simulation output: 48.2 t/h average production rate × 11.5 h off-grade duration = approximately 554 t/transition.
- Repository source: /home/alden/projects/seeq-demo/.plans/00-master-plan.md
- Simulator source: ModularSimulator commit da3ec63 through the isolated archive at /home/alden/projects/seeq-demo/.cache/modular-simulator-da3ec63-stage1
- Simulation output: /home/alden/projects/seeq-demo/.cache/presentation-simulation/output/transition_metadata.json (TR-05 duration 11.5 h)
- Simulation output: /home/alden/projects/seeq-demo/.cache/presentation-simulation/output/transitions.csv (TR-05 property traces and hourly lab samples)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an illustrative sensitivity model. A 500 KTA plant operating 8,000 hours per year produces 62.5 tonnes per hour. A 30-minute reduction recovered 31.25 tonnes per transition. Twelve transitions recovered 375 tonnes per year. Twenty-four transitions recovered 750 tonnes per year. Thirty-six transitions recovered 1,125 tonnes per year. The line shows annual recovered-resin volume. The left axis shows tonnes per year. The right axis shows estimated margin recovery in thousands of dollars per year. The margin assumption is $0.10 per kilogram of on-grade resin over off-grade resin. The margin assumption equals $100 per tonne. Estimated margin recovery reached $75,000 per year for the 24-transition case. Commodity polyethylene is shown at roughly $1 per kilogram for scale. S&amp;P Global assessed US LLDPE at $849 per metric tonne in August 2025. That assessment equals $0.85 per kilogram. Optimized transitions can reduce trimming needs. More predictable transition durations can improve production scheduling. Better visibility into limiting conditions can improve constraint management. Transition Intelligence finds comparable transitions. Transition Intelligence aligns events. Transition Intelligence isolates drivers. Transition Intelligence recommends a recipe or SOP change. A team repeats the workflow as process conditions drift. An engineer decides whether to use each recommendation.
[Sources]
- Illustrative sensitivity model calculated for this deck. Assumptions: 500 KTA plant, 8,000 operating hours/year, 12/24/36 events/year, 30-minute transition-time reduction, and $0.10/kg on-grade resin margin over off-grade resin. Derived values: 500,000 ÷ 8,000 = 62.5 t/h; 62.5 × 0.5 = 31.25 recovered tonnes/event; 12 × 31.25 = 375 recovered tonnes/year; 24 × 31.25 = 750 recovered tonnes/year; 36 × 31.25 = 1,125 recovered tonnes/year; $0.10/kg = $100/tonne; estimated recovery = recovered tonnes × $100/tonne.
- S&amp;P Global Commodity Insights, Spot polyethylene prices sink amid oversupply, weak demand across Americas, August 21, 2025. US LLDPE butene assessment: $849/mt FAS Houston, equivalent to $0.849/kg: https://www.spglobal.com/energy/en/news-research/latest-news/chemicals/082125-spot-polyethylene-prices-sink-amid-oversupply-weak-demand-across-americas
- Repository source: /home/alden/projects/seeq-demo/.plans/00-master-plan.md
- Repository source: /home/alden/projects/seeq-demo/.plans/03-agent-tools.md
- Repository source: /home/alden/projects/seeq-demo/.plans/04-demo-integration.md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Click-through build frame 1 of 9. Start with MFR. Add density. Add H2-to-C2 ratio. Add C4-to-C2 ratio. Add ethylene partial pressure. Add catalyst feed rate. Add total reactor pressure on a full-width plot. The following frame introduces the three-transition duration comparison. That comparison frame also adds all seven normalized traces from TR-02 and TR-04. The comparison and conclusion frames therefore show 21 traces. Solid lines show TR-06. Dashed lines show TR-02. Dotted lines show TR-04. Hold the comparison frame before advancing. The following frame states the conclusion. Temperature is excluded because the simulator did not generate temperature. Each signal is normalized from zero to 100 percent across its observed range within each simulated transition. Normalization makes different engineering units comparable without implying equal economic sensitivity. Coupled signals leave multiple plausible explanations. Closed-loop feedback correlates plant inputs with disturbances. A model fit that ignores the feedback-induced correlation can be biased. Three simulated transitions used the same 1630-to-2210 grade direction. Duration ranged from 8.2 to 9.1 hours across January 10, January 14, and January 17.
[Sources]
- Repository simulation output: /home/alden/projects/seeq-demo/data/transitions.csv (TR-02, TR-04, and TR-06 MFR, density, hydrogen mole ratio, comonomer mole ratio, ethylene partial pressure, catalyst feed, and total pressure)
- Repository simulation output: /home/alden/projects/seeq-demo/data/transition_metadata.json (TR-02, TR-04, and TR-06 durations and dates)
- Forssell and Ljung, Closed-loop identification revisited, Automatica 35(7), 1999, DOI 10.1016/S0005-1098(99)00022-9: https://www.sciencedirect.com/science/article/pii/S0005109899000229/pdf
- Mejari, Piga, and Bemporad, A bias-correction method for closed-loop identification of Linear Parameter-Varying systems, Automatica 87, 2018, DOI 10.1016/j.automatica.2017.09.014: https://www.sciencedirect.com/science/article/abs/pii/S0005109817304843
- Repository source: /home/alden/projects/seeq-demo/.plans/03-agent-tools.md
- Repository source: /home/alden/projects/seeq-demo/.plans/04-demo-integration.md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Click-through build frame 2 of 9. Start with MFR. Add density. Add H2-to-C2 ratio. Add C4-to-C2 ratio. Add ethylene partial pressure. Add catalyst feed rate. Add total reactor pressure on a full-width plot. The following frame introduces the three-transition duration comparison. That comparison frame also adds all seven normalized traces from TR-02 and TR-04. The comparison and conclusion frames therefore show 21 traces. Solid lines show TR-06. Dashed lines show TR-02. Dotted lines show TR-04. Hold the comparison frame before advancing. The following frame states the conclusion. Temperature is excluded because the simulator did not generate temperature. Each signal is normalized from zero to 100 percent across its observed range within each simulated transition. Normalization makes different engineering units comparable without implying equal economic sensitivity. Coupled signals leave multiple plausible explanations. Closed-loop feedback correlates plant inputs with disturbances. A model fit that ignores the feedback-induced correlation can be biased. Three simulated transitions used the same 1630-to-2210 grade direction. Duration ranged from 8.2 to 9.1 hours across January 10, January 14, and January 17.
[Sources]
- Repository simulation output: /home/alden/projects/seeq-demo/data/transitions.csv (TR-02, TR-04, and TR-06 MFR, density, hydrogen mole ratio, comonomer mole ratio, ethylene partial pressure, catalyst feed, and total pressure)
- Repository simulation output: /home/alden/projects/seeq-demo/data/transition_metadata.json (TR-02, TR-04, and TR-06 durations and dates)
- Forssell and Ljung, Closed-loop identification revisited, Automatica 35(7), 1999, DOI 10.1016/S0005-1098(99)00022-9: https://www.sciencedirect.com/science/article/pii/S0005109899000229/pdf
- Mejari, Piga, and Bemporad, A bias-correction method for closed-loop identification of Linear Parameter-Varying systems, Automatica 87, 2018, DOI 10.1016/j.automatica.2017.09.014: https://www.sciencedirect.com/science/article/abs/pii/S0005109817304843
- Repository source: /home/alden/projects/seeq-demo/.plans/03-agent-tools.md
- Repository source: /home/alden/projects/seeq-demo/.plans/04-demo-integration.md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Click-through build frame 3 of 9. Start with MFR. Add density. Add H2-to-C2 ratio. Add C4-to-C2 ratio. Add ethylene partial pressure. Add catalyst feed rate. Add total reactor pressure on a full-width plot. The following frame introduces the three-transition duration comparison. That comparison frame also adds all seven normalized traces from TR-02 and TR-04. The comparison and conclusion frames therefore show 21 traces. Solid lines show TR-06. Dashed lines show TR-02. Dotted lines show TR-04. Hold the comparison frame before advancing. The following frame states the conclusion. Temperature is excluded because the simulator did not generate temperature. Each signal is normalized from zero to 100 percent across its observed range within each simulated transition. Normalization makes different engineering units comparable without implying equal economic sensitivity. Coupled signals leave multiple plausible explanations. Closed-loop feedback correlates plant inputs with disturbances. A model fit that ignores the feedback-induced correlation can be biased. Three simulated transitions used the same 1630-to-2210 grade direction. Duration ranged from 8.2 to 9.1 hours across January 10, January 14, and January 17.
[Sources]
- Repository simulation output: /home/alden/projects/seeq-demo/data/transitions.csv (TR-02, TR-04, and TR-06 MFR, density, hydrogen mole ratio, comonomer mole ratio, ethylene partial pressure, catalyst feed, and total pressure)
- Repository simulation output: /home/alden/projects/seeq-demo/data/transition_metadata.json (TR-02, TR-04, and TR-06 durations and dates)
- Forssell and Ljung, Closed-loop identification revisited, Automatica 35(7), 1999, DOI 10.1016/S0005-1098(99)00022-9: https://www.sciencedirect.com/science/article/pii/S0005109899000229/pdf
- Mejari, Piga, and Bemporad, A bias-correction method for closed-loop identification of Linear Parameter-Varying systems, Automatica 87, 2018, DOI 10.1016/j.automatica.2017.09.014: https://www.sciencedirect.com/science/article/abs/pii/S0005109817304843
- Repository source: /home/alden/projects/seeq-demo/.plans/03-agent-tools.md
- Repository source: /home/alden/projects/seeq-demo/.plans/04-demo-integration.md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Click-through build frame 4 of 9. Start with MFR. Add density. Add H2-to-C2 ratio. Add C4-to-C2 ratio. Add ethylene partial pressure. Add catalyst feed rate. Add total reactor pressure on a full-width plot. The following frame introduces the three-transition duration comparison. That comparison frame also adds all seven normalized traces from TR-02 and TR-04. The comparison and conclusion frames therefore show 21 traces. Solid lines show TR-06. Dashed lines show TR-02. Dotted lines show TR-04. Hold the comparison frame before advancing. The following frame states the conclusion. Temperature is excluded because the simulator did not generate temperature. Each signal is normalized from zero to 100 percent across its observed range within each simulated transition. Normalization makes different engineering units comparable without implying equal economic sensitivity. Coupled signals leave multiple plausible explanations. Closed-loop feedback correlates plant inputs with disturbances. A model fit that ignores the feedback-induced correlation can be biased. Three simulated transitions used the same 1630-to-2210 grade direction. Duration ranged from 8.2 to 9.1 hours across January 10, January 14, and January 17.
[Sources]
- Repository simulation output: /home/alden/projects/seeq-demo/data/transitions.csv (TR-02, TR-04, and TR-06 MFR, density, hydrogen mole ratio, comonomer mole ratio, ethylene partial pressure, catalyst feed, and total pressure)
- Repository simulation output: /home/alden/projects/seeq-demo/data/transition_metadata.json (TR-02, TR-04, and TR-06 durations and dates)
- Forssell and Ljung, Closed-loop identification revisited, Automatica 35(7), 1999, DOI 10.1016/S0005-1098(99)00022-9: https://www.sciencedirect.com/science/article/pii/S0005109899000229/pdf
- Mejari, Piga, and Bemporad, A bias-correction method for closed-loop identification of Linear Parameter-Varying systems, Automatica 87, 2018, DOI 10.1016/j.automatica.2017.09.014: https://www.sciencedirect.com/science/article/abs/pii/S0005109817304843
- Repository source: /home/alden/projects/seeq-demo/.plans/03-agent-tools.md
- Repository source: /home/alden/projects/seeq-demo/.plans/04-demo-integration.md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Click-through build frame 5 of 9. Start with MFR. Add density. Add H2-to-C2 ratio. Add C4-to-C2 ratio. Add ethylene partial pressure. Add catalyst feed rate. Add total reactor pressure on a full-width plot. The following frame introduces the three-transition duration comparison. That comparison frame also adds all seven normalized traces from TR-02 and TR-04. The comparison and conclusion frames therefore show 21 traces. Solid lines show TR-06. Dashed lines show TR-02. Dotted lines show TR-04. Hold the comparison frame before advancing. The following frame states the conclusion. Temperature is excluded because the simulator did not generate temperature. Each signal is normalized from zero to 100 percent across its observed range within each simulated transition. Normalization makes different engineering units comparable without implying equal economic sensitivity. Coupled signals leave multiple plausible explanations. Closed-loop feedback correlates plant inputs with disturbances. A model fit that ignores the feedback-induced correlation can be biased. Three simulated transitions used the same 1630-to-2210 grade direction. Duration ranged from 8.2 to 9.1 hours across January 10, January 14, and January 17.
[Sources]
- Repository simulation output: /home/alden/projects/seeq-demo/data/transitions.csv (TR-02, TR-04, and TR-06 MFR, density, hydrogen mole ratio, comonomer mole ratio, ethylene partial pressure, catalyst feed, and total pressure)
- Repository simulation output: /home/alden/projects/seeq-demo/data/transition_metadata.json (TR-02, TR-04, and TR-06 durations and dates)
- Forssell and Ljung, Closed-loop identification revisited, Automatica 35(7), 1999, DOI 10.1016/S0005-1098(99)00022-9: https://www.sciencedirect.com/science/article/pii/S0005109899000229/pdf
- Mejari, Piga, and Bemporad, A bias-correction method for closed-loop identification of Linear Parameter-Varying systems, Automatica 87, 2018, DOI 10.1016/j.automatica.2017.09.014: https://www.sciencedirect.com/science/article/abs/pii/S0005109817304843
- Repository source: /home/alden/projects/seeq-demo/.plans/03-agent-tools.md
- Repository source: /home/alden/projects/seeq-demo/.plans/04-demo-integration.md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Click-through build frame 6 of 9. Start with MFR. Add density. Add H2-to-C2 ratio. Add C4-to-C2 ratio. Add ethylene partial pressure. Add catalyst feed rate. Add total reactor pressure on a full-width plot. The following frame introduces the three-transition duration comparison. That comparison frame also adds all seven normalized traces from TR-02 and TR-04. The comparison and conclusion frames therefore show 21 traces. Solid lines show TR-06. Dashed lines show TR-02. Dotted lines show TR-04. Hold the comparison frame before advancing. The following frame states the conclusion. Temperature is excluded because the simulator did not generate temperature. Each signal is normalized from zero to 100 percent across its observed range within each simulated transition. Normalization makes different engineering units comparable without implying equal economic sensitivity. Coupled signals leave multiple plausible explanations. Closed-loop feedback correlates plant inputs with disturbances. A model fit that ignores the feedback-induced correlation can be biased. Three simulated transitions used the same 1630-to-2210 grade direction. Duration ranged from 8.2 to 9.1 hours across January 10, January 14, and January 17.
[Sources]
- Repository simulation output: /home/alden/projects/seeq-demo/data/transitions.csv (TR-02, TR-04, and TR-06 MFR, density, hydrogen mole ratio, comonomer mole ratio, ethylene partial pressure, catalyst feed, and total pressure)
- Repository simulation output: /home/alden/projects/seeq-demo/data/transition_metadata.json (TR-02, TR-04, and TR-06 durations and dates)
- Forssell and Ljung, Closed-loop identification revisited, Automatica 35(7), 1999, DOI 10.1016/S0005-1098(99)00022-9: https://www.sciencedirect.com/science/article/pii/S0005109899000229/pdf
- Mejari, Piga, and Bemporad, A bias-correction method for closed-loop identification of Linear Parameter-Varying systems, Automatica 87, 2018, DOI 10.1016/j.automatica.2017.09.014: https://www.sciencedirect.com/science/article/abs/pii/S0005109817304843
- Repository source: /home/alden/projects/seeq-demo/.plans/03-agent-tools.md
- Repository source: /home/alden/projects/seeq-demo/.plans/04-demo-integration.md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Click-through build frame 7 of 9. Start with MFR. Add density. Add H2-to-C2 ratio. Add C4-to-C2 ratio. Add ethylene partial pressure. Add catalyst feed rate. Add total reactor pressure on a full-width plot. The following frame introduces the three-transition duration comparison. That comparison frame also adds all seven normalized traces from TR-02 and TR-04. The comparison and conclusion frames therefore show 21 traces. Solid lines show TR-06. Dashed lines show TR-02. Dotted lines show TR-04. Hold the comparison frame before advancing. The following frame states the conclusion. Temperature is excluded because the simulator did not generate temperature. Each signal is normalized from zero to 100 percent across its observed range within each simulated transition. Normalization makes different engineering units comparable without implying equal economic sensitivity. Coupled signals leave multiple plausible explanations. Closed-loop feedback correlates plant inputs with disturbances. A model fit that ignores the feedback-induced correlation can be biased. Three simulated transitions used the same 1630-to-2210 grade direction. Duration ranged from 8.2 to 9.1 hours across January 10, January 14, and January 17.
[Sources]
- Repository simulation output: /home/alden/projects/seeq-demo/data/transitions.csv (TR-02, TR-04, and TR-06 MFR, density, hydrogen mole ratio, comonomer mole ratio, ethylene partial pressure, catalyst feed, and total pressure)
- Repository simulation output: /home/alden/projects/seeq-demo/data/transition_metadata.json (TR-02, TR-04, and TR-06 durations and dates)
- Forssell and Ljung, Closed-loop identification revisited, Automatica 35(7), 1999, DOI 10.1016/S0005-1098(99)00022-9: https://www.sciencedirect.com/science/article/pii/S0005109899000229/pdf
- Mejari, Piga, and Bemporad, A bias-correction method for closed-loop identification of Linear Parameter-Varying systems, Automatica 87, 2018, DOI 10.1016/j.automatica.2017.09.014: https://www.sciencedirect.com/science/article/abs/pii/S0005109817304843
- Repository source: /home/alden/projects/seeq-demo/.plans/03-agent-tools.md
- Repository source: /home/alden/projects/seeq-demo/.plans/04-demo-integration.md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Click-through build frame 8 of 9. Start with MFR. Add density. Add H2-to-C2 ratio. Add C4-to-C2 ratio. Add ethylene partial pressure. Add catalyst feed rate. Add total reactor pressure on a full-width plot. The following frame introduces the three-transition duration comparison. That comparison frame also adds all seven normalized traces from TR-02 and TR-04. The comparison and conclusion frames therefore show 21 traces. Solid lines show TR-06. Dashed lines show TR-02. Dotted lines show TR-04. Hold the comparison frame before advancing. The following frame states the conclusion. Temperature is excluded because the simulator did not generate temperature. Each signal is normalized from zero to 100 percent across its observed range within each simulated transition. Normalization makes different engineering units comparable without implying equal economic sensitivity. Coupled signals leave multiple plausible explanations. Closed-loop feedback correlates plant inputs with disturbances. A model fit that ignores the feedback-induced correlation can be biased. Three simulated transitions used the same 1630-to-2210 grade direction. Duration ranged from 8.2 to 9.1 hours across January 10, January 14, and January 17.
[Sources]
- Repository simulation output: /home/alden/projects/seeq-demo/data/transitions.csv (TR-02, TR-04, and TR-06 MFR, density, hydrogen mole ratio, comonomer mole ratio, ethylene partial pressure, catalyst feed, and total pressure)
- Repository simulation output: /home/alden/projects/seeq-demo/data/transition_metadata.json (TR-02, TR-04, and TR-06 durations and dates)
- Forssell and Ljung, Closed-loop identification revisited, Automatica 35(7), 1999, DOI 10.1016/S0005-1098(99)00022-9: https://www.sciencedirect.com/science/article/pii/S0005109899000229/pdf
- Mejari, Piga, and Bemporad, A bias-correction method for closed-loop identification of Linear Parameter-Varying systems, Automatica 87, 2018, DOI 10.1016/j.automatica.2017.09.014: https://www.sciencedirect.com/science/article/abs/pii/S0005109817304843
- Repository source: /home/alden/projects/seeq-demo/.plans/03-agent-tools.md
- Repository source: /home/alden/projects/seeq-demo/.plans/04-demo-integration.md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Click-through build frame 9 of 9. Start with MFR. Add density. Add H2-to-C2 ratio. Add C4-to-C2 ratio. Add ethylene partial pressure. Add catalyst feed rate. Add total reactor pressure on a full-width plot. The following frame introduces the three-transition duration comparison. That comparison frame also adds all seven normalized traces from TR-02 and TR-04. The comparison and conclusion frames therefore show 21 traces. Solid lines show TR-06. Dashed lines show TR-02. Dotted lines show TR-04. Hold the comparison frame before advancing. The following frame states the conclusion. Temperature is excluded because the simulator did not generate temperature. Each signal is normalized from zero to 100 percent across its observed range within each simulated transition. Normalization makes different engineering units comparable without implying equal economic sensitivity. Coupled signals leave multiple plausible explanations. Closed-loop feedback correlates plant inputs with disturbances. A model fit that ignores the feedback-induced correlation can be biased. Three simulated transitions used the same 1630-to-2210 grade direction. Duration ranged from 8.2 to 9.1 hours across January 10, January 14, and January 17.
[Sources]
- Repository simulation output: /home/alden/projects/seeq-demo/data/transitions.csv (TR-02, TR-04, and TR-06 MFR, density, hydrogen mole ratio, comonomer mole ratio, ethylene partial pressure, catalyst feed, and total pressure)
- Repository simulation output: /home/alden/projects/seeq-demo/data/transition_metadata.json (TR-02, TR-04, and TR-06 durations and dates)
- Forssell and Ljung, Closed-loop identification revisited, Automatica 35(7), 1999, DOI 10.1016/S0005-1098(99)00022-9: https://www.sciencedirect.com/science/article/pii/S0005109899000229/pdf
- Mejari, Piga, and Bemporad, A bias-correction method for closed-loop identification of Linear Parameter-Varying systems, Automatica 87, 2018, DOI 10.1016/j.automatica.2017.09.014: https://www.sciencedirect.com/science/article/abs/pii/S0005109817304843
- Repository source: /home/alden/projects/seeq-demo/.plans/03-agent-tools.md
- Repository source: /home/alden/projects/seeq-demo/.plans/04-demo-integration.md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two and a half minutes. Site evidence includes process trends, laboratory samples, events, controller modes, actuator saturation, controller bias, operating constraints, SOPs, transition history, prior actions, and APC configuration. Seeq contextualizes time-series data and events. Seeq stores calculations, prior analyses, and documents. Existing analytics and machine-learning models remain available to the workflow. The agent augments those methods with contextual lookup, tool use, and interactive reasoning. A transition agent looks up relevant context. The agent compares peer events. The agent checks candidate explanations against historical peer transitions, process constraints, and source documents. The workflow does not assume a digital twin. The agent explains evidence, drivers, estimated impact, and tradeoffs. Interactive Q&amp;A lets users probe the evidence. The interaction supports faster learning. The interaction can reduce knowledge gaps across users, shifts, and sites. An engineer can approve, revise, or defer a recipe, SOP, APC tuning, or operating-limit change. Site-specific configuration maps tags, grades, constraints, documents, and APC structures. A reusable core preserves agent workflow, tool contracts, reasoning steps, and evaluation across customers.
[Sources]
- Seeq, Introducing Seeq Intelligence, March 3, 2026: https://www.seeq.com/resources/press-releases/introducing-seeq-intelligence/
- Seeq Knowledge Base, Agent Q: https://support.seeq.com/latest/cloud/agent-q
- Seeq Knowledge Base, Agent Builder: https://support.seeq.com/latest/cloud/seeq-agent-builder
- Seeq Knowledge Base, Analyze Data: https://support.seeq.com/latest/cloud/analyze-data
- Seeq Workbench product page: https://www.seeq.com/product/workbench/
- Repository source: /home/alden/projects/seeq-demo/.plans/03-agent-tools.md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one and a half minutes. A first-site estimate spans eight weeks. Week one aligns a priority grade pair and a measurable success criterion. Weeks two and three contextualize signals, events, operating limits, and control states. Weeks four and five configure agent tools, knowledge, and workflow. Weeks six and seven backtest historical transitions. Site subject-matter experts review evidence and safeguards. Week eight launches a governed workflow. Training and value tracking begin at launch. A reusable core carries agent workflow, tools, UI, and evaluation to another unit. Site configuration maps signals, grades, constraints, documents, and APC. A next-unit estimate spans two to four weeks when data and integrations are available. Timeline values are planning assumptions for an initial sales discussion.
[Sources]
- Implementation estimate calculated for this deck. Assumptions: data and integrations are available, one priority grade pair defines initial scope, site SMEs can review weekly, and recommendations remain advisory. Estimated first site: 8 weeks. Estimated next unit: 2–4 weeks.
- Seeq Knowledge Base, Agent Builder supports reusable multi-step custom agents: https://support.seeq.com/latest/cloud/seeq-agent-builder
- Seeq, Introducing Seeq Intelligence: https://www.seeq.com/resources/press-releases/introducing-seeq-intelligence/
- Repository source: /home/alden/projects/seeq-demo/.plans/00-master-plan.md
- Repository source: /home/alden/projects/seeq-demo/.plans/04-demo-integration.md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F1F4"/>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263746"/>
          </a:solidFill>
          <a:ln w="12700">
            <a:solidFill>
              <a:srgbClr val="263746"/>
            </a:solidFill>
            <a:prstDash val="solid"/>
          </a:ln>
        </p:spPr>
      </p:sp>
      <p:sp>
        <p:nvSpPr>
          <p:cNvPr id="3" name="Shape 1"/>
          <p:cNvSpPr/>
          <p:nvPr/>
        </p:nvSpPr>
        <p:spPr>
          <a:xfrm>
            <a:off x="0" y="484632"/>
            <a:ext cx="12191695" cy="22860"/>
          </a:xfrm>
          <a:prstGeom prst="rect">
            <a:avLst/>
          </a:prstGeom>
          <a:solidFill>
            <a:srgbClr val="5C4DB7"/>
          </a:solidFill>
          <a:ln w="12700">
            <a:solidFill>
              <a:srgbClr val="5C4DB7"/>
            </a:solidFill>
            <a:prstDash val="solid"/>
          </a:ln>
        </p:spPr>
      </p:sp>
      <p:sp>
        <p:nvSpPr>
          <p:cNvPr id="4" name="Text 2"/>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5" name="Text 3"/>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
        <p:nvSpPr>
          <p:cNvPr id="6" name="Text 4"/>
          <p:cNvSpPr/>
          <p:nvPr/>
        </p:nvSpPr>
        <p:spPr>
          <a:xfrm>
            <a:off x="11292840" y="6510528"/>
            <a:ext cx="347472" cy="164592"/>
          </a:xfrm>
          <a:prstGeom prst="rect">
            <a:avLst/>
          </a:prstGeom>
          <a:noFill/>
          <a:ln/>
        </p:spPr>
        <p:txBody>
          <a:bodyPr wrap="square" lIns="0" tIns="0" rIns="0" bIns="0" rtlCol="0" anchor="ctr"/>
          <a:lstStyle/>
          <a:p>
            <a:pPr algn="r" indent="0" marL="0">
              <a:buNone/>
            </a:pPr>
            <a:r>
              <a:rPr lang="en-US" sz="900" dirty="0">
                <a:solidFill>
                  <a:srgbClr val="657782"/>
                </a:solidFill>
                <a:latin typeface="Aptos" pitchFamily="34" charset="0"/>
                <a:ea typeface="Aptos" pitchFamily="34" charset="-122"/>
                <a:cs typeface="Aptos" pitchFamily="34" charset="-120"/>
              </a:rPr>
              <a:t>1</a:t>
            </a:r>
            <a:endParaRPr lang="en-US" sz="900" dirty="0"/>
          </a:p>
        </p:txBody>
      </p:sp>
      <p:sp>
        <p:nvSpPr>
          <p:cNvPr id="7" name="Text 5"/>
          <p:cNvSpPr/>
          <p:nvPr/>
        </p:nvSpPr>
        <p:spPr>
          <a:xfrm>
            <a:off x="566928" y="694944"/>
            <a:ext cx="11018520" cy="603504"/>
          </a:xfrm>
          <a:prstGeom prst="rect">
            <a:avLst/>
          </a:prstGeom>
          <a:noFill/>
          <a:ln/>
        </p:spPr>
        <p:txBody>
          <a:bodyPr wrap="square" lIns="0" tIns="0" rIns="0" bIns="0" rtlCol="0" anchor="ctr">
            <a:normAutofit/>
          </a:bodyPr>
          <a:lstStyle/>
          <a:p>
            <a:pPr indent="0" marL="0">
              <a:buNone/>
            </a:pPr>
            <a:r>
              <a:rPr lang="en-US" sz="3500" b="1" dirty="0">
                <a:solidFill>
                  <a:srgbClr val="263746"/>
                </a:solidFill>
                <a:latin typeface="Aptos Display" pitchFamily="34" charset="0"/>
                <a:ea typeface="Aptos Display" pitchFamily="34" charset="-122"/>
                <a:cs typeface="Aptos Display" pitchFamily="34" charset="-120"/>
              </a:rPr>
              <a:t>Gas-phase polyolefin transitions create off-grade at scale</a:t>
            </a:r>
            <a:endParaRPr lang="en-US" sz="3500" dirty="0"/>
          </a:p>
        </p:txBody>
      </p:sp>
      <p:sp>
        <p:nvSpPr>
          <p:cNvPr id="8" name="Text 6"/>
          <p:cNvSpPr/>
          <p:nvPr/>
        </p:nvSpPr>
        <p:spPr>
          <a:xfrm>
            <a:off x="594360" y="1426464"/>
            <a:ext cx="2057400" cy="182880"/>
          </a:xfrm>
          <a:prstGeom prst="rect">
            <a:avLst/>
          </a:prstGeom>
          <a:noFill/>
          <a:ln/>
        </p:spPr>
        <p:txBody>
          <a:bodyPr wrap="square" lIns="0" tIns="0" rIns="0" bIns="0" rtlCol="0" anchor="ctr"/>
          <a:lstStyle/>
          <a:p>
            <a:pPr indent="0" marL="0">
              <a:buNone/>
            </a:pPr>
            <a:r>
              <a:rPr lang="en-US" sz="1050" b="1" spc="150" kern="0" dirty="0">
                <a:solidFill>
                  <a:srgbClr val="5C4DB7"/>
                </a:solidFill>
                <a:latin typeface="Aptos" pitchFamily="34" charset="0"/>
                <a:ea typeface="Aptos" pitchFamily="34" charset="-122"/>
                <a:cs typeface="Aptos" pitchFamily="34" charset="-120"/>
              </a:rPr>
              <a:t>GLOBAL ADDRESSABLE PRODUCTION</a:t>
            </a:r>
            <a:endParaRPr lang="en-US" sz="1050" dirty="0"/>
          </a:p>
        </p:txBody>
      </p:sp>
      <p:sp>
        <p:nvSpPr>
          <p:cNvPr id="9" name="Text 7"/>
          <p:cNvSpPr/>
          <p:nvPr/>
        </p:nvSpPr>
        <p:spPr>
          <a:xfrm>
            <a:off x="566928" y="1682496"/>
            <a:ext cx="1874520" cy="621792"/>
          </a:xfrm>
          <a:prstGeom prst="rect">
            <a:avLst/>
          </a:prstGeom>
          <a:noFill/>
          <a:ln/>
        </p:spPr>
        <p:txBody>
          <a:bodyPr wrap="square" lIns="0" tIns="0" rIns="0" bIns="0" rtlCol="0" anchor="ctr"/>
          <a:lstStyle/>
          <a:p>
            <a:pPr indent="0" marL="0">
              <a:buNone/>
            </a:pPr>
            <a:r>
              <a:rPr lang="en-US" sz="4900" b="1" dirty="0">
                <a:solidFill>
                  <a:srgbClr val="5C4DB7"/>
                </a:solidFill>
                <a:latin typeface="Aptos Display" pitchFamily="34" charset="0"/>
                <a:ea typeface="Aptos Display" pitchFamily="34" charset="-122"/>
                <a:cs typeface="Aptos Display" pitchFamily="34" charset="-120"/>
              </a:rPr>
              <a:t>≈194</a:t>
            </a:r>
            <a:endParaRPr lang="en-US" sz="4900" dirty="0"/>
          </a:p>
        </p:txBody>
      </p:sp>
      <p:sp>
        <p:nvSpPr>
          <p:cNvPr id="10" name="Text 8"/>
          <p:cNvSpPr/>
          <p:nvPr/>
        </p:nvSpPr>
        <p:spPr>
          <a:xfrm>
            <a:off x="630936" y="2286000"/>
            <a:ext cx="1508760" cy="274320"/>
          </a:xfrm>
          <a:prstGeom prst="rect">
            <a:avLst/>
          </a:prstGeom>
          <a:noFill/>
          <a:ln/>
        </p:spPr>
        <p:txBody>
          <a:bodyPr wrap="square" lIns="0" tIns="0" rIns="0" bIns="0" rtlCol="0" anchor="ctr"/>
          <a:lstStyle/>
          <a:p>
            <a:pPr indent="0" marL="0">
              <a:buNone/>
            </a:pPr>
            <a:r>
              <a:rPr lang="en-US" sz="2000" b="1" dirty="0">
                <a:solidFill>
                  <a:srgbClr val="263746"/>
                </a:solidFill>
              </a:rPr>
              <a:t>Mt / year</a:t>
            </a:r>
            <a:endParaRPr lang="en-US" sz="2000" dirty="0"/>
          </a:p>
        </p:txBody>
      </p:sp>
      <p:sp>
        <p:nvSpPr>
          <p:cNvPr id="11" name="Text 9"/>
          <p:cNvSpPr/>
          <p:nvPr/>
        </p:nvSpPr>
        <p:spPr>
          <a:xfrm>
            <a:off x="630936" y="2706624"/>
            <a:ext cx="1965960" cy="228600"/>
          </a:xfrm>
          <a:prstGeom prst="rect">
            <a:avLst/>
          </a:prstGeom>
          <a:noFill/>
          <a:ln/>
        </p:spPr>
        <p:txBody>
          <a:bodyPr wrap="square" lIns="0" tIns="0" rIns="0" bIns="0" rtlCol="0" anchor="ctr"/>
          <a:lstStyle/>
          <a:p>
            <a:pPr indent="0" marL="0">
              <a:buNone/>
            </a:pPr>
            <a:r>
              <a:rPr lang="en-US" sz="1250" b="1" dirty="0">
                <a:solidFill>
                  <a:srgbClr val="168B83"/>
                </a:solidFill>
              </a:rPr>
              <a:t>PE ≈112  ·  PP ≈82</a:t>
            </a:r>
            <a:endParaRPr lang="en-US" sz="1250" dirty="0"/>
          </a:p>
        </p:txBody>
      </p:sp>
      <p:sp>
        <p:nvSpPr>
          <p:cNvPr id="12" name="Text 10"/>
          <p:cNvSpPr/>
          <p:nvPr/>
        </p:nvSpPr>
        <p:spPr>
          <a:xfrm>
            <a:off x="630936" y="3063240"/>
            <a:ext cx="1828800" cy="201168"/>
          </a:xfrm>
          <a:prstGeom prst="rect">
            <a:avLst/>
          </a:prstGeom>
          <a:noFill/>
          <a:ln/>
        </p:spPr>
        <p:txBody>
          <a:bodyPr wrap="square" lIns="0" tIns="0" rIns="0" bIns="0" rtlCol="0" anchor="ctr"/>
          <a:lstStyle/>
          <a:p>
            <a:pPr indent="0" marL="0">
              <a:buNone/>
            </a:pPr>
            <a:r>
              <a:rPr lang="en-US" sz="1100" b="1" spc="70" kern="0" dirty="0">
                <a:solidFill>
                  <a:srgbClr val="657782"/>
                </a:solidFill>
              </a:rPr>
              <a:t>45% OF GLOBAL PLASTICS</a:t>
            </a:r>
            <a:endParaRPr lang="en-US" sz="1100" dirty="0"/>
          </a:p>
        </p:txBody>
      </p:sp>
      <p:sp>
        <p:nvSpPr>
          <p:cNvPr id="13" name="Shape 11"/>
          <p:cNvSpPr/>
          <p:nvPr/>
        </p:nvSpPr>
        <p:spPr>
          <a:xfrm>
            <a:off x="612648" y="3502152"/>
            <a:ext cx="1856232" cy="0"/>
          </a:xfrm>
          <a:prstGeom prst="line">
            <a:avLst/>
          </a:prstGeom>
          <a:noFill/>
          <a:ln w="12700">
            <a:solidFill>
              <a:srgbClr val="D7DEE4"/>
            </a:solidFill>
            <a:prstDash val="solid"/>
          </a:ln>
        </p:spPr>
      </p:sp>
      <p:sp>
        <p:nvSpPr>
          <p:cNvPr id="14" name="Text 12"/>
          <p:cNvSpPr/>
          <p:nvPr/>
        </p:nvSpPr>
        <p:spPr>
          <a:xfrm>
            <a:off x="594360" y="3767328"/>
            <a:ext cx="1920240" cy="182880"/>
          </a:xfrm>
          <a:prstGeom prst="rect">
            <a:avLst/>
          </a:prstGeom>
          <a:noFill/>
          <a:ln/>
        </p:spPr>
        <p:txBody>
          <a:bodyPr wrap="square" lIns="0" tIns="0" rIns="0" bIns="0" rtlCol="0" anchor="ctr"/>
          <a:lstStyle/>
          <a:p>
            <a:pPr indent="0" marL="0">
              <a:buNone/>
            </a:pPr>
            <a:r>
              <a:rPr lang="en-US" sz="1050" b="1" spc="150" kern="0" dirty="0">
                <a:solidFill>
                  <a:srgbClr val="C44F4F"/>
                </a:solidFill>
                <a:latin typeface="Aptos" pitchFamily="34" charset="0"/>
                <a:ea typeface="Aptos" pitchFamily="34" charset="-122"/>
                <a:cs typeface="Aptos" pitchFamily="34" charset="-120"/>
              </a:rPr>
              <a:t>ILLUSTRATIVE OFF-GRADE</a:t>
            </a:r>
            <a:endParaRPr lang="en-US" sz="1050" dirty="0"/>
          </a:p>
        </p:txBody>
      </p:sp>
      <p:sp>
        <p:nvSpPr>
          <p:cNvPr id="15" name="Text 13"/>
          <p:cNvSpPr/>
          <p:nvPr/>
        </p:nvSpPr>
        <p:spPr>
          <a:xfrm>
            <a:off x="566928" y="4023360"/>
            <a:ext cx="1874520" cy="603504"/>
          </a:xfrm>
          <a:prstGeom prst="rect">
            <a:avLst/>
          </a:prstGeom>
          <a:noFill/>
          <a:ln/>
        </p:spPr>
        <p:txBody>
          <a:bodyPr wrap="square" lIns="0" tIns="0" rIns="0" bIns="0" rtlCol="0" anchor="ctr"/>
          <a:lstStyle/>
          <a:p>
            <a:pPr indent="0" marL="0">
              <a:buNone/>
            </a:pPr>
            <a:r>
              <a:rPr lang="en-US" sz="4300" b="1" dirty="0">
                <a:solidFill>
                  <a:srgbClr val="C44F4F"/>
                </a:solidFill>
                <a:latin typeface="Aptos Display" pitchFamily="34" charset="0"/>
                <a:ea typeface="Aptos Display" pitchFamily="34" charset="-122"/>
                <a:cs typeface="Aptos Display" pitchFamily="34" charset="-120"/>
              </a:rPr>
              <a:t>≈554</a:t>
            </a:r>
            <a:endParaRPr lang="en-US" sz="4300" dirty="0"/>
          </a:p>
        </p:txBody>
      </p:sp>
      <p:sp>
        <p:nvSpPr>
          <p:cNvPr id="16" name="Text 14"/>
          <p:cNvSpPr/>
          <p:nvPr/>
        </p:nvSpPr>
        <p:spPr>
          <a:xfrm>
            <a:off x="630936" y="4626864"/>
            <a:ext cx="1691640" cy="274320"/>
          </a:xfrm>
          <a:prstGeom prst="rect">
            <a:avLst/>
          </a:prstGeom>
          <a:noFill/>
          <a:ln/>
        </p:spPr>
        <p:txBody>
          <a:bodyPr wrap="square" lIns="0" tIns="0" rIns="0" bIns="0" rtlCol="0" anchor="ctr"/>
          <a:lstStyle/>
          <a:p>
            <a:pPr indent="0" marL="0">
              <a:buNone/>
            </a:pPr>
            <a:r>
              <a:rPr lang="en-US" sz="1800" b="1" dirty="0">
                <a:solidFill>
                  <a:srgbClr val="263746"/>
                </a:solidFill>
              </a:rPr>
              <a:t>t / transition</a:t>
            </a:r>
            <a:endParaRPr lang="en-US" sz="1800" dirty="0"/>
          </a:p>
        </p:txBody>
      </p:sp>
      <p:sp>
        <p:nvSpPr>
          <p:cNvPr id="17" name="Text 15"/>
          <p:cNvSpPr/>
          <p:nvPr/>
        </p:nvSpPr>
        <p:spPr>
          <a:xfrm>
            <a:off x="630936" y="4983480"/>
            <a:ext cx="1828800" cy="201168"/>
          </a:xfrm>
          <a:prstGeom prst="rect">
            <a:avLst/>
          </a:prstGeom>
          <a:noFill/>
          <a:ln/>
        </p:spPr>
        <p:txBody>
          <a:bodyPr wrap="square" lIns="0" tIns="0" rIns="0" bIns="0" rtlCol="0" anchor="ctr">
            <a:normAutofit/>
          </a:bodyPr>
          <a:lstStyle/>
          <a:p>
            <a:pPr indent="0" marL="0">
              <a:buNone/>
            </a:pPr>
            <a:r>
              <a:rPr lang="en-US" sz="1050" b="1" dirty="0">
                <a:solidFill>
                  <a:srgbClr val="657782"/>
                </a:solidFill>
              </a:rPr>
              <a:t>11.5 h  ·  48.2 t/h average</a:t>
            </a:r>
            <a:endParaRPr lang="en-US" sz="1050" dirty="0"/>
          </a:p>
        </p:txBody>
      </p:sp>
      <p:sp>
        <p:nvSpPr>
          <p:cNvPr id="18" name="Shape 16"/>
          <p:cNvSpPr/>
          <p:nvPr/>
        </p:nvSpPr>
        <p:spPr>
          <a:xfrm>
            <a:off x="2724912" y="1417320"/>
            <a:ext cx="0" cy="3968496"/>
          </a:xfrm>
          <a:prstGeom prst="line">
            <a:avLst/>
          </a:prstGeom>
          <a:noFill/>
          <a:ln w="12700">
            <a:solidFill>
              <a:srgbClr val="D7DEE4"/>
            </a:solidFill>
            <a:prstDash val="solid"/>
          </a:ln>
        </p:spPr>
      </p:sp>
      <p:sp>
        <p:nvSpPr>
          <p:cNvPr id="19" name="Text 17"/>
          <p:cNvSpPr/>
          <p:nvPr/>
        </p:nvSpPr>
        <p:spPr>
          <a:xfrm>
            <a:off x="3017520" y="1417320"/>
            <a:ext cx="2514600" cy="182880"/>
          </a:xfrm>
          <a:prstGeom prst="rect">
            <a:avLst/>
          </a:prstGeom>
          <a:noFill/>
          <a:ln/>
        </p:spPr>
        <p:txBody>
          <a:bodyPr wrap="square" lIns="0" tIns="0" rIns="0" bIns="0" rtlCol="0" anchor="ctr"/>
          <a:lstStyle/>
          <a:p>
            <a:pPr indent="0" marL="0">
              <a:buNone/>
            </a:pPr>
            <a:r>
              <a:rPr lang="en-US" sz="1050" b="1" spc="150" kern="0" dirty="0">
                <a:solidFill>
                  <a:srgbClr val="5C4DB7"/>
                </a:solidFill>
                <a:latin typeface="Aptos" pitchFamily="34" charset="0"/>
                <a:ea typeface="Aptos" pitchFamily="34" charset="-122"/>
                <a:cs typeface="Aptos" pitchFamily="34" charset="-120"/>
              </a:rPr>
              <a:t>ILLUSTRATIVE GAS-PHASE TRANSITION</a:t>
            </a:r>
            <a:endParaRPr lang="en-US" sz="1050" dirty="0"/>
          </a:p>
        </p:txBody>
      </p:sp>
      <p:sp>
        <p:nvSpPr>
          <p:cNvPr id="20" name="Shape 18"/>
          <p:cNvSpPr/>
          <p:nvPr/>
        </p:nvSpPr>
        <p:spPr>
          <a:xfrm>
            <a:off x="5468112" y="1517904"/>
            <a:ext cx="256032" cy="0"/>
          </a:xfrm>
          <a:prstGeom prst="line">
            <a:avLst/>
          </a:prstGeom>
          <a:noFill/>
          <a:ln w="27940">
            <a:solidFill>
              <a:srgbClr val="168B83"/>
            </a:solidFill>
            <a:prstDash val="solid"/>
          </a:ln>
        </p:spPr>
      </p:sp>
      <p:sp>
        <p:nvSpPr>
          <p:cNvPr id="21" name="Text 19"/>
          <p:cNvSpPr/>
          <p:nvPr/>
        </p:nvSpPr>
        <p:spPr>
          <a:xfrm>
            <a:off x="5797296" y="1435608"/>
            <a:ext cx="640080" cy="146304"/>
          </a:xfrm>
          <a:prstGeom prst="rect">
            <a:avLst/>
          </a:prstGeom>
          <a:noFill/>
          <a:ln/>
        </p:spPr>
        <p:txBody>
          <a:bodyPr wrap="square" lIns="0" tIns="0" rIns="0" bIns="0" rtlCol="0" anchor="ctr"/>
          <a:lstStyle/>
          <a:p>
            <a:pPr indent="0" marL="0">
              <a:buNone/>
            </a:pPr>
            <a:r>
              <a:rPr lang="en-US" sz="820" b="1" dirty="0">
                <a:solidFill>
                  <a:srgbClr val="657782"/>
                </a:solidFill>
              </a:rPr>
              <a:t>INFERRED</a:t>
            </a:r>
            <a:endParaRPr lang="en-US" sz="820" dirty="0"/>
          </a:p>
        </p:txBody>
      </p:sp>
      <p:sp>
        <p:nvSpPr>
          <p:cNvPr id="22" name="Shape 20"/>
          <p:cNvSpPr/>
          <p:nvPr/>
        </p:nvSpPr>
        <p:spPr>
          <a:xfrm>
            <a:off x="6620256" y="1481328"/>
            <a:ext cx="73152" cy="73152"/>
          </a:xfrm>
          <a:prstGeom prst="ellipse">
            <a:avLst/>
          </a:prstGeom>
          <a:solidFill>
            <a:srgbClr val="FFFFFF"/>
          </a:solidFill>
          <a:ln w="13970">
            <a:solidFill>
              <a:srgbClr val="526570"/>
            </a:solidFill>
            <a:prstDash val="solid"/>
          </a:ln>
        </p:spPr>
      </p:sp>
      <p:sp>
        <p:nvSpPr>
          <p:cNvPr id="23" name="Text 21"/>
          <p:cNvSpPr/>
          <p:nvPr/>
        </p:nvSpPr>
        <p:spPr>
          <a:xfrm>
            <a:off x="6839712" y="1435608"/>
            <a:ext cx="950976" cy="146304"/>
          </a:xfrm>
          <a:prstGeom prst="rect">
            <a:avLst/>
          </a:prstGeom>
          <a:noFill/>
          <a:ln/>
        </p:spPr>
        <p:txBody>
          <a:bodyPr wrap="square" lIns="0" tIns="0" rIns="0" bIns="0" rtlCol="0" anchor="ctr"/>
          <a:lstStyle/>
          <a:p>
            <a:pPr indent="0" marL="0">
              <a:buNone/>
            </a:pPr>
            <a:r>
              <a:rPr lang="en-US" sz="820" b="1" dirty="0">
                <a:solidFill>
                  <a:srgbClr val="657782"/>
                </a:solidFill>
              </a:rPr>
              <a:t>LAB SAMPLE</a:t>
            </a:r>
            <a:endParaRPr lang="en-US" sz="820" dirty="0"/>
          </a:p>
        </p:txBody>
      </p:sp>
      <p:sp>
        <p:nvSpPr>
          <p:cNvPr id="24" name="Text 22"/>
          <p:cNvSpPr/>
          <p:nvPr/>
        </p:nvSpPr>
        <p:spPr>
          <a:xfrm>
            <a:off x="3886200" y="1627632"/>
            <a:ext cx="967494" cy="347472"/>
          </a:xfrm>
          <a:prstGeom prst="rect">
            <a:avLst/>
          </a:prstGeom>
          <a:solidFill>
            <a:srgbClr val="E5F3F1"/>
          </a:solidFill>
          <a:ln/>
        </p:spPr>
        <p:txBody>
          <a:bodyPr wrap="square" lIns="0" tIns="0" rIns="0" bIns="0" rtlCol="0" anchor="ctr"/>
          <a:lstStyle/>
          <a:p>
            <a:pPr algn="ctr" indent="0" marL="0">
              <a:buNone/>
            </a:pPr>
            <a:r>
              <a:rPr lang="en-US" sz="850" b="1" spc="20" kern="0" dirty="0">
                <a:solidFill>
                  <a:srgbClr val="168B83"/>
                </a:solidFill>
              </a:rPr>
              <a:t>SOURCE</a:t>
            </a:r>
            <a:endParaRPr lang="en-US" sz="850" dirty="0"/>
          </a:p>
          <a:p>
            <a:pPr algn="ctr" indent="0" marL="0">
              <a:buNone/>
            </a:pPr>
            <a:r>
              <a:rPr lang="en-US" sz="850" b="1" spc="20" kern="0" dirty="0">
                <a:solidFill>
                  <a:srgbClr val="168B83"/>
                </a:solidFill>
              </a:rPr>
              <a:t>ON SPEC</a:t>
            </a:r>
            <a:endParaRPr lang="en-US" sz="850" dirty="0"/>
          </a:p>
        </p:txBody>
      </p:sp>
      <p:sp>
        <p:nvSpPr>
          <p:cNvPr id="25" name="Text 23"/>
          <p:cNvSpPr/>
          <p:nvPr/>
        </p:nvSpPr>
        <p:spPr>
          <a:xfrm>
            <a:off x="4853694" y="1664208"/>
            <a:ext cx="5563092" cy="274320"/>
          </a:xfrm>
          <a:prstGeom prst="rect">
            <a:avLst/>
          </a:prstGeom>
          <a:solidFill>
            <a:srgbClr val="F8ECEB"/>
          </a:solidFill>
          <a:ln/>
        </p:spPr>
        <p:txBody>
          <a:bodyPr wrap="square" lIns="0" tIns="0" rIns="0" bIns="0" rtlCol="0" anchor="ctr"/>
          <a:lstStyle/>
          <a:p>
            <a:pPr algn="ctr" indent="0" marL="0">
              <a:buNone/>
            </a:pPr>
            <a:r>
              <a:rPr lang="en-US" sz="1250" b="1" spc="80" kern="0" dirty="0">
                <a:solidFill>
                  <a:srgbClr val="C44F4F"/>
                </a:solidFill>
              </a:rPr>
              <a:t>OFF-GRADE</a:t>
            </a:r>
            <a:endParaRPr lang="en-US" sz="1250" dirty="0"/>
          </a:p>
        </p:txBody>
      </p:sp>
      <p:sp>
        <p:nvSpPr>
          <p:cNvPr id="26" name="Text 24"/>
          <p:cNvSpPr/>
          <p:nvPr/>
        </p:nvSpPr>
        <p:spPr>
          <a:xfrm>
            <a:off x="10416786" y="1627632"/>
            <a:ext cx="967494" cy="347472"/>
          </a:xfrm>
          <a:prstGeom prst="rect">
            <a:avLst/>
          </a:prstGeom>
          <a:solidFill>
            <a:srgbClr val="E5F3F1"/>
          </a:solidFill>
          <a:ln/>
        </p:spPr>
        <p:txBody>
          <a:bodyPr wrap="square" lIns="0" tIns="0" rIns="0" bIns="0" rtlCol="0" anchor="ctr"/>
          <a:lstStyle/>
          <a:p>
            <a:pPr algn="ctr" indent="0" marL="0">
              <a:buNone/>
            </a:pPr>
            <a:r>
              <a:rPr lang="en-US" sz="850" b="1" spc="10" kern="0" dirty="0">
                <a:solidFill>
                  <a:srgbClr val="168B83"/>
                </a:solidFill>
              </a:rPr>
              <a:t>NEW GRADE</a:t>
            </a:r>
            <a:endParaRPr lang="en-US" sz="850" dirty="0"/>
          </a:p>
          <a:p>
            <a:pPr algn="ctr" indent="0" marL="0">
              <a:buNone/>
            </a:pPr>
            <a:r>
              <a:rPr lang="en-US" sz="850" b="1" spc="10" kern="0" dirty="0">
                <a:solidFill>
                  <a:srgbClr val="168B83"/>
                </a:solidFill>
              </a:rPr>
              <a:t>ON SPEC</a:t>
            </a:r>
            <a:endParaRPr lang="en-US" sz="850" dirty="0"/>
          </a:p>
        </p:txBody>
      </p:sp>
      <p:sp>
        <p:nvSpPr>
          <p:cNvPr id="27" name="Text 25"/>
          <p:cNvSpPr/>
          <p:nvPr/>
        </p:nvSpPr>
        <p:spPr>
          <a:xfrm>
            <a:off x="2816352" y="2231136"/>
            <a:ext cx="932688" cy="219456"/>
          </a:xfrm>
          <a:prstGeom prst="rect">
            <a:avLst/>
          </a:prstGeom>
          <a:noFill/>
          <a:ln/>
        </p:spPr>
        <p:txBody>
          <a:bodyPr wrap="square" lIns="0" tIns="0" rIns="0" bIns="0" rtlCol="0" anchor="ctr">
            <a:normAutofit/>
          </a:bodyPr>
          <a:lstStyle/>
          <a:p>
            <a:pPr algn="r" indent="0" marL="0">
              <a:buNone/>
            </a:pPr>
            <a:r>
              <a:rPr lang="en-US" sz="1450" b="1" dirty="0">
                <a:solidFill>
                  <a:srgbClr val="168B83"/>
                </a:solidFill>
              </a:rPr>
              <a:t>DENSITY</a:t>
            </a:r>
            <a:endParaRPr lang="en-US" sz="1450" dirty="0"/>
          </a:p>
        </p:txBody>
      </p:sp>
      <p:sp>
        <p:nvSpPr>
          <p:cNvPr id="28" name="Text 26"/>
          <p:cNvSpPr/>
          <p:nvPr/>
        </p:nvSpPr>
        <p:spPr>
          <a:xfrm>
            <a:off x="2852928" y="2478024"/>
            <a:ext cx="896112" cy="146304"/>
          </a:xfrm>
          <a:prstGeom prst="rect">
            <a:avLst/>
          </a:prstGeom>
          <a:noFill/>
          <a:ln/>
        </p:spPr>
        <p:txBody>
          <a:bodyPr wrap="square" lIns="0" tIns="0" rIns="0" bIns="0" rtlCol="0" anchor="ctr"/>
          <a:lstStyle/>
          <a:p>
            <a:pPr algn="r" indent="0" marL="0">
              <a:buNone/>
            </a:pPr>
            <a:r>
              <a:rPr lang="en-US" sz="900" b="1" dirty="0">
                <a:solidFill>
                  <a:srgbClr val="168B83"/>
                </a:solidFill>
              </a:rPr>
              <a:t>kg/m³</a:t>
            </a:r>
            <a:endParaRPr lang="en-US" sz="900" dirty="0"/>
          </a:p>
        </p:txBody>
      </p:sp>
      <p:sp>
        <p:nvSpPr>
          <p:cNvPr id="29" name="Text 27"/>
          <p:cNvSpPr/>
          <p:nvPr/>
        </p:nvSpPr>
        <p:spPr>
          <a:xfrm>
            <a:off x="2852928" y="2688336"/>
            <a:ext cx="896112" cy="164592"/>
          </a:xfrm>
          <a:prstGeom prst="rect">
            <a:avLst/>
          </a:prstGeom>
          <a:noFill/>
          <a:ln/>
        </p:spPr>
        <p:txBody>
          <a:bodyPr wrap="square" lIns="0" tIns="0" rIns="0" bIns="0" rtlCol="0" anchor="ctr"/>
          <a:lstStyle/>
          <a:p>
            <a:pPr algn="r" indent="0" marL="0">
              <a:buNone/>
            </a:pPr>
            <a:r>
              <a:rPr lang="en-US" sz="1050" b="1" dirty="0">
                <a:solidFill>
                  <a:srgbClr val="657782"/>
                </a:solidFill>
              </a:rPr>
              <a:t>918 → 921</a:t>
            </a:r>
            <a:endParaRPr lang="en-US" sz="1050" dirty="0"/>
          </a:p>
        </p:txBody>
      </p:sp>
      <p:sp>
        <p:nvSpPr>
          <p:cNvPr id="30" name="Shape 28"/>
          <p:cNvSpPr/>
          <p:nvPr/>
        </p:nvSpPr>
        <p:spPr>
          <a:xfrm>
            <a:off x="3886200" y="2084832"/>
            <a:ext cx="967494" cy="1078992"/>
          </a:xfrm>
          <a:prstGeom prst="rect">
            <a:avLst/>
          </a:prstGeom>
          <a:solidFill>
            <a:srgbClr val="E5F3F1">
              <a:alpha val="85000"/>
            </a:srgbClr>
          </a:solidFill>
          <a:ln w="10160">
            <a:solidFill>
              <a:srgbClr val="D7DEE4"/>
            </a:solidFill>
            <a:prstDash val="solid"/>
          </a:ln>
        </p:spPr>
      </p:sp>
      <p:sp>
        <p:nvSpPr>
          <p:cNvPr id="31" name="Shape 29"/>
          <p:cNvSpPr/>
          <p:nvPr/>
        </p:nvSpPr>
        <p:spPr>
          <a:xfrm>
            <a:off x="4853694" y="2084832"/>
            <a:ext cx="5563092" cy="1078992"/>
          </a:xfrm>
          <a:prstGeom prst="rect">
            <a:avLst/>
          </a:prstGeom>
          <a:solidFill>
            <a:srgbClr val="F8ECEB">
              <a:alpha val="62000"/>
            </a:srgbClr>
          </a:solidFill>
          <a:ln w="10160">
            <a:solidFill>
              <a:srgbClr val="D7DEE4"/>
            </a:solidFill>
            <a:prstDash val="solid"/>
          </a:ln>
        </p:spPr>
      </p:sp>
      <p:sp>
        <p:nvSpPr>
          <p:cNvPr id="32" name="Shape 30"/>
          <p:cNvSpPr/>
          <p:nvPr/>
        </p:nvSpPr>
        <p:spPr>
          <a:xfrm>
            <a:off x="10416786" y="2084832"/>
            <a:ext cx="967494" cy="1078992"/>
          </a:xfrm>
          <a:prstGeom prst="rect">
            <a:avLst/>
          </a:prstGeom>
          <a:solidFill>
            <a:srgbClr val="E5F3F1">
              <a:alpha val="85000"/>
            </a:srgbClr>
          </a:solidFill>
          <a:ln w="10160">
            <a:solidFill>
              <a:srgbClr val="D7DEE4"/>
            </a:solidFill>
            <a:prstDash val="solid"/>
          </a:ln>
        </p:spPr>
      </p:sp>
      <p:sp>
        <p:nvSpPr>
          <p:cNvPr id="33" name="Text 31"/>
          <p:cNvSpPr/>
          <p:nvPr/>
        </p:nvSpPr>
        <p:spPr>
          <a:xfrm>
            <a:off x="2816352" y="3739896"/>
            <a:ext cx="932688" cy="219456"/>
          </a:xfrm>
          <a:prstGeom prst="rect">
            <a:avLst/>
          </a:prstGeom>
          <a:noFill/>
          <a:ln/>
        </p:spPr>
        <p:txBody>
          <a:bodyPr wrap="square" lIns="0" tIns="0" rIns="0" bIns="0" rtlCol="0" anchor="ctr">
            <a:normAutofit/>
          </a:bodyPr>
          <a:lstStyle/>
          <a:p>
            <a:pPr algn="r" indent="0" marL="0">
              <a:buNone/>
            </a:pPr>
            <a:r>
              <a:rPr lang="en-US" sz="1450" b="1" dirty="0">
                <a:solidFill>
                  <a:srgbClr val="5C4DB7"/>
                </a:solidFill>
              </a:rPr>
              <a:t>MFR</a:t>
            </a:r>
            <a:endParaRPr lang="en-US" sz="1450" dirty="0"/>
          </a:p>
        </p:txBody>
      </p:sp>
      <p:sp>
        <p:nvSpPr>
          <p:cNvPr id="34" name="Text 32"/>
          <p:cNvSpPr/>
          <p:nvPr/>
        </p:nvSpPr>
        <p:spPr>
          <a:xfrm>
            <a:off x="2852928" y="3986784"/>
            <a:ext cx="896112" cy="146304"/>
          </a:xfrm>
          <a:prstGeom prst="rect">
            <a:avLst/>
          </a:prstGeom>
          <a:noFill/>
          <a:ln/>
        </p:spPr>
        <p:txBody>
          <a:bodyPr wrap="square" lIns="0" tIns="0" rIns="0" bIns="0" rtlCol="0" anchor="ctr"/>
          <a:lstStyle/>
          <a:p>
            <a:pPr algn="r" indent="0" marL="0">
              <a:buNone/>
            </a:pPr>
            <a:r>
              <a:rPr lang="en-US" sz="900" b="1" dirty="0">
                <a:solidFill>
                  <a:srgbClr val="5C4DB7"/>
                </a:solidFill>
              </a:rPr>
              <a:t>g/10 min</a:t>
            </a:r>
            <a:endParaRPr lang="en-US" sz="900" dirty="0"/>
          </a:p>
        </p:txBody>
      </p:sp>
      <p:sp>
        <p:nvSpPr>
          <p:cNvPr id="35" name="Text 33"/>
          <p:cNvSpPr/>
          <p:nvPr/>
        </p:nvSpPr>
        <p:spPr>
          <a:xfrm>
            <a:off x="2852928" y="4197096"/>
            <a:ext cx="896112" cy="164592"/>
          </a:xfrm>
          <a:prstGeom prst="rect">
            <a:avLst/>
          </a:prstGeom>
          <a:noFill/>
          <a:ln/>
        </p:spPr>
        <p:txBody>
          <a:bodyPr wrap="square" lIns="0" tIns="0" rIns="0" bIns="0" rtlCol="0" anchor="ctr"/>
          <a:lstStyle/>
          <a:p>
            <a:pPr algn="r" indent="0" marL="0">
              <a:buNone/>
            </a:pPr>
            <a:r>
              <a:rPr lang="en-US" sz="1050" b="1" dirty="0">
                <a:solidFill>
                  <a:srgbClr val="657782"/>
                </a:solidFill>
              </a:rPr>
              <a:t>2 → 20</a:t>
            </a:r>
            <a:endParaRPr lang="en-US" sz="1050" dirty="0"/>
          </a:p>
        </p:txBody>
      </p:sp>
      <p:sp>
        <p:nvSpPr>
          <p:cNvPr id="36" name="Shape 34"/>
          <p:cNvSpPr/>
          <p:nvPr/>
        </p:nvSpPr>
        <p:spPr>
          <a:xfrm>
            <a:off x="3886200" y="3593592"/>
            <a:ext cx="967494" cy="1078992"/>
          </a:xfrm>
          <a:prstGeom prst="rect">
            <a:avLst/>
          </a:prstGeom>
          <a:solidFill>
            <a:srgbClr val="E5F3F1">
              <a:alpha val="85000"/>
            </a:srgbClr>
          </a:solidFill>
          <a:ln w="10160">
            <a:solidFill>
              <a:srgbClr val="D7DEE4"/>
            </a:solidFill>
            <a:prstDash val="solid"/>
          </a:ln>
        </p:spPr>
      </p:sp>
      <p:sp>
        <p:nvSpPr>
          <p:cNvPr id="37" name="Shape 35"/>
          <p:cNvSpPr/>
          <p:nvPr/>
        </p:nvSpPr>
        <p:spPr>
          <a:xfrm>
            <a:off x="4853694" y="3593592"/>
            <a:ext cx="5563092" cy="1078992"/>
          </a:xfrm>
          <a:prstGeom prst="rect">
            <a:avLst/>
          </a:prstGeom>
          <a:solidFill>
            <a:srgbClr val="F8ECEB">
              <a:alpha val="62000"/>
            </a:srgbClr>
          </a:solidFill>
          <a:ln w="10160">
            <a:solidFill>
              <a:srgbClr val="D7DEE4"/>
            </a:solidFill>
            <a:prstDash val="solid"/>
          </a:ln>
        </p:spPr>
      </p:sp>
      <p:sp>
        <p:nvSpPr>
          <p:cNvPr id="38" name="Shape 36"/>
          <p:cNvSpPr/>
          <p:nvPr/>
        </p:nvSpPr>
        <p:spPr>
          <a:xfrm>
            <a:off x="10416786" y="3593592"/>
            <a:ext cx="967494" cy="1078992"/>
          </a:xfrm>
          <a:prstGeom prst="rect">
            <a:avLst/>
          </a:prstGeom>
          <a:solidFill>
            <a:srgbClr val="E5F3F1">
              <a:alpha val="85000"/>
            </a:srgbClr>
          </a:solidFill>
          <a:ln w="10160">
            <a:solidFill>
              <a:srgbClr val="D7DEE4"/>
            </a:solidFill>
            <a:prstDash val="solid"/>
          </a:ln>
        </p:spPr>
      </p:sp>
      <p:sp>
        <p:nvSpPr>
          <p:cNvPr id="39" name="Shape 37"/>
          <p:cNvSpPr/>
          <p:nvPr/>
        </p:nvSpPr>
        <p:spPr>
          <a:xfrm>
            <a:off x="3886200" y="2869553"/>
            <a:ext cx="967494" cy="245225"/>
          </a:xfrm>
          <a:prstGeom prst="rect">
            <a:avLst/>
          </a:prstGeom>
          <a:solidFill>
            <a:srgbClr val="9CD8C2">
              <a:alpha val="92000"/>
            </a:srgbClr>
          </a:solidFill>
          <a:ln w="10160">
            <a:solidFill>
              <a:srgbClr val="5CA98D"/>
            </a:solidFill>
            <a:prstDash val="solid"/>
          </a:ln>
        </p:spPr>
      </p:sp>
      <p:sp>
        <p:nvSpPr>
          <p:cNvPr id="40" name="Shape 38"/>
          <p:cNvSpPr/>
          <p:nvPr/>
        </p:nvSpPr>
        <p:spPr>
          <a:xfrm>
            <a:off x="4853694" y="2133877"/>
            <a:ext cx="5563092" cy="245225"/>
          </a:xfrm>
          <a:prstGeom prst="rect">
            <a:avLst/>
          </a:prstGeom>
          <a:solidFill>
            <a:srgbClr val="E8AAA6">
              <a:alpha val="95000"/>
            </a:srgbClr>
          </a:solidFill>
          <a:ln w="10160">
            <a:solidFill>
              <a:srgbClr val="C44F4F"/>
            </a:solidFill>
            <a:prstDash val="solid"/>
          </a:ln>
        </p:spPr>
      </p:sp>
      <p:sp>
        <p:nvSpPr>
          <p:cNvPr id="41" name="Shape 39"/>
          <p:cNvSpPr/>
          <p:nvPr/>
        </p:nvSpPr>
        <p:spPr>
          <a:xfrm>
            <a:off x="10416786" y="2133877"/>
            <a:ext cx="967494" cy="245225"/>
          </a:xfrm>
          <a:prstGeom prst="rect">
            <a:avLst/>
          </a:prstGeom>
          <a:solidFill>
            <a:srgbClr val="9CD8C2">
              <a:alpha val="92000"/>
            </a:srgbClr>
          </a:solidFill>
          <a:ln w="10160">
            <a:solidFill>
              <a:srgbClr val="5CA98D"/>
            </a:solidFill>
            <a:prstDash val="solid"/>
          </a:ln>
        </p:spPr>
      </p:sp>
      <p:sp>
        <p:nvSpPr>
          <p:cNvPr id="42" name="Shape 40"/>
          <p:cNvSpPr/>
          <p:nvPr/>
        </p:nvSpPr>
        <p:spPr>
          <a:xfrm>
            <a:off x="4853694" y="2256490"/>
            <a:ext cx="0" cy="735676"/>
          </a:xfrm>
          <a:prstGeom prst="line">
            <a:avLst/>
          </a:prstGeom>
          <a:noFill/>
          <a:ln w="25400">
            <a:solidFill>
              <a:srgbClr val="C44F4F"/>
            </a:solidFill>
            <a:prstDash val="solid"/>
          </a:ln>
        </p:spPr>
      </p:sp>
      <p:sp>
        <p:nvSpPr>
          <p:cNvPr id="43" name="Shape 41"/>
          <p:cNvSpPr/>
          <p:nvPr/>
        </p:nvSpPr>
        <p:spPr>
          <a:xfrm>
            <a:off x="3886200" y="4564685"/>
            <a:ext cx="967494" cy="35966"/>
          </a:xfrm>
          <a:prstGeom prst="rect">
            <a:avLst/>
          </a:prstGeom>
          <a:solidFill>
            <a:srgbClr val="9CD8C2">
              <a:alpha val="92000"/>
            </a:srgbClr>
          </a:solidFill>
          <a:ln w="10160">
            <a:solidFill>
              <a:srgbClr val="5CA98D"/>
            </a:solidFill>
            <a:prstDash val="solid"/>
          </a:ln>
        </p:spPr>
      </p:sp>
      <p:sp>
        <p:nvSpPr>
          <p:cNvPr id="44" name="Shape 42"/>
          <p:cNvSpPr/>
          <p:nvPr/>
        </p:nvSpPr>
        <p:spPr>
          <a:xfrm>
            <a:off x="4853694" y="3683508"/>
            <a:ext cx="5563092" cy="179832"/>
          </a:xfrm>
          <a:prstGeom prst="rect">
            <a:avLst/>
          </a:prstGeom>
          <a:solidFill>
            <a:srgbClr val="E8AAA6">
              <a:alpha val="95000"/>
            </a:srgbClr>
          </a:solidFill>
          <a:ln w="10160">
            <a:solidFill>
              <a:srgbClr val="C44F4F"/>
            </a:solidFill>
            <a:prstDash val="solid"/>
          </a:ln>
        </p:spPr>
      </p:sp>
      <p:sp>
        <p:nvSpPr>
          <p:cNvPr id="45" name="Shape 43"/>
          <p:cNvSpPr/>
          <p:nvPr/>
        </p:nvSpPr>
        <p:spPr>
          <a:xfrm>
            <a:off x="10416786" y="3683508"/>
            <a:ext cx="967494" cy="179832"/>
          </a:xfrm>
          <a:prstGeom prst="rect">
            <a:avLst/>
          </a:prstGeom>
          <a:solidFill>
            <a:srgbClr val="9CD8C2">
              <a:alpha val="92000"/>
            </a:srgbClr>
          </a:solidFill>
          <a:ln w="10160">
            <a:solidFill>
              <a:srgbClr val="5CA98D"/>
            </a:solidFill>
            <a:prstDash val="solid"/>
          </a:ln>
        </p:spPr>
      </p:sp>
      <p:sp>
        <p:nvSpPr>
          <p:cNvPr id="46" name="Shape 44"/>
          <p:cNvSpPr/>
          <p:nvPr/>
        </p:nvSpPr>
        <p:spPr>
          <a:xfrm>
            <a:off x="4853694" y="3773424"/>
            <a:ext cx="0" cy="881177"/>
          </a:xfrm>
          <a:prstGeom prst="line">
            <a:avLst/>
          </a:prstGeom>
          <a:noFill/>
          <a:ln w="25400">
            <a:solidFill>
              <a:srgbClr val="C44F4F"/>
            </a:solidFill>
            <a:prstDash val="solid"/>
          </a:ln>
        </p:spPr>
      </p:sp>
      <p:sp>
        <p:nvSpPr>
          <p:cNvPr id="47" name="Text 45"/>
          <p:cNvSpPr/>
          <p:nvPr/>
        </p:nvSpPr>
        <p:spPr>
          <a:xfrm>
            <a:off x="3922776" y="2704961"/>
            <a:ext cx="894342" cy="128016"/>
          </a:xfrm>
          <a:prstGeom prst="rect">
            <a:avLst/>
          </a:prstGeom>
          <a:noFill/>
          <a:ln/>
        </p:spPr>
        <p:txBody>
          <a:bodyPr wrap="square" lIns="0" tIns="0" rIns="0" bIns="0" rtlCol="0" anchor="ctr">
            <a:normAutofit/>
          </a:bodyPr>
          <a:lstStyle/>
          <a:p>
            <a:pPr algn="ctr" indent="0" marL="0">
              <a:buNone/>
            </a:pPr>
            <a:r>
              <a:rPr lang="en-US" sz="750" b="1" dirty="0">
                <a:solidFill>
                  <a:srgbClr val="397C68"/>
                </a:solidFill>
              </a:rPr>
              <a:t>917.5–918.5</a:t>
            </a:r>
            <a:endParaRPr lang="en-US" sz="750" dirty="0"/>
          </a:p>
        </p:txBody>
      </p:sp>
      <p:sp>
        <p:nvSpPr>
          <p:cNvPr id="48" name="Text 46"/>
          <p:cNvSpPr/>
          <p:nvPr/>
        </p:nvSpPr>
        <p:spPr>
          <a:xfrm>
            <a:off x="5018286" y="2152165"/>
            <a:ext cx="2423160" cy="146304"/>
          </a:xfrm>
          <a:prstGeom prst="rect">
            <a:avLst/>
          </a:prstGeom>
          <a:noFill/>
          <a:ln/>
        </p:spPr>
        <p:txBody>
          <a:bodyPr wrap="square" lIns="0" tIns="0" rIns="0" bIns="0" rtlCol="0" anchor="ctr"/>
          <a:lstStyle/>
          <a:p>
            <a:pPr algn="l" indent="0" marL="0">
              <a:buNone/>
            </a:pPr>
            <a:r>
              <a:rPr lang="en-US" sz="820" b="1" dirty="0">
                <a:solidFill>
                  <a:srgbClr val="9C3E3E"/>
                </a:solidFill>
              </a:rPr>
              <a:t>DESTINATION TARGET  920.5–921.5</a:t>
            </a:r>
            <a:endParaRPr lang="en-US" sz="820" dirty="0"/>
          </a:p>
        </p:txBody>
      </p:sp>
      <p:sp>
        <p:nvSpPr>
          <p:cNvPr id="49" name="Text 47"/>
          <p:cNvSpPr/>
          <p:nvPr/>
        </p:nvSpPr>
        <p:spPr>
          <a:xfrm>
            <a:off x="3922776" y="4400093"/>
            <a:ext cx="894342" cy="128016"/>
          </a:xfrm>
          <a:prstGeom prst="rect">
            <a:avLst/>
          </a:prstGeom>
          <a:noFill/>
          <a:ln/>
        </p:spPr>
        <p:txBody>
          <a:bodyPr wrap="square" lIns="0" tIns="0" rIns="0" bIns="0" rtlCol="0" anchor="ctr">
            <a:normAutofit/>
          </a:bodyPr>
          <a:lstStyle/>
          <a:p>
            <a:pPr algn="ctr" indent="0" marL="0">
              <a:buNone/>
            </a:pPr>
            <a:r>
              <a:rPr lang="en-US" sz="750" b="1" dirty="0">
                <a:solidFill>
                  <a:srgbClr val="397C68"/>
                </a:solidFill>
              </a:rPr>
              <a:t>1.6–2.4</a:t>
            </a:r>
            <a:endParaRPr lang="en-US" sz="750" dirty="0"/>
          </a:p>
        </p:txBody>
      </p:sp>
      <p:sp>
        <p:nvSpPr>
          <p:cNvPr id="50" name="Text 48"/>
          <p:cNvSpPr/>
          <p:nvPr/>
        </p:nvSpPr>
        <p:spPr>
          <a:xfrm>
            <a:off x="5018286" y="3729228"/>
            <a:ext cx="2240280" cy="146304"/>
          </a:xfrm>
          <a:prstGeom prst="rect">
            <a:avLst/>
          </a:prstGeom>
          <a:noFill/>
          <a:ln/>
        </p:spPr>
        <p:txBody>
          <a:bodyPr wrap="square" lIns="0" tIns="0" rIns="0" bIns="0" rtlCol="0" anchor="ctr"/>
          <a:lstStyle/>
          <a:p>
            <a:pPr algn="l" indent="0" marL="0">
              <a:buNone/>
            </a:pPr>
            <a:r>
              <a:rPr lang="en-US" sz="820" b="1" dirty="0">
                <a:solidFill>
                  <a:srgbClr val="9C3E3E"/>
                </a:solidFill>
              </a:rPr>
              <a:t>DESTINATION TARGET  18–22</a:t>
            </a:r>
            <a:endParaRPr lang="en-US" sz="820" dirty="0"/>
          </a:p>
        </p:txBody>
      </p:sp>
      <p:sp>
        <p:nvSpPr>
          <p:cNvPr id="51" name="Shape 49"/>
          <p:cNvSpPr/>
          <p:nvPr/>
        </p:nvSpPr>
        <p:spPr>
          <a:xfrm>
            <a:off x="3886200" y="2084832"/>
            <a:ext cx="0" cy="2587752"/>
          </a:xfrm>
          <a:prstGeom prst="line">
            <a:avLst/>
          </a:prstGeom>
          <a:noFill/>
          <a:ln w="8890">
            <a:solidFill>
              <a:srgbClr val="DCE2E7">
                <a:alpha val="75000"/>
              </a:srgbClr>
            </a:solidFill>
            <a:prstDash val="solid"/>
          </a:ln>
        </p:spPr>
      </p:sp>
      <p:sp>
        <p:nvSpPr>
          <p:cNvPr id="52" name="Text 50"/>
          <p:cNvSpPr/>
          <p:nvPr/>
        </p:nvSpPr>
        <p:spPr>
          <a:xfrm>
            <a:off x="3776472" y="4809744"/>
            <a:ext cx="219456" cy="164592"/>
          </a:xfrm>
          <a:prstGeom prst="rect">
            <a:avLst/>
          </a:prstGeom>
          <a:noFill/>
          <a:ln/>
        </p:spPr>
        <p:txBody>
          <a:bodyPr wrap="square" lIns="0" tIns="0" rIns="0" bIns="0" rtlCol="0" anchor="ctr"/>
          <a:lstStyle/>
          <a:p>
            <a:pPr algn="ctr" indent="0" marL="0">
              <a:buNone/>
            </a:pPr>
            <a:r>
              <a:rPr lang="en-US" sz="950" dirty="0">
                <a:solidFill>
                  <a:srgbClr val="657782"/>
                </a:solidFill>
              </a:rPr>
              <a:t>-2</a:t>
            </a:r>
            <a:endParaRPr lang="en-US" sz="950" dirty="0"/>
          </a:p>
        </p:txBody>
      </p:sp>
      <p:sp>
        <p:nvSpPr>
          <p:cNvPr id="53" name="Shape 51"/>
          <p:cNvSpPr/>
          <p:nvPr/>
        </p:nvSpPr>
        <p:spPr>
          <a:xfrm>
            <a:off x="4369947" y="2084832"/>
            <a:ext cx="0" cy="2587752"/>
          </a:xfrm>
          <a:prstGeom prst="line">
            <a:avLst/>
          </a:prstGeom>
          <a:noFill/>
          <a:ln w="8890">
            <a:solidFill>
              <a:srgbClr val="DCE2E7">
                <a:alpha val="75000"/>
              </a:srgbClr>
            </a:solidFill>
            <a:prstDash val="solid"/>
          </a:ln>
        </p:spPr>
      </p:sp>
      <p:sp>
        <p:nvSpPr>
          <p:cNvPr id="54" name="Shape 52"/>
          <p:cNvSpPr/>
          <p:nvPr/>
        </p:nvSpPr>
        <p:spPr>
          <a:xfrm>
            <a:off x="4853694" y="2084832"/>
            <a:ext cx="0" cy="2587752"/>
          </a:xfrm>
          <a:prstGeom prst="line">
            <a:avLst/>
          </a:prstGeom>
          <a:noFill/>
          <a:ln w="8890">
            <a:solidFill>
              <a:srgbClr val="DCE2E7">
                <a:alpha val="75000"/>
              </a:srgbClr>
            </a:solidFill>
            <a:prstDash val="solid"/>
          </a:ln>
        </p:spPr>
      </p:sp>
      <p:sp>
        <p:nvSpPr>
          <p:cNvPr id="55" name="Text 53"/>
          <p:cNvSpPr/>
          <p:nvPr/>
        </p:nvSpPr>
        <p:spPr>
          <a:xfrm>
            <a:off x="4743966" y="4809744"/>
            <a:ext cx="219456" cy="164592"/>
          </a:xfrm>
          <a:prstGeom prst="rect">
            <a:avLst/>
          </a:prstGeom>
          <a:noFill/>
          <a:ln/>
        </p:spPr>
        <p:txBody>
          <a:bodyPr wrap="square" lIns="0" tIns="0" rIns="0" bIns="0" rtlCol="0" anchor="ctr"/>
          <a:lstStyle/>
          <a:p>
            <a:pPr algn="ctr" indent="0" marL="0">
              <a:buNone/>
            </a:pPr>
            <a:r>
              <a:rPr lang="en-US" sz="950" dirty="0">
                <a:solidFill>
                  <a:srgbClr val="657782"/>
                </a:solidFill>
              </a:rPr>
              <a:t>0</a:t>
            </a:r>
            <a:endParaRPr lang="en-US" sz="950" dirty="0"/>
          </a:p>
        </p:txBody>
      </p:sp>
      <p:sp>
        <p:nvSpPr>
          <p:cNvPr id="56" name="Shape 54"/>
          <p:cNvSpPr/>
          <p:nvPr/>
        </p:nvSpPr>
        <p:spPr>
          <a:xfrm>
            <a:off x="5337441" y="2084832"/>
            <a:ext cx="0" cy="2587752"/>
          </a:xfrm>
          <a:prstGeom prst="line">
            <a:avLst/>
          </a:prstGeom>
          <a:noFill/>
          <a:ln w="8890">
            <a:solidFill>
              <a:srgbClr val="DCE2E7">
                <a:alpha val="75000"/>
              </a:srgbClr>
            </a:solidFill>
            <a:prstDash val="solid"/>
          </a:ln>
        </p:spPr>
      </p:sp>
      <p:sp>
        <p:nvSpPr>
          <p:cNvPr id="57" name="Shape 55"/>
          <p:cNvSpPr/>
          <p:nvPr/>
        </p:nvSpPr>
        <p:spPr>
          <a:xfrm>
            <a:off x="5821188" y="2084832"/>
            <a:ext cx="0" cy="2587752"/>
          </a:xfrm>
          <a:prstGeom prst="line">
            <a:avLst/>
          </a:prstGeom>
          <a:noFill/>
          <a:ln w="8890">
            <a:solidFill>
              <a:srgbClr val="DCE2E7">
                <a:alpha val="75000"/>
              </a:srgbClr>
            </a:solidFill>
            <a:prstDash val="solid"/>
          </a:ln>
        </p:spPr>
      </p:sp>
      <p:sp>
        <p:nvSpPr>
          <p:cNvPr id="58" name="Shape 56"/>
          <p:cNvSpPr/>
          <p:nvPr/>
        </p:nvSpPr>
        <p:spPr>
          <a:xfrm>
            <a:off x="6304935" y="2084832"/>
            <a:ext cx="0" cy="2587752"/>
          </a:xfrm>
          <a:prstGeom prst="line">
            <a:avLst/>
          </a:prstGeom>
          <a:noFill/>
          <a:ln w="8890">
            <a:solidFill>
              <a:srgbClr val="DCE2E7">
                <a:alpha val="75000"/>
              </a:srgbClr>
            </a:solidFill>
            <a:prstDash val="solid"/>
          </a:ln>
        </p:spPr>
      </p:sp>
      <p:sp>
        <p:nvSpPr>
          <p:cNvPr id="59" name="Text 57"/>
          <p:cNvSpPr/>
          <p:nvPr/>
        </p:nvSpPr>
        <p:spPr>
          <a:xfrm>
            <a:off x="6195207" y="4809744"/>
            <a:ext cx="219456" cy="164592"/>
          </a:xfrm>
          <a:prstGeom prst="rect">
            <a:avLst/>
          </a:prstGeom>
          <a:noFill/>
          <a:ln/>
        </p:spPr>
        <p:txBody>
          <a:bodyPr wrap="square" lIns="0" tIns="0" rIns="0" bIns="0" rtlCol="0" anchor="ctr"/>
          <a:lstStyle/>
          <a:p>
            <a:pPr algn="ctr" indent="0" marL="0">
              <a:buNone/>
            </a:pPr>
            <a:r>
              <a:rPr lang="en-US" sz="950" dirty="0">
                <a:solidFill>
                  <a:srgbClr val="657782"/>
                </a:solidFill>
              </a:rPr>
              <a:t>3</a:t>
            </a:r>
            <a:endParaRPr lang="en-US" sz="950" dirty="0"/>
          </a:p>
        </p:txBody>
      </p:sp>
      <p:sp>
        <p:nvSpPr>
          <p:cNvPr id="60" name="Shape 58"/>
          <p:cNvSpPr/>
          <p:nvPr/>
        </p:nvSpPr>
        <p:spPr>
          <a:xfrm>
            <a:off x="6788683" y="2084832"/>
            <a:ext cx="0" cy="2587752"/>
          </a:xfrm>
          <a:prstGeom prst="line">
            <a:avLst/>
          </a:prstGeom>
          <a:noFill/>
          <a:ln w="8890">
            <a:solidFill>
              <a:srgbClr val="DCE2E7">
                <a:alpha val="75000"/>
              </a:srgbClr>
            </a:solidFill>
            <a:prstDash val="solid"/>
          </a:ln>
        </p:spPr>
      </p:sp>
      <p:sp>
        <p:nvSpPr>
          <p:cNvPr id="61" name="Shape 59"/>
          <p:cNvSpPr/>
          <p:nvPr/>
        </p:nvSpPr>
        <p:spPr>
          <a:xfrm>
            <a:off x="7272430" y="2084832"/>
            <a:ext cx="0" cy="2587752"/>
          </a:xfrm>
          <a:prstGeom prst="line">
            <a:avLst/>
          </a:prstGeom>
          <a:noFill/>
          <a:ln w="8890">
            <a:solidFill>
              <a:srgbClr val="DCE2E7">
                <a:alpha val="75000"/>
              </a:srgbClr>
            </a:solidFill>
            <a:prstDash val="solid"/>
          </a:ln>
        </p:spPr>
      </p:sp>
      <p:sp>
        <p:nvSpPr>
          <p:cNvPr id="62" name="Shape 60"/>
          <p:cNvSpPr/>
          <p:nvPr/>
        </p:nvSpPr>
        <p:spPr>
          <a:xfrm>
            <a:off x="7756177" y="2084832"/>
            <a:ext cx="0" cy="2587752"/>
          </a:xfrm>
          <a:prstGeom prst="line">
            <a:avLst/>
          </a:prstGeom>
          <a:noFill/>
          <a:ln w="8890">
            <a:solidFill>
              <a:srgbClr val="DCE2E7">
                <a:alpha val="75000"/>
              </a:srgbClr>
            </a:solidFill>
            <a:prstDash val="solid"/>
          </a:ln>
        </p:spPr>
      </p:sp>
      <p:sp>
        <p:nvSpPr>
          <p:cNvPr id="63" name="Text 61"/>
          <p:cNvSpPr/>
          <p:nvPr/>
        </p:nvSpPr>
        <p:spPr>
          <a:xfrm>
            <a:off x="7646449" y="4809744"/>
            <a:ext cx="219456" cy="164592"/>
          </a:xfrm>
          <a:prstGeom prst="rect">
            <a:avLst/>
          </a:prstGeom>
          <a:noFill/>
          <a:ln/>
        </p:spPr>
        <p:txBody>
          <a:bodyPr wrap="square" lIns="0" tIns="0" rIns="0" bIns="0" rtlCol="0" anchor="ctr"/>
          <a:lstStyle/>
          <a:p>
            <a:pPr algn="ctr" indent="0" marL="0">
              <a:buNone/>
            </a:pPr>
            <a:r>
              <a:rPr lang="en-US" sz="950" dirty="0">
                <a:solidFill>
                  <a:srgbClr val="657782"/>
                </a:solidFill>
              </a:rPr>
              <a:t>6</a:t>
            </a:r>
            <a:endParaRPr lang="en-US" sz="950" dirty="0"/>
          </a:p>
        </p:txBody>
      </p:sp>
      <p:sp>
        <p:nvSpPr>
          <p:cNvPr id="64" name="Shape 62"/>
          <p:cNvSpPr/>
          <p:nvPr/>
        </p:nvSpPr>
        <p:spPr>
          <a:xfrm>
            <a:off x="8239924" y="2084832"/>
            <a:ext cx="0" cy="2587752"/>
          </a:xfrm>
          <a:prstGeom prst="line">
            <a:avLst/>
          </a:prstGeom>
          <a:noFill/>
          <a:ln w="8890">
            <a:solidFill>
              <a:srgbClr val="DCE2E7">
                <a:alpha val="75000"/>
              </a:srgbClr>
            </a:solidFill>
            <a:prstDash val="solid"/>
          </a:ln>
        </p:spPr>
      </p:sp>
      <p:sp>
        <p:nvSpPr>
          <p:cNvPr id="65" name="Shape 63"/>
          <p:cNvSpPr/>
          <p:nvPr/>
        </p:nvSpPr>
        <p:spPr>
          <a:xfrm>
            <a:off x="8723671" y="2084832"/>
            <a:ext cx="0" cy="2587752"/>
          </a:xfrm>
          <a:prstGeom prst="line">
            <a:avLst/>
          </a:prstGeom>
          <a:noFill/>
          <a:ln w="8890">
            <a:solidFill>
              <a:srgbClr val="DCE2E7">
                <a:alpha val="75000"/>
              </a:srgbClr>
            </a:solidFill>
            <a:prstDash val="solid"/>
          </a:ln>
        </p:spPr>
      </p:sp>
      <p:sp>
        <p:nvSpPr>
          <p:cNvPr id="66" name="Shape 64"/>
          <p:cNvSpPr/>
          <p:nvPr/>
        </p:nvSpPr>
        <p:spPr>
          <a:xfrm>
            <a:off x="9207418" y="2084832"/>
            <a:ext cx="0" cy="2587752"/>
          </a:xfrm>
          <a:prstGeom prst="line">
            <a:avLst/>
          </a:prstGeom>
          <a:noFill/>
          <a:ln w="8890">
            <a:solidFill>
              <a:srgbClr val="DCE2E7">
                <a:alpha val="75000"/>
              </a:srgbClr>
            </a:solidFill>
            <a:prstDash val="solid"/>
          </a:ln>
        </p:spPr>
      </p:sp>
      <p:sp>
        <p:nvSpPr>
          <p:cNvPr id="67" name="Text 65"/>
          <p:cNvSpPr/>
          <p:nvPr/>
        </p:nvSpPr>
        <p:spPr>
          <a:xfrm>
            <a:off x="9097690" y="4809744"/>
            <a:ext cx="219456" cy="164592"/>
          </a:xfrm>
          <a:prstGeom prst="rect">
            <a:avLst/>
          </a:prstGeom>
          <a:noFill/>
          <a:ln/>
        </p:spPr>
        <p:txBody>
          <a:bodyPr wrap="square" lIns="0" tIns="0" rIns="0" bIns="0" rtlCol="0" anchor="ctr"/>
          <a:lstStyle/>
          <a:p>
            <a:pPr algn="ctr" indent="0" marL="0">
              <a:buNone/>
            </a:pPr>
            <a:r>
              <a:rPr lang="en-US" sz="950" dirty="0">
                <a:solidFill>
                  <a:srgbClr val="657782"/>
                </a:solidFill>
              </a:rPr>
              <a:t>9</a:t>
            </a:r>
            <a:endParaRPr lang="en-US" sz="950" dirty="0"/>
          </a:p>
        </p:txBody>
      </p:sp>
      <p:sp>
        <p:nvSpPr>
          <p:cNvPr id="68" name="Shape 66"/>
          <p:cNvSpPr/>
          <p:nvPr/>
        </p:nvSpPr>
        <p:spPr>
          <a:xfrm>
            <a:off x="9691165" y="2084832"/>
            <a:ext cx="0" cy="2587752"/>
          </a:xfrm>
          <a:prstGeom prst="line">
            <a:avLst/>
          </a:prstGeom>
          <a:noFill/>
          <a:ln w="8890">
            <a:solidFill>
              <a:srgbClr val="DCE2E7">
                <a:alpha val="75000"/>
              </a:srgbClr>
            </a:solidFill>
            <a:prstDash val="solid"/>
          </a:ln>
        </p:spPr>
      </p:sp>
      <p:sp>
        <p:nvSpPr>
          <p:cNvPr id="69" name="Shape 67"/>
          <p:cNvSpPr/>
          <p:nvPr/>
        </p:nvSpPr>
        <p:spPr>
          <a:xfrm>
            <a:off x="10174912" y="2084832"/>
            <a:ext cx="0" cy="2587752"/>
          </a:xfrm>
          <a:prstGeom prst="line">
            <a:avLst/>
          </a:prstGeom>
          <a:noFill/>
          <a:ln w="8890">
            <a:solidFill>
              <a:srgbClr val="DCE2E7">
                <a:alpha val="75000"/>
              </a:srgbClr>
            </a:solidFill>
            <a:prstDash val="solid"/>
          </a:ln>
        </p:spPr>
      </p:sp>
      <p:sp>
        <p:nvSpPr>
          <p:cNvPr id="70" name="Shape 68"/>
          <p:cNvSpPr/>
          <p:nvPr/>
        </p:nvSpPr>
        <p:spPr>
          <a:xfrm>
            <a:off x="10658659" y="2084832"/>
            <a:ext cx="0" cy="2587752"/>
          </a:xfrm>
          <a:prstGeom prst="line">
            <a:avLst/>
          </a:prstGeom>
          <a:noFill/>
          <a:ln w="8890">
            <a:solidFill>
              <a:srgbClr val="DCE2E7">
                <a:alpha val="75000"/>
              </a:srgbClr>
            </a:solidFill>
            <a:prstDash val="solid"/>
          </a:ln>
        </p:spPr>
      </p:sp>
      <p:sp>
        <p:nvSpPr>
          <p:cNvPr id="71" name="Text 69"/>
          <p:cNvSpPr/>
          <p:nvPr/>
        </p:nvSpPr>
        <p:spPr>
          <a:xfrm>
            <a:off x="10548931" y="4809744"/>
            <a:ext cx="219456" cy="164592"/>
          </a:xfrm>
          <a:prstGeom prst="rect">
            <a:avLst/>
          </a:prstGeom>
          <a:noFill/>
          <a:ln/>
        </p:spPr>
        <p:txBody>
          <a:bodyPr wrap="square" lIns="0" tIns="0" rIns="0" bIns="0" rtlCol="0" anchor="ctr"/>
          <a:lstStyle/>
          <a:p>
            <a:pPr algn="ctr" indent="0" marL="0">
              <a:buNone/>
            </a:pPr>
            <a:r>
              <a:rPr lang="en-US" sz="950" dirty="0">
                <a:solidFill>
                  <a:srgbClr val="657782"/>
                </a:solidFill>
              </a:rPr>
              <a:t>12</a:t>
            </a:r>
            <a:endParaRPr lang="en-US" sz="950" dirty="0"/>
          </a:p>
        </p:txBody>
      </p:sp>
      <p:sp>
        <p:nvSpPr>
          <p:cNvPr id="72" name="Shape 70"/>
          <p:cNvSpPr/>
          <p:nvPr/>
        </p:nvSpPr>
        <p:spPr>
          <a:xfrm>
            <a:off x="11142406" y="2084832"/>
            <a:ext cx="0" cy="2587752"/>
          </a:xfrm>
          <a:prstGeom prst="line">
            <a:avLst/>
          </a:prstGeom>
          <a:noFill/>
          <a:ln w="8890">
            <a:solidFill>
              <a:srgbClr val="DCE2E7">
                <a:alpha val="75000"/>
              </a:srgbClr>
            </a:solidFill>
            <a:prstDash val="solid"/>
          </a:ln>
        </p:spPr>
      </p:sp>
      <p:sp>
        <p:nvSpPr>
          <p:cNvPr id="73" name="Text 71"/>
          <p:cNvSpPr/>
          <p:nvPr/>
        </p:nvSpPr>
        <p:spPr>
          <a:xfrm>
            <a:off x="7406640" y="5056632"/>
            <a:ext cx="2286000" cy="164592"/>
          </a:xfrm>
          <a:prstGeom prst="rect">
            <a:avLst/>
          </a:prstGeom>
          <a:noFill/>
          <a:ln/>
        </p:spPr>
        <p:txBody>
          <a:bodyPr wrap="square" lIns="0" tIns="0" rIns="0" bIns="0" rtlCol="0" anchor="ctr"/>
          <a:lstStyle/>
          <a:p>
            <a:pPr algn="ctr" indent="0" marL="0">
              <a:buNone/>
            </a:pPr>
            <a:r>
              <a:rPr lang="en-US" sz="950" b="1" spc="80" kern="0" dirty="0">
                <a:solidFill>
                  <a:srgbClr val="657782"/>
                </a:solidFill>
              </a:rPr>
              <a:t>HOURS FROM GRADE CHANGE</a:t>
            </a:r>
            <a:endParaRPr lang="en-US" sz="950" dirty="0"/>
          </a:p>
        </p:txBody>
      </p:sp>
      <p:sp>
        <p:nvSpPr>
          <p:cNvPr id="74" name="Shape 72"/>
          <p:cNvSpPr/>
          <p:nvPr/>
        </p:nvSpPr>
        <p:spPr>
          <a:xfrm>
            <a:off x="3886200" y="2977476"/>
            <a:ext cx="83368" cy="0"/>
          </a:xfrm>
          <a:prstGeom prst="line">
            <a:avLst/>
          </a:prstGeom>
          <a:noFill/>
          <a:ln w="31750">
            <a:solidFill>
              <a:srgbClr val="168B83"/>
            </a:solidFill>
            <a:prstDash val="solid"/>
            <a:headEnd type="none"/>
            <a:tailEnd type="none"/>
          </a:ln>
        </p:spPr>
      </p:sp>
      <p:sp>
        <p:nvSpPr>
          <p:cNvPr id="75" name="Shape 73"/>
          <p:cNvSpPr/>
          <p:nvPr/>
        </p:nvSpPr>
        <p:spPr>
          <a:xfrm>
            <a:off x="3966825" y="2961956"/>
            <a:ext cx="0" cy="18263"/>
          </a:xfrm>
          <a:prstGeom prst="line">
            <a:avLst/>
          </a:prstGeom>
          <a:noFill/>
          <a:ln w="31750">
            <a:solidFill>
              <a:srgbClr val="168B83"/>
            </a:solidFill>
            <a:prstDash val="solid"/>
            <a:headEnd type="none"/>
            <a:tailEnd type="none"/>
          </a:ln>
        </p:spPr>
      </p:sp>
      <p:sp>
        <p:nvSpPr>
          <p:cNvPr id="76" name="Shape 74"/>
          <p:cNvSpPr/>
          <p:nvPr/>
        </p:nvSpPr>
        <p:spPr>
          <a:xfrm>
            <a:off x="3966825" y="2964699"/>
            <a:ext cx="83367" cy="0"/>
          </a:xfrm>
          <a:prstGeom prst="line">
            <a:avLst/>
          </a:prstGeom>
          <a:noFill/>
          <a:ln w="31750">
            <a:solidFill>
              <a:srgbClr val="168B83"/>
            </a:solidFill>
            <a:prstDash val="solid"/>
            <a:headEnd type="none"/>
            <a:tailEnd type="none"/>
          </a:ln>
        </p:spPr>
      </p:sp>
      <p:sp>
        <p:nvSpPr>
          <p:cNvPr id="77" name="Shape 75"/>
          <p:cNvSpPr/>
          <p:nvPr/>
        </p:nvSpPr>
        <p:spPr>
          <a:xfrm>
            <a:off x="4047449" y="2961956"/>
            <a:ext cx="0" cy="6759"/>
          </a:xfrm>
          <a:prstGeom prst="line">
            <a:avLst/>
          </a:prstGeom>
          <a:noFill/>
          <a:ln w="31750">
            <a:solidFill>
              <a:srgbClr val="168B83"/>
            </a:solidFill>
            <a:prstDash val="solid"/>
            <a:headEnd type="none"/>
            <a:tailEnd type="none"/>
          </a:ln>
        </p:spPr>
      </p:sp>
      <p:sp>
        <p:nvSpPr>
          <p:cNvPr id="78" name="Shape 76"/>
          <p:cNvSpPr/>
          <p:nvPr/>
        </p:nvSpPr>
        <p:spPr>
          <a:xfrm>
            <a:off x="4047449" y="2965972"/>
            <a:ext cx="83368" cy="0"/>
          </a:xfrm>
          <a:prstGeom prst="line">
            <a:avLst/>
          </a:prstGeom>
          <a:noFill/>
          <a:ln w="31750">
            <a:solidFill>
              <a:srgbClr val="168B83"/>
            </a:solidFill>
            <a:prstDash val="solid"/>
            <a:headEnd type="none"/>
            <a:tailEnd type="none"/>
          </a:ln>
        </p:spPr>
      </p:sp>
      <p:sp>
        <p:nvSpPr>
          <p:cNvPr id="79" name="Shape 77"/>
          <p:cNvSpPr/>
          <p:nvPr/>
        </p:nvSpPr>
        <p:spPr>
          <a:xfrm>
            <a:off x="4128074" y="2963228"/>
            <a:ext cx="0" cy="7266"/>
          </a:xfrm>
          <a:prstGeom prst="line">
            <a:avLst/>
          </a:prstGeom>
          <a:noFill/>
          <a:ln w="31750">
            <a:solidFill>
              <a:srgbClr val="168B83"/>
            </a:solidFill>
            <a:prstDash val="solid"/>
            <a:headEnd type="none"/>
            <a:tailEnd type="none"/>
          </a:ln>
        </p:spPr>
      </p:sp>
      <p:sp>
        <p:nvSpPr>
          <p:cNvPr id="80" name="Shape 78"/>
          <p:cNvSpPr/>
          <p:nvPr/>
        </p:nvSpPr>
        <p:spPr>
          <a:xfrm>
            <a:off x="4128074" y="2967752"/>
            <a:ext cx="83368" cy="0"/>
          </a:xfrm>
          <a:prstGeom prst="line">
            <a:avLst/>
          </a:prstGeom>
          <a:noFill/>
          <a:ln w="31750">
            <a:solidFill>
              <a:srgbClr val="168B83"/>
            </a:solidFill>
            <a:prstDash val="solid"/>
            <a:headEnd type="none"/>
            <a:tailEnd type="none"/>
          </a:ln>
        </p:spPr>
      </p:sp>
      <p:sp>
        <p:nvSpPr>
          <p:cNvPr id="81" name="Shape 79"/>
          <p:cNvSpPr/>
          <p:nvPr/>
        </p:nvSpPr>
        <p:spPr>
          <a:xfrm>
            <a:off x="4208698" y="2965008"/>
            <a:ext cx="0" cy="7741"/>
          </a:xfrm>
          <a:prstGeom prst="line">
            <a:avLst/>
          </a:prstGeom>
          <a:noFill/>
          <a:ln w="31750">
            <a:solidFill>
              <a:srgbClr val="168B83"/>
            </a:solidFill>
            <a:prstDash val="solid"/>
            <a:headEnd type="none"/>
            <a:tailEnd type="none"/>
          </a:ln>
        </p:spPr>
      </p:sp>
      <p:sp>
        <p:nvSpPr>
          <p:cNvPr id="82" name="Shape 80"/>
          <p:cNvSpPr/>
          <p:nvPr/>
        </p:nvSpPr>
        <p:spPr>
          <a:xfrm>
            <a:off x="4208698" y="2970006"/>
            <a:ext cx="83367" cy="0"/>
          </a:xfrm>
          <a:prstGeom prst="line">
            <a:avLst/>
          </a:prstGeom>
          <a:noFill/>
          <a:ln w="31750">
            <a:solidFill>
              <a:srgbClr val="168B83"/>
            </a:solidFill>
            <a:prstDash val="solid"/>
            <a:headEnd type="none"/>
            <a:tailEnd type="none"/>
          </a:ln>
        </p:spPr>
      </p:sp>
      <p:sp>
        <p:nvSpPr>
          <p:cNvPr id="83" name="Shape 81"/>
          <p:cNvSpPr/>
          <p:nvPr/>
        </p:nvSpPr>
        <p:spPr>
          <a:xfrm>
            <a:off x="4289322" y="2967263"/>
            <a:ext cx="0" cy="8053"/>
          </a:xfrm>
          <a:prstGeom prst="line">
            <a:avLst/>
          </a:prstGeom>
          <a:noFill/>
          <a:ln w="31750">
            <a:solidFill>
              <a:srgbClr val="168B83"/>
            </a:solidFill>
            <a:prstDash val="solid"/>
            <a:headEnd type="none"/>
            <a:tailEnd type="none"/>
          </a:ln>
        </p:spPr>
      </p:sp>
      <p:sp>
        <p:nvSpPr>
          <p:cNvPr id="84" name="Shape 82"/>
          <p:cNvSpPr/>
          <p:nvPr/>
        </p:nvSpPr>
        <p:spPr>
          <a:xfrm>
            <a:off x="4289322" y="2972573"/>
            <a:ext cx="83368" cy="0"/>
          </a:xfrm>
          <a:prstGeom prst="line">
            <a:avLst/>
          </a:prstGeom>
          <a:noFill/>
          <a:ln w="31750">
            <a:solidFill>
              <a:srgbClr val="168B83"/>
            </a:solidFill>
            <a:prstDash val="solid"/>
            <a:headEnd type="none"/>
            <a:tailEnd type="none"/>
          </a:ln>
        </p:spPr>
      </p:sp>
      <p:sp>
        <p:nvSpPr>
          <p:cNvPr id="85" name="Shape 83"/>
          <p:cNvSpPr/>
          <p:nvPr/>
        </p:nvSpPr>
        <p:spPr>
          <a:xfrm>
            <a:off x="4369947" y="2969830"/>
            <a:ext cx="0" cy="8139"/>
          </a:xfrm>
          <a:prstGeom prst="line">
            <a:avLst/>
          </a:prstGeom>
          <a:noFill/>
          <a:ln w="31750">
            <a:solidFill>
              <a:srgbClr val="168B83"/>
            </a:solidFill>
            <a:prstDash val="solid"/>
            <a:headEnd type="none"/>
            <a:tailEnd type="none"/>
          </a:ln>
        </p:spPr>
      </p:sp>
      <p:sp>
        <p:nvSpPr>
          <p:cNvPr id="86" name="Shape 84"/>
          <p:cNvSpPr/>
          <p:nvPr/>
        </p:nvSpPr>
        <p:spPr>
          <a:xfrm>
            <a:off x="4369947" y="2975226"/>
            <a:ext cx="83368" cy="0"/>
          </a:xfrm>
          <a:prstGeom prst="line">
            <a:avLst/>
          </a:prstGeom>
          <a:noFill/>
          <a:ln w="31750">
            <a:solidFill>
              <a:srgbClr val="168B83"/>
            </a:solidFill>
            <a:prstDash val="solid"/>
            <a:headEnd type="none"/>
            <a:tailEnd type="none"/>
          </a:ln>
        </p:spPr>
      </p:sp>
      <p:sp>
        <p:nvSpPr>
          <p:cNvPr id="87" name="Shape 85"/>
          <p:cNvSpPr/>
          <p:nvPr/>
        </p:nvSpPr>
        <p:spPr>
          <a:xfrm>
            <a:off x="4450572" y="2972483"/>
            <a:ext cx="0" cy="8050"/>
          </a:xfrm>
          <a:prstGeom prst="line">
            <a:avLst/>
          </a:prstGeom>
          <a:noFill/>
          <a:ln w="31750">
            <a:solidFill>
              <a:srgbClr val="168B83"/>
            </a:solidFill>
            <a:prstDash val="solid"/>
            <a:headEnd type="none"/>
            <a:tailEnd type="none"/>
          </a:ln>
        </p:spPr>
      </p:sp>
      <p:sp>
        <p:nvSpPr>
          <p:cNvPr id="88" name="Shape 86"/>
          <p:cNvSpPr/>
          <p:nvPr/>
        </p:nvSpPr>
        <p:spPr>
          <a:xfrm>
            <a:off x="4450572" y="2977789"/>
            <a:ext cx="83367" cy="0"/>
          </a:xfrm>
          <a:prstGeom prst="line">
            <a:avLst/>
          </a:prstGeom>
          <a:noFill/>
          <a:ln w="31750">
            <a:solidFill>
              <a:srgbClr val="168B83"/>
            </a:solidFill>
            <a:prstDash val="solid"/>
            <a:headEnd type="none"/>
            <a:tailEnd type="none"/>
          </a:ln>
        </p:spPr>
      </p:sp>
      <p:sp>
        <p:nvSpPr>
          <p:cNvPr id="89" name="Shape 87"/>
          <p:cNvSpPr/>
          <p:nvPr/>
        </p:nvSpPr>
        <p:spPr>
          <a:xfrm>
            <a:off x="4531196" y="2975046"/>
            <a:ext cx="0" cy="7800"/>
          </a:xfrm>
          <a:prstGeom prst="line">
            <a:avLst/>
          </a:prstGeom>
          <a:noFill/>
          <a:ln w="31750">
            <a:solidFill>
              <a:srgbClr val="168B83"/>
            </a:solidFill>
            <a:prstDash val="solid"/>
            <a:headEnd type="none"/>
            <a:tailEnd type="none"/>
          </a:ln>
        </p:spPr>
      </p:sp>
      <p:sp>
        <p:nvSpPr>
          <p:cNvPr id="90" name="Shape 88"/>
          <p:cNvSpPr/>
          <p:nvPr/>
        </p:nvSpPr>
        <p:spPr>
          <a:xfrm>
            <a:off x="4531196" y="2980103"/>
            <a:ext cx="83368" cy="0"/>
          </a:xfrm>
          <a:prstGeom prst="line">
            <a:avLst/>
          </a:prstGeom>
          <a:noFill/>
          <a:ln w="31750">
            <a:solidFill>
              <a:srgbClr val="168B83"/>
            </a:solidFill>
            <a:prstDash val="solid"/>
            <a:headEnd type="none"/>
            <a:tailEnd type="none"/>
          </a:ln>
        </p:spPr>
      </p:sp>
      <p:sp>
        <p:nvSpPr>
          <p:cNvPr id="91" name="Shape 89"/>
          <p:cNvSpPr/>
          <p:nvPr/>
        </p:nvSpPr>
        <p:spPr>
          <a:xfrm>
            <a:off x="4611821" y="2977360"/>
            <a:ext cx="0" cy="7506"/>
          </a:xfrm>
          <a:prstGeom prst="line">
            <a:avLst/>
          </a:prstGeom>
          <a:noFill/>
          <a:ln w="31750">
            <a:solidFill>
              <a:srgbClr val="168B83"/>
            </a:solidFill>
            <a:prstDash val="solid"/>
            <a:headEnd type="none"/>
            <a:tailEnd type="none"/>
          </a:ln>
        </p:spPr>
      </p:sp>
      <p:sp>
        <p:nvSpPr>
          <p:cNvPr id="92" name="Shape 90"/>
          <p:cNvSpPr/>
          <p:nvPr/>
        </p:nvSpPr>
        <p:spPr>
          <a:xfrm>
            <a:off x="4611821" y="2982122"/>
            <a:ext cx="83368" cy="0"/>
          </a:xfrm>
          <a:prstGeom prst="line">
            <a:avLst/>
          </a:prstGeom>
          <a:noFill/>
          <a:ln w="31750">
            <a:solidFill>
              <a:srgbClr val="168B83"/>
            </a:solidFill>
            <a:prstDash val="solid"/>
            <a:headEnd type="none"/>
            <a:tailEnd type="none"/>
          </a:ln>
        </p:spPr>
      </p:sp>
      <p:sp>
        <p:nvSpPr>
          <p:cNvPr id="93" name="Shape 91"/>
          <p:cNvSpPr/>
          <p:nvPr/>
        </p:nvSpPr>
        <p:spPr>
          <a:xfrm>
            <a:off x="4692445" y="2979379"/>
            <a:ext cx="0" cy="7183"/>
          </a:xfrm>
          <a:prstGeom prst="line">
            <a:avLst/>
          </a:prstGeom>
          <a:noFill/>
          <a:ln w="31750">
            <a:solidFill>
              <a:srgbClr val="168B83"/>
            </a:solidFill>
            <a:prstDash val="solid"/>
            <a:headEnd type="none"/>
            <a:tailEnd type="none"/>
          </a:ln>
        </p:spPr>
      </p:sp>
      <p:sp>
        <p:nvSpPr>
          <p:cNvPr id="94" name="Shape 92"/>
          <p:cNvSpPr/>
          <p:nvPr/>
        </p:nvSpPr>
        <p:spPr>
          <a:xfrm>
            <a:off x="4692445" y="2983819"/>
            <a:ext cx="83367" cy="0"/>
          </a:xfrm>
          <a:prstGeom prst="line">
            <a:avLst/>
          </a:prstGeom>
          <a:noFill/>
          <a:ln w="31750">
            <a:solidFill>
              <a:srgbClr val="168B83"/>
            </a:solidFill>
            <a:prstDash val="solid"/>
            <a:headEnd type="none"/>
            <a:tailEnd type="none"/>
          </a:ln>
        </p:spPr>
      </p:sp>
      <p:sp>
        <p:nvSpPr>
          <p:cNvPr id="95" name="Shape 93"/>
          <p:cNvSpPr/>
          <p:nvPr/>
        </p:nvSpPr>
        <p:spPr>
          <a:xfrm>
            <a:off x="4773070" y="2981076"/>
            <a:ext cx="0" cy="6647"/>
          </a:xfrm>
          <a:prstGeom prst="line">
            <a:avLst/>
          </a:prstGeom>
          <a:noFill/>
          <a:ln w="31750">
            <a:solidFill>
              <a:srgbClr val="168B83"/>
            </a:solidFill>
            <a:prstDash val="solid"/>
            <a:headEnd type="none"/>
            <a:tailEnd type="none"/>
          </a:ln>
        </p:spPr>
      </p:sp>
      <p:sp>
        <p:nvSpPr>
          <p:cNvPr id="96" name="Shape 94"/>
          <p:cNvSpPr/>
          <p:nvPr/>
        </p:nvSpPr>
        <p:spPr>
          <a:xfrm>
            <a:off x="4773070" y="2984980"/>
            <a:ext cx="83368" cy="0"/>
          </a:xfrm>
          <a:prstGeom prst="line">
            <a:avLst/>
          </a:prstGeom>
          <a:noFill/>
          <a:ln w="31750">
            <a:solidFill>
              <a:srgbClr val="168B83"/>
            </a:solidFill>
            <a:prstDash val="solid"/>
            <a:headEnd type="none"/>
            <a:tailEnd type="none"/>
          </a:ln>
        </p:spPr>
      </p:sp>
      <p:sp>
        <p:nvSpPr>
          <p:cNvPr id="97" name="Shape 95"/>
          <p:cNvSpPr/>
          <p:nvPr/>
        </p:nvSpPr>
        <p:spPr>
          <a:xfrm>
            <a:off x="4853694" y="2982237"/>
            <a:ext cx="0" cy="5967"/>
          </a:xfrm>
          <a:prstGeom prst="line">
            <a:avLst/>
          </a:prstGeom>
          <a:noFill/>
          <a:ln w="31750">
            <a:solidFill>
              <a:srgbClr val="168B83"/>
            </a:solidFill>
            <a:prstDash val="solid"/>
            <a:headEnd type="none"/>
            <a:tailEnd type="none"/>
          </a:ln>
        </p:spPr>
      </p:sp>
      <p:sp>
        <p:nvSpPr>
          <p:cNvPr id="98" name="Shape 96"/>
          <p:cNvSpPr/>
          <p:nvPr/>
        </p:nvSpPr>
        <p:spPr>
          <a:xfrm>
            <a:off x="4853694" y="2985460"/>
            <a:ext cx="83368" cy="0"/>
          </a:xfrm>
          <a:prstGeom prst="line">
            <a:avLst/>
          </a:prstGeom>
          <a:noFill/>
          <a:ln w="31750">
            <a:solidFill>
              <a:srgbClr val="168B83"/>
            </a:solidFill>
            <a:prstDash val="solid"/>
            <a:headEnd type="none"/>
            <a:tailEnd type="none"/>
          </a:ln>
        </p:spPr>
      </p:sp>
      <p:sp>
        <p:nvSpPr>
          <p:cNvPr id="99" name="Shape 97"/>
          <p:cNvSpPr/>
          <p:nvPr/>
        </p:nvSpPr>
        <p:spPr>
          <a:xfrm>
            <a:off x="4934319" y="2979625"/>
            <a:ext cx="0" cy="8578"/>
          </a:xfrm>
          <a:prstGeom prst="line">
            <a:avLst/>
          </a:prstGeom>
          <a:noFill/>
          <a:ln w="31750">
            <a:solidFill>
              <a:srgbClr val="168B83"/>
            </a:solidFill>
            <a:prstDash val="solid"/>
            <a:headEnd type="none"/>
            <a:tailEnd type="none"/>
          </a:ln>
        </p:spPr>
      </p:sp>
      <p:sp>
        <p:nvSpPr>
          <p:cNvPr id="100" name="Shape 98"/>
          <p:cNvSpPr/>
          <p:nvPr/>
        </p:nvSpPr>
        <p:spPr>
          <a:xfrm>
            <a:off x="4934319" y="2982368"/>
            <a:ext cx="83367" cy="0"/>
          </a:xfrm>
          <a:prstGeom prst="line">
            <a:avLst/>
          </a:prstGeom>
          <a:noFill/>
          <a:ln w="31750">
            <a:solidFill>
              <a:srgbClr val="168B83"/>
            </a:solidFill>
            <a:prstDash val="solid"/>
            <a:headEnd type="none"/>
            <a:tailEnd type="none"/>
          </a:ln>
        </p:spPr>
      </p:sp>
      <p:sp>
        <p:nvSpPr>
          <p:cNvPr id="101" name="Shape 99"/>
          <p:cNvSpPr/>
          <p:nvPr/>
        </p:nvSpPr>
        <p:spPr>
          <a:xfrm>
            <a:off x="5014943" y="2967882"/>
            <a:ext cx="0" cy="17229"/>
          </a:xfrm>
          <a:prstGeom prst="line">
            <a:avLst/>
          </a:prstGeom>
          <a:noFill/>
          <a:ln w="31750">
            <a:solidFill>
              <a:srgbClr val="168B83"/>
            </a:solidFill>
            <a:prstDash val="solid"/>
            <a:headEnd type="none"/>
            <a:tailEnd type="none"/>
          </a:ln>
        </p:spPr>
      </p:sp>
      <p:sp>
        <p:nvSpPr>
          <p:cNvPr id="102" name="Shape 100"/>
          <p:cNvSpPr/>
          <p:nvPr/>
        </p:nvSpPr>
        <p:spPr>
          <a:xfrm>
            <a:off x="5014943" y="2970626"/>
            <a:ext cx="83368" cy="0"/>
          </a:xfrm>
          <a:prstGeom prst="line">
            <a:avLst/>
          </a:prstGeom>
          <a:noFill/>
          <a:ln w="31750">
            <a:solidFill>
              <a:srgbClr val="168B83"/>
            </a:solidFill>
            <a:prstDash val="solid"/>
            <a:headEnd type="none"/>
            <a:tailEnd type="none"/>
          </a:ln>
        </p:spPr>
      </p:sp>
      <p:sp>
        <p:nvSpPr>
          <p:cNvPr id="103" name="Shape 101"/>
          <p:cNvSpPr/>
          <p:nvPr/>
        </p:nvSpPr>
        <p:spPr>
          <a:xfrm>
            <a:off x="5095568" y="2941752"/>
            <a:ext cx="0" cy="31617"/>
          </a:xfrm>
          <a:prstGeom prst="line">
            <a:avLst/>
          </a:prstGeom>
          <a:noFill/>
          <a:ln w="31750">
            <a:solidFill>
              <a:srgbClr val="168B83"/>
            </a:solidFill>
            <a:prstDash val="solid"/>
            <a:headEnd type="none"/>
            <a:tailEnd type="none"/>
          </a:ln>
        </p:spPr>
      </p:sp>
      <p:sp>
        <p:nvSpPr>
          <p:cNvPr id="104" name="Shape 102"/>
          <p:cNvSpPr/>
          <p:nvPr/>
        </p:nvSpPr>
        <p:spPr>
          <a:xfrm>
            <a:off x="5095568" y="2944495"/>
            <a:ext cx="83368" cy="0"/>
          </a:xfrm>
          <a:prstGeom prst="line">
            <a:avLst/>
          </a:prstGeom>
          <a:noFill/>
          <a:ln w="31750">
            <a:solidFill>
              <a:srgbClr val="168B83"/>
            </a:solidFill>
            <a:prstDash val="solid"/>
            <a:headEnd type="none"/>
            <a:tailEnd type="none"/>
          </a:ln>
        </p:spPr>
      </p:sp>
      <p:sp>
        <p:nvSpPr>
          <p:cNvPr id="105" name="Shape 103"/>
          <p:cNvSpPr/>
          <p:nvPr/>
        </p:nvSpPr>
        <p:spPr>
          <a:xfrm>
            <a:off x="5176192" y="2902262"/>
            <a:ext cx="0" cy="44977"/>
          </a:xfrm>
          <a:prstGeom prst="line">
            <a:avLst/>
          </a:prstGeom>
          <a:noFill/>
          <a:ln w="31750">
            <a:solidFill>
              <a:srgbClr val="168B83"/>
            </a:solidFill>
            <a:prstDash val="solid"/>
            <a:headEnd type="none"/>
            <a:tailEnd type="none"/>
          </a:ln>
        </p:spPr>
      </p:sp>
      <p:sp>
        <p:nvSpPr>
          <p:cNvPr id="106" name="Shape 104"/>
          <p:cNvSpPr/>
          <p:nvPr/>
        </p:nvSpPr>
        <p:spPr>
          <a:xfrm>
            <a:off x="5176192" y="2905005"/>
            <a:ext cx="83367" cy="0"/>
          </a:xfrm>
          <a:prstGeom prst="line">
            <a:avLst/>
          </a:prstGeom>
          <a:noFill/>
          <a:ln w="31750">
            <a:solidFill>
              <a:srgbClr val="168B83"/>
            </a:solidFill>
            <a:prstDash val="solid"/>
            <a:headEnd type="none"/>
            <a:tailEnd type="none"/>
          </a:ln>
        </p:spPr>
      </p:sp>
      <p:sp>
        <p:nvSpPr>
          <p:cNvPr id="107" name="Shape 105"/>
          <p:cNvSpPr/>
          <p:nvPr/>
        </p:nvSpPr>
        <p:spPr>
          <a:xfrm>
            <a:off x="5256817" y="2852841"/>
            <a:ext cx="0" cy="54907"/>
          </a:xfrm>
          <a:prstGeom prst="line">
            <a:avLst/>
          </a:prstGeom>
          <a:noFill/>
          <a:ln w="31750">
            <a:solidFill>
              <a:srgbClr val="168B83"/>
            </a:solidFill>
            <a:prstDash val="solid"/>
            <a:headEnd type="none"/>
            <a:tailEnd type="none"/>
          </a:ln>
        </p:spPr>
      </p:sp>
      <p:sp>
        <p:nvSpPr>
          <p:cNvPr id="108" name="Shape 106"/>
          <p:cNvSpPr/>
          <p:nvPr/>
        </p:nvSpPr>
        <p:spPr>
          <a:xfrm>
            <a:off x="5256817" y="2855584"/>
            <a:ext cx="83368" cy="0"/>
          </a:xfrm>
          <a:prstGeom prst="line">
            <a:avLst/>
          </a:prstGeom>
          <a:noFill/>
          <a:ln w="31750">
            <a:solidFill>
              <a:srgbClr val="168B83"/>
            </a:solidFill>
            <a:prstDash val="solid"/>
            <a:headEnd type="none"/>
            <a:tailEnd type="none"/>
          </a:ln>
        </p:spPr>
      </p:sp>
      <p:sp>
        <p:nvSpPr>
          <p:cNvPr id="109" name="Shape 107"/>
          <p:cNvSpPr/>
          <p:nvPr/>
        </p:nvSpPr>
        <p:spPr>
          <a:xfrm>
            <a:off x="5337441" y="2797601"/>
            <a:ext cx="0" cy="60727"/>
          </a:xfrm>
          <a:prstGeom prst="line">
            <a:avLst/>
          </a:prstGeom>
          <a:noFill/>
          <a:ln w="31750">
            <a:solidFill>
              <a:srgbClr val="168B83"/>
            </a:solidFill>
            <a:prstDash val="solid"/>
            <a:headEnd type="none"/>
            <a:tailEnd type="none"/>
          </a:ln>
        </p:spPr>
      </p:sp>
      <p:sp>
        <p:nvSpPr>
          <p:cNvPr id="110" name="Shape 108"/>
          <p:cNvSpPr/>
          <p:nvPr/>
        </p:nvSpPr>
        <p:spPr>
          <a:xfrm>
            <a:off x="5337441" y="2800344"/>
            <a:ext cx="83368" cy="0"/>
          </a:xfrm>
          <a:prstGeom prst="line">
            <a:avLst/>
          </a:prstGeom>
          <a:noFill/>
          <a:ln w="31750">
            <a:solidFill>
              <a:srgbClr val="168B83"/>
            </a:solidFill>
            <a:prstDash val="solid"/>
            <a:headEnd type="none"/>
            <a:tailEnd type="none"/>
          </a:ln>
        </p:spPr>
      </p:sp>
      <p:sp>
        <p:nvSpPr>
          <p:cNvPr id="111" name="Shape 109"/>
          <p:cNvSpPr/>
          <p:nvPr/>
        </p:nvSpPr>
        <p:spPr>
          <a:xfrm>
            <a:off x="5418066" y="2740550"/>
            <a:ext cx="0" cy="62538"/>
          </a:xfrm>
          <a:prstGeom prst="line">
            <a:avLst/>
          </a:prstGeom>
          <a:noFill/>
          <a:ln w="31750">
            <a:solidFill>
              <a:srgbClr val="168B83"/>
            </a:solidFill>
            <a:prstDash val="solid"/>
            <a:headEnd type="none"/>
            <a:tailEnd type="none"/>
          </a:ln>
        </p:spPr>
      </p:sp>
      <p:sp>
        <p:nvSpPr>
          <p:cNvPr id="112" name="Shape 110"/>
          <p:cNvSpPr/>
          <p:nvPr/>
        </p:nvSpPr>
        <p:spPr>
          <a:xfrm>
            <a:off x="5418066" y="2743293"/>
            <a:ext cx="83367" cy="0"/>
          </a:xfrm>
          <a:prstGeom prst="line">
            <a:avLst/>
          </a:prstGeom>
          <a:noFill/>
          <a:ln w="31750">
            <a:solidFill>
              <a:srgbClr val="168B83"/>
            </a:solidFill>
            <a:prstDash val="solid"/>
            <a:headEnd type="none"/>
            <a:tailEnd type="none"/>
          </a:ln>
        </p:spPr>
      </p:sp>
      <p:sp>
        <p:nvSpPr>
          <p:cNvPr id="113" name="Shape 111"/>
          <p:cNvSpPr/>
          <p:nvPr/>
        </p:nvSpPr>
        <p:spPr>
          <a:xfrm>
            <a:off x="5498690" y="2684746"/>
            <a:ext cx="0" cy="61290"/>
          </a:xfrm>
          <a:prstGeom prst="line">
            <a:avLst/>
          </a:prstGeom>
          <a:noFill/>
          <a:ln w="31750">
            <a:solidFill>
              <a:srgbClr val="168B83"/>
            </a:solidFill>
            <a:prstDash val="solid"/>
            <a:headEnd type="none"/>
            <a:tailEnd type="none"/>
          </a:ln>
        </p:spPr>
      </p:sp>
      <p:sp>
        <p:nvSpPr>
          <p:cNvPr id="114" name="Shape 112"/>
          <p:cNvSpPr/>
          <p:nvPr/>
        </p:nvSpPr>
        <p:spPr>
          <a:xfrm>
            <a:off x="5498690" y="2687489"/>
            <a:ext cx="83368" cy="0"/>
          </a:xfrm>
          <a:prstGeom prst="line">
            <a:avLst/>
          </a:prstGeom>
          <a:noFill/>
          <a:ln w="31750">
            <a:solidFill>
              <a:srgbClr val="168B83"/>
            </a:solidFill>
            <a:prstDash val="solid"/>
            <a:headEnd type="none"/>
            <a:tailEnd type="none"/>
          </a:ln>
        </p:spPr>
      </p:sp>
      <p:sp>
        <p:nvSpPr>
          <p:cNvPr id="115" name="Shape 113"/>
          <p:cNvSpPr/>
          <p:nvPr/>
        </p:nvSpPr>
        <p:spPr>
          <a:xfrm>
            <a:off x="5579315" y="2632353"/>
            <a:ext cx="0" cy="57880"/>
          </a:xfrm>
          <a:prstGeom prst="line">
            <a:avLst/>
          </a:prstGeom>
          <a:noFill/>
          <a:ln w="31750">
            <a:solidFill>
              <a:srgbClr val="168B83"/>
            </a:solidFill>
            <a:prstDash val="solid"/>
            <a:headEnd type="none"/>
            <a:tailEnd type="none"/>
          </a:ln>
        </p:spPr>
      </p:sp>
      <p:sp>
        <p:nvSpPr>
          <p:cNvPr id="116" name="Shape 114"/>
          <p:cNvSpPr/>
          <p:nvPr/>
        </p:nvSpPr>
        <p:spPr>
          <a:xfrm>
            <a:off x="5579315" y="2635096"/>
            <a:ext cx="83368" cy="0"/>
          </a:xfrm>
          <a:prstGeom prst="line">
            <a:avLst/>
          </a:prstGeom>
          <a:noFill/>
          <a:ln w="31750">
            <a:solidFill>
              <a:srgbClr val="168B83"/>
            </a:solidFill>
            <a:prstDash val="solid"/>
            <a:headEnd type="none"/>
            <a:tailEnd type="none"/>
          </a:ln>
        </p:spPr>
      </p:sp>
      <p:sp>
        <p:nvSpPr>
          <p:cNvPr id="117" name="Shape 115"/>
          <p:cNvSpPr/>
          <p:nvPr/>
        </p:nvSpPr>
        <p:spPr>
          <a:xfrm>
            <a:off x="5659940" y="2584620"/>
            <a:ext cx="0" cy="53219"/>
          </a:xfrm>
          <a:prstGeom prst="line">
            <a:avLst/>
          </a:prstGeom>
          <a:noFill/>
          <a:ln w="31750">
            <a:solidFill>
              <a:srgbClr val="168B83"/>
            </a:solidFill>
            <a:prstDash val="solid"/>
            <a:headEnd type="none"/>
            <a:tailEnd type="none"/>
          </a:ln>
        </p:spPr>
      </p:sp>
      <p:sp>
        <p:nvSpPr>
          <p:cNvPr id="118" name="Shape 116"/>
          <p:cNvSpPr/>
          <p:nvPr/>
        </p:nvSpPr>
        <p:spPr>
          <a:xfrm>
            <a:off x="5659940" y="2587364"/>
            <a:ext cx="83367" cy="0"/>
          </a:xfrm>
          <a:prstGeom prst="line">
            <a:avLst/>
          </a:prstGeom>
          <a:noFill/>
          <a:ln w="31750">
            <a:solidFill>
              <a:srgbClr val="168B83"/>
            </a:solidFill>
            <a:prstDash val="solid"/>
            <a:headEnd type="none"/>
            <a:tailEnd type="none"/>
          </a:ln>
        </p:spPr>
      </p:sp>
      <p:sp>
        <p:nvSpPr>
          <p:cNvPr id="119" name="Shape 117"/>
          <p:cNvSpPr/>
          <p:nvPr/>
        </p:nvSpPr>
        <p:spPr>
          <a:xfrm>
            <a:off x="5740564" y="2542069"/>
            <a:ext cx="0" cy="48038"/>
          </a:xfrm>
          <a:prstGeom prst="line">
            <a:avLst/>
          </a:prstGeom>
          <a:noFill/>
          <a:ln w="31750">
            <a:solidFill>
              <a:srgbClr val="168B83"/>
            </a:solidFill>
            <a:prstDash val="solid"/>
            <a:headEnd type="none"/>
            <a:tailEnd type="none"/>
          </a:ln>
        </p:spPr>
      </p:sp>
      <p:sp>
        <p:nvSpPr>
          <p:cNvPr id="120" name="Shape 118"/>
          <p:cNvSpPr/>
          <p:nvPr/>
        </p:nvSpPr>
        <p:spPr>
          <a:xfrm>
            <a:off x="5740564" y="2544812"/>
            <a:ext cx="83368" cy="0"/>
          </a:xfrm>
          <a:prstGeom prst="line">
            <a:avLst/>
          </a:prstGeom>
          <a:noFill/>
          <a:ln w="31750">
            <a:solidFill>
              <a:srgbClr val="168B83"/>
            </a:solidFill>
            <a:prstDash val="solid"/>
            <a:headEnd type="none"/>
            <a:tailEnd type="none"/>
          </a:ln>
        </p:spPr>
      </p:sp>
      <p:sp>
        <p:nvSpPr>
          <p:cNvPr id="121" name="Shape 119"/>
          <p:cNvSpPr/>
          <p:nvPr/>
        </p:nvSpPr>
        <p:spPr>
          <a:xfrm>
            <a:off x="5821188" y="2504660"/>
            <a:ext cx="0" cy="42896"/>
          </a:xfrm>
          <a:prstGeom prst="line">
            <a:avLst/>
          </a:prstGeom>
          <a:noFill/>
          <a:ln w="31750">
            <a:solidFill>
              <a:srgbClr val="168B83"/>
            </a:solidFill>
            <a:prstDash val="solid"/>
            <a:headEnd type="none"/>
            <a:tailEnd type="none"/>
          </a:ln>
        </p:spPr>
      </p:sp>
      <p:sp>
        <p:nvSpPr>
          <p:cNvPr id="122" name="Shape 120"/>
          <p:cNvSpPr/>
          <p:nvPr/>
        </p:nvSpPr>
        <p:spPr>
          <a:xfrm>
            <a:off x="5821188" y="2507403"/>
            <a:ext cx="83368" cy="0"/>
          </a:xfrm>
          <a:prstGeom prst="line">
            <a:avLst/>
          </a:prstGeom>
          <a:noFill/>
          <a:ln w="31750">
            <a:solidFill>
              <a:srgbClr val="168B83"/>
            </a:solidFill>
            <a:prstDash val="solid"/>
            <a:headEnd type="none"/>
            <a:tailEnd type="none"/>
          </a:ln>
        </p:spPr>
      </p:sp>
      <p:sp>
        <p:nvSpPr>
          <p:cNvPr id="123" name="Shape 121"/>
          <p:cNvSpPr/>
          <p:nvPr/>
        </p:nvSpPr>
        <p:spPr>
          <a:xfrm>
            <a:off x="5901813" y="2469740"/>
            <a:ext cx="0" cy="40406"/>
          </a:xfrm>
          <a:prstGeom prst="line">
            <a:avLst/>
          </a:prstGeom>
          <a:noFill/>
          <a:ln w="31750">
            <a:solidFill>
              <a:srgbClr val="168B83"/>
            </a:solidFill>
            <a:prstDash val="solid"/>
            <a:headEnd type="none"/>
            <a:tailEnd type="none"/>
          </a:ln>
        </p:spPr>
      </p:sp>
      <p:sp>
        <p:nvSpPr>
          <p:cNvPr id="124" name="Shape 122"/>
          <p:cNvSpPr/>
          <p:nvPr/>
        </p:nvSpPr>
        <p:spPr>
          <a:xfrm>
            <a:off x="5901813" y="2472483"/>
            <a:ext cx="83367" cy="0"/>
          </a:xfrm>
          <a:prstGeom prst="line">
            <a:avLst/>
          </a:prstGeom>
          <a:noFill/>
          <a:ln w="31750">
            <a:solidFill>
              <a:srgbClr val="168B83"/>
            </a:solidFill>
            <a:prstDash val="solid"/>
            <a:headEnd type="none"/>
            <a:tailEnd type="none"/>
          </a:ln>
        </p:spPr>
      </p:sp>
      <p:sp>
        <p:nvSpPr>
          <p:cNvPr id="125" name="Shape 123"/>
          <p:cNvSpPr/>
          <p:nvPr/>
        </p:nvSpPr>
        <p:spPr>
          <a:xfrm>
            <a:off x="5982437" y="2441448"/>
            <a:ext cx="0" cy="33778"/>
          </a:xfrm>
          <a:prstGeom prst="line">
            <a:avLst/>
          </a:prstGeom>
          <a:noFill/>
          <a:ln w="31750">
            <a:solidFill>
              <a:srgbClr val="168B83"/>
            </a:solidFill>
            <a:prstDash val="solid"/>
            <a:headEnd type="none"/>
            <a:tailEnd type="none"/>
          </a:ln>
        </p:spPr>
      </p:sp>
      <p:sp>
        <p:nvSpPr>
          <p:cNvPr id="126" name="Shape 124"/>
          <p:cNvSpPr/>
          <p:nvPr/>
        </p:nvSpPr>
        <p:spPr>
          <a:xfrm>
            <a:off x="5982437" y="2444192"/>
            <a:ext cx="83368" cy="0"/>
          </a:xfrm>
          <a:prstGeom prst="line">
            <a:avLst/>
          </a:prstGeom>
          <a:noFill/>
          <a:ln w="31750">
            <a:solidFill>
              <a:srgbClr val="168B83"/>
            </a:solidFill>
            <a:prstDash val="solid"/>
            <a:headEnd type="none"/>
            <a:tailEnd type="none"/>
          </a:ln>
        </p:spPr>
      </p:sp>
      <p:sp>
        <p:nvSpPr>
          <p:cNvPr id="127" name="Shape 125"/>
          <p:cNvSpPr/>
          <p:nvPr/>
        </p:nvSpPr>
        <p:spPr>
          <a:xfrm>
            <a:off x="6063062" y="2416918"/>
            <a:ext cx="0" cy="30017"/>
          </a:xfrm>
          <a:prstGeom prst="line">
            <a:avLst/>
          </a:prstGeom>
          <a:noFill/>
          <a:ln w="31750">
            <a:solidFill>
              <a:srgbClr val="168B83"/>
            </a:solidFill>
            <a:prstDash val="solid"/>
            <a:headEnd type="none"/>
            <a:tailEnd type="none"/>
          </a:ln>
        </p:spPr>
      </p:sp>
      <p:sp>
        <p:nvSpPr>
          <p:cNvPr id="128" name="Shape 126"/>
          <p:cNvSpPr/>
          <p:nvPr/>
        </p:nvSpPr>
        <p:spPr>
          <a:xfrm>
            <a:off x="6063062" y="2419661"/>
            <a:ext cx="83368" cy="0"/>
          </a:xfrm>
          <a:prstGeom prst="line">
            <a:avLst/>
          </a:prstGeom>
          <a:noFill/>
          <a:ln w="31750">
            <a:solidFill>
              <a:srgbClr val="168B83"/>
            </a:solidFill>
            <a:prstDash val="solid"/>
            <a:headEnd type="none"/>
            <a:tailEnd type="none"/>
          </a:ln>
        </p:spPr>
      </p:sp>
      <p:sp>
        <p:nvSpPr>
          <p:cNvPr id="129" name="Shape 127"/>
          <p:cNvSpPr/>
          <p:nvPr/>
        </p:nvSpPr>
        <p:spPr>
          <a:xfrm>
            <a:off x="6143687" y="2395588"/>
            <a:ext cx="0" cy="26816"/>
          </a:xfrm>
          <a:prstGeom prst="line">
            <a:avLst/>
          </a:prstGeom>
          <a:noFill/>
          <a:ln w="31750">
            <a:solidFill>
              <a:srgbClr val="168B83"/>
            </a:solidFill>
            <a:prstDash val="solid"/>
            <a:headEnd type="none"/>
            <a:tailEnd type="none"/>
          </a:ln>
        </p:spPr>
      </p:sp>
      <p:sp>
        <p:nvSpPr>
          <p:cNvPr id="130" name="Shape 128"/>
          <p:cNvSpPr/>
          <p:nvPr/>
        </p:nvSpPr>
        <p:spPr>
          <a:xfrm>
            <a:off x="6143687" y="2398332"/>
            <a:ext cx="83367" cy="0"/>
          </a:xfrm>
          <a:prstGeom prst="line">
            <a:avLst/>
          </a:prstGeom>
          <a:noFill/>
          <a:ln w="31750">
            <a:solidFill>
              <a:srgbClr val="168B83"/>
            </a:solidFill>
            <a:prstDash val="solid"/>
            <a:headEnd type="none"/>
            <a:tailEnd type="none"/>
          </a:ln>
        </p:spPr>
      </p:sp>
      <p:sp>
        <p:nvSpPr>
          <p:cNvPr id="131" name="Shape 129"/>
          <p:cNvSpPr/>
          <p:nvPr/>
        </p:nvSpPr>
        <p:spPr>
          <a:xfrm>
            <a:off x="6224311" y="2377083"/>
            <a:ext cx="0" cy="23991"/>
          </a:xfrm>
          <a:prstGeom prst="line">
            <a:avLst/>
          </a:prstGeom>
          <a:noFill/>
          <a:ln w="31750">
            <a:solidFill>
              <a:srgbClr val="168B83"/>
            </a:solidFill>
            <a:prstDash val="solid"/>
            <a:headEnd type="none"/>
            <a:tailEnd type="none"/>
          </a:ln>
        </p:spPr>
      </p:sp>
      <p:sp>
        <p:nvSpPr>
          <p:cNvPr id="132" name="Shape 130"/>
          <p:cNvSpPr/>
          <p:nvPr/>
        </p:nvSpPr>
        <p:spPr>
          <a:xfrm>
            <a:off x="6224311" y="2379827"/>
            <a:ext cx="83368" cy="0"/>
          </a:xfrm>
          <a:prstGeom prst="line">
            <a:avLst/>
          </a:prstGeom>
          <a:noFill/>
          <a:ln w="31750">
            <a:solidFill>
              <a:srgbClr val="168B83"/>
            </a:solidFill>
            <a:prstDash val="solid"/>
            <a:headEnd type="none"/>
            <a:tailEnd type="none"/>
          </a:ln>
        </p:spPr>
      </p:sp>
      <p:sp>
        <p:nvSpPr>
          <p:cNvPr id="133" name="Shape 131"/>
          <p:cNvSpPr/>
          <p:nvPr/>
        </p:nvSpPr>
        <p:spPr>
          <a:xfrm>
            <a:off x="6304935" y="2360949"/>
            <a:ext cx="0" cy="21621"/>
          </a:xfrm>
          <a:prstGeom prst="line">
            <a:avLst/>
          </a:prstGeom>
          <a:noFill/>
          <a:ln w="31750">
            <a:solidFill>
              <a:srgbClr val="168B83"/>
            </a:solidFill>
            <a:prstDash val="solid"/>
            <a:headEnd type="none"/>
            <a:tailEnd type="none"/>
          </a:ln>
        </p:spPr>
      </p:sp>
      <p:sp>
        <p:nvSpPr>
          <p:cNvPr id="134" name="Shape 132"/>
          <p:cNvSpPr/>
          <p:nvPr/>
        </p:nvSpPr>
        <p:spPr>
          <a:xfrm>
            <a:off x="6304935" y="2363692"/>
            <a:ext cx="83368" cy="0"/>
          </a:xfrm>
          <a:prstGeom prst="line">
            <a:avLst/>
          </a:prstGeom>
          <a:noFill/>
          <a:ln w="31750">
            <a:solidFill>
              <a:srgbClr val="168B83"/>
            </a:solidFill>
            <a:prstDash val="solid"/>
            <a:headEnd type="none"/>
            <a:tailEnd type="none"/>
          </a:ln>
        </p:spPr>
      </p:sp>
      <p:sp>
        <p:nvSpPr>
          <p:cNvPr id="135" name="Shape 133"/>
          <p:cNvSpPr/>
          <p:nvPr/>
        </p:nvSpPr>
        <p:spPr>
          <a:xfrm>
            <a:off x="6385560" y="2346719"/>
            <a:ext cx="0" cy="19717"/>
          </a:xfrm>
          <a:prstGeom prst="line">
            <a:avLst/>
          </a:prstGeom>
          <a:noFill/>
          <a:ln w="31750">
            <a:solidFill>
              <a:srgbClr val="168B83"/>
            </a:solidFill>
            <a:prstDash val="solid"/>
            <a:headEnd type="none"/>
            <a:tailEnd type="none"/>
          </a:ln>
        </p:spPr>
      </p:sp>
      <p:sp>
        <p:nvSpPr>
          <p:cNvPr id="136" name="Shape 134"/>
          <p:cNvSpPr/>
          <p:nvPr/>
        </p:nvSpPr>
        <p:spPr>
          <a:xfrm>
            <a:off x="6385560" y="2349462"/>
            <a:ext cx="83367" cy="0"/>
          </a:xfrm>
          <a:prstGeom prst="line">
            <a:avLst/>
          </a:prstGeom>
          <a:noFill/>
          <a:ln w="31750">
            <a:solidFill>
              <a:srgbClr val="168B83"/>
            </a:solidFill>
            <a:prstDash val="solid"/>
            <a:headEnd type="none"/>
            <a:tailEnd type="none"/>
          </a:ln>
        </p:spPr>
      </p:sp>
      <p:sp>
        <p:nvSpPr>
          <p:cNvPr id="137" name="Shape 135"/>
          <p:cNvSpPr/>
          <p:nvPr/>
        </p:nvSpPr>
        <p:spPr>
          <a:xfrm>
            <a:off x="6466184" y="2334004"/>
            <a:ext cx="0" cy="18202"/>
          </a:xfrm>
          <a:prstGeom prst="line">
            <a:avLst/>
          </a:prstGeom>
          <a:noFill/>
          <a:ln w="31750">
            <a:solidFill>
              <a:srgbClr val="168B83"/>
            </a:solidFill>
            <a:prstDash val="solid"/>
            <a:headEnd type="none"/>
            <a:tailEnd type="none"/>
          </a:ln>
        </p:spPr>
      </p:sp>
      <p:sp>
        <p:nvSpPr>
          <p:cNvPr id="138" name="Shape 136"/>
          <p:cNvSpPr/>
          <p:nvPr/>
        </p:nvSpPr>
        <p:spPr>
          <a:xfrm>
            <a:off x="6466184" y="2336747"/>
            <a:ext cx="83368" cy="0"/>
          </a:xfrm>
          <a:prstGeom prst="line">
            <a:avLst/>
          </a:prstGeom>
          <a:noFill/>
          <a:ln w="31750">
            <a:solidFill>
              <a:srgbClr val="168B83"/>
            </a:solidFill>
            <a:prstDash val="solid"/>
            <a:headEnd type="none"/>
            <a:tailEnd type="none"/>
          </a:ln>
        </p:spPr>
      </p:sp>
      <p:sp>
        <p:nvSpPr>
          <p:cNvPr id="139" name="Shape 137"/>
          <p:cNvSpPr/>
          <p:nvPr/>
        </p:nvSpPr>
        <p:spPr>
          <a:xfrm>
            <a:off x="6546809" y="2322639"/>
            <a:ext cx="0" cy="16851"/>
          </a:xfrm>
          <a:prstGeom prst="line">
            <a:avLst/>
          </a:prstGeom>
          <a:noFill/>
          <a:ln w="31750">
            <a:solidFill>
              <a:srgbClr val="168B83"/>
            </a:solidFill>
            <a:prstDash val="solid"/>
            <a:headEnd type="none"/>
            <a:tailEnd type="none"/>
          </a:ln>
        </p:spPr>
      </p:sp>
      <p:sp>
        <p:nvSpPr>
          <p:cNvPr id="140" name="Shape 138"/>
          <p:cNvSpPr/>
          <p:nvPr/>
        </p:nvSpPr>
        <p:spPr>
          <a:xfrm>
            <a:off x="6546809" y="2325382"/>
            <a:ext cx="83368" cy="0"/>
          </a:xfrm>
          <a:prstGeom prst="line">
            <a:avLst/>
          </a:prstGeom>
          <a:noFill/>
          <a:ln w="31750">
            <a:solidFill>
              <a:srgbClr val="168B83"/>
            </a:solidFill>
            <a:prstDash val="solid"/>
            <a:headEnd type="none"/>
            <a:tailEnd type="none"/>
          </a:ln>
        </p:spPr>
      </p:sp>
      <p:sp>
        <p:nvSpPr>
          <p:cNvPr id="141" name="Shape 139"/>
          <p:cNvSpPr/>
          <p:nvPr/>
        </p:nvSpPr>
        <p:spPr>
          <a:xfrm>
            <a:off x="6627434" y="2312476"/>
            <a:ext cx="0" cy="15649"/>
          </a:xfrm>
          <a:prstGeom prst="line">
            <a:avLst/>
          </a:prstGeom>
          <a:noFill/>
          <a:ln w="31750">
            <a:solidFill>
              <a:srgbClr val="168B83"/>
            </a:solidFill>
            <a:prstDash val="solid"/>
            <a:headEnd type="none"/>
            <a:tailEnd type="none"/>
          </a:ln>
        </p:spPr>
      </p:sp>
      <p:sp>
        <p:nvSpPr>
          <p:cNvPr id="142" name="Shape 140"/>
          <p:cNvSpPr/>
          <p:nvPr/>
        </p:nvSpPr>
        <p:spPr>
          <a:xfrm>
            <a:off x="6627434" y="2315219"/>
            <a:ext cx="83367" cy="0"/>
          </a:xfrm>
          <a:prstGeom prst="line">
            <a:avLst/>
          </a:prstGeom>
          <a:noFill/>
          <a:ln w="31750">
            <a:solidFill>
              <a:srgbClr val="168B83"/>
            </a:solidFill>
            <a:prstDash val="solid"/>
            <a:headEnd type="none"/>
            <a:tailEnd type="none"/>
          </a:ln>
        </p:spPr>
      </p:sp>
      <p:sp>
        <p:nvSpPr>
          <p:cNvPr id="143" name="Shape 141"/>
          <p:cNvSpPr/>
          <p:nvPr/>
        </p:nvSpPr>
        <p:spPr>
          <a:xfrm>
            <a:off x="6708058" y="2303419"/>
            <a:ext cx="0" cy="14543"/>
          </a:xfrm>
          <a:prstGeom prst="line">
            <a:avLst/>
          </a:prstGeom>
          <a:noFill/>
          <a:ln w="31750">
            <a:solidFill>
              <a:srgbClr val="168B83"/>
            </a:solidFill>
            <a:prstDash val="solid"/>
            <a:headEnd type="none"/>
            <a:tailEnd type="none"/>
          </a:ln>
        </p:spPr>
      </p:sp>
      <p:sp>
        <p:nvSpPr>
          <p:cNvPr id="144" name="Shape 142"/>
          <p:cNvSpPr/>
          <p:nvPr/>
        </p:nvSpPr>
        <p:spPr>
          <a:xfrm>
            <a:off x="6708058" y="2306163"/>
            <a:ext cx="83368" cy="0"/>
          </a:xfrm>
          <a:prstGeom prst="line">
            <a:avLst/>
          </a:prstGeom>
          <a:noFill/>
          <a:ln w="31750">
            <a:solidFill>
              <a:srgbClr val="168B83"/>
            </a:solidFill>
            <a:prstDash val="solid"/>
            <a:headEnd type="none"/>
            <a:tailEnd type="none"/>
          </a:ln>
        </p:spPr>
      </p:sp>
      <p:sp>
        <p:nvSpPr>
          <p:cNvPr id="145" name="Shape 143"/>
          <p:cNvSpPr/>
          <p:nvPr/>
        </p:nvSpPr>
        <p:spPr>
          <a:xfrm>
            <a:off x="6788683" y="2295314"/>
            <a:ext cx="0" cy="13592"/>
          </a:xfrm>
          <a:prstGeom prst="line">
            <a:avLst/>
          </a:prstGeom>
          <a:noFill/>
          <a:ln w="31750">
            <a:solidFill>
              <a:srgbClr val="168B83"/>
            </a:solidFill>
            <a:prstDash val="solid"/>
            <a:headEnd type="none"/>
            <a:tailEnd type="none"/>
          </a:ln>
        </p:spPr>
      </p:sp>
      <p:sp>
        <p:nvSpPr>
          <p:cNvPr id="146" name="Shape 144"/>
          <p:cNvSpPr/>
          <p:nvPr/>
        </p:nvSpPr>
        <p:spPr>
          <a:xfrm>
            <a:off x="6788683" y="2298057"/>
            <a:ext cx="83368" cy="0"/>
          </a:xfrm>
          <a:prstGeom prst="line">
            <a:avLst/>
          </a:prstGeom>
          <a:noFill/>
          <a:ln w="31750">
            <a:solidFill>
              <a:srgbClr val="168B83"/>
            </a:solidFill>
            <a:prstDash val="solid"/>
            <a:headEnd type="none"/>
            <a:tailEnd type="none"/>
          </a:ln>
        </p:spPr>
      </p:sp>
      <p:sp>
        <p:nvSpPr>
          <p:cNvPr id="147" name="Shape 145"/>
          <p:cNvSpPr/>
          <p:nvPr/>
        </p:nvSpPr>
        <p:spPr>
          <a:xfrm>
            <a:off x="6869307" y="2283213"/>
            <a:ext cx="0" cy="17588"/>
          </a:xfrm>
          <a:prstGeom prst="line">
            <a:avLst/>
          </a:prstGeom>
          <a:noFill/>
          <a:ln w="31750">
            <a:solidFill>
              <a:srgbClr val="168B83"/>
            </a:solidFill>
            <a:prstDash val="solid"/>
            <a:headEnd type="none"/>
            <a:tailEnd type="none"/>
          </a:ln>
        </p:spPr>
      </p:sp>
      <p:sp>
        <p:nvSpPr>
          <p:cNvPr id="148" name="Shape 146"/>
          <p:cNvSpPr/>
          <p:nvPr/>
        </p:nvSpPr>
        <p:spPr>
          <a:xfrm>
            <a:off x="6869307" y="2285956"/>
            <a:ext cx="83367" cy="0"/>
          </a:xfrm>
          <a:prstGeom prst="line">
            <a:avLst/>
          </a:prstGeom>
          <a:noFill/>
          <a:ln w="31750">
            <a:solidFill>
              <a:srgbClr val="168B83"/>
            </a:solidFill>
            <a:prstDash val="solid"/>
            <a:headEnd type="none"/>
            <a:tailEnd type="none"/>
          </a:ln>
        </p:spPr>
      </p:sp>
      <p:sp>
        <p:nvSpPr>
          <p:cNvPr id="149" name="Shape 147"/>
          <p:cNvSpPr/>
          <p:nvPr/>
        </p:nvSpPr>
        <p:spPr>
          <a:xfrm>
            <a:off x="6949931" y="2276768"/>
            <a:ext cx="0" cy="11931"/>
          </a:xfrm>
          <a:prstGeom prst="line">
            <a:avLst/>
          </a:prstGeom>
          <a:noFill/>
          <a:ln w="31750">
            <a:solidFill>
              <a:srgbClr val="168B83"/>
            </a:solidFill>
            <a:prstDash val="solid"/>
            <a:headEnd type="none"/>
            <a:tailEnd type="none"/>
          </a:ln>
        </p:spPr>
      </p:sp>
      <p:sp>
        <p:nvSpPr>
          <p:cNvPr id="150" name="Shape 148"/>
          <p:cNvSpPr/>
          <p:nvPr/>
        </p:nvSpPr>
        <p:spPr>
          <a:xfrm>
            <a:off x="6949931" y="2279511"/>
            <a:ext cx="83368" cy="0"/>
          </a:xfrm>
          <a:prstGeom prst="line">
            <a:avLst/>
          </a:prstGeom>
          <a:noFill/>
          <a:ln w="31750">
            <a:solidFill>
              <a:srgbClr val="168B83"/>
            </a:solidFill>
            <a:prstDash val="solid"/>
            <a:headEnd type="none"/>
            <a:tailEnd type="none"/>
          </a:ln>
        </p:spPr>
      </p:sp>
      <p:sp>
        <p:nvSpPr>
          <p:cNvPr id="151" name="Shape 149"/>
          <p:cNvSpPr/>
          <p:nvPr/>
        </p:nvSpPr>
        <p:spPr>
          <a:xfrm>
            <a:off x="7030556" y="2271203"/>
            <a:ext cx="0" cy="11051"/>
          </a:xfrm>
          <a:prstGeom prst="line">
            <a:avLst/>
          </a:prstGeom>
          <a:noFill/>
          <a:ln w="31750">
            <a:solidFill>
              <a:srgbClr val="168B83"/>
            </a:solidFill>
            <a:prstDash val="solid"/>
            <a:headEnd type="none"/>
            <a:tailEnd type="none"/>
          </a:ln>
        </p:spPr>
      </p:sp>
      <p:sp>
        <p:nvSpPr>
          <p:cNvPr id="152" name="Shape 150"/>
          <p:cNvSpPr/>
          <p:nvPr/>
        </p:nvSpPr>
        <p:spPr>
          <a:xfrm>
            <a:off x="7030556" y="2273947"/>
            <a:ext cx="83368" cy="0"/>
          </a:xfrm>
          <a:prstGeom prst="line">
            <a:avLst/>
          </a:prstGeom>
          <a:noFill/>
          <a:ln w="31750">
            <a:solidFill>
              <a:srgbClr val="168B83"/>
            </a:solidFill>
            <a:prstDash val="solid"/>
            <a:headEnd type="none"/>
            <a:tailEnd type="none"/>
          </a:ln>
        </p:spPr>
      </p:sp>
      <p:sp>
        <p:nvSpPr>
          <p:cNvPr id="153" name="Shape 151"/>
          <p:cNvSpPr/>
          <p:nvPr/>
        </p:nvSpPr>
        <p:spPr>
          <a:xfrm>
            <a:off x="7111181" y="2266335"/>
            <a:ext cx="0" cy="10355"/>
          </a:xfrm>
          <a:prstGeom prst="line">
            <a:avLst/>
          </a:prstGeom>
          <a:noFill/>
          <a:ln w="31750">
            <a:solidFill>
              <a:srgbClr val="168B83"/>
            </a:solidFill>
            <a:prstDash val="solid"/>
            <a:headEnd type="none"/>
            <a:tailEnd type="none"/>
          </a:ln>
        </p:spPr>
      </p:sp>
      <p:sp>
        <p:nvSpPr>
          <p:cNvPr id="154" name="Shape 152"/>
          <p:cNvSpPr/>
          <p:nvPr/>
        </p:nvSpPr>
        <p:spPr>
          <a:xfrm>
            <a:off x="7111181" y="2269078"/>
            <a:ext cx="83367" cy="0"/>
          </a:xfrm>
          <a:prstGeom prst="line">
            <a:avLst/>
          </a:prstGeom>
          <a:noFill/>
          <a:ln w="31750">
            <a:solidFill>
              <a:srgbClr val="168B83"/>
            </a:solidFill>
            <a:prstDash val="solid"/>
            <a:headEnd type="none"/>
            <a:tailEnd type="none"/>
          </a:ln>
        </p:spPr>
      </p:sp>
      <p:sp>
        <p:nvSpPr>
          <p:cNvPr id="155" name="Shape 153"/>
          <p:cNvSpPr/>
          <p:nvPr/>
        </p:nvSpPr>
        <p:spPr>
          <a:xfrm>
            <a:off x="7191805" y="2261982"/>
            <a:ext cx="0" cy="9839"/>
          </a:xfrm>
          <a:prstGeom prst="line">
            <a:avLst/>
          </a:prstGeom>
          <a:noFill/>
          <a:ln w="31750">
            <a:solidFill>
              <a:srgbClr val="168B83"/>
            </a:solidFill>
            <a:prstDash val="solid"/>
            <a:headEnd type="none"/>
            <a:tailEnd type="none"/>
          </a:ln>
        </p:spPr>
      </p:sp>
      <p:sp>
        <p:nvSpPr>
          <p:cNvPr id="156" name="Shape 154"/>
          <p:cNvSpPr/>
          <p:nvPr/>
        </p:nvSpPr>
        <p:spPr>
          <a:xfrm>
            <a:off x="7191805" y="2264725"/>
            <a:ext cx="83368" cy="0"/>
          </a:xfrm>
          <a:prstGeom prst="line">
            <a:avLst/>
          </a:prstGeom>
          <a:noFill/>
          <a:ln w="31750">
            <a:solidFill>
              <a:srgbClr val="168B83"/>
            </a:solidFill>
            <a:prstDash val="solid"/>
            <a:headEnd type="none"/>
            <a:tailEnd type="none"/>
          </a:ln>
        </p:spPr>
      </p:sp>
      <p:sp>
        <p:nvSpPr>
          <p:cNvPr id="157" name="Shape 155"/>
          <p:cNvSpPr/>
          <p:nvPr/>
        </p:nvSpPr>
        <p:spPr>
          <a:xfrm>
            <a:off x="7272430" y="2257974"/>
            <a:ext cx="0" cy="9494"/>
          </a:xfrm>
          <a:prstGeom prst="line">
            <a:avLst/>
          </a:prstGeom>
          <a:noFill/>
          <a:ln w="31750">
            <a:solidFill>
              <a:srgbClr val="168B83"/>
            </a:solidFill>
            <a:prstDash val="solid"/>
            <a:headEnd type="none"/>
            <a:tailEnd type="none"/>
          </a:ln>
        </p:spPr>
      </p:sp>
      <p:sp>
        <p:nvSpPr>
          <p:cNvPr id="158" name="Shape 156"/>
          <p:cNvSpPr/>
          <p:nvPr/>
        </p:nvSpPr>
        <p:spPr>
          <a:xfrm>
            <a:off x="7272430" y="2260717"/>
            <a:ext cx="83368" cy="0"/>
          </a:xfrm>
          <a:prstGeom prst="line">
            <a:avLst/>
          </a:prstGeom>
          <a:noFill/>
          <a:ln w="31750">
            <a:solidFill>
              <a:srgbClr val="168B83"/>
            </a:solidFill>
            <a:prstDash val="solid"/>
            <a:headEnd type="none"/>
            <a:tailEnd type="none"/>
          </a:ln>
        </p:spPr>
      </p:sp>
      <p:sp>
        <p:nvSpPr>
          <p:cNvPr id="159" name="Shape 157"/>
          <p:cNvSpPr/>
          <p:nvPr/>
        </p:nvSpPr>
        <p:spPr>
          <a:xfrm>
            <a:off x="7353054" y="2254174"/>
            <a:ext cx="0" cy="9287"/>
          </a:xfrm>
          <a:prstGeom prst="line">
            <a:avLst/>
          </a:prstGeom>
          <a:noFill/>
          <a:ln w="31750">
            <a:solidFill>
              <a:srgbClr val="168B83"/>
            </a:solidFill>
            <a:prstDash val="solid"/>
            <a:headEnd type="none"/>
            <a:tailEnd type="none"/>
          </a:ln>
        </p:spPr>
      </p:sp>
      <p:sp>
        <p:nvSpPr>
          <p:cNvPr id="160" name="Shape 158"/>
          <p:cNvSpPr/>
          <p:nvPr/>
        </p:nvSpPr>
        <p:spPr>
          <a:xfrm>
            <a:off x="7353054" y="2256917"/>
            <a:ext cx="83367" cy="0"/>
          </a:xfrm>
          <a:prstGeom prst="line">
            <a:avLst/>
          </a:prstGeom>
          <a:noFill/>
          <a:ln w="31750">
            <a:solidFill>
              <a:srgbClr val="168B83"/>
            </a:solidFill>
            <a:prstDash val="solid"/>
            <a:headEnd type="none"/>
            <a:tailEnd type="none"/>
          </a:ln>
        </p:spPr>
      </p:sp>
      <p:sp>
        <p:nvSpPr>
          <p:cNvPr id="161" name="Shape 159"/>
          <p:cNvSpPr/>
          <p:nvPr/>
        </p:nvSpPr>
        <p:spPr>
          <a:xfrm>
            <a:off x="7433679" y="2250544"/>
            <a:ext cx="0" cy="9115"/>
          </a:xfrm>
          <a:prstGeom prst="line">
            <a:avLst/>
          </a:prstGeom>
          <a:noFill/>
          <a:ln w="31750">
            <a:solidFill>
              <a:srgbClr val="168B83"/>
            </a:solidFill>
            <a:prstDash val="solid"/>
            <a:headEnd type="none"/>
            <a:tailEnd type="none"/>
          </a:ln>
        </p:spPr>
      </p:sp>
      <p:sp>
        <p:nvSpPr>
          <p:cNvPr id="162" name="Shape 160"/>
          <p:cNvSpPr/>
          <p:nvPr/>
        </p:nvSpPr>
        <p:spPr>
          <a:xfrm>
            <a:off x="7433679" y="2253288"/>
            <a:ext cx="83368" cy="0"/>
          </a:xfrm>
          <a:prstGeom prst="line">
            <a:avLst/>
          </a:prstGeom>
          <a:noFill/>
          <a:ln w="31750">
            <a:solidFill>
              <a:srgbClr val="168B83"/>
            </a:solidFill>
            <a:prstDash val="solid"/>
            <a:headEnd type="none"/>
            <a:tailEnd type="none"/>
          </a:ln>
        </p:spPr>
      </p:sp>
      <p:sp>
        <p:nvSpPr>
          <p:cNvPr id="163" name="Shape 161"/>
          <p:cNvSpPr/>
          <p:nvPr/>
        </p:nvSpPr>
        <p:spPr>
          <a:xfrm>
            <a:off x="7514303" y="2247124"/>
            <a:ext cx="0" cy="8907"/>
          </a:xfrm>
          <a:prstGeom prst="line">
            <a:avLst/>
          </a:prstGeom>
          <a:noFill/>
          <a:ln w="31750">
            <a:solidFill>
              <a:srgbClr val="168B83"/>
            </a:solidFill>
            <a:prstDash val="solid"/>
            <a:headEnd type="none"/>
            <a:tailEnd type="none"/>
          </a:ln>
        </p:spPr>
      </p:sp>
      <p:sp>
        <p:nvSpPr>
          <p:cNvPr id="164" name="Shape 162"/>
          <p:cNvSpPr/>
          <p:nvPr/>
        </p:nvSpPr>
        <p:spPr>
          <a:xfrm>
            <a:off x="7514303" y="2249867"/>
            <a:ext cx="83368" cy="0"/>
          </a:xfrm>
          <a:prstGeom prst="line">
            <a:avLst/>
          </a:prstGeom>
          <a:noFill/>
          <a:ln w="31750">
            <a:solidFill>
              <a:srgbClr val="168B83"/>
            </a:solidFill>
            <a:prstDash val="solid"/>
            <a:headEnd type="none"/>
            <a:tailEnd type="none"/>
          </a:ln>
        </p:spPr>
      </p:sp>
      <p:sp>
        <p:nvSpPr>
          <p:cNvPr id="165" name="Shape 163"/>
          <p:cNvSpPr/>
          <p:nvPr/>
        </p:nvSpPr>
        <p:spPr>
          <a:xfrm>
            <a:off x="7594928" y="2243952"/>
            <a:ext cx="0" cy="8659"/>
          </a:xfrm>
          <a:prstGeom prst="line">
            <a:avLst/>
          </a:prstGeom>
          <a:noFill/>
          <a:ln w="31750">
            <a:solidFill>
              <a:srgbClr val="168B83"/>
            </a:solidFill>
            <a:prstDash val="solid"/>
            <a:headEnd type="none"/>
            <a:tailEnd type="none"/>
          </a:ln>
        </p:spPr>
      </p:sp>
      <p:sp>
        <p:nvSpPr>
          <p:cNvPr id="166" name="Shape 164"/>
          <p:cNvSpPr/>
          <p:nvPr/>
        </p:nvSpPr>
        <p:spPr>
          <a:xfrm>
            <a:off x="7594928" y="2246695"/>
            <a:ext cx="83367" cy="0"/>
          </a:xfrm>
          <a:prstGeom prst="line">
            <a:avLst/>
          </a:prstGeom>
          <a:noFill/>
          <a:ln w="31750">
            <a:solidFill>
              <a:srgbClr val="168B83"/>
            </a:solidFill>
            <a:prstDash val="solid"/>
            <a:headEnd type="none"/>
            <a:tailEnd type="none"/>
          </a:ln>
        </p:spPr>
      </p:sp>
      <p:sp>
        <p:nvSpPr>
          <p:cNvPr id="167" name="Shape 165"/>
          <p:cNvSpPr/>
          <p:nvPr/>
        </p:nvSpPr>
        <p:spPr>
          <a:xfrm>
            <a:off x="7675552" y="2241182"/>
            <a:ext cx="0" cy="8256"/>
          </a:xfrm>
          <a:prstGeom prst="line">
            <a:avLst/>
          </a:prstGeom>
          <a:noFill/>
          <a:ln w="31750">
            <a:solidFill>
              <a:srgbClr val="168B83"/>
            </a:solidFill>
            <a:prstDash val="solid"/>
            <a:headEnd type="none"/>
            <a:tailEnd type="none"/>
          </a:ln>
        </p:spPr>
      </p:sp>
      <p:sp>
        <p:nvSpPr>
          <p:cNvPr id="168" name="Shape 166"/>
          <p:cNvSpPr/>
          <p:nvPr/>
        </p:nvSpPr>
        <p:spPr>
          <a:xfrm>
            <a:off x="7675552" y="2243925"/>
            <a:ext cx="83368" cy="0"/>
          </a:xfrm>
          <a:prstGeom prst="line">
            <a:avLst/>
          </a:prstGeom>
          <a:noFill/>
          <a:ln w="31750">
            <a:solidFill>
              <a:srgbClr val="168B83"/>
            </a:solidFill>
            <a:prstDash val="solid"/>
            <a:headEnd type="none"/>
            <a:tailEnd type="none"/>
          </a:ln>
        </p:spPr>
      </p:sp>
      <p:sp>
        <p:nvSpPr>
          <p:cNvPr id="169" name="Shape 167"/>
          <p:cNvSpPr/>
          <p:nvPr/>
        </p:nvSpPr>
        <p:spPr>
          <a:xfrm>
            <a:off x="7756177" y="2238931"/>
            <a:ext cx="0" cy="7737"/>
          </a:xfrm>
          <a:prstGeom prst="line">
            <a:avLst/>
          </a:prstGeom>
          <a:noFill/>
          <a:ln w="31750">
            <a:solidFill>
              <a:srgbClr val="168B83"/>
            </a:solidFill>
            <a:prstDash val="solid"/>
            <a:headEnd type="none"/>
            <a:tailEnd type="none"/>
          </a:ln>
        </p:spPr>
      </p:sp>
      <p:sp>
        <p:nvSpPr>
          <p:cNvPr id="170" name="Shape 168"/>
          <p:cNvSpPr/>
          <p:nvPr/>
        </p:nvSpPr>
        <p:spPr>
          <a:xfrm>
            <a:off x="7756177" y="2241674"/>
            <a:ext cx="83368" cy="0"/>
          </a:xfrm>
          <a:prstGeom prst="line">
            <a:avLst/>
          </a:prstGeom>
          <a:noFill/>
          <a:ln w="31750">
            <a:solidFill>
              <a:srgbClr val="168B83"/>
            </a:solidFill>
            <a:prstDash val="solid"/>
            <a:headEnd type="none"/>
            <a:tailEnd type="none"/>
          </a:ln>
        </p:spPr>
      </p:sp>
      <p:sp>
        <p:nvSpPr>
          <p:cNvPr id="171" name="Shape 169"/>
          <p:cNvSpPr/>
          <p:nvPr/>
        </p:nvSpPr>
        <p:spPr>
          <a:xfrm>
            <a:off x="7836801" y="2238931"/>
            <a:ext cx="0" cy="69796"/>
          </a:xfrm>
          <a:prstGeom prst="line">
            <a:avLst/>
          </a:prstGeom>
          <a:noFill/>
          <a:ln w="31750">
            <a:solidFill>
              <a:srgbClr val="168B83"/>
            </a:solidFill>
            <a:prstDash val="solid"/>
            <a:headEnd type="none"/>
            <a:tailEnd type="none"/>
          </a:ln>
        </p:spPr>
      </p:sp>
      <p:sp>
        <p:nvSpPr>
          <p:cNvPr id="172" name="Shape 170"/>
          <p:cNvSpPr/>
          <p:nvPr/>
        </p:nvSpPr>
        <p:spPr>
          <a:xfrm>
            <a:off x="7836801" y="2305984"/>
            <a:ext cx="83367" cy="0"/>
          </a:xfrm>
          <a:prstGeom prst="line">
            <a:avLst/>
          </a:prstGeom>
          <a:noFill/>
          <a:ln w="31750">
            <a:solidFill>
              <a:srgbClr val="168B83"/>
            </a:solidFill>
            <a:prstDash val="solid"/>
            <a:headEnd type="none"/>
            <a:tailEnd type="none"/>
          </a:ln>
        </p:spPr>
      </p:sp>
      <p:sp>
        <p:nvSpPr>
          <p:cNvPr id="173" name="Shape 171"/>
          <p:cNvSpPr/>
          <p:nvPr/>
        </p:nvSpPr>
        <p:spPr>
          <a:xfrm>
            <a:off x="7917426" y="2301541"/>
            <a:ext cx="0" cy="7187"/>
          </a:xfrm>
          <a:prstGeom prst="line">
            <a:avLst/>
          </a:prstGeom>
          <a:noFill/>
          <a:ln w="31750">
            <a:solidFill>
              <a:srgbClr val="168B83"/>
            </a:solidFill>
            <a:prstDash val="solid"/>
            <a:headEnd type="none"/>
            <a:tailEnd type="none"/>
          </a:ln>
        </p:spPr>
      </p:sp>
      <p:sp>
        <p:nvSpPr>
          <p:cNvPr id="174" name="Shape 172"/>
          <p:cNvSpPr/>
          <p:nvPr/>
        </p:nvSpPr>
        <p:spPr>
          <a:xfrm>
            <a:off x="7917426" y="2304284"/>
            <a:ext cx="83368" cy="0"/>
          </a:xfrm>
          <a:prstGeom prst="line">
            <a:avLst/>
          </a:prstGeom>
          <a:noFill/>
          <a:ln w="31750">
            <a:solidFill>
              <a:srgbClr val="168B83"/>
            </a:solidFill>
            <a:prstDash val="solid"/>
            <a:headEnd type="none"/>
            <a:tailEnd type="none"/>
          </a:ln>
        </p:spPr>
      </p:sp>
      <p:sp>
        <p:nvSpPr>
          <p:cNvPr id="175" name="Shape 173"/>
          <p:cNvSpPr/>
          <p:nvPr/>
        </p:nvSpPr>
        <p:spPr>
          <a:xfrm>
            <a:off x="7998050" y="2298848"/>
            <a:ext cx="0" cy="8179"/>
          </a:xfrm>
          <a:prstGeom prst="line">
            <a:avLst/>
          </a:prstGeom>
          <a:noFill/>
          <a:ln w="31750">
            <a:solidFill>
              <a:srgbClr val="168B83"/>
            </a:solidFill>
            <a:prstDash val="solid"/>
            <a:headEnd type="none"/>
            <a:tailEnd type="none"/>
          </a:ln>
        </p:spPr>
      </p:sp>
      <p:sp>
        <p:nvSpPr>
          <p:cNvPr id="176" name="Shape 174"/>
          <p:cNvSpPr/>
          <p:nvPr/>
        </p:nvSpPr>
        <p:spPr>
          <a:xfrm>
            <a:off x="7998050" y="2301591"/>
            <a:ext cx="83368" cy="0"/>
          </a:xfrm>
          <a:prstGeom prst="line">
            <a:avLst/>
          </a:prstGeom>
          <a:noFill/>
          <a:ln w="31750">
            <a:solidFill>
              <a:srgbClr val="168B83"/>
            </a:solidFill>
            <a:prstDash val="solid"/>
            <a:headEnd type="none"/>
            <a:tailEnd type="none"/>
          </a:ln>
        </p:spPr>
      </p:sp>
      <p:sp>
        <p:nvSpPr>
          <p:cNvPr id="177" name="Shape 175"/>
          <p:cNvSpPr/>
          <p:nvPr/>
        </p:nvSpPr>
        <p:spPr>
          <a:xfrm>
            <a:off x="8078675" y="2294983"/>
            <a:ext cx="0" cy="9352"/>
          </a:xfrm>
          <a:prstGeom prst="line">
            <a:avLst/>
          </a:prstGeom>
          <a:noFill/>
          <a:ln w="31750">
            <a:solidFill>
              <a:srgbClr val="168B83"/>
            </a:solidFill>
            <a:prstDash val="solid"/>
            <a:headEnd type="none"/>
            <a:tailEnd type="none"/>
          </a:ln>
        </p:spPr>
      </p:sp>
      <p:sp>
        <p:nvSpPr>
          <p:cNvPr id="178" name="Shape 176"/>
          <p:cNvSpPr/>
          <p:nvPr/>
        </p:nvSpPr>
        <p:spPr>
          <a:xfrm>
            <a:off x="8078675" y="2297726"/>
            <a:ext cx="83367" cy="0"/>
          </a:xfrm>
          <a:prstGeom prst="line">
            <a:avLst/>
          </a:prstGeom>
          <a:noFill/>
          <a:ln w="31750">
            <a:solidFill>
              <a:srgbClr val="168B83"/>
            </a:solidFill>
            <a:prstDash val="solid"/>
            <a:headEnd type="none"/>
            <a:tailEnd type="none"/>
          </a:ln>
        </p:spPr>
      </p:sp>
      <p:sp>
        <p:nvSpPr>
          <p:cNvPr id="179" name="Shape 177"/>
          <p:cNvSpPr/>
          <p:nvPr/>
        </p:nvSpPr>
        <p:spPr>
          <a:xfrm>
            <a:off x="8159299" y="2290052"/>
            <a:ext cx="0" cy="10417"/>
          </a:xfrm>
          <a:prstGeom prst="line">
            <a:avLst/>
          </a:prstGeom>
          <a:noFill/>
          <a:ln w="31750">
            <a:solidFill>
              <a:srgbClr val="168B83"/>
            </a:solidFill>
            <a:prstDash val="solid"/>
            <a:headEnd type="none"/>
            <a:tailEnd type="none"/>
          </a:ln>
        </p:spPr>
      </p:sp>
      <p:sp>
        <p:nvSpPr>
          <p:cNvPr id="180" name="Shape 178"/>
          <p:cNvSpPr/>
          <p:nvPr/>
        </p:nvSpPr>
        <p:spPr>
          <a:xfrm>
            <a:off x="8159299" y="2292795"/>
            <a:ext cx="83368" cy="0"/>
          </a:xfrm>
          <a:prstGeom prst="line">
            <a:avLst/>
          </a:prstGeom>
          <a:noFill/>
          <a:ln w="31750">
            <a:solidFill>
              <a:srgbClr val="168B83"/>
            </a:solidFill>
            <a:prstDash val="solid"/>
            <a:headEnd type="none"/>
            <a:tailEnd type="none"/>
          </a:ln>
        </p:spPr>
      </p:sp>
      <p:sp>
        <p:nvSpPr>
          <p:cNvPr id="181" name="Shape 179"/>
          <p:cNvSpPr/>
          <p:nvPr/>
        </p:nvSpPr>
        <p:spPr>
          <a:xfrm>
            <a:off x="8239924" y="2284461"/>
            <a:ext cx="0" cy="11077"/>
          </a:xfrm>
          <a:prstGeom prst="line">
            <a:avLst/>
          </a:prstGeom>
          <a:noFill/>
          <a:ln w="31750">
            <a:solidFill>
              <a:srgbClr val="168B83"/>
            </a:solidFill>
            <a:prstDash val="solid"/>
            <a:headEnd type="none"/>
            <a:tailEnd type="none"/>
          </a:ln>
        </p:spPr>
      </p:sp>
      <p:sp>
        <p:nvSpPr>
          <p:cNvPr id="182" name="Shape 180"/>
          <p:cNvSpPr/>
          <p:nvPr/>
        </p:nvSpPr>
        <p:spPr>
          <a:xfrm>
            <a:off x="8239924" y="2287205"/>
            <a:ext cx="83368" cy="0"/>
          </a:xfrm>
          <a:prstGeom prst="line">
            <a:avLst/>
          </a:prstGeom>
          <a:noFill/>
          <a:ln w="31750">
            <a:solidFill>
              <a:srgbClr val="168B83"/>
            </a:solidFill>
            <a:prstDash val="solid"/>
            <a:headEnd type="none"/>
            <a:tailEnd type="none"/>
          </a:ln>
        </p:spPr>
      </p:sp>
      <p:sp>
        <p:nvSpPr>
          <p:cNvPr id="183" name="Shape 181"/>
          <p:cNvSpPr/>
          <p:nvPr/>
        </p:nvSpPr>
        <p:spPr>
          <a:xfrm>
            <a:off x="8320549" y="2278624"/>
            <a:ext cx="0" cy="11324"/>
          </a:xfrm>
          <a:prstGeom prst="line">
            <a:avLst/>
          </a:prstGeom>
          <a:noFill/>
          <a:ln w="31750">
            <a:solidFill>
              <a:srgbClr val="168B83"/>
            </a:solidFill>
            <a:prstDash val="solid"/>
            <a:headEnd type="none"/>
            <a:tailEnd type="none"/>
          </a:ln>
        </p:spPr>
      </p:sp>
      <p:sp>
        <p:nvSpPr>
          <p:cNvPr id="184" name="Shape 182"/>
          <p:cNvSpPr/>
          <p:nvPr/>
        </p:nvSpPr>
        <p:spPr>
          <a:xfrm>
            <a:off x="8320549" y="2281367"/>
            <a:ext cx="83367" cy="0"/>
          </a:xfrm>
          <a:prstGeom prst="line">
            <a:avLst/>
          </a:prstGeom>
          <a:noFill/>
          <a:ln w="31750">
            <a:solidFill>
              <a:srgbClr val="168B83"/>
            </a:solidFill>
            <a:prstDash val="solid"/>
            <a:headEnd type="none"/>
            <a:tailEnd type="none"/>
          </a:ln>
        </p:spPr>
      </p:sp>
      <p:sp>
        <p:nvSpPr>
          <p:cNvPr id="185" name="Shape 183"/>
          <p:cNvSpPr/>
          <p:nvPr/>
        </p:nvSpPr>
        <p:spPr>
          <a:xfrm>
            <a:off x="8401173" y="2272954"/>
            <a:ext cx="0" cy="11156"/>
          </a:xfrm>
          <a:prstGeom prst="line">
            <a:avLst/>
          </a:prstGeom>
          <a:noFill/>
          <a:ln w="31750">
            <a:solidFill>
              <a:srgbClr val="168B83"/>
            </a:solidFill>
            <a:prstDash val="solid"/>
            <a:headEnd type="none"/>
            <a:tailEnd type="none"/>
          </a:ln>
        </p:spPr>
      </p:sp>
      <p:sp>
        <p:nvSpPr>
          <p:cNvPr id="186" name="Shape 184"/>
          <p:cNvSpPr/>
          <p:nvPr/>
        </p:nvSpPr>
        <p:spPr>
          <a:xfrm>
            <a:off x="8401173" y="2275697"/>
            <a:ext cx="83368" cy="0"/>
          </a:xfrm>
          <a:prstGeom prst="line">
            <a:avLst/>
          </a:prstGeom>
          <a:noFill/>
          <a:ln w="31750">
            <a:solidFill>
              <a:srgbClr val="168B83"/>
            </a:solidFill>
            <a:prstDash val="solid"/>
            <a:headEnd type="none"/>
            <a:tailEnd type="none"/>
          </a:ln>
        </p:spPr>
      </p:sp>
      <p:sp>
        <p:nvSpPr>
          <p:cNvPr id="187" name="Shape 185"/>
          <p:cNvSpPr/>
          <p:nvPr/>
        </p:nvSpPr>
        <p:spPr>
          <a:xfrm>
            <a:off x="8481797" y="2267750"/>
            <a:ext cx="0" cy="10691"/>
          </a:xfrm>
          <a:prstGeom prst="line">
            <a:avLst/>
          </a:prstGeom>
          <a:noFill/>
          <a:ln w="31750">
            <a:solidFill>
              <a:srgbClr val="168B83"/>
            </a:solidFill>
            <a:prstDash val="solid"/>
            <a:headEnd type="none"/>
            <a:tailEnd type="none"/>
          </a:ln>
        </p:spPr>
      </p:sp>
      <p:sp>
        <p:nvSpPr>
          <p:cNvPr id="188" name="Shape 186"/>
          <p:cNvSpPr/>
          <p:nvPr/>
        </p:nvSpPr>
        <p:spPr>
          <a:xfrm>
            <a:off x="8481797" y="2270493"/>
            <a:ext cx="83368" cy="0"/>
          </a:xfrm>
          <a:prstGeom prst="line">
            <a:avLst/>
          </a:prstGeom>
          <a:noFill/>
          <a:ln w="31750">
            <a:solidFill>
              <a:srgbClr val="168B83"/>
            </a:solidFill>
            <a:prstDash val="solid"/>
            <a:headEnd type="none"/>
            <a:tailEnd type="none"/>
          </a:ln>
        </p:spPr>
      </p:sp>
      <p:sp>
        <p:nvSpPr>
          <p:cNvPr id="189" name="Shape 187"/>
          <p:cNvSpPr/>
          <p:nvPr/>
        </p:nvSpPr>
        <p:spPr>
          <a:xfrm>
            <a:off x="8562422" y="2263097"/>
            <a:ext cx="0" cy="10139"/>
          </a:xfrm>
          <a:prstGeom prst="line">
            <a:avLst/>
          </a:prstGeom>
          <a:noFill/>
          <a:ln w="31750">
            <a:solidFill>
              <a:srgbClr val="168B83"/>
            </a:solidFill>
            <a:prstDash val="solid"/>
            <a:headEnd type="none"/>
            <a:tailEnd type="none"/>
          </a:ln>
        </p:spPr>
      </p:sp>
      <p:sp>
        <p:nvSpPr>
          <p:cNvPr id="190" name="Shape 188"/>
          <p:cNvSpPr/>
          <p:nvPr/>
        </p:nvSpPr>
        <p:spPr>
          <a:xfrm>
            <a:off x="8562422" y="2265840"/>
            <a:ext cx="83367" cy="0"/>
          </a:xfrm>
          <a:prstGeom prst="line">
            <a:avLst/>
          </a:prstGeom>
          <a:noFill/>
          <a:ln w="31750">
            <a:solidFill>
              <a:srgbClr val="168B83"/>
            </a:solidFill>
            <a:prstDash val="solid"/>
            <a:headEnd type="none"/>
            <a:tailEnd type="none"/>
          </a:ln>
        </p:spPr>
      </p:sp>
      <p:sp>
        <p:nvSpPr>
          <p:cNvPr id="191" name="Shape 189"/>
          <p:cNvSpPr/>
          <p:nvPr/>
        </p:nvSpPr>
        <p:spPr>
          <a:xfrm>
            <a:off x="8643046" y="2258954"/>
            <a:ext cx="0" cy="9629"/>
          </a:xfrm>
          <a:prstGeom prst="line">
            <a:avLst/>
          </a:prstGeom>
          <a:noFill/>
          <a:ln w="31750">
            <a:solidFill>
              <a:srgbClr val="168B83"/>
            </a:solidFill>
            <a:prstDash val="solid"/>
            <a:headEnd type="none"/>
            <a:tailEnd type="none"/>
          </a:ln>
        </p:spPr>
      </p:sp>
      <p:sp>
        <p:nvSpPr>
          <p:cNvPr id="192" name="Shape 190"/>
          <p:cNvSpPr/>
          <p:nvPr/>
        </p:nvSpPr>
        <p:spPr>
          <a:xfrm>
            <a:off x="8643046" y="2261697"/>
            <a:ext cx="83368" cy="0"/>
          </a:xfrm>
          <a:prstGeom prst="line">
            <a:avLst/>
          </a:prstGeom>
          <a:noFill/>
          <a:ln w="31750">
            <a:solidFill>
              <a:srgbClr val="168B83"/>
            </a:solidFill>
            <a:prstDash val="solid"/>
            <a:headEnd type="none"/>
            <a:tailEnd type="none"/>
          </a:ln>
        </p:spPr>
      </p:sp>
      <p:sp>
        <p:nvSpPr>
          <p:cNvPr id="193" name="Shape 191"/>
          <p:cNvSpPr/>
          <p:nvPr/>
        </p:nvSpPr>
        <p:spPr>
          <a:xfrm>
            <a:off x="8723671" y="2255225"/>
            <a:ext cx="0" cy="9215"/>
          </a:xfrm>
          <a:prstGeom prst="line">
            <a:avLst/>
          </a:prstGeom>
          <a:noFill/>
          <a:ln w="31750">
            <a:solidFill>
              <a:srgbClr val="168B83"/>
            </a:solidFill>
            <a:prstDash val="solid"/>
            <a:headEnd type="none"/>
            <a:tailEnd type="none"/>
          </a:ln>
        </p:spPr>
      </p:sp>
      <p:sp>
        <p:nvSpPr>
          <p:cNvPr id="194" name="Shape 192"/>
          <p:cNvSpPr/>
          <p:nvPr/>
        </p:nvSpPr>
        <p:spPr>
          <a:xfrm>
            <a:off x="8723671" y="2257969"/>
            <a:ext cx="83368" cy="0"/>
          </a:xfrm>
          <a:prstGeom prst="line">
            <a:avLst/>
          </a:prstGeom>
          <a:noFill/>
          <a:ln w="31750">
            <a:solidFill>
              <a:srgbClr val="168B83"/>
            </a:solidFill>
            <a:prstDash val="solid"/>
            <a:headEnd type="none"/>
            <a:tailEnd type="none"/>
          </a:ln>
        </p:spPr>
      </p:sp>
      <p:sp>
        <p:nvSpPr>
          <p:cNvPr id="195" name="Shape 193"/>
          <p:cNvSpPr/>
          <p:nvPr/>
        </p:nvSpPr>
        <p:spPr>
          <a:xfrm>
            <a:off x="8804296" y="2255225"/>
            <a:ext cx="0" cy="82048"/>
          </a:xfrm>
          <a:prstGeom prst="line">
            <a:avLst/>
          </a:prstGeom>
          <a:noFill/>
          <a:ln w="31750">
            <a:solidFill>
              <a:srgbClr val="168B83"/>
            </a:solidFill>
            <a:prstDash val="solid"/>
            <a:headEnd type="none"/>
            <a:tailEnd type="none"/>
          </a:ln>
        </p:spPr>
      </p:sp>
      <p:sp>
        <p:nvSpPr>
          <p:cNvPr id="196" name="Shape 194"/>
          <p:cNvSpPr/>
          <p:nvPr/>
        </p:nvSpPr>
        <p:spPr>
          <a:xfrm>
            <a:off x="8804296" y="2334531"/>
            <a:ext cx="83367" cy="0"/>
          </a:xfrm>
          <a:prstGeom prst="line">
            <a:avLst/>
          </a:prstGeom>
          <a:noFill/>
          <a:ln w="31750">
            <a:solidFill>
              <a:srgbClr val="168B83"/>
            </a:solidFill>
            <a:prstDash val="solid"/>
            <a:headEnd type="none"/>
            <a:tailEnd type="none"/>
          </a:ln>
        </p:spPr>
      </p:sp>
      <p:sp>
        <p:nvSpPr>
          <p:cNvPr id="197" name="Shape 195"/>
          <p:cNvSpPr/>
          <p:nvPr/>
        </p:nvSpPr>
        <p:spPr>
          <a:xfrm>
            <a:off x="8884920" y="2328660"/>
            <a:ext cx="0" cy="8614"/>
          </a:xfrm>
          <a:prstGeom prst="line">
            <a:avLst/>
          </a:prstGeom>
          <a:noFill/>
          <a:ln w="31750">
            <a:solidFill>
              <a:srgbClr val="168B83"/>
            </a:solidFill>
            <a:prstDash val="solid"/>
            <a:headEnd type="none"/>
            <a:tailEnd type="none"/>
          </a:ln>
        </p:spPr>
      </p:sp>
      <p:sp>
        <p:nvSpPr>
          <p:cNvPr id="198" name="Shape 196"/>
          <p:cNvSpPr/>
          <p:nvPr/>
        </p:nvSpPr>
        <p:spPr>
          <a:xfrm>
            <a:off x="8884920" y="2331403"/>
            <a:ext cx="83368" cy="0"/>
          </a:xfrm>
          <a:prstGeom prst="line">
            <a:avLst/>
          </a:prstGeom>
          <a:noFill/>
          <a:ln w="31750">
            <a:solidFill>
              <a:srgbClr val="168B83"/>
            </a:solidFill>
            <a:prstDash val="solid"/>
            <a:headEnd type="none"/>
            <a:tailEnd type="none"/>
          </a:ln>
        </p:spPr>
      </p:sp>
      <p:sp>
        <p:nvSpPr>
          <p:cNvPr id="199" name="Shape 197"/>
          <p:cNvSpPr/>
          <p:nvPr/>
        </p:nvSpPr>
        <p:spPr>
          <a:xfrm>
            <a:off x="8965545" y="2324748"/>
            <a:ext cx="0" cy="9398"/>
          </a:xfrm>
          <a:prstGeom prst="line">
            <a:avLst/>
          </a:prstGeom>
          <a:noFill/>
          <a:ln w="31750">
            <a:solidFill>
              <a:srgbClr val="168B83"/>
            </a:solidFill>
            <a:prstDash val="solid"/>
            <a:headEnd type="none"/>
            <a:tailEnd type="none"/>
          </a:ln>
        </p:spPr>
      </p:sp>
      <p:sp>
        <p:nvSpPr>
          <p:cNvPr id="200" name="Shape 198"/>
          <p:cNvSpPr/>
          <p:nvPr/>
        </p:nvSpPr>
        <p:spPr>
          <a:xfrm>
            <a:off x="8965545" y="2327491"/>
            <a:ext cx="83368" cy="0"/>
          </a:xfrm>
          <a:prstGeom prst="line">
            <a:avLst/>
          </a:prstGeom>
          <a:noFill/>
          <a:ln w="31750">
            <a:solidFill>
              <a:srgbClr val="168B83"/>
            </a:solidFill>
            <a:prstDash val="solid"/>
            <a:headEnd type="none"/>
            <a:tailEnd type="none"/>
          </a:ln>
        </p:spPr>
      </p:sp>
      <p:sp>
        <p:nvSpPr>
          <p:cNvPr id="201" name="Shape 199"/>
          <p:cNvSpPr/>
          <p:nvPr/>
        </p:nvSpPr>
        <p:spPr>
          <a:xfrm>
            <a:off x="9046169" y="2319661"/>
            <a:ext cx="0" cy="10574"/>
          </a:xfrm>
          <a:prstGeom prst="line">
            <a:avLst/>
          </a:prstGeom>
          <a:noFill/>
          <a:ln w="31750">
            <a:solidFill>
              <a:srgbClr val="168B83"/>
            </a:solidFill>
            <a:prstDash val="solid"/>
            <a:headEnd type="none"/>
            <a:tailEnd type="none"/>
          </a:ln>
        </p:spPr>
      </p:sp>
      <p:sp>
        <p:nvSpPr>
          <p:cNvPr id="202" name="Shape 200"/>
          <p:cNvSpPr/>
          <p:nvPr/>
        </p:nvSpPr>
        <p:spPr>
          <a:xfrm>
            <a:off x="9046169" y="2322404"/>
            <a:ext cx="83367" cy="0"/>
          </a:xfrm>
          <a:prstGeom prst="line">
            <a:avLst/>
          </a:prstGeom>
          <a:noFill/>
          <a:ln w="31750">
            <a:solidFill>
              <a:srgbClr val="168B83"/>
            </a:solidFill>
            <a:prstDash val="solid"/>
            <a:headEnd type="none"/>
            <a:tailEnd type="none"/>
          </a:ln>
        </p:spPr>
      </p:sp>
      <p:sp>
        <p:nvSpPr>
          <p:cNvPr id="203" name="Shape 201"/>
          <p:cNvSpPr/>
          <p:nvPr/>
        </p:nvSpPr>
        <p:spPr>
          <a:xfrm>
            <a:off x="9126793" y="2313038"/>
            <a:ext cx="0" cy="12109"/>
          </a:xfrm>
          <a:prstGeom prst="line">
            <a:avLst/>
          </a:prstGeom>
          <a:noFill/>
          <a:ln w="31750">
            <a:solidFill>
              <a:srgbClr val="168B83"/>
            </a:solidFill>
            <a:prstDash val="solid"/>
            <a:headEnd type="none"/>
            <a:tailEnd type="none"/>
          </a:ln>
        </p:spPr>
      </p:sp>
      <p:sp>
        <p:nvSpPr>
          <p:cNvPr id="204" name="Shape 202"/>
          <p:cNvSpPr/>
          <p:nvPr/>
        </p:nvSpPr>
        <p:spPr>
          <a:xfrm>
            <a:off x="9126793" y="2315781"/>
            <a:ext cx="83368" cy="0"/>
          </a:xfrm>
          <a:prstGeom prst="line">
            <a:avLst/>
          </a:prstGeom>
          <a:noFill/>
          <a:ln w="31750">
            <a:solidFill>
              <a:srgbClr val="168B83"/>
            </a:solidFill>
            <a:prstDash val="solid"/>
            <a:headEnd type="none"/>
            <a:tailEnd type="none"/>
          </a:ln>
        </p:spPr>
      </p:sp>
      <p:sp>
        <p:nvSpPr>
          <p:cNvPr id="205" name="Shape 203"/>
          <p:cNvSpPr/>
          <p:nvPr/>
        </p:nvSpPr>
        <p:spPr>
          <a:xfrm>
            <a:off x="9207418" y="2306001"/>
            <a:ext cx="0" cy="12523"/>
          </a:xfrm>
          <a:prstGeom prst="line">
            <a:avLst/>
          </a:prstGeom>
          <a:noFill/>
          <a:ln w="31750">
            <a:solidFill>
              <a:srgbClr val="168B83"/>
            </a:solidFill>
            <a:prstDash val="solid"/>
            <a:headEnd type="none"/>
            <a:tailEnd type="none"/>
          </a:ln>
        </p:spPr>
      </p:sp>
      <p:sp>
        <p:nvSpPr>
          <p:cNvPr id="206" name="Shape 204"/>
          <p:cNvSpPr/>
          <p:nvPr/>
        </p:nvSpPr>
        <p:spPr>
          <a:xfrm>
            <a:off x="9207418" y="2308745"/>
            <a:ext cx="83368" cy="0"/>
          </a:xfrm>
          <a:prstGeom prst="line">
            <a:avLst/>
          </a:prstGeom>
          <a:noFill/>
          <a:ln w="31750">
            <a:solidFill>
              <a:srgbClr val="168B83"/>
            </a:solidFill>
            <a:prstDash val="solid"/>
            <a:headEnd type="none"/>
            <a:tailEnd type="none"/>
          </a:ln>
        </p:spPr>
      </p:sp>
      <p:sp>
        <p:nvSpPr>
          <p:cNvPr id="207" name="Shape 205"/>
          <p:cNvSpPr/>
          <p:nvPr/>
        </p:nvSpPr>
        <p:spPr>
          <a:xfrm>
            <a:off x="9288043" y="2299016"/>
            <a:ext cx="0" cy="12472"/>
          </a:xfrm>
          <a:prstGeom prst="line">
            <a:avLst/>
          </a:prstGeom>
          <a:noFill/>
          <a:ln w="31750">
            <a:solidFill>
              <a:srgbClr val="168B83"/>
            </a:solidFill>
            <a:prstDash val="solid"/>
            <a:headEnd type="none"/>
            <a:tailEnd type="none"/>
          </a:ln>
        </p:spPr>
      </p:sp>
      <p:sp>
        <p:nvSpPr>
          <p:cNvPr id="208" name="Shape 206"/>
          <p:cNvSpPr/>
          <p:nvPr/>
        </p:nvSpPr>
        <p:spPr>
          <a:xfrm>
            <a:off x="9288043" y="2301759"/>
            <a:ext cx="83367" cy="0"/>
          </a:xfrm>
          <a:prstGeom prst="line">
            <a:avLst/>
          </a:prstGeom>
          <a:noFill/>
          <a:ln w="31750">
            <a:solidFill>
              <a:srgbClr val="168B83"/>
            </a:solidFill>
            <a:prstDash val="solid"/>
            <a:headEnd type="none"/>
            <a:tailEnd type="none"/>
          </a:ln>
        </p:spPr>
      </p:sp>
      <p:sp>
        <p:nvSpPr>
          <p:cNvPr id="209" name="Shape 207"/>
          <p:cNvSpPr/>
          <p:nvPr/>
        </p:nvSpPr>
        <p:spPr>
          <a:xfrm>
            <a:off x="9368667" y="2292371"/>
            <a:ext cx="0" cy="12131"/>
          </a:xfrm>
          <a:prstGeom prst="line">
            <a:avLst/>
          </a:prstGeom>
          <a:noFill/>
          <a:ln w="31750">
            <a:solidFill>
              <a:srgbClr val="168B83"/>
            </a:solidFill>
            <a:prstDash val="solid"/>
            <a:headEnd type="none"/>
            <a:tailEnd type="none"/>
          </a:ln>
        </p:spPr>
      </p:sp>
      <p:sp>
        <p:nvSpPr>
          <p:cNvPr id="210" name="Shape 208"/>
          <p:cNvSpPr/>
          <p:nvPr/>
        </p:nvSpPr>
        <p:spPr>
          <a:xfrm>
            <a:off x="9368667" y="2295114"/>
            <a:ext cx="83368" cy="0"/>
          </a:xfrm>
          <a:prstGeom prst="line">
            <a:avLst/>
          </a:prstGeom>
          <a:noFill/>
          <a:ln w="31750">
            <a:solidFill>
              <a:srgbClr val="168B83"/>
            </a:solidFill>
            <a:prstDash val="solid"/>
            <a:headEnd type="none"/>
            <a:tailEnd type="none"/>
          </a:ln>
        </p:spPr>
      </p:sp>
      <p:sp>
        <p:nvSpPr>
          <p:cNvPr id="211" name="Shape 209"/>
          <p:cNvSpPr/>
          <p:nvPr/>
        </p:nvSpPr>
        <p:spPr>
          <a:xfrm>
            <a:off x="9449292" y="2285930"/>
            <a:ext cx="0" cy="11927"/>
          </a:xfrm>
          <a:prstGeom prst="line">
            <a:avLst/>
          </a:prstGeom>
          <a:noFill/>
          <a:ln w="31750">
            <a:solidFill>
              <a:srgbClr val="168B83"/>
            </a:solidFill>
            <a:prstDash val="solid"/>
            <a:headEnd type="none"/>
            <a:tailEnd type="none"/>
          </a:ln>
        </p:spPr>
      </p:sp>
      <p:sp>
        <p:nvSpPr>
          <p:cNvPr id="212" name="Shape 210"/>
          <p:cNvSpPr/>
          <p:nvPr/>
        </p:nvSpPr>
        <p:spPr>
          <a:xfrm>
            <a:off x="9449292" y="2288674"/>
            <a:ext cx="83368" cy="0"/>
          </a:xfrm>
          <a:prstGeom prst="line">
            <a:avLst/>
          </a:prstGeom>
          <a:noFill/>
          <a:ln w="31750">
            <a:solidFill>
              <a:srgbClr val="168B83"/>
            </a:solidFill>
            <a:prstDash val="solid"/>
            <a:headEnd type="none"/>
            <a:tailEnd type="none"/>
          </a:ln>
        </p:spPr>
      </p:sp>
      <p:sp>
        <p:nvSpPr>
          <p:cNvPr id="213" name="Shape 211"/>
          <p:cNvSpPr/>
          <p:nvPr/>
        </p:nvSpPr>
        <p:spPr>
          <a:xfrm>
            <a:off x="9529916" y="2280384"/>
            <a:ext cx="0" cy="11033"/>
          </a:xfrm>
          <a:prstGeom prst="line">
            <a:avLst/>
          </a:prstGeom>
          <a:noFill/>
          <a:ln w="31750">
            <a:solidFill>
              <a:srgbClr val="168B83"/>
            </a:solidFill>
            <a:prstDash val="solid"/>
            <a:headEnd type="none"/>
            <a:tailEnd type="none"/>
          </a:ln>
        </p:spPr>
      </p:sp>
      <p:sp>
        <p:nvSpPr>
          <p:cNvPr id="214" name="Shape 212"/>
          <p:cNvSpPr/>
          <p:nvPr/>
        </p:nvSpPr>
        <p:spPr>
          <a:xfrm>
            <a:off x="9529916" y="2283127"/>
            <a:ext cx="83367" cy="0"/>
          </a:xfrm>
          <a:prstGeom prst="line">
            <a:avLst/>
          </a:prstGeom>
          <a:noFill/>
          <a:ln w="31750">
            <a:solidFill>
              <a:srgbClr val="168B83"/>
            </a:solidFill>
            <a:prstDash val="solid"/>
            <a:headEnd type="none"/>
            <a:tailEnd type="none"/>
          </a:ln>
        </p:spPr>
      </p:sp>
      <p:sp>
        <p:nvSpPr>
          <p:cNvPr id="215" name="Shape 213"/>
          <p:cNvSpPr/>
          <p:nvPr/>
        </p:nvSpPr>
        <p:spPr>
          <a:xfrm>
            <a:off x="9610540" y="2276290"/>
            <a:ext cx="0" cy="9580"/>
          </a:xfrm>
          <a:prstGeom prst="line">
            <a:avLst/>
          </a:prstGeom>
          <a:noFill/>
          <a:ln w="31750">
            <a:solidFill>
              <a:srgbClr val="168B83"/>
            </a:solidFill>
            <a:prstDash val="solid"/>
            <a:headEnd type="none"/>
            <a:tailEnd type="none"/>
          </a:ln>
        </p:spPr>
      </p:sp>
      <p:sp>
        <p:nvSpPr>
          <p:cNvPr id="216" name="Shape 214"/>
          <p:cNvSpPr/>
          <p:nvPr/>
        </p:nvSpPr>
        <p:spPr>
          <a:xfrm>
            <a:off x="9610540" y="2279033"/>
            <a:ext cx="83368" cy="0"/>
          </a:xfrm>
          <a:prstGeom prst="line">
            <a:avLst/>
          </a:prstGeom>
          <a:noFill/>
          <a:ln w="31750">
            <a:solidFill>
              <a:srgbClr val="168B83"/>
            </a:solidFill>
            <a:prstDash val="solid"/>
            <a:headEnd type="none"/>
            <a:tailEnd type="none"/>
          </a:ln>
        </p:spPr>
      </p:sp>
      <p:sp>
        <p:nvSpPr>
          <p:cNvPr id="217" name="Shape 215"/>
          <p:cNvSpPr/>
          <p:nvPr/>
        </p:nvSpPr>
        <p:spPr>
          <a:xfrm>
            <a:off x="9691165" y="2273578"/>
            <a:ext cx="0" cy="8199"/>
          </a:xfrm>
          <a:prstGeom prst="line">
            <a:avLst/>
          </a:prstGeom>
          <a:noFill/>
          <a:ln w="31750">
            <a:solidFill>
              <a:srgbClr val="168B83"/>
            </a:solidFill>
            <a:prstDash val="solid"/>
            <a:headEnd type="none"/>
            <a:tailEnd type="none"/>
          </a:ln>
        </p:spPr>
      </p:sp>
      <p:sp>
        <p:nvSpPr>
          <p:cNvPr id="218" name="Shape 216"/>
          <p:cNvSpPr/>
          <p:nvPr/>
        </p:nvSpPr>
        <p:spPr>
          <a:xfrm>
            <a:off x="9691165" y="2276321"/>
            <a:ext cx="83368" cy="0"/>
          </a:xfrm>
          <a:prstGeom prst="line">
            <a:avLst/>
          </a:prstGeom>
          <a:noFill/>
          <a:ln w="31750">
            <a:solidFill>
              <a:srgbClr val="168B83"/>
            </a:solidFill>
            <a:prstDash val="solid"/>
            <a:headEnd type="none"/>
            <a:tailEnd type="none"/>
          </a:ln>
        </p:spPr>
      </p:sp>
      <p:sp>
        <p:nvSpPr>
          <p:cNvPr id="219" name="Shape 217"/>
          <p:cNvSpPr/>
          <p:nvPr/>
        </p:nvSpPr>
        <p:spPr>
          <a:xfrm>
            <a:off x="9771790" y="2273578"/>
            <a:ext cx="0" cy="70266"/>
          </a:xfrm>
          <a:prstGeom prst="line">
            <a:avLst/>
          </a:prstGeom>
          <a:noFill/>
          <a:ln w="31750">
            <a:solidFill>
              <a:srgbClr val="168B83"/>
            </a:solidFill>
            <a:prstDash val="solid"/>
            <a:headEnd type="none"/>
            <a:tailEnd type="none"/>
          </a:ln>
        </p:spPr>
      </p:sp>
      <p:sp>
        <p:nvSpPr>
          <p:cNvPr id="220" name="Shape 218"/>
          <p:cNvSpPr/>
          <p:nvPr/>
        </p:nvSpPr>
        <p:spPr>
          <a:xfrm>
            <a:off x="9771790" y="2341101"/>
            <a:ext cx="83367" cy="0"/>
          </a:xfrm>
          <a:prstGeom prst="line">
            <a:avLst/>
          </a:prstGeom>
          <a:noFill/>
          <a:ln w="31750">
            <a:solidFill>
              <a:srgbClr val="168B83"/>
            </a:solidFill>
            <a:prstDash val="solid"/>
            <a:headEnd type="none"/>
            <a:tailEnd type="none"/>
          </a:ln>
        </p:spPr>
      </p:sp>
      <p:sp>
        <p:nvSpPr>
          <p:cNvPr id="221" name="Shape 219"/>
          <p:cNvSpPr/>
          <p:nvPr/>
        </p:nvSpPr>
        <p:spPr>
          <a:xfrm>
            <a:off x="9852414" y="2336990"/>
            <a:ext cx="0" cy="6855"/>
          </a:xfrm>
          <a:prstGeom prst="line">
            <a:avLst/>
          </a:prstGeom>
          <a:noFill/>
          <a:ln w="31750">
            <a:solidFill>
              <a:srgbClr val="168B83"/>
            </a:solidFill>
            <a:prstDash val="solid"/>
            <a:headEnd type="none"/>
            <a:tailEnd type="none"/>
          </a:ln>
        </p:spPr>
      </p:sp>
      <p:sp>
        <p:nvSpPr>
          <p:cNvPr id="222" name="Shape 220"/>
          <p:cNvSpPr/>
          <p:nvPr/>
        </p:nvSpPr>
        <p:spPr>
          <a:xfrm>
            <a:off x="9852414" y="2339733"/>
            <a:ext cx="83368" cy="0"/>
          </a:xfrm>
          <a:prstGeom prst="line">
            <a:avLst/>
          </a:prstGeom>
          <a:noFill/>
          <a:ln w="31750">
            <a:solidFill>
              <a:srgbClr val="168B83"/>
            </a:solidFill>
            <a:prstDash val="solid"/>
            <a:headEnd type="none"/>
            <a:tailEnd type="none"/>
          </a:ln>
        </p:spPr>
      </p:sp>
      <p:sp>
        <p:nvSpPr>
          <p:cNvPr id="223" name="Shape 221"/>
          <p:cNvSpPr/>
          <p:nvPr/>
        </p:nvSpPr>
        <p:spPr>
          <a:xfrm>
            <a:off x="9933039" y="2334246"/>
            <a:ext cx="0" cy="8230"/>
          </a:xfrm>
          <a:prstGeom prst="line">
            <a:avLst/>
          </a:prstGeom>
          <a:noFill/>
          <a:ln w="31750">
            <a:solidFill>
              <a:srgbClr val="168B83"/>
            </a:solidFill>
            <a:prstDash val="solid"/>
            <a:headEnd type="none"/>
            <a:tailEnd type="none"/>
          </a:ln>
        </p:spPr>
      </p:sp>
      <p:sp>
        <p:nvSpPr>
          <p:cNvPr id="224" name="Shape 222"/>
          <p:cNvSpPr/>
          <p:nvPr/>
        </p:nvSpPr>
        <p:spPr>
          <a:xfrm>
            <a:off x="9933039" y="2336989"/>
            <a:ext cx="83368" cy="0"/>
          </a:xfrm>
          <a:prstGeom prst="line">
            <a:avLst/>
          </a:prstGeom>
          <a:noFill/>
          <a:ln w="31750">
            <a:solidFill>
              <a:srgbClr val="168B83"/>
            </a:solidFill>
            <a:prstDash val="solid"/>
            <a:headEnd type="none"/>
            <a:tailEnd type="none"/>
          </a:ln>
        </p:spPr>
      </p:sp>
      <p:sp>
        <p:nvSpPr>
          <p:cNvPr id="225" name="Shape 223"/>
          <p:cNvSpPr/>
          <p:nvPr/>
        </p:nvSpPr>
        <p:spPr>
          <a:xfrm>
            <a:off x="10013663" y="2329811"/>
            <a:ext cx="0" cy="9922"/>
          </a:xfrm>
          <a:prstGeom prst="line">
            <a:avLst/>
          </a:prstGeom>
          <a:noFill/>
          <a:ln w="31750">
            <a:solidFill>
              <a:srgbClr val="168B83"/>
            </a:solidFill>
            <a:prstDash val="solid"/>
            <a:headEnd type="none"/>
            <a:tailEnd type="none"/>
          </a:ln>
        </p:spPr>
      </p:sp>
      <p:sp>
        <p:nvSpPr>
          <p:cNvPr id="226" name="Shape 224"/>
          <p:cNvSpPr/>
          <p:nvPr/>
        </p:nvSpPr>
        <p:spPr>
          <a:xfrm>
            <a:off x="10013663" y="2332554"/>
            <a:ext cx="83367" cy="0"/>
          </a:xfrm>
          <a:prstGeom prst="line">
            <a:avLst/>
          </a:prstGeom>
          <a:noFill/>
          <a:ln w="31750">
            <a:solidFill>
              <a:srgbClr val="168B83"/>
            </a:solidFill>
            <a:prstDash val="solid"/>
            <a:headEnd type="none"/>
            <a:tailEnd type="none"/>
          </a:ln>
        </p:spPr>
      </p:sp>
      <p:sp>
        <p:nvSpPr>
          <p:cNvPr id="227" name="Shape 225"/>
          <p:cNvSpPr/>
          <p:nvPr/>
        </p:nvSpPr>
        <p:spPr>
          <a:xfrm>
            <a:off x="10094288" y="2323868"/>
            <a:ext cx="0" cy="11429"/>
          </a:xfrm>
          <a:prstGeom prst="line">
            <a:avLst/>
          </a:prstGeom>
          <a:noFill/>
          <a:ln w="31750">
            <a:solidFill>
              <a:srgbClr val="168B83"/>
            </a:solidFill>
            <a:prstDash val="solid"/>
            <a:headEnd type="none"/>
            <a:tailEnd type="none"/>
          </a:ln>
        </p:spPr>
      </p:sp>
      <p:sp>
        <p:nvSpPr>
          <p:cNvPr id="228" name="Shape 226"/>
          <p:cNvSpPr/>
          <p:nvPr/>
        </p:nvSpPr>
        <p:spPr>
          <a:xfrm>
            <a:off x="10094288" y="2326611"/>
            <a:ext cx="83368" cy="0"/>
          </a:xfrm>
          <a:prstGeom prst="line">
            <a:avLst/>
          </a:prstGeom>
          <a:noFill/>
          <a:ln w="31750">
            <a:solidFill>
              <a:srgbClr val="168B83"/>
            </a:solidFill>
            <a:prstDash val="solid"/>
            <a:headEnd type="none"/>
            <a:tailEnd type="none"/>
          </a:ln>
        </p:spPr>
      </p:sp>
      <p:sp>
        <p:nvSpPr>
          <p:cNvPr id="229" name="Shape 227"/>
          <p:cNvSpPr/>
          <p:nvPr/>
        </p:nvSpPr>
        <p:spPr>
          <a:xfrm>
            <a:off x="10174912" y="2317115"/>
            <a:ext cx="0" cy="12240"/>
          </a:xfrm>
          <a:prstGeom prst="line">
            <a:avLst/>
          </a:prstGeom>
          <a:noFill/>
          <a:ln w="31750">
            <a:solidFill>
              <a:srgbClr val="168B83"/>
            </a:solidFill>
            <a:prstDash val="solid"/>
            <a:headEnd type="none"/>
            <a:tailEnd type="none"/>
          </a:ln>
        </p:spPr>
      </p:sp>
      <p:sp>
        <p:nvSpPr>
          <p:cNvPr id="230" name="Shape 228"/>
          <p:cNvSpPr/>
          <p:nvPr/>
        </p:nvSpPr>
        <p:spPr>
          <a:xfrm>
            <a:off x="10174912" y="2319858"/>
            <a:ext cx="83368" cy="0"/>
          </a:xfrm>
          <a:prstGeom prst="line">
            <a:avLst/>
          </a:prstGeom>
          <a:noFill/>
          <a:ln w="31750">
            <a:solidFill>
              <a:srgbClr val="168B83"/>
            </a:solidFill>
            <a:prstDash val="solid"/>
            <a:headEnd type="none"/>
            <a:tailEnd type="none"/>
          </a:ln>
        </p:spPr>
      </p:sp>
      <p:sp>
        <p:nvSpPr>
          <p:cNvPr id="231" name="Shape 229"/>
          <p:cNvSpPr/>
          <p:nvPr/>
        </p:nvSpPr>
        <p:spPr>
          <a:xfrm>
            <a:off x="10255537" y="2310186"/>
            <a:ext cx="0" cy="12415"/>
          </a:xfrm>
          <a:prstGeom prst="line">
            <a:avLst/>
          </a:prstGeom>
          <a:noFill/>
          <a:ln w="31750">
            <a:solidFill>
              <a:srgbClr val="168B83"/>
            </a:solidFill>
            <a:prstDash val="solid"/>
            <a:headEnd type="none"/>
            <a:tailEnd type="none"/>
          </a:ln>
        </p:spPr>
      </p:sp>
      <p:sp>
        <p:nvSpPr>
          <p:cNvPr id="232" name="Shape 230"/>
          <p:cNvSpPr/>
          <p:nvPr/>
        </p:nvSpPr>
        <p:spPr>
          <a:xfrm>
            <a:off x="10255537" y="2312929"/>
            <a:ext cx="83367" cy="0"/>
          </a:xfrm>
          <a:prstGeom prst="line">
            <a:avLst/>
          </a:prstGeom>
          <a:noFill/>
          <a:ln w="31750">
            <a:solidFill>
              <a:srgbClr val="168B83"/>
            </a:solidFill>
            <a:prstDash val="solid"/>
            <a:headEnd type="none"/>
            <a:tailEnd type="none"/>
          </a:ln>
        </p:spPr>
      </p:sp>
      <p:sp>
        <p:nvSpPr>
          <p:cNvPr id="233" name="Shape 231"/>
          <p:cNvSpPr/>
          <p:nvPr/>
        </p:nvSpPr>
        <p:spPr>
          <a:xfrm>
            <a:off x="10336161" y="2303672"/>
            <a:ext cx="0" cy="12000"/>
          </a:xfrm>
          <a:prstGeom prst="line">
            <a:avLst/>
          </a:prstGeom>
          <a:noFill/>
          <a:ln w="31750">
            <a:solidFill>
              <a:srgbClr val="168B83"/>
            </a:solidFill>
            <a:prstDash val="solid"/>
            <a:headEnd type="none"/>
            <a:tailEnd type="none"/>
          </a:ln>
        </p:spPr>
      </p:sp>
      <p:sp>
        <p:nvSpPr>
          <p:cNvPr id="234" name="Shape 232"/>
          <p:cNvSpPr/>
          <p:nvPr/>
        </p:nvSpPr>
        <p:spPr>
          <a:xfrm>
            <a:off x="10336161" y="2306415"/>
            <a:ext cx="83368" cy="0"/>
          </a:xfrm>
          <a:prstGeom prst="line">
            <a:avLst/>
          </a:prstGeom>
          <a:noFill/>
          <a:ln w="31750">
            <a:solidFill>
              <a:srgbClr val="168B83"/>
            </a:solidFill>
            <a:prstDash val="solid"/>
            <a:headEnd type="none"/>
            <a:tailEnd type="none"/>
          </a:ln>
        </p:spPr>
      </p:sp>
      <p:sp>
        <p:nvSpPr>
          <p:cNvPr id="235" name="Shape 233"/>
          <p:cNvSpPr/>
          <p:nvPr/>
        </p:nvSpPr>
        <p:spPr>
          <a:xfrm>
            <a:off x="10416786" y="2297782"/>
            <a:ext cx="0" cy="11376"/>
          </a:xfrm>
          <a:prstGeom prst="line">
            <a:avLst/>
          </a:prstGeom>
          <a:noFill/>
          <a:ln w="31750">
            <a:solidFill>
              <a:srgbClr val="168B83"/>
            </a:solidFill>
            <a:prstDash val="solid"/>
            <a:headEnd type="none"/>
            <a:tailEnd type="none"/>
          </a:ln>
        </p:spPr>
      </p:sp>
      <p:sp>
        <p:nvSpPr>
          <p:cNvPr id="236" name="Shape 234"/>
          <p:cNvSpPr/>
          <p:nvPr/>
        </p:nvSpPr>
        <p:spPr>
          <a:xfrm>
            <a:off x="10416786" y="2300525"/>
            <a:ext cx="83368" cy="0"/>
          </a:xfrm>
          <a:prstGeom prst="line">
            <a:avLst/>
          </a:prstGeom>
          <a:noFill/>
          <a:ln w="31750">
            <a:solidFill>
              <a:srgbClr val="168B83"/>
            </a:solidFill>
            <a:prstDash val="solid"/>
            <a:headEnd type="none"/>
            <a:tailEnd type="none"/>
          </a:ln>
        </p:spPr>
      </p:sp>
      <p:sp>
        <p:nvSpPr>
          <p:cNvPr id="237" name="Shape 235"/>
          <p:cNvSpPr/>
          <p:nvPr/>
        </p:nvSpPr>
        <p:spPr>
          <a:xfrm>
            <a:off x="10497410" y="2292730"/>
            <a:ext cx="0" cy="10539"/>
          </a:xfrm>
          <a:prstGeom prst="line">
            <a:avLst/>
          </a:prstGeom>
          <a:noFill/>
          <a:ln w="31750">
            <a:solidFill>
              <a:srgbClr val="168B83"/>
            </a:solidFill>
            <a:prstDash val="solid"/>
            <a:headEnd type="none"/>
            <a:tailEnd type="none"/>
          </a:ln>
        </p:spPr>
      </p:sp>
      <p:sp>
        <p:nvSpPr>
          <p:cNvPr id="238" name="Shape 236"/>
          <p:cNvSpPr/>
          <p:nvPr/>
        </p:nvSpPr>
        <p:spPr>
          <a:xfrm>
            <a:off x="10497410" y="2295473"/>
            <a:ext cx="83367" cy="0"/>
          </a:xfrm>
          <a:prstGeom prst="line">
            <a:avLst/>
          </a:prstGeom>
          <a:noFill/>
          <a:ln w="31750">
            <a:solidFill>
              <a:srgbClr val="168B83"/>
            </a:solidFill>
            <a:prstDash val="solid"/>
            <a:headEnd type="none"/>
            <a:tailEnd type="none"/>
          </a:ln>
        </p:spPr>
      </p:sp>
      <p:sp>
        <p:nvSpPr>
          <p:cNvPr id="239" name="Shape 237"/>
          <p:cNvSpPr/>
          <p:nvPr/>
        </p:nvSpPr>
        <p:spPr>
          <a:xfrm>
            <a:off x="10578035" y="2288504"/>
            <a:ext cx="0" cy="9713"/>
          </a:xfrm>
          <a:prstGeom prst="line">
            <a:avLst/>
          </a:prstGeom>
          <a:noFill/>
          <a:ln w="31750">
            <a:solidFill>
              <a:srgbClr val="168B83"/>
            </a:solidFill>
            <a:prstDash val="solid"/>
            <a:headEnd type="none"/>
            <a:tailEnd type="none"/>
          </a:ln>
        </p:spPr>
      </p:sp>
      <p:sp>
        <p:nvSpPr>
          <p:cNvPr id="240" name="Shape 238"/>
          <p:cNvSpPr/>
          <p:nvPr/>
        </p:nvSpPr>
        <p:spPr>
          <a:xfrm>
            <a:off x="10578035" y="2291247"/>
            <a:ext cx="83368" cy="0"/>
          </a:xfrm>
          <a:prstGeom prst="line">
            <a:avLst/>
          </a:prstGeom>
          <a:noFill/>
          <a:ln w="31750">
            <a:solidFill>
              <a:srgbClr val="168B83"/>
            </a:solidFill>
            <a:prstDash val="solid"/>
            <a:headEnd type="none"/>
            <a:tailEnd type="none"/>
          </a:ln>
        </p:spPr>
      </p:sp>
      <p:sp>
        <p:nvSpPr>
          <p:cNvPr id="241" name="Shape 239"/>
          <p:cNvSpPr/>
          <p:nvPr/>
        </p:nvSpPr>
        <p:spPr>
          <a:xfrm>
            <a:off x="10658659" y="2285066"/>
            <a:ext cx="0" cy="8924"/>
          </a:xfrm>
          <a:prstGeom prst="line">
            <a:avLst/>
          </a:prstGeom>
          <a:noFill/>
          <a:ln w="31750">
            <a:solidFill>
              <a:srgbClr val="168B83"/>
            </a:solidFill>
            <a:prstDash val="solid"/>
            <a:headEnd type="none"/>
            <a:tailEnd type="none"/>
          </a:ln>
        </p:spPr>
      </p:sp>
      <p:sp>
        <p:nvSpPr>
          <p:cNvPr id="242" name="Shape 240"/>
          <p:cNvSpPr/>
          <p:nvPr/>
        </p:nvSpPr>
        <p:spPr>
          <a:xfrm>
            <a:off x="10658659" y="2287809"/>
            <a:ext cx="83368" cy="0"/>
          </a:xfrm>
          <a:prstGeom prst="line">
            <a:avLst/>
          </a:prstGeom>
          <a:noFill/>
          <a:ln w="31750">
            <a:solidFill>
              <a:srgbClr val="168B83"/>
            </a:solidFill>
            <a:prstDash val="solid"/>
            <a:headEnd type="none"/>
            <a:tailEnd type="none"/>
          </a:ln>
        </p:spPr>
      </p:sp>
      <p:sp>
        <p:nvSpPr>
          <p:cNvPr id="243" name="Shape 241"/>
          <p:cNvSpPr/>
          <p:nvPr/>
        </p:nvSpPr>
        <p:spPr>
          <a:xfrm>
            <a:off x="10739284" y="2285066"/>
            <a:ext cx="0" cy="56658"/>
          </a:xfrm>
          <a:prstGeom prst="line">
            <a:avLst/>
          </a:prstGeom>
          <a:noFill/>
          <a:ln w="31750">
            <a:solidFill>
              <a:srgbClr val="168B83"/>
            </a:solidFill>
            <a:prstDash val="solid"/>
            <a:headEnd type="none"/>
            <a:tailEnd type="none"/>
          </a:ln>
        </p:spPr>
      </p:sp>
      <p:sp>
        <p:nvSpPr>
          <p:cNvPr id="244" name="Shape 242"/>
          <p:cNvSpPr/>
          <p:nvPr/>
        </p:nvSpPr>
        <p:spPr>
          <a:xfrm>
            <a:off x="10739284" y="2338981"/>
            <a:ext cx="83367" cy="0"/>
          </a:xfrm>
          <a:prstGeom prst="line">
            <a:avLst/>
          </a:prstGeom>
          <a:noFill/>
          <a:ln w="31750">
            <a:solidFill>
              <a:srgbClr val="168B83"/>
            </a:solidFill>
            <a:prstDash val="solid"/>
            <a:headEnd type="none"/>
            <a:tailEnd type="none"/>
          </a:ln>
        </p:spPr>
      </p:sp>
      <p:sp>
        <p:nvSpPr>
          <p:cNvPr id="245" name="Shape 243"/>
          <p:cNvSpPr/>
          <p:nvPr/>
        </p:nvSpPr>
        <p:spPr>
          <a:xfrm>
            <a:off x="10819908" y="2333701"/>
            <a:ext cx="0" cy="8023"/>
          </a:xfrm>
          <a:prstGeom prst="line">
            <a:avLst/>
          </a:prstGeom>
          <a:noFill/>
          <a:ln w="31750">
            <a:solidFill>
              <a:srgbClr val="168B83"/>
            </a:solidFill>
            <a:prstDash val="solid"/>
            <a:headEnd type="none"/>
            <a:tailEnd type="none"/>
          </a:ln>
        </p:spPr>
      </p:sp>
      <p:sp>
        <p:nvSpPr>
          <p:cNvPr id="246" name="Shape 244"/>
          <p:cNvSpPr/>
          <p:nvPr/>
        </p:nvSpPr>
        <p:spPr>
          <a:xfrm>
            <a:off x="10819908" y="2336444"/>
            <a:ext cx="83368" cy="0"/>
          </a:xfrm>
          <a:prstGeom prst="line">
            <a:avLst/>
          </a:prstGeom>
          <a:noFill/>
          <a:ln w="31750">
            <a:solidFill>
              <a:srgbClr val="168B83"/>
            </a:solidFill>
            <a:prstDash val="solid"/>
            <a:headEnd type="none"/>
            <a:tailEnd type="none"/>
          </a:ln>
        </p:spPr>
      </p:sp>
      <p:sp>
        <p:nvSpPr>
          <p:cNvPr id="247" name="Shape 245"/>
          <p:cNvSpPr/>
          <p:nvPr/>
        </p:nvSpPr>
        <p:spPr>
          <a:xfrm>
            <a:off x="10900533" y="2330028"/>
            <a:ext cx="0" cy="9159"/>
          </a:xfrm>
          <a:prstGeom prst="line">
            <a:avLst/>
          </a:prstGeom>
          <a:noFill/>
          <a:ln w="31750">
            <a:solidFill>
              <a:srgbClr val="168B83"/>
            </a:solidFill>
            <a:prstDash val="solid"/>
            <a:headEnd type="none"/>
            <a:tailEnd type="none"/>
          </a:ln>
        </p:spPr>
      </p:sp>
      <p:sp>
        <p:nvSpPr>
          <p:cNvPr id="248" name="Shape 246"/>
          <p:cNvSpPr/>
          <p:nvPr/>
        </p:nvSpPr>
        <p:spPr>
          <a:xfrm>
            <a:off x="10900533" y="2332771"/>
            <a:ext cx="83368" cy="0"/>
          </a:xfrm>
          <a:prstGeom prst="line">
            <a:avLst/>
          </a:prstGeom>
          <a:noFill/>
          <a:ln w="31750">
            <a:solidFill>
              <a:srgbClr val="168B83"/>
            </a:solidFill>
            <a:prstDash val="solid"/>
            <a:headEnd type="none"/>
            <a:tailEnd type="none"/>
          </a:ln>
        </p:spPr>
      </p:sp>
      <p:sp>
        <p:nvSpPr>
          <p:cNvPr id="249" name="Shape 247"/>
          <p:cNvSpPr/>
          <p:nvPr/>
        </p:nvSpPr>
        <p:spPr>
          <a:xfrm>
            <a:off x="10981158" y="2325128"/>
            <a:ext cx="0" cy="10386"/>
          </a:xfrm>
          <a:prstGeom prst="line">
            <a:avLst/>
          </a:prstGeom>
          <a:noFill/>
          <a:ln w="31750">
            <a:solidFill>
              <a:srgbClr val="168B83"/>
            </a:solidFill>
            <a:prstDash val="solid"/>
            <a:headEnd type="none"/>
            <a:tailEnd type="none"/>
          </a:ln>
        </p:spPr>
      </p:sp>
      <p:sp>
        <p:nvSpPr>
          <p:cNvPr id="250" name="Shape 248"/>
          <p:cNvSpPr/>
          <p:nvPr/>
        </p:nvSpPr>
        <p:spPr>
          <a:xfrm>
            <a:off x="10981158" y="2327871"/>
            <a:ext cx="83367" cy="0"/>
          </a:xfrm>
          <a:prstGeom prst="line">
            <a:avLst/>
          </a:prstGeom>
          <a:noFill/>
          <a:ln w="31750">
            <a:solidFill>
              <a:srgbClr val="168B83"/>
            </a:solidFill>
            <a:prstDash val="solid"/>
            <a:headEnd type="none"/>
            <a:tailEnd type="none"/>
          </a:ln>
        </p:spPr>
      </p:sp>
      <p:sp>
        <p:nvSpPr>
          <p:cNvPr id="251" name="Shape 249"/>
          <p:cNvSpPr/>
          <p:nvPr/>
        </p:nvSpPr>
        <p:spPr>
          <a:xfrm>
            <a:off x="11061782" y="2319251"/>
            <a:ext cx="0" cy="11363"/>
          </a:xfrm>
          <a:prstGeom prst="line">
            <a:avLst/>
          </a:prstGeom>
          <a:noFill/>
          <a:ln w="31750">
            <a:solidFill>
              <a:srgbClr val="168B83"/>
            </a:solidFill>
            <a:prstDash val="solid"/>
            <a:headEnd type="none"/>
            <a:tailEnd type="none"/>
          </a:ln>
        </p:spPr>
      </p:sp>
      <p:sp>
        <p:nvSpPr>
          <p:cNvPr id="252" name="Shape 250"/>
          <p:cNvSpPr/>
          <p:nvPr/>
        </p:nvSpPr>
        <p:spPr>
          <a:xfrm>
            <a:off x="11061782" y="2321994"/>
            <a:ext cx="83368" cy="0"/>
          </a:xfrm>
          <a:prstGeom prst="line">
            <a:avLst/>
          </a:prstGeom>
          <a:noFill/>
          <a:ln w="31750">
            <a:solidFill>
              <a:srgbClr val="168B83"/>
            </a:solidFill>
            <a:prstDash val="solid"/>
            <a:headEnd type="none"/>
            <a:tailEnd type="none"/>
          </a:ln>
        </p:spPr>
      </p:sp>
      <p:sp>
        <p:nvSpPr>
          <p:cNvPr id="253" name="Shape 251"/>
          <p:cNvSpPr/>
          <p:nvPr/>
        </p:nvSpPr>
        <p:spPr>
          <a:xfrm>
            <a:off x="11142406" y="2312930"/>
            <a:ext cx="0" cy="11808"/>
          </a:xfrm>
          <a:prstGeom prst="line">
            <a:avLst/>
          </a:prstGeom>
          <a:noFill/>
          <a:ln w="31750">
            <a:solidFill>
              <a:srgbClr val="168B83"/>
            </a:solidFill>
            <a:prstDash val="solid"/>
            <a:headEnd type="none"/>
            <a:tailEnd type="none"/>
          </a:ln>
        </p:spPr>
      </p:sp>
      <p:sp>
        <p:nvSpPr>
          <p:cNvPr id="254" name="Shape 252"/>
          <p:cNvSpPr/>
          <p:nvPr/>
        </p:nvSpPr>
        <p:spPr>
          <a:xfrm>
            <a:off x="11142406" y="2315673"/>
            <a:ext cx="83368" cy="0"/>
          </a:xfrm>
          <a:prstGeom prst="line">
            <a:avLst/>
          </a:prstGeom>
          <a:noFill/>
          <a:ln w="31750">
            <a:solidFill>
              <a:srgbClr val="168B83"/>
            </a:solidFill>
            <a:prstDash val="solid"/>
            <a:headEnd type="none"/>
            <a:tailEnd type="none"/>
          </a:ln>
        </p:spPr>
      </p:sp>
      <p:sp>
        <p:nvSpPr>
          <p:cNvPr id="255" name="Shape 253"/>
          <p:cNvSpPr/>
          <p:nvPr/>
        </p:nvSpPr>
        <p:spPr>
          <a:xfrm>
            <a:off x="11223031" y="2306635"/>
            <a:ext cx="0" cy="11781"/>
          </a:xfrm>
          <a:prstGeom prst="line">
            <a:avLst/>
          </a:prstGeom>
          <a:noFill/>
          <a:ln w="31750">
            <a:solidFill>
              <a:srgbClr val="168B83"/>
            </a:solidFill>
            <a:prstDash val="solid"/>
            <a:headEnd type="none"/>
            <a:tailEnd type="none"/>
          </a:ln>
        </p:spPr>
      </p:sp>
      <p:sp>
        <p:nvSpPr>
          <p:cNvPr id="256" name="Shape 254"/>
          <p:cNvSpPr/>
          <p:nvPr/>
        </p:nvSpPr>
        <p:spPr>
          <a:xfrm>
            <a:off x="11223031" y="2309378"/>
            <a:ext cx="83367" cy="0"/>
          </a:xfrm>
          <a:prstGeom prst="line">
            <a:avLst/>
          </a:prstGeom>
          <a:noFill/>
          <a:ln w="31750">
            <a:solidFill>
              <a:srgbClr val="168B83"/>
            </a:solidFill>
            <a:prstDash val="solid"/>
            <a:headEnd type="none"/>
            <a:tailEnd type="none"/>
          </a:ln>
        </p:spPr>
      </p:sp>
      <p:sp>
        <p:nvSpPr>
          <p:cNvPr id="257" name="Shape 255"/>
          <p:cNvSpPr/>
          <p:nvPr/>
        </p:nvSpPr>
        <p:spPr>
          <a:xfrm>
            <a:off x="11303655" y="2300756"/>
            <a:ext cx="0" cy="11365"/>
          </a:xfrm>
          <a:prstGeom prst="line">
            <a:avLst/>
          </a:prstGeom>
          <a:noFill/>
          <a:ln w="31750">
            <a:solidFill>
              <a:srgbClr val="168B83"/>
            </a:solidFill>
            <a:prstDash val="solid"/>
            <a:headEnd type="none"/>
            <a:tailEnd type="none"/>
          </a:ln>
        </p:spPr>
      </p:sp>
      <p:sp>
        <p:nvSpPr>
          <p:cNvPr id="258" name="Shape 256"/>
          <p:cNvSpPr/>
          <p:nvPr/>
        </p:nvSpPr>
        <p:spPr>
          <a:xfrm>
            <a:off x="11303655" y="2303499"/>
            <a:ext cx="83368" cy="0"/>
          </a:xfrm>
          <a:prstGeom prst="line">
            <a:avLst/>
          </a:prstGeom>
          <a:noFill/>
          <a:ln w="31750">
            <a:solidFill>
              <a:srgbClr val="168B83"/>
            </a:solidFill>
            <a:prstDash val="solid"/>
            <a:headEnd type="none"/>
            <a:tailEnd type="none"/>
          </a:ln>
        </p:spPr>
      </p:sp>
      <p:sp>
        <p:nvSpPr>
          <p:cNvPr id="259" name="Shape 257"/>
          <p:cNvSpPr/>
          <p:nvPr/>
        </p:nvSpPr>
        <p:spPr>
          <a:xfrm>
            <a:off x="11384280" y="2295591"/>
            <a:ext cx="0" cy="10651"/>
          </a:xfrm>
          <a:prstGeom prst="line">
            <a:avLst/>
          </a:prstGeom>
          <a:noFill/>
          <a:ln w="31750">
            <a:solidFill>
              <a:srgbClr val="168B83"/>
            </a:solidFill>
            <a:prstDash val="solid"/>
            <a:headEnd type="none"/>
            <a:tailEnd type="none"/>
          </a:ln>
        </p:spPr>
      </p:sp>
      <p:sp>
        <p:nvSpPr>
          <p:cNvPr id="260" name="Shape 258"/>
          <p:cNvSpPr/>
          <p:nvPr/>
        </p:nvSpPr>
        <p:spPr>
          <a:xfrm>
            <a:off x="3886200" y="4582306"/>
            <a:ext cx="83368" cy="0"/>
          </a:xfrm>
          <a:prstGeom prst="line">
            <a:avLst/>
          </a:prstGeom>
          <a:noFill/>
          <a:ln w="31750">
            <a:solidFill>
              <a:srgbClr val="5C4DB7"/>
            </a:solidFill>
            <a:prstDash val="solid"/>
            <a:headEnd type="none"/>
            <a:tailEnd type="none"/>
          </a:ln>
        </p:spPr>
      </p:sp>
      <p:sp>
        <p:nvSpPr>
          <p:cNvPr id="261" name="Shape 259"/>
          <p:cNvSpPr/>
          <p:nvPr/>
        </p:nvSpPr>
        <p:spPr>
          <a:xfrm>
            <a:off x="3966825" y="4578996"/>
            <a:ext cx="0" cy="6053"/>
          </a:xfrm>
          <a:prstGeom prst="line">
            <a:avLst/>
          </a:prstGeom>
          <a:noFill/>
          <a:ln w="31750">
            <a:solidFill>
              <a:srgbClr val="5C4DB7"/>
            </a:solidFill>
            <a:prstDash val="solid"/>
            <a:headEnd type="none"/>
            <a:tailEnd type="none"/>
          </a:ln>
        </p:spPr>
      </p:sp>
      <p:sp>
        <p:nvSpPr>
          <p:cNvPr id="262" name="Shape 260"/>
          <p:cNvSpPr/>
          <p:nvPr/>
        </p:nvSpPr>
        <p:spPr>
          <a:xfrm>
            <a:off x="3966825" y="4581739"/>
            <a:ext cx="83367" cy="0"/>
          </a:xfrm>
          <a:prstGeom prst="line">
            <a:avLst/>
          </a:prstGeom>
          <a:noFill/>
          <a:ln w="31750">
            <a:solidFill>
              <a:srgbClr val="5C4DB7"/>
            </a:solidFill>
            <a:prstDash val="solid"/>
            <a:headEnd type="none"/>
            <a:tailEnd type="none"/>
          </a:ln>
        </p:spPr>
      </p:sp>
      <p:sp>
        <p:nvSpPr>
          <p:cNvPr id="263" name="Shape 261"/>
          <p:cNvSpPr/>
          <p:nvPr/>
        </p:nvSpPr>
        <p:spPr>
          <a:xfrm>
            <a:off x="4047449" y="4578996"/>
            <a:ext cx="0" cy="5531"/>
          </a:xfrm>
          <a:prstGeom prst="line">
            <a:avLst/>
          </a:prstGeom>
          <a:noFill/>
          <a:ln w="31750">
            <a:solidFill>
              <a:srgbClr val="5C4DB7"/>
            </a:solidFill>
            <a:prstDash val="solid"/>
            <a:headEnd type="none"/>
            <a:tailEnd type="none"/>
          </a:ln>
        </p:spPr>
      </p:sp>
      <p:sp>
        <p:nvSpPr>
          <p:cNvPr id="264" name="Shape 262"/>
          <p:cNvSpPr/>
          <p:nvPr/>
        </p:nvSpPr>
        <p:spPr>
          <a:xfrm>
            <a:off x="4047449" y="4581784"/>
            <a:ext cx="83368" cy="0"/>
          </a:xfrm>
          <a:prstGeom prst="line">
            <a:avLst/>
          </a:prstGeom>
          <a:noFill/>
          <a:ln w="31750">
            <a:solidFill>
              <a:srgbClr val="5C4DB7"/>
            </a:solidFill>
            <a:prstDash val="solid"/>
            <a:headEnd type="none"/>
            <a:tailEnd type="none"/>
          </a:ln>
        </p:spPr>
      </p:sp>
      <p:sp>
        <p:nvSpPr>
          <p:cNvPr id="265" name="Shape 263"/>
          <p:cNvSpPr/>
          <p:nvPr/>
        </p:nvSpPr>
        <p:spPr>
          <a:xfrm>
            <a:off x="4128074" y="4579041"/>
            <a:ext cx="0" cy="5543"/>
          </a:xfrm>
          <a:prstGeom prst="line">
            <a:avLst/>
          </a:prstGeom>
          <a:noFill/>
          <a:ln w="31750">
            <a:solidFill>
              <a:srgbClr val="5C4DB7"/>
            </a:solidFill>
            <a:prstDash val="solid"/>
            <a:headEnd type="none"/>
            <a:tailEnd type="none"/>
          </a:ln>
        </p:spPr>
      </p:sp>
      <p:sp>
        <p:nvSpPr>
          <p:cNvPr id="266" name="Shape 264"/>
          <p:cNvSpPr/>
          <p:nvPr/>
        </p:nvSpPr>
        <p:spPr>
          <a:xfrm>
            <a:off x="4128074" y="4581840"/>
            <a:ext cx="83368" cy="0"/>
          </a:xfrm>
          <a:prstGeom prst="line">
            <a:avLst/>
          </a:prstGeom>
          <a:noFill/>
          <a:ln w="31750">
            <a:solidFill>
              <a:srgbClr val="5C4DB7"/>
            </a:solidFill>
            <a:prstDash val="solid"/>
            <a:headEnd type="none"/>
            <a:tailEnd type="none"/>
          </a:ln>
        </p:spPr>
      </p:sp>
      <p:sp>
        <p:nvSpPr>
          <p:cNvPr id="267" name="Shape 265"/>
          <p:cNvSpPr/>
          <p:nvPr/>
        </p:nvSpPr>
        <p:spPr>
          <a:xfrm>
            <a:off x="4208698" y="4579097"/>
            <a:ext cx="0" cy="5547"/>
          </a:xfrm>
          <a:prstGeom prst="line">
            <a:avLst/>
          </a:prstGeom>
          <a:noFill/>
          <a:ln w="31750">
            <a:solidFill>
              <a:srgbClr val="5C4DB7"/>
            </a:solidFill>
            <a:prstDash val="solid"/>
            <a:headEnd type="none"/>
            <a:tailEnd type="none"/>
          </a:ln>
        </p:spPr>
      </p:sp>
      <p:sp>
        <p:nvSpPr>
          <p:cNvPr id="268" name="Shape 266"/>
          <p:cNvSpPr/>
          <p:nvPr/>
        </p:nvSpPr>
        <p:spPr>
          <a:xfrm>
            <a:off x="4208698" y="4581901"/>
            <a:ext cx="83367" cy="0"/>
          </a:xfrm>
          <a:prstGeom prst="line">
            <a:avLst/>
          </a:prstGeom>
          <a:noFill/>
          <a:ln w="31750">
            <a:solidFill>
              <a:srgbClr val="5C4DB7"/>
            </a:solidFill>
            <a:prstDash val="solid"/>
            <a:headEnd type="none"/>
            <a:tailEnd type="none"/>
          </a:ln>
        </p:spPr>
      </p:sp>
      <p:sp>
        <p:nvSpPr>
          <p:cNvPr id="269" name="Shape 267"/>
          <p:cNvSpPr/>
          <p:nvPr/>
        </p:nvSpPr>
        <p:spPr>
          <a:xfrm>
            <a:off x="4289322" y="4579158"/>
            <a:ext cx="0" cy="5546"/>
          </a:xfrm>
          <a:prstGeom prst="line">
            <a:avLst/>
          </a:prstGeom>
          <a:noFill/>
          <a:ln w="31750">
            <a:solidFill>
              <a:srgbClr val="5C4DB7"/>
            </a:solidFill>
            <a:prstDash val="solid"/>
            <a:headEnd type="none"/>
            <a:tailEnd type="none"/>
          </a:ln>
        </p:spPr>
      </p:sp>
      <p:sp>
        <p:nvSpPr>
          <p:cNvPr id="270" name="Shape 268"/>
          <p:cNvSpPr/>
          <p:nvPr/>
        </p:nvSpPr>
        <p:spPr>
          <a:xfrm>
            <a:off x="4289322" y="4581960"/>
            <a:ext cx="83368" cy="0"/>
          </a:xfrm>
          <a:prstGeom prst="line">
            <a:avLst/>
          </a:prstGeom>
          <a:noFill/>
          <a:ln w="31750">
            <a:solidFill>
              <a:srgbClr val="5C4DB7"/>
            </a:solidFill>
            <a:prstDash val="solid"/>
            <a:headEnd type="none"/>
            <a:tailEnd type="none"/>
          </a:ln>
        </p:spPr>
      </p:sp>
      <p:sp>
        <p:nvSpPr>
          <p:cNvPr id="271" name="Shape 269"/>
          <p:cNvSpPr/>
          <p:nvPr/>
        </p:nvSpPr>
        <p:spPr>
          <a:xfrm>
            <a:off x="4369947" y="4579217"/>
            <a:ext cx="0" cy="5545"/>
          </a:xfrm>
          <a:prstGeom prst="line">
            <a:avLst/>
          </a:prstGeom>
          <a:noFill/>
          <a:ln w="31750">
            <a:solidFill>
              <a:srgbClr val="5C4DB7"/>
            </a:solidFill>
            <a:prstDash val="solid"/>
            <a:headEnd type="none"/>
            <a:tailEnd type="none"/>
          </a:ln>
        </p:spPr>
      </p:sp>
      <p:sp>
        <p:nvSpPr>
          <p:cNvPr id="272" name="Shape 270"/>
          <p:cNvSpPr/>
          <p:nvPr/>
        </p:nvSpPr>
        <p:spPr>
          <a:xfrm>
            <a:off x="4369947" y="4582019"/>
            <a:ext cx="83368" cy="0"/>
          </a:xfrm>
          <a:prstGeom prst="line">
            <a:avLst/>
          </a:prstGeom>
          <a:noFill/>
          <a:ln w="31750">
            <a:solidFill>
              <a:srgbClr val="5C4DB7"/>
            </a:solidFill>
            <a:prstDash val="solid"/>
            <a:headEnd type="none"/>
            <a:tailEnd type="none"/>
          </a:ln>
        </p:spPr>
      </p:sp>
      <p:sp>
        <p:nvSpPr>
          <p:cNvPr id="273" name="Shape 271"/>
          <p:cNvSpPr/>
          <p:nvPr/>
        </p:nvSpPr>
        <p:spPr>
          <a:xfrm>
            <a:off x="4450572" y="4579276"/>
            <a:ext cx="0" cy="5541"/>
          </a:xfrm>
          <a:prstGeom prst="line">
            <a:avLst/>
          </a:prstGeom>
          <a:noFill/>
          <a:ln w="31750">
            <a:solidFill>
              <a:srgbClr val="5C4DB7"/>
            </a:solidFill>
            <a:prstDash val="solid"/>
            <a:headEnd type="none"/>
            <a:tailEnd type="none"/>
          </a:ln>
        </p:spPr>
      </p:sp>
      <p:sp>
        <p:nvSpPr>
          <p:cNvPr id="274" name="Shape 272"/>
          <p:cNvSpPr/>
          <p:nvPr/>
        </p:nvSpPr>
        <p:spPr>
          <a:xfrm>
            <a:off x="4450572" y="4582074"/>
            <a:ext cx="83367" cy="0"/>
          </a:xfrm>
          <a:prstGeom prst="line">
            <a:avLst/>
          </a:prstGeom>
          <a:noFill/>
          <a:ln w="31750">
            <a:solidFill>
              <a:srgbClr val="5C4DB7"/>
            </a:solidFill>
            <a:prstDash val="solid"/>
            <a:headEnd type="none"/>
            <a:tailEnd type="none"/>
          </a:ln>
        </p:spPr>
      </p:sp>
      <p:sp>
        <p:nvSpPr>
          <p:cNvPr id="275" name="Shape 273"/>
          <p:cNvSpPr/>
          <p:nvPr/>
        </p:nvSpPr>
        <p:spPr>
          <a:xfrm>
            <a:off x="4531196" y="4579331"/>
            <a:ext cx="0" cy="5535"/>
          </a:xfrm>
          <a:prstGeom prst="line">
            <a:avLst/>
          </a:prstGeom>
          <a:noFill/>
          <a:ln w="31750">
            <a:solidFill>
              <a:srgbClr val="5C4DB7"/>
            </a:solidFill>
            <a:prstDash val="solid"/>
            <a:headEnd type="none"/>
            <a:tailEnd type="none"/>
          </a:ln>
        </p:spPr>
      </p:sp>
      <p:sp>
        <p:nvSpPr>
          <p:cNvPr id="276" name="Shape 274"/>
          <p:cNvSpPr/>
          <p:nvPr/>
        </p:nvSpPr>
        <p:spPr>
          <a:xfrm>
            <a:off x="4531196" y="4582123"/>
            <a:ext cx="83368" cy="0"/>
          </a:xfrm>
          <a:prstGeom prst="line">
            <a:avLst/>
          </a:prstGeom>
          <a:noFill/>
          <a:ln w="31750">
            <a:solidFill>
              <a:srgbClr val="5C4DB7"/>
            </a:solidFill>
            <a:prstDash val="solid"/>
            <a:headEnd type="none"/>
            <a:tailEnd type="none"/>
          </a:ln>
        </p:spPr>
      </p:sp>
      <p:sp>
        <p:nvSpPr>
          <p:cNvPr id="277" name="Shape 275"/>
          <p:cNvSpPr/>
          <p:nvPr/>
        </p:nvSpPr>
        <p:spPr>
          <a:xfrm>
            <a:off x="4611821" y="4579379"/>
            <a:ext cx="0" cy="5526"/>
          </a:xfrm>
          <a:prstGeom prst="line">
            <a:avLst/>
          </a:prstGeom>
          <a:noFill/>
          <a:ln w="31750">
            <a:solidFill>
              <a:srgbClr val="5C4DB7"/>
            </a:solidFill>
            <a:prstDash val="solid"/>
            <a:headEnd type="none"/>
            <a:tailEnd type="none"/>
          </a:ln>
        </p:spPr>
      </p:sp>
      <p:sp>
        <p:nvSpPr>
          <p:cNvPr id="278" name="Shape 276"/>
          <p:cNvSpPr/>
          <p:nvPr/>
        </p:nvSpPr>
        <p:spPr>
          <a:xfrm>
            <a:off x="4611821" y="4582162"/>
            <a:ext cx="83368" cy="0"/>
          </a:xfrm>
          <a:prstGeom prst="line">
            <a:avLst/>
          </a:prstGeom>
          <a:noFill/>
          <a:ln w="31750">
            <a:solidFill>
              <a:srgbClr val="5C4DB7"/>
            </a:solidFill>
            <a:prstDash val="solid"/>
            <a:headEnd type="none"/>
            <a:tailEnd type="none"/>
          </a:ln>
        </p:spPr>
      </p:sp>
      <p:sp>
        <p:nvSpPr>
          <p:cNvPr id="279" name="Shape 277"/>
          <p:cNvSpPr/>
          <p:nvPr/>
        </p:nvSpPr>
        <p:spPr>
          <a:xfrm>
            <a:off x="4692445" y="4579419"/>
            <a:ext cx="0" cy="5516"/>
          </a:xfrm>
          <a:prstGeom prst="line">
            <a:avLst/>
          </a:prstGeom>
          <a:noFill/>
          <a:ln w="31750">
            <a:solidFill>
              <a:srgbClr val="5C4DB7"/>
            </a:solidFill>
            <a:prstDash val="solid"/>
            <a:headEnd type="none"/>
            <a:tailEnd type="none"/>
          </a:ln>
        </p:spPr>
      </p:sp>
      <p:sp>
        <p:nvSpPr>
          <p:cNvPr id="280" name="Shape 278"/>
          <p:cNvSpPr/>
          <p:nvPr/>
        </p:nvSpPr>
        <p:spPr>
          <a:xfrm>
            <a:off x="4692445" y="4582191"/>
            <a:ext cx="83367" cy="0"/>
          </a:xfrm>
          <a:prstGeom prst="line">
            <a:avLst/>
          </a:prstGeom>
          <a:noFill/>
          <a:ln w="31750">
            <a:solidFill>
              <a:srgbClr val="5C4DB7"/>
            </a:solidFill>
            <a:prstDash val="solid"/>
            <a:headEnd type="none"/>
            <a:tailEnd type="none"/>
          </a:ln>
        </p:spPr>
      </p:sp>
      <p:sp>
        <p:nvSpPr>
          <p:cNvPr id="281" name="Shape 279"/>
          <p:cNvSpPr/>
          <p:nvPr/>
        </p:nvSpPr>
        <p:spPr>
          <a:xfrm>
            <a:off x="4773070" y="4579448"/>
            <a:ext cx="0" cy="5521"/>
          </a:xfrm>
          <a:prstGeom prst="line">
            <a:avLst/>
          </a:prstGeom>
          <a:noFill/>
          <a:ln w="31750">
            <a:solidFill>
              <a:srgbClr val="5C4DB7"/>
            </a:solidFill>
            <a:prstDash val="solid"/>
            <a:headEnd type="none"/>
            <a:tailEnd type="none"/>
          </a:ln>
        </p:spPr>
      </p:sp>
      <p:sp>
        <p:nvSpPr>
          <p:cNvPr id="282" name="Shape 280"/>
          <p:cNvSpPr/>
          <p:nvPr/>
        </p:nvSpPr>
        <p:spPr>
          <a:xfrm>
            <a:off x="4773070" y="4582226"/>
            <a:ext cx="83368" cy="0"/>
          </a:xfrm>
          <a:prstGeom prst="line">
            <a:avLst/>
          </a:prstGeom>
          <a:noFill/>
          <a:ln w="31750">
            <a:solidFill>
              <a:srgbClr val="5C4DB7"/>
            </a:solidFill>
            <a:prstDash val="solid"/>
            <a:headEnd type="none"/>
            <a:tailEnd type="none"/>
          </a:ln>
        </p:spPr>
      </p:sp>
      <p:sp>
        <p:nvSpPr>
          <p:cNvPr id="283" name="Shape 281"/>
          <p:cNvSpPr/>
          <p:nvPr/>
        </p:nvSpPr>
        <p:spPr>
          <a:xfrm>
            <a:off x="4853694" y="4579483"/>
            <a:ext cx="0" cy="5543"/>
          </a:xfrm>
          <a:prstGeom prst="line">
            <a:avLst/>
          </a:prstGeom>
          <a:noFill/>
          <a:ln w="31750">
            <a:solidFill>
              <a:srgbClr val="5C4DB7"/>
            </a:solidFill>
            <a:prstDash val="solid"/>
            <a:headEnd type="none"/>
            <a:tailEnd type="none"/>
          </a:ln>
        </p:spPr>
      </p:sp>
      <p:sp>
        <p:nvSpPr>
          <p:cNvPr id="284" name="Shape 282"/>
          <p:cNvSpPr/>
          <p:nvPr/>
        </p:nvSpPr>
        <p:spPr>
          <a:xfrm>
            <a:off x="4853694" y="4582283"/>
            <a:ext cx="83368" cy="0"/>
          </a:xfrm>
          <a:prstGeom prst="line">
            <a:avLst/>
          </a:prstGeom>
          <a:noFill/>
          <a:ln w="31750">
            <a:solidFill>
              <a:srgbClr val="5C4DB7"/>
            </a:solidFill>
            <a:prstDash val="solid"/>
            <a:headEnd type="none"/>
            <a:tailEnd type="none"/>
          </a:ln>
        </p:spPr>
      </p:sp>
      <p:sp>
        <p:nvSpPr>
          <p:cNvPr id="285" name="Shape 283"/>
          <p:cNvSpPr/>
          <p:nvPr/>
        </p:nvSpPr>
        <p:spPr>
          <a:xfrm>
            <a:off x="4934319" y="4578681"/>
            <a:ext cx="0" cy="6345"/>
          </a:xfrm>
          <a:prstGeom prst="line">
            <a:avLst/>
          </a:prstGeom>
          <a:noFill/>
          <a:ln w="31750">
            <a:solidFill>
              <a:srgbClr val="5C4DB7"/>
            </a:solidFill>
            <a:prstDash val="solid"/>
            <a:headEnd type="none"/>
            <a:tailEnd type="none"/>
          </a:ln>
        </p:spPr>
      </p:sp>
      <p:sp>
        <p:nvSpPr>
          <p:cNvPr id="286" name="Shape 284"/>
          <p:cNvSpPr/>
          <p:nvPr/>
        </p:nvSpPr>
        <p:spPr>
          <a:xfrm>
            <a:off x="4934319" y="4581424"/>
            <a:ext cx="83367" cy="0"/>
          </a:xfrm>
          <a:prstGeom prst="line">
            <a:avLst/>
          </a:prstGeom>
          <a:noFill/>
          <a:ln w="31750">
            <a:solidFill>
              <a:srgbClr val="5C4DB7"/>
            </a:solidFill>
            <a:prstDash val="solid"/>
            <a:headEnd type="none"/>
            <a:tailEnd type="none"/>
          </a:ln>
        </p:spPr>
      </p:sp>
      <p:sp>
        <p:nvSpPr>
          <p:cNvPr id="287" name="Shape 285"/>
          <p:cNvSpPr/>
          <p:nvPr/>
        </p:nvSpPr>
        <p:spPr>
          <a:xfrm>
            <a:off x="5014943" y="4578253"/>
            <a:ext cx="0" cy="5915"/>
          </a:xfrm>
          <a:prstGeom prst="line">
            <a:avLst/>
          </a:prstGeom>
          <a:noFill/>
          <a:ln w="31750">
            <a:solidFill>
              <a:srgbClr val="5C4DB7"/>
            </a:solidFill>
            <a:prstDash val="solid"/>
            <a:headEnd type="none"/>
            <a:tailEnd type="none"/>
          </a:ln>
        </p:spPr>
      </p:sp>
      <p:sp>
        <p:nvSpPr>
          <p:cNvPr id="288" name="Shape 286"/>
          <p:cNvSpPr/>
          <p:nvPr/>
        </p:nvSpPr>
        <p:spPr>
          <a:xfrm>
            <a:off x="5014943" y="4580996"/>
            <a:ext cx="83368" cy="0"/>
          </a:xfrm>
          <a:prstGeom prst="line">
            <a:avLst/>
          </a:prstGeom>
          <a:noFill/>
          <a:ln w="31750">
            <a:solidFill>
              <a:srgbClr val="5C4DB7"/>
            </a:solidFill>
            <a:prstDash val="solid"/>
            <a:headEnd type="none"/>
            <a:tailEnd type="none"/>
          </a:ln>
        </p:spPr>
      </p:sp>
      <p:sp>
        <p:nvSpPr>
          <p:cNvPr id="289" name="Shape 287"/>
          <p:cNvSpPr/>
          <p:nvPr/>
        </p:nvSpPr>
        <p:spPr>
          <a:xfrm>
            <a:off x="5095568" y="4577493"/>
            <a:ext cx="0" cy="6246"/>
          </a:xfrm>
          <a:prstGeom prst="line">
            <a:avLst/>
          </a:prstGeom>
          <a:noFill/>
          <a:ln w="31750">
            <a:solidFill>
              <a:srgbClr val="5C4DB7"/>
            </a:solidFill>
            <a:prstDash val="solid"/>
            <a:headEnd type="none"/>
            <a:tailEnd type="none"/>
          </a:ln>
        </p:spPr>
      </p:sp>
      <p:sp>
        <p:nvSpPr>
          <p:cNvPr id="290" name="Shape 288"/>
          <p:cNvSpPr/>
          <p:nvPr/>
        </p:nvSpPr>
        <p:spPr>
          <a:xfrm>
            <a:off x="5095568" y="4580236"/>
            <a:ext cx="83368" cy="0"/>
          </a:xfrm>
          <a:prstGeom prst="line">
            <a:avLst/>
          </a:prstGeom>
          <a:noFill/>
          <a:ln w="31750">
            <a:solidFill>
              <a:srgbClr val="5C4DB7"/>
            </a:solidFill>
            <a:prstDash val="solid"/>
            <a:headEnd type="none"/>
            <a:tailEnd type="none"/>
          </a:ln>
        </p:spPr>
      </p:sp>
      <p:sp>
        <p:nvSpPr>
          <p:cNvPr id="291" name="Shape 289"/>
          <p:cNvSpPr/>
          <p:nvPr/>
        </p:nvSpPr>
        <p:spPr>
          <a:xfrm>
            <a:off x="5176192" y="4576434"/>
            <a:ext cx="0" cy="6546"/>
          </a:xfrm>
          <a:prstGeom prst="line">
            <a:avLst/>
          </a:prstGeom>
          <a:noFill/>
          <a:ln w="31750">
            <a:solidFill>
              <a:srgbClr val="5C4DB7"/>
            </a:solidFill>
            <a:prstDash val="solid"/>
            <a:headEnd type="none"/>
            <a:tailEnd type="none"/>
          </a:ln>
        </p:spPr>
      </p:sp>
      <p:sp>
        <p:nvSpPr>
          <p:cNvPr id="292" name="Shape 290"/>
          <p:cNvSpPr/>
          <p:nvPr/>
        </p:nvSpPr>
        <p:spPr>
          <a:xfrm>
            <a:off x="5176192" y="4579177"/>
            <a:ext cx="83367" cy="0"/>
          </a:xfrm>
          <a:prstGeom prst="line">
            <a:avLst/>
          </a:prstGeom>
          <a:noFill/>
          <a:ln w="31750">
            <a:solidFill>
              <a:srgbClr val="5C4DB7"/>
            </a:solidFill>
            <a:prstDash val="solid"/>
            <a:headEnd type="none"/>
            <a:tailEnd type="none"/>
          </a:ln>
        </p:spPr>
      </p:sp>
      <p:sp>
        <p:nvSpPr>
          <p:cNvPr id="293" name="Shape 291"/>
          <p:cNvSpPr/>
          <p:nvPr/>
        </p:nvSpPr>
        <p:spPr>
          <a:xfrm>
            <a:off x="5256817" y="4575074"/>
            <a:ext cx="0" cy="6846"/>
          </a:xfrm>
          <a:prstGeom prst="line">
            <a:avLst/>
          </a:prstGeom>
          <a:noFill/>
          <a:ln w="31750">
            <a:solidFill>
              <a:srgbClr val="5C4DB7"/>
            </a:solidFill>
            <a:prstDash val="solid"/>
            <a:headEnd type="none"/>
            <a:tailEnd type="none"/>
          </a:ln>
        </p:spPr>
      </p:sp>
      <p:sp>
        <p:nvSpPr>
          <p:cNvPr id="294" name="Shape 292"/>
          <p:cNvSpPr/>
          <p:nvPr/>
        </p:nvSpPr>
        <p:spPr>
          <a:xfrm>
            <a:off x="5256817" y="4577817"/>
            <a:ext cx="83368" cy="0"/>
          </a:xfrm>
          <a:prstGeom prst="line">
            <a:avLst/>
          </a:prstGeom>
          <a:noFill/>
          <a:ln w="31750">
            <a:solidFill>
              <a:srgbClr val="5C4DB7"/>
            </a:solidFill>
            <a:prstDash val="solid"/>
            <a:headEnd type="none"/>
            <a:tailEnd type="none"/>
          </a:ln>
        </p:spPr>
      </p:sp>
      <p:sp>
        <p:nvSpPr>
          <p:cNvPr id="295" name="Shape 293"/>
          <p:cNvSpPr/>
          <p:nvPr/>
        </p:nvSpPr>
        <p:spPr>
          <a:xfrm>
            <a:off x="5337441" y="4573410"/>
            <a:ext cx="0" cy="7150"/>
          </a:xfrm>
          <a:prstGeom prst="line">
            <a:avLst/>
          </a:prstGeom>
          <a:noFill/>
          <a:ln w="31750">
            <a:solidFill>
              <a:srgbClr val="5C4DB7"/>
            </a:solidFill>
            <a:prstDash val="solid"/>
            <a:headEnd type="none"/>
            <a:tailEnd type="none"/>
          </a:ln>
        </p:spPr>
      </p:sp>
      <p:sp>
        <p:nvSpPr>
          <p:cNvPr id="296" name="Shape 294"/>
          <p:cNvSpPr/>
          <p:nvPr/>
        </p:nvSpPr>
        <p:spPr>
          <a:xfrm>
            <a:off x="5337441" y="4576154"/>
            <a:ext cx="83368" cy="0"/>
          </a:xfrm>
          <a:prstGeom prst="line">
            <a:avLst/>
          </a:prstGeom>
          <a:noFill/>
          <a:ln w="31750">
            <a:solidFill>
              <a:srgbClr val="5C4DB7"/>
            </a:solidFill>
            <a:prstDash val="solid"/>
            <a:headEnd type="none"/>
            <a:tailEnd type="none"/>
          </a:ln>
        </p:spPr>
      </p:sp>
      <p:sp>
        <p:nvSpPr>
          <p:cNvPr id="297" name="Shape 295"/>
          <p:cNvSpPr/>
          <p:nvPr/>
        </p:nvSpPr>
        <p:spPr>
          <a:xfrm>
            <a:off x="5418066" y="4571423"/>
            <a:ext cx="0" cy="7474"/>
          </a:xfrm>
          <a:prstGeom prst="line">
            <a:avLst/>
          </a:prstGeom>
          <a:noFill/>
          <a:ln w="31750">
            <a:solidFill>
              <a:srgbClr val="5C4DB7"/>
            </a:solidFill>
            <a:prstDash val="solid"/>
            <a:headEnd type="none"/>
            <a:tailEnd type="none"/>
          </a:ln>
        </p:spPr>
      </p:sp>
      <p:sp>
        <p:nvSpPr>
          <p:cNvPr id="298" name="Shape 296"/>
          <p:cNvSpPr/>
          <p:nvPr/>
        </p:nvSpPr>
        <p:spPr>
          <a:xfrm>
            <a:off x="5418066" y="4574166"/>
            <a:ext cx="83367" cy="0"/>
          </a:xfrm>
          <a:prstGeom prst="line">
            <a:avLst/>
          </a:prstGeom>
          <a:noFill/>
          <a:ln w="31750">
            <a:solidFill>
              <a:srgbClr val="5C4DB7"/>
            </a:solidFill>
            <a:prstDash val="solid"/>
            <a:headEnd type="none"/>
            <a:tailEnd type="none"/>
          </a:ln>
        </p:spPr>
      </p:sp>
      <p:sp>
        <p:nvSpPr>
          <p:cNvPr id="299" name="Shape 297"/>
          <p:cNvSpPr/>
          <p:nvPr/>
        </p:nvSpPr>
        <p:spPr>
          <a:xfrm>
            <a:off x="5498690" y="4569105"/>
            <a:ext cx="0" cy="7804"/>
          </a:xfrm>
          <a:prstGeom prst="line">
            <a:avLst/>
          </a:prstGeom>
          <a:noFill/>
          <a:ln w="31750">
            <a:solidFill>
              <a:srgbClr val="5C4DB7"/>
            </a:solidFill>
            <a:prstDash val="solid"/>
            <a:headEnd type="none"/>
            <a:tailEnd type="none"/>
          </a:ln>
        </p:spPr>
      </p:sp>
      <p:sp>
        <p:nvSpPr>
          <p:cNvPr id="300" name="Shape 298"/>
          <p:cNvSpPr/>
          <p:nvPr/>
        </p:nvSpPr>
        <p:spPr>
          <a:xfrm>
            <a:off x="5498690" y="4571848"/>
            <a:ext cx="83368" cy="0"/>
          </a:xfrm>
          <a:prstGeom prst="line">
            <a:avLst/>
          </a:prstGeom>
          <a:noFill/>
          <a:ln w="31750">
            <a:solidFill>
              <a:srgbClr val="5C4DB7"/>
            </a:solidFill>
            <a:prstDash val="solid"/>
            <a:headEnd type="none"/>
            <a:tailEnd type="none"/>
          </a:ln>
        </p:spPr>
      </p:sp>
      <p:sp>
        <p:nvSpPr>
          <p:cNvPr id="301" name="Shape 299"/>
          <p:cNvSpPr/>
          <p:nvPr/>
        </p:nvSpPr>
        <p:spPr>
          <a:xfrm>
            <a:off x="5579315" y="4566445"/>
            <a:ext cx="0" cy="8146"/>
          </a:xfrm>
          <a:prstGeom prst="line">
            <a:avLst/>
          </a:prstGeom>
          <a:noFill/>
          <a:ln w="31750">
            <a:solidFill>
              <a:srgbClr val="5C4DB7"/>
            </a:solidFill>
            <a:prstDash val="solid"/>
            <a:headEnd type="none"/>
            <a:tailEnd type="none"/>
          </a:ln>
        </p:spPr>
      </p:sp>
      <p:sp>
        <p:nvSpPr>
          <p:cNvPr id="302" name="Shape 300"/>
          <p:cNvSpPr/>
          <p:nvPr/>
        </p:nvSpPr>
        <p:spPr>
          <a:xfrm>
            <a:off x="5579315" y="4569188"/>
            <a:ext cx="83368" cy="0"/>
          </a:xfrm>
          <a:prstGeom prst="line">
            <a:avLst/>
          </a:prstGeom>
          <a:noFill/>
          <a:ln w="31750">
            <a:solidFill>
              <a:srgbClr val="5C4DB7"/>
            </a:solidFill>
            <a:prstDash val="solid"/>
            <a:headEnd type="none"/>
            <a:tailEnd type="none"/>
          </a:ln>
        </p:spPr>
      </p:sp>
      <p:sp>
        <p:nvSpPr>
          <p:cNvPr id="303" name="Shape 301"/>
          <p:cNvSpPr/>
          <p:nvPr/>
        </p:nvSpPr>
        <p:spPr>
          <a:xfrm>
            <a:off x="5659940" y="4563443"/>
            <a:ext cx="0" cy="8488"/>
          </a:xfrm>
          <a:prstGeom prst="line">
            <a:avLst/>
          </a:prstGeom>
          <a:noFill/>
          <a:ln w="31750">
            <a:solidFill>
              <a:srgbClr val="5C4DB7"/>
            </a:solidFill>
            <a:prstDash val="solid"/>
            <a:headEnd type="none"/>
            <a:tailEnd type="none"/>
          </a:ln>
        </p:spPr>
      </p:sp>
      <p:sp>
        <p:nvSpPr>
          <p:cNvPr id="304" name="Shape 302"/>
          <p:cNvSpPr/>
          <p:nvPr/>
        </p:nvSpPr>
        <p:spPr>
          <a:xfrm>
            <a:off x="5659940" y="4566186"/>
            <a:ext cx="83367" cy="0"/>
          </a:xfrm>
          <a:prstGeom prst="line">
            <a:avLst/>
          </a:prstGeom>
          <a:noFill/>
          <a:ln w="31750">
            <a:solidFill>
              <a:srgbClr val="5C4DB7"/>
            </a:solidFill>
            <a:prstDash val="solid"/>
            <a:headEnd type="none"/>
            <a:tailEnd type="none"/>
          </a:ln>
        </p:spPr>
      </p:sp>
      <p:sp>
        <p:nvSpPr>
          <p:cNvPr id="305" name="Shape 303"/>
          <p:cNvSpPr/>
          <p:nvPr/>
        </p:nvSpPr>
        <p:spPr>
          <a:xfrm>
            <a:off x="5740564" y="4560091"/>
            <a:ext cx="0" cy="8839"/>
          </a:xfrm>
          <a:prstGeom prst="line">
            <a:avLst/>
          </a:prstGeom>
          <a:noFill/>
          <a:ln w="31750">
            <a:solidFill>
              <a:srgbClr val="5C4DB7"/>
            </a:solidFill>
            <a:prstDash val="solid"/>
            <a:headEnd type="none"/>
            <a:tailEnd type="none"/>
          </a:ln>
        </p:spPr>
      </p:sp>
      <p:sp>
        <p:nvSpPr>
          <p:cNvPr id="306" name="Shape 304"/>
          <p:cNvSpPr/>
          <p:nvPr/>
        </p:nvSpPr>
        <p:spPr>
          <a:xfrm>
            <a:off x="5740564" y="4562834"/>
            <a:ext cx="83368" cy="0"/>
          </a:xfrm>
          <a:prstGeom prst="line">
            <a:avLst/>
          </a:prstGeom>
          <a:noFill/>
          <a:ln w="31750">
            <a:solidFill>
              <a:srgbClr val="5C4DB7"/>
            </a:solidFill>
            <a:prstDash val="solid"/>
            <a:headEnd type="none"/>
            <a:tailEnd type="none"/>
          </a:ln>
        </p:spPr>
      </p:sp>
      <p:sp>
        <p:nvSpPr>
          <p:cNvPr id="307" name="Shape 305"/>
          <p:cNvSpPr/>
          <p:nvPr/>
        </p:nvSpPr>
        <p:spPr>
          <a:xfrm>
            <a:off x="5821188" y="4556403"/>
            <a:ext cx="0" cy="9175"/>
          </a:xfrm>
          <a:prstGeom prst="line">
            <a:avLst/>
          </a:prstGeom>
          <a:noFill/>
          <a:ln w="31750">
            <a:solidFill>
              <a:srgbClr val="5C4DB7"/>
            </a:solidFill>
            <a:prstDash val="solid"/>
            <a:headEnd type="none"/>
            <a:tailEnd type="none"/>
          </a:ln>
        </p:spPr>
      </p:sp>
      <p:sp>
        <p:nvSpPr>
          <p:cNvPr id="308" name="Shape 306"/>
          <p:cNvSpPr/>
          <p:nvPr/>
        </p:nvSpPr>
        <p:spPr>
          <a:xfrm>
            <a:off x="5821188" y="4559146"/>
            <a:ext cx="83368" cy="0"/>
          </a:xfrm>
          <a:prstGeom prst="line">
            <a:avLst/>
          </a:prstGeom>
          <a:noFill/>
          <a:ln w="31750">
            <a:solidFill>
              <a:srgbClr val="5C4DB7"/>
            </a:solidFill>
            <a:prstDash val="solid"/>
            <a:headEnd type="none"/>
            <a:tailEnd type="none"/>
          </a:ln>
        </p:spPr>
      </p:sp>
      <p:sp>
        <p:nvSpPr>
          <p:cNvPr id="309" name="Shape 307"/>
          <p:cNvSpPr/>
          <p:nvPr/>
        </p:nvSpPr>
        <p:spPr>
          <a:xfrm>
            <a:off x="5901813" y="4552078"/>
            <a:ext cx="0" cy="9811"/>
          </a:xfrm>
          <a:prstGeom prst="line">
            <a:avLst/>
          </a:prstGeom>
          <a:noFill/>
          <a:ln w="31750">
            <a:solidFill>
              <a:srgbClr val="5C4DB7"/>
            </a:solidFill>
            <a:prstDash val="solid"/>
            <a:headEnd type="none"/>
            <a:tailEnd type="none"/>
          </a:ln>
        </p:spPr>
      </p:sp>
      <p:sp>
        <p:nvSpPr>
          <p:cNvPr id="310" name="Shape 308"/>
          <p:cNvSpPr/>
          <p:nvPr/>
        </p:nvSpPr>
        <p:spPr>
          <a:xfrm>
            <a:off x="5901813" y="4554822"/>
            <a:ext cx="83367" cy="0"/>
          </a:xfrm>
          <a:prstGeom prst="line">
            <a:avLst/>
          </a:prstGeom>
          <a:noFill/>
          <a:ln w="31750">
            <a:solidFill>
              <a:srgbClr val="5C4DB7"/>
            </a:solidFill>
            <a:prstDash val="solid"/>
            <a:headEnd type="none"/>
            <a:tailEnd type="none"/>
          </a:ln>
        </p:spPr>
      </p:sp>
      <p:sp>
        <p:nvSpPr>
          <p:cNvPr id="311" name="Shape 309"/>
          <p:cNvSpPr/>
          <p:nvPr/>
        </p:nvSpPr>
        <p:spPr>
          <a:xfrm>
            <a:off x="5982437" y="4547715"/>
            <a:ext cx="0" cy="9850"/>
          </a:xfrm>
          <a:prstGeom prst="line">
            <a:avLst/>
          </a:prstGeom>
          <a:noFill/>
          <a:ln w="31750">
            <a:solidFill>
              <a:srgbClr val="5C4DB7"/>
            </a:solidFill>
            <a:prstDash val="solid"/>
            <a:headEnd type="none"/>
            <a:tailEnd type="none"/>
          </a:ln>
        </p:spPr>
      </p:sp>
      <p:sp>
        <p:nvSpPr>
          <p:cNvPr id="312" name="Shape 310"/>
          <p:cNvSpPr/>
          <p:nvPr/>
        </p:nvSpPr>
        <p:spPr>
          <a:xfrm>
            <a:off x="5982437" y="4550458"/>
            <a:ext cx="83368" cy="0"/>
          </a:xfrm>
          <a:prstGeom prst="line">
            <a:avLst/>
          </a:prstGeom>
          <a:noFill/>
          <a:ln w="31750">
            <a:solidFill>
              <a:srgbClr val="5C4DB7"/>
            </a:solidFill>
            <a:prstDash val="solid"/>
            <a:headEnd type="none"/>
            <a:tailEnd type="none"/>
          </a:ln>
        </p:spPr>
      </p:sp>
      <p:sp>
        <p:nvSpPr>
          <p:cNvPr id="313" name="Shape 311"/>
          <p:cNvSpPr/>
          <p:nvPr/>
        </p:nvSpPr>
        <p:spPr>
          <a:xfrm>
            <a:off x="6063062" y="4543043"/>
            <a:ext cx="0" cy="10159"/>
          </a:xfrm>
          <a:prstGeom prst="line">
            <a:avLst/>
          </a:prstGeom>
          <a:noFill/>
          <a:ln w="31750">
            <a:solidFill>
              <a:srgbClr val="5C4DB7"/>
            </a:solidFill>
            <a:prstDash val="solid"/>
            <a:headEnd type="none"/>
            <a:tailEnd type="none"/>
          </a:ln>
        </p:spPr>
      </p:sp>
      <p:sp>
        <p:nvSpPr>
          <p:cNvPr id="314" name="Shape 312"/>
          <p:cNvSpPr/>
          <p:nvPr/>
        </p:nvSpPr>
        <p:spPr>
          <a:xfrm>
            <a:off x="6063062" y="4545786"/>
            <a:ext cx="83368" cy="0"/>
          </a:xfrm>
          <a:prstGeom prst="line">
            <a:avLst/>
          </a:prstGeom>
          <a:noFill/>
          <a:ln w="31750">
            <a:solidFill>
              <a:srgbClr val="5C4DB7"/>
            </a:solidFill>
            <a:prstDash val="solid"/>
            <a:headEnd type="none"/>
            <a:tailEnd type="none"/>
          </a:ln>
        </p:spPr>
      </p:sp>
      <p:sp>
        <p:nvSpPr>
          <p:cNvPr id="315" name="Shape 313"/>
          <p:cNvSpPr/>
          <p:nvPr/>
        </p:nvSpPr>
        <p:spPr>
          <a:xfrm>
            <a:off x="6143687" y="4538066"/>
            <a:ext cx="0" cy="10463"/>
          </a:xfrm>
          <a:prstGeom prst="line">
            <a:avLst/>
          </a:prstGeom>
          <a:noFill/>
          <a:ln w="31750">
            <a:solidFill>
              <a:srgbClr val="5C4DB7"/>
            </a:solidFill>
            <a:prstDash val="solid"/>
            <a:headEnd type="none"/>
            <a:tailEnd type="none"/>
          </a:ln>
        </p:spPr>
      </p:sp>
      <p:sp>
        <p:nvSpPr>
          <p:cNvPr id="316" name="Shape 314"/>
          <p:cNvSpPr/>
          <p:nvPr/>
        </p:nvSpPr>
        <p:spPr>
          <a:xfrm>
            <a:off x="6143687" y="4540809"/>
            <a:ext cx="83367" cy="0"/>
          </a:xfrm>
          <a:prstGeom prst="line">
            <a:avLst/>
          </a:prstGeom>
          <a:noFill/>
          <a:ln w="31750">
            <a:solidFill>
              <a:srgbClr val="5C4DB7"/>
            </a:solidFill>
            <a:prstDash val="solid"/>
            <a:headEnd type="none"/>
            <a:tailEnd type="none"/>
          </a:ln>
        </p:spPr>
      </p:sp>
      <p:sp>
        <p:nvSpPr>
          <p:cNvPr id="317" name="Shape 315"/>
          <p:cNvSpPr/>
          <p:nvPr/>
        </p:nvSpPr>
        <p:spPr>
          <a:xfrm>
            <a:off x="6224311" y="4532791"/>
            <a:ext cx="0" cy="10761"/>
          </a:xfrm>
          <a:prstGeom prst="line">
            <a:avLst/>
          </a:prstGeom>
          <a:noFill/>
          <a:ln w="31750">
            <a:solidFill>
              <a:srgbClr val="5C4DB7"/>
            </a:solidFill>
            <a:prstDash val="solid"/>
            <a:headEnd type="none"/>
            <a:tailEnd type="none"/>
          </a:ln>
        </p:spPr>
      </p:sp>
      <p:sp>
        <p:nvSpPr>
          <p:cNvPr id="318" name="Shape 316"/>
          <p:cNvSpPr/>
          <p:nvPr/>
        </p:nvSpPr>
        <p:spPr>
          <a:xfrm>
            <a:off x="6224311" y="4535534"/>
            <a:ext cx="83368" cy="0"/>
          </a:xfrm>
          <a:prstGeom prst="line">
            <a:avLst/>
          </a:prstGeom>
          <a:noFill/>
          <a:ln w="31750">
            <a:solidFill>
              <a:srgbClr val="5C4DB7"/>
            </a:solidFill>
            <a:prstDash val="solid"/>
            <a:headEnd type="none"/>
            <a:tailEnd type="none"/>
          </a:ln>
        </p:spPr>
      </p:sp>
      <p:sp>
        <p:nvSpPr>
          <p:cNvPr id="319" name="Shape 317"/>
          <p:cNvSpPr/>
          <p:nvPr/>
        </p:nvSpPr>
        <p:spPr>
          <a:xfrm>
            <a:off x="6304935" y="4527201"/>
            <a:ext cx="0" cy="11076"/>
          </a:xfrm>
          <a:prstGeom prst="line">
            <a:avLst/>
          </a:prstGeom>
          <a:noFill/>
          <a:ln w="31750">
            <a:solidFill>
              <a:srgbClr val="5C4DB7"/>
            </a:solidFill>
            <a:prstDash val="solid"/>
            <a:headEnd type="none"/>
            <a:tailEnd type="none"/>
          </a:ln>
        </p:spPr>
      </p:sp>
      <p:sp>
        <p:nvSpPr>
          <p:cNvPr id="320" name="Shape 318"/>
          <p:cNvSpPr/>
          <p:nvPr/>
        </p:nvSpPr>
        <p:spPr>
          <a:xfrm>
            <a:off x="6304935" y="4529945"/>
            <a:ext cx="83368" cy="0"/>
          </a:xfrm>
          <a:prstGeom prst="line">
            <a:avLst/>
          </a:prstGeom>
          <a:noFill/>
          <a:ln w="31750">
            <a:solidFill>
              <a:srgbClr val="5C4DB7"/>
            </a:solidFill>
            <a:prstDash val="solid"/>
            <a:headEnd type="none"/>
            <a:tailEnd type="none"/>
          </a:ln>
        </p:spPr>
      </p:sp>
      <p:sp>
        <p:nvSpPr>
          <p:cNvPr id="321" name="Shape 319"/>
          <p:cNvSpPr/>
          <p:nvPr/>
        </p:nvSpPr>
        <p:spPr>
          <a:xfrm>
            <a:off x="6385560" y="4521307"/>
            <a:ext cx="0" cy="11380"/>
          </a:xfrm>
          <a:prstGeom prst="line">
            <a:avLst/>
          </a:prstGeom>
          <a:noFill/>
          <a:ln w="31750">
            <a:solidFill>
              <a:srgbClr val="5C4DB7"/>
            </a:solidFill>
            <a:prstDash val="solid"/>
            <a:headEnd type="none"/>
            <a:tailEnd type="none"/>
          </a:ln>
        </p:spPr>
      </p:sp>
      <p:sp>
        <p:nvSpPr>
          <p:cNvPr id="322" name="Shape 320"/>
          <p:cNvSpPr/>
          <p:nvPr/>
        </p:nvSpPr>
        <p:spPr>
          <a:xfrm>
            <a:off x="6385560" y="4524051"/>
            <a:ext cx="83367" cy="0"/>
          </a:xfrm>
          <a:prstGeom prst="line">
            <a:avLst/>
          </a:prstGeom>
          <a:noFill/>
          <a:ln w="31750">
            <a:solidFill>
              <a:srgbClr val="5C4DB7"/>
            </a:solidFill>
            <a:prstDash val="solid"/>
            <a:headEnd type="none"/>
            <a:tailEnd type="none"/>
          </a:ln>
        </p:spPr>
      </p:sp>
      <p:sp>
        <p:nvSpPr>
          <p:cNvPr id="323" name="Shape 321"/>
          <p:cNvSpPr/>
          <p:nvPr/>
        </p:nvSpPr>
        <p:spPr>
          <a:xfrm>
            <a:off x="6466184" y="4515108"/>
            <a:ext cx="0" cy="11686"/>
          </a:xfrm>
          <a:prstGeom prst="line">
            <a:avLst/>
          </a:prstGeom>
          <a:noFill/>
          <a:ln w="31750">
            <a:solidFill>
              <a:srgbClr val="5C4DB7"/>
            </a:solidFill>
            <a:prstDash val="solid"/>
            <a:headEnd type="none"/>
            <a:tailEnd type="none"/>
          </a:ln>
        </p:spPr>
      </p:sp>
      <p:sp>
        <p:nvSpPr>
          <p:cNvPr id="324" name="Shape 322"/>
          <p:cNvSpPr/>
          <p:nvPr/>
        </p:nvSpPr>
        <p:spPr>
          <a:xfrm>
            <a:off x="6466184" y="4517851"/>
            <a:ext cx="83368" cy="0"/>
          </a:xfrm>
          <a:prstGeom prst="line">
            <a:avLst/>
          </a:prstGeom>
          <a:noFill/>
          <a:ln w="31750">
            <a:solidFill>
              <a:srgbClr val="5C4DB7"/>
            </a:solidFill>
            <a:prstDash val="solid"/>
            <a:headEnd type="none"/>
            <a:tailEnd type="none"/>
          </a:ln>
        </p:spPr>
      </p:sp>
      <p:sp>
        <p:nvSpPr>
          <p:cNvPr id="325" name="Shape 323"/>
          <p:cNvSpPr/>
          <p:nvPr/>
        </p:nvSpPr>
        <p:spPr>
          <a:xfrm>
            <a:off x="6546809" y="4508630"/>
            <a:ext cx="0" cy="11964"/>
          </a:xfrm>
          <a:prstGeom prst="line">
            <a:avLst/>
          </a:prstGeom>
          <a:noFill/>
          <a:ln w="31750">
            <a:solidFill>
              <a:srgbClr val="5C4DB7"/>
            </a:solidFill>
            <a:prstDash val="solid"/>
            <a:headEnd type="none"/>
            <a:tailEnd type="none"/>
          </a:ln>
        </p:spPr>
      </p:sp>
      <p:sp>
        <p:nvSpPr>
          <p:cNvPr id="326" name="Shape 324"/>
          <p:cNvSpPr/>
          <p:nvPr/>
        </p:nvSpPr>
        <p:spPr>
          <a:xfrm>
            <a:off x="6546809" y="4511373"/>
            <a:ext cx="83368" cy="0"/>
          </a:xfrm>
          <a:prstGeom prst="line">
            <a:avLst/>
          </a:prstGeom>
          <a:noFill/>
          <a:ln w="31750">
            <a:solidFill>
              <a:srgbClr val="5C4DB7"/>
            </a:solidFill>
            <a:prstDash val="solid"/>
            <a:headEnd type="none"/>
            <a:tailEnd type="none"/>
          </a:ln>
        </p:spPr>
      </p:sp>
      <p:sp>
        <p:nvSpPr>
          <p:cNvPr id="327" name="Shape 325"/>
          <p:cNvSpPr/>
          <p:nvPr/>
        </p:nvSpPr>
        <p:spPr>
          <a:xfrm>
            <a:off x="6627434" y="4501847"/>
            <a:ext cx="0" cy="12269"/>
          </a:xfrm>
          <a:prstGeom prst="line">
            <a:avLst/>
          </a:prstGeom>
          <a:noFill/>
          <a:ln w="31750">
            <a:solidFill>
              <a:srgbClr val="5C4DB7"/>
            </a:solidFill>
            <a:prstDash val="solid"/>
            <a:headEnd type="none"/>
            <a:tailEnd type="none"/>
          </a:ln>
        </p:spPr>
      </p:sp>
      <p:sp>
        <p:nvSpPr>
          <p:cNvPr id="328" name="Shape 326"/>
          <p:cNvSpPr/>
          <p:nvPr/>
        </p:nvSpPr>
        <p:spPr>
          <a:xfrm>
            <a:off x="6627434" y="4504591"/>
            <a:ext cx="83367" cy="0"/>
          </a:xfrm>
          <a:prstGeom prst="line">
            <a:avLst/>
          </a:prstGeom>
          <a:noFill/>
          <a:ln w="31750">
            <a:solidFill>
              <a:srgbClr val="5C4DB7"/>
            </a:solidFill>
            <a:prstDash val="solid"/>
            <a:headEnd type="none"/>
            <a:tailEnd type="none"/>
          </a:ln>
        </p:spPr>
      </p:sp>
      <p:sp>
        <p:nvSpPr>
          <p:cNvPr id="329" name="Shape 327"/>
          <p:cNvSpPr/>
          <p:nvPr/>
        </p:nvSpPr>
        <p:spPr>
          <a:xfrm>
            <a:off x="6708058" y="4494759"/>
            <a:ext cx="0" cy="12575"/>
          </a:xfrm>
          <a:prstGeom prst="line">
            <a:avLst/>
          </a:prstGeom>
          <a:noFill/>
          <a:ln w="31750">
            <a:solidFill>
              <a:srgbClr val="5C4DB7"/>
            </a:solidFill>
            <a:prstDash val="solid"/>
            <a:headEnd type="none"/>
            <a:tailEnd type="none"/>
          </a:ln>
        </p:spPr>
      </p:sp>
      <p:sp>
        <p:nvSpPr>
          <p:cNvPr id="330" name="Shape 328"/>
          <p:cNvSpPr/>
          <p:nvPr/>
        </p:nvSpPr>
        <p:spPr>
          <a:xfrm>
            <a:off x="6708058" y="4497502"/>
            <a:ext cx="83368" cy="0"/>
          </a:xfrm>
          <a:prstGeom prst="line">
            <a:avLst/>
          </a:prstGeom>
          <a:noFill/>
          <a:ln w="31750">
            <a:solidFill>
              <a:srgbClr val="5C4DB7"/>
            </a:solidFill>
            <a:prstDash val="solid"/>
            <a:headEnd type="none"/>
            <a:tailEnd type="none"/>
          </a:ln>
        </p:spPr>
      </p:sp>
      <p:sp>
        <p:nvSpPr>
          <p:cNvPr id="331" name="Shape 329"/>
          <p:cNvSpPr/>
          <p:nvPr/>
        </p:nvSpPr>
        <p:spPr>
          <a:xfrm>
            <a:off x="6788683" y="4487369"/>
            <a:ext cx="0" cy="12876"/>
          </a:xfrm>
          <a:prstGeom prst="line">
            <a:avLst/>
          </a:prstGeom>
          <a:noFill/>
          <a:ln w="31750">
            <a:solidFill>
              <a:srgbClr val="5C4DB7"/>
            </a:solidFill>
            <a:prstDash val="solid"/>
            <a:headEnd type="none"/>
            <a:tailEnd type="none"/>
          </a:ln>
        </p:spPr>
      </p:sp>
      <p:sp>
        <p:nvSpPr>
          <p:cNvPr id="332" name="Shape 330"/>
          <p:cNvSpPr/>
          <p:nvPr/>
        </p:nvSpPr>
        <p:spPr>
          <a:xfrm>
            <a:off x="6788683" y="4490112"/>
            <a:ext cx="83368" cy="0"/>
          </a:xfrm>
          <a:prstGeom prst="line">
            <a:avLst/>
          </a:prstGeom>
          <a:noFill/>
          <a:ln w="31750">
            <a:solidFill>
              <a:srgbClr val="5C4DB7"/>
            </a:solidFill>
            <a:prstDash val="solid"/>
            <a:headEnd type="none"/>
            <a:tailEnd type="none"/>
          </a:ln>
        </p:spPr>
      </p:sp>
      <p:sp>
        <p:nvSpPr>
          <p:cNvPr id="333" name="Shape 331"/>
          <p:cNvSpPr/>
          <p:nvPr/>
        </p:nvSpPr>
        <p:spPr>
          <a:xfrm>
            <a:off x="6869307" y="4479411"/>
            <a:ext cx="0" cy="13444"/>
          </a:xfrm>
          <a:prstGeom prst="line">
            <a:avLst/>
          </a:prstGeom>
          <a:noFill/>
          <a:ln w="31750">
            <a:solidFill>
              <a:srgbClr val="5C4DB7"/>
            </a:solidFill>
            <a:prstDash val="solid"/>
            <a:headEnd type="none"/>
            <a:tailEnd type="none"/>
          </a:ln>
        </p:spPr>
      </p:sp>
      <p:sp>
        <p:nvSpPr>
          <p:cNvPr id="334" name="Shape 332"/>
          <p:cNvSpPr/>
          <p:nvPr/>
        </p:nvSpPr>
        <p:spPr>
          <a:xfrm>
            <a:off x="6869307" y="4482155"/>
            <a:ext cx="83367" cy="0"/>
          </a:xfrm>
          <a:prstGeom prst="line">
            <a:avLst/>
          </a:prstGeom>
          <a:noFill/>
          <a:ln w="31750">
            <a:solidFill>
              <a:srgbClr val="5C4DB7"/>
            </a:solidFill>
            <a:prstDash val="solid"/>
            <a:headEnd type="none"/>
            <a:tailEnd type="none"/>
          </a:ln>
        </p:spPr>
      </p:sp>
      <p:sp>
        <p:nvSpPr>
          <p:cNvPr id="335" name="Shape 333"/>
          <p:cNvSpPr/>
          <p:nvPr/>
        </p:nvSpPr>
        <p:spPr>
          <a:xfrm>
            <a:off x="6949931" y="4471373"/>
            <a:ext cx="0" cy="13525"/>
          </a:xfrm>
          <a:prstGeom prst="line">
            <a:avLst/>
          </a:prstGeom>
          <a:noFill/>
          <a:ln w="31750">
            <a:solidFill>
              <a:srgbClr val="5C4DB7"/>
            </a:solidFill>
            <a:prstDash val="solid"/>
            <a:headEnd type="none"/>
            <a:tailEnd type="none"/>
          </a:ln>
        </p:spPr>
      </p:sp>
      <p:sp>
        <p:nvSpPr>
          <p:cNvPr id="336" name="Shape 334"/>
          <p:cNvSpPr/>
          <p:nvPr/>
        </p:nvSpPr>
        <p:spPr>
          <a:xfrm>
            <a:off x="6949931" y="4474116"/>
            <a:ext cx="83368" cy="0"/>
          </a:xfrm>
          <a:prstGeom prst="line">
            <a:avLst/>
          </a:prstGeom>
          <a:noFill/>
          <a:ln w="31750">
            <a:solidFill>
              <a:srgbClr val="5C4DB7"/>
            </a:solidFill>
            <a:prstDash val="solid"/>
            <a:headEnd type="none"/>
            <a:tailEnd type="none"/>
          </a:ln>
        </p:spPr>
      </p:sp>
      <p:sp>
        <p:nvSpPr>
          <p:cNvPr id="337" name="Shape 335"/>
          <p:cNvSpPr/>
          <p:nvPr/>
        </p:nvSpPr>
        <p:spPr>
          <a:xfrm>
            <a:off x="7030556" y="4462986"/>
            <a:ext cx="0" cy="13874"/>
          </a:xfrm>
          <a:prstGeom prst="line">
            <a:avLst/>
          </a:prstGeom>
          <a:noFill/>
          <a:ln w="31750">
            <a:solidFill>
              <a:srgbClr val="5C4DB7"/>
            </a:solidFill>
            <a:prstDash val="solid"/>
            <a:headEnd type="none"/>
            <a:tailEnd type="none"/>
          </a:ln>
        </p:spPr>
      </p:sp>
      <p:sp>
        <p:nvSpPr>
          <p:cNvPr id="338" name="Shape 336"/>
          <p:cNvSpPr/>
          <p:nvPr/>
        </p:nvSpPr>
        <p:spPr>
          <a:xfrm>
            <a:off x="7030556" y="4465729"/>
            <a:ext cx="83368" cy="0"/>
          </a:xfrm>
          <a:prstGeom prst="line">
            <a:avLst/>
          </a:prstGeom>
          <a:noFill/>
          <a:ln w="31750">
            <a:solidFill>
              <a:srgbClr val="5C4DB7"/>
            </a:solidFill>
            <a:prstDash val="solid"/>
            <a:headEnd type="none"/>
            <a:tailEnd type="none"/>
          </a:ln>
        </p:spPr>
      </p:sp>
      <p:sp>
        <p:nvSpPr>
          <p:cNvPr id="339" name="Shape 337"/>
          <p:cNvSpPr/>
          <p:nvPr/>
        </p:nvSpPr>
        <p:spPr>
          <a:xfrm>
            <a:off x="7111181" y="4454211"/>
            <a:ext cx="0" cy="14261"/>
          </a:xfrm>
          <a:prstGeom prst="line">
            <a:avLst/>
          </a:prstGeom>
          <a:noFill/>
          <a:ln w="31750">
            <a:solidFill>
              <a:srgbClr val="5C4DB7"/>
            </a:solidFill>
            <a:prstDash val="solid"/>
            <a:headEnd type="none"/>
            <a:tailEnd type="none"/>
          </a:ln>
        </p:spPr>
      </p:sp>
      <p:sp>
        <p:nvSpPr>
          <p:cNvPr id="340" name="Shape 338"/>
          <p:cNvSpPr/>
          <p:nvPr/>
        </p:nvSpPr>
        <p:spPr>
          <a:xfrm>
            <a:off x="7111181" y="4456954"/>
            <a:ext cx="83367" cy="0"/>
          </a:xfrm>
          <a:prstGeom prst="line">
            <a:avLst/>
          </a:prstGeom>
          <a:noFill/>
          <a:ln w="31750">
            <a:solidFill>
              <a:srgbClr val="5C4DB7"/>
            </a:solidFill>
            <a:prstDash val="solid"/>
            <a:headEnd type="none"/>
            <a:tailEnd type="none"/>
          </a:ln>
        </p:spPr>
      </p:sp>
      <p:sp>
        <p:nvSpPr>
          <p:cNvPr id="341" name="Shape 339"/>
          <p:cNvSpPr/>
          <p:nvPr/>
        </p:nvSpPr>
        <p:spPr>
          <a:xfrm>
            <a:off x="7191805" y="4445039"/>
            <a:ext cx="0" cy="14658"/>
          </a:xfrm>
          <a:prstGeom prst="line">
            <a:avLst/>
          </a:prstGeom>
          <a:noFill/>
          <a:ln w="31750">
            <a:solidFill>
              <a:srgbClr val="5C4DB7"/>
            </a:solidFill>
            <a:prstDash val="solid"/>
            <a:headEnd type="none"/>
            <a:tailEnd type="none"/>
          </a:ln>
        </p:spPr>
      </p:sp>
      <p:sp>
        <p:nvSpPr>
          <p:cNvPr id="342" name="Shape 340"/>
          <p:cNvSpPr/>
          <p:nvPr/>
        </p:nvSpPr>
        <p:spPr>
          <a:xfrm>
            <a:off x="7191805" y="4447782"/>
            <a:ext cx="83368" cy="0"/>
          </a:xfrm>
          <a:prstGeom prst="line">
            <a:avLst/>
          </a:prstGeom>
          <a:noFill/>
          <a:ln w="31750">
            <a:solidFill>
              <a:srgbClr val="5C4DB7"/>
            </a:solidFill>
            <a:prstDash val="solid"/>
            <a:headEnd type="none"/>
            <a:tailEnd type="none"/>
          </a:ln>
        </p:spPr>
      </p:sp>
      <p:sp>
        <p:nvSpPr>
          <p:cNvPr id="343" name="Shape 341"/>
          <p:cNvSpPr/>
          <p:nvPr/>
        </p:nvSpPr>
        <p:spPr>
          <a:xfrm>
            <a:off x="7272430" y="4435437"/>
            <a:ext cx="0" cy="15089"/>
          </a:xfrm>
          <a:prstGeom prst="line">
            <a:avLst/>
          </a:prstGeom>
          <a:noFill/>
          <a:ln w="31750">
            <a:solidFill>
              <a:srgbClr val="5C4DB7"/>
            </a:solidFill>
            <a:prstDash val="solid"/>
            <a:headEnd type="none"/>
            <a:tailEnd type="none"/>
          </a:ln>
        </p:spPr>
      </p:sp>
      <p:sp>
        <p:nvSpPr>
          <p:cNvPr id="344" name="Shape 342"/>
          <p:cNvSpPr/>
          <p:nvPr/>
        </p:nvSpPr>
        <p:spPr>
          <a:xfrm>
            <a:off x="7272430" y="4438180"/>
            <a:ext cx="83368" cy="0"/>
          </a:xfrm>
          <a:prstGeom prst="line">
            <a:avLst/>
          </a:prstGeom>
          <a:noFill/>
          <a:ln w="31750">
            <a:solidFill>
              <a:srgbClr val="5C4DB7"/>
            </a:solidFill>
            <a:prstDash val="solid"/>
            <a:headEnd type="none"/>
            <a:tailEnd type="none"/>
          </a:ln>
        </p:spPr>
      </p:sp>
      <p:sp>
        <p:nvSpPr>
          <p:cNvPr id="345" name="Shape 343"/>
          <p:cNvSpPr/>
          <p:nvPr/>
        </p:nvSpPr>
        <p:spPr>
          <a:xfrm>
            <a:off x="7353054" y="4425423"/>
            <a:ext cx="0" cy="15500"/>
          </a:xfrm>
          <a:prstGeom prst="line">
            <a:avLst/>
          </a:prstGeom>
          <a:noFill/>
          <a:ln w="31750">
            <a:solidFill>
              <a:srgbClr val="5C4DB7"/>
            </a:solidFill>
            <a:prstDash val="solid"/>
            <a:headEnd type="none"/>
            <a:tailEnd type="none"/>
          </a:ln>
        </p:spPr>
      </p:sp>
      <p:sp>
        <p:nvSpPr>
          <p:cNvPr id="346" name="Shape 344"/>
          <p:cNvSpPr/>
          <p:nvPr/>
        </p:nvSpPr>
        <p:spPr>
          <a:xfrm>
            <a:off x="7353054" y="4428166"/>
            <a:ext cx="83367" cy="0"/>
          </a:xfrm>
          <a:prstGeom prst="line">
            <a:avLst/>
          </a:prstGeom>
          <a:noFill/>
          <a:ln w="31750">
            <a:solidFill>
              <a:srgbClr val="5C4DB7"/>
            </a:solidFill>
            <a:prstDash val="solid"/>
            <a:headEnd type="none"/>
            <a:tailEnd type="none"/>
          </a:ln>
        </p:spPr>
      </p:sp>
      <p:sp>
        <p:nvSpPr>
          <p:cNvPr id="347" name="Shape 345"/>
          <p:cNvSpPr/>
          <p:nvPr/>
        </p:nvSpPr>
        <p:spPr>
          <a:xfrm>
            <a:off x="7433679" y="4414994"/>
            <a:ext cx="0" cy="15915"/>
          </a:xfrm>
          <a:prstGeom prst="line">
            <a:avLst/>
          </a:prstGeom>
          <a:noFill/>
          <a:ln w="31750">
            <a:solidFill>
              <a:srgbClr val="5C4DB7"/>
            </a:solidFill>
            <a:prstDash val="solid"/>
            <a:headEnd type="none"/>
            <a:tailEnd type="none"/>
          </a:ln>
        </p:spPr>
      </p:sp>
      <p:sp>
        <p:nvSpPr>
          <p:cNvPr id="348" name="Shape 346"/>
          <p:cNvSpPr/>
          <p:nvPr/>
        </p:nvSpPr>
        <p:spPr>
          <a:xfrm>
            <a:off x="7433679" y="4417737"/>
            <a:ext cx="83368" cy="0"/>
          </a:xfrm>
          <a:prstGeom prst="line">
            <a:avLst/>
          </a:prstGeom>
          <a:noFill/>
          <a:ln w="31750">
            <a:solidFill>
              <a:srgbClr val="5C4DB7"/>
            </a:solidFill>
            <a:prstDash val="solid"/>
            <a:headEnd type="none"/>
            <a:tailEnd type="none"/>
          </a:ln>
        </p:spPr>
      </p:sp>
      <p:sp>
        <p:nvSpPr>
          <p:cNvPr id="349" name="Shape 347"/>
          <p:cNvSpPr/>
          <p:nvPr/>
        </p:nvSpPr>
        <p:spPr>
          <a:xfrm>
            <a:off x="7514303" y="4404173"/>
            <a:ext cx="0" cy="16308"/>
          </a:xfrm>
          <a:prstGeom prst="line">
            <a:avLst/>
          </a:prstGeom>
          <a:noFill/>
          <a:ln w="31750">
            <a:solidFill>
              <a:srgbClr val="5C4DB7"/>
            </a:solidFill>
            <a:prstDash val="solid"/>
            <a:headEnd type="none"/>
            <a:tailEnd type="none"/>
          </a:ln>
        </p:spPr>
      </p:sp>
      <p:sp>
        <p:nvSpPr>
          <p:cNvPr id="350" name="Shape 348"/>
          <p:cNvSpPr/>
          <p:nvPr/>
        </p:nvSpPr>
        <p:spPr>
          <a:xfrm>
            <a:off x="7514303" y="4406916"/>
            <a:ext cx="83368" cy="0"/>
          </a:xfrm>
          <a:prstGeom prst="line">
            <a:avLst/>
          </a:prstGeom>
          <a:noFill/>
          <a:ln w="31750">
            <a:solidFill>
              <a:srgbClr val="5C4DB7"/>
            </a:solidFill>
            <a:prstDash val="solid"/>
            <a:headEnd type="none"/>
            <a:tailEnd type="none"/>
          </a:ln>
        </p:spPr>
      </p:sp>
      <p:sp>
        <p:nvSpPr>
          <p:cNvPr id="351" name="Shape 349"/>
          <p:cNvSpPr/>
          <p:nvPr/>
        </p:nvSpPr>
        <p:spPr>
          <a:xfrm>
            <a:off x="7594928" y="4392969"/>
            <a:ext cx="0" cy="16690"/>
          </a:xfrm>
          <a:prstGeom prst="line">
            <a:avLst/>
          </a:prstGeom>
          <a:noFill/>
          <a:ln w="31750">
            <a:solidFill>
              <a:srgbClr val="5C4DB7"/>
            </a:solidFill>
            <a:prstDash val="solid"/>
            <a:headEnd type="none"/>
            <a:tailEnd type="none"/>
          </a:ln>
        </p:spPr>
      </p:sp>
      <p:sp>
        <p:nvSpPr>
          <p:cNvPr id="352" name="Shape 350"/>
          <p:cNvSpPr/>
          <p:nvPr/>
        </p:nvSpPr>
        <p:spPr>
          <a:xfrm>
            <a:off x="7594928" y="4395712"/>
            <a:ext cx="83367" cy="0"/>
          </a:xfrm>
          <a:prstGeom prst="line">
            <a:avLst/>
          </a:prstGeom>
          <a:noFill/>
          <a:ln w="31750">
            <a:solidFill>
              <a:srgbClr val="5C4DB7"/>
            </a:solidFill>
            <a:prstDash val="solid"/>
            <a:headEnd type="none"/>
            <a:tailEnd type="none"/>
          </a:ln>
        </p:spPr>
      </p:sp>
      <p:sp>
        <p:nvSpPr>
          <p:cNvPr id="353" name="Shape 351"/>
          <p:cNvSpPr/>
          <p:nvPr/>
        </p:nvSpPr>
        <p:spPr>
          <a:xfrm>
            <a:off x="7675552" y="4381414"/>
            <a:ext cx="0" cy="17041"/>
          </a:xfrm>
          <a:prstGeom prst="line">
            <a:avLst/>
          </a:prstGeom>
          <a:noFill/>
          <a:ln w="31750">
            <a:solidFill>
              <a:srgbClr val="5C4DB7"/>
            </a:solidFill>
            <a:prstDash val="solid"/>
            <a:headEnd type="none"/>
            <a:tailEnd type="none"/>
          </a:ln>
        </p:spPr>
      </p:sp>
      <p:sp>
        <p:nvSpPr>
          <p:cNvPr id="354" name="Shape 352"/>
          <p:cNvSpPr/>
          <p:nvPr/>
        </p:nvSpPr>
        <p:spPr>
          <a:xfrm>
            <a:off x="7675552" y="4384158"/>
            <a:ext cx="83368" cy="0"/>
          </a:xfrm>
          <a:prstGeom prst="line">
            <a:avLst/>
          </a:prstGeom>
          <a:noFill/>
          <a:ln w="31750">
            <a:solidFill>
              <a:srgbClr val="5C4DB7"/>
            </a:solidFill>
            <a:prstDash val="solid"/>
            <a:headEnd type="none"/>
            <a:tailEnd type="none"/>
          </a:ln>
        </p:spPr>
      </p:sp>
      <p:sp>
        <p:nvSpPr>
          <p:cNvPr id="355" name="Shape 353"/>
          <p:cNvSpPr/>
          <p:nvPr/>
        </p:nvSpPr>
        <p:spPr>
          <a:xfrm>
            <a:off x="7756177" y="4369458"/>
            <a:ext cx="0" cy="17443"/>
          </a:xfrm>
          <a:prstGeom prst="line">
            <a:avLst/>
          </a:prstGeom>
          <a:noFill/>
          <a:ln w="31750">
            <a:solidFill>
              <a:srgbClr val="5C4DB7"/>
            </a:solidFill>
            <a:prstDash val="solid"/>
            <a:headEnd type="none"/>
            <a:tailEnd type="none"/>
          </a:ln>
        </p:spPr>
      </p:sp>
      <p:sp>
        <p:nvSpPr>
          <p:cNvPr id="356" name="Shape 354"/>
          <p:cNvSpPr/>
          <p:nvPr/>
        </p:nvSpPr>
        <p:spPr>
          <a:xfrm>
            <a:off x="7756177" y="4372201"/>
            <a:ext cx="83368" cy="0"/>
          </a:xfrm>
          <a:prstGeom prst="line">
            <a:avLst/>
          </a:prstGeom>
          <a:noFill/>
          <a:ln w="31750">
            <a:solidFill>
              <a:srgbClr val="5C4DB7"/>
            </a:solidFill>
            <a:prstDash val="solid"/>
            <a:headEnd type="none"/>
            <a:tailEnd type="none"/>
          </a:ln>
        </p:spPr>
      </p:sp>
      <p:sp>
        <p:nvSpPr>
          <p:cNvPr id="357" name="Shape 355"/>
          <p:cNvSpPr/>
          <p:nvPr/>
        </p:nvSpPr>
        <p:spPr>
          <a:xfrm>
            <a:off x="7836801" y="4354349"/>
            <a:ext cx="0" cy="20595"/>
          </a:xfrm>
          <a:prstGeom prst="line">
            <a:avLst/>
          </a:prstGeom>
          <a:noFill/>
          <a:ln w="31750">
            <a:solidFill>
              <a:srgbClr val="5C4DB7"/>
            </a:solidFill>
            <a:prstDash val="solid"/>
            <a:headEnd type="none"/>
            <a:tailEnd type="none"/>
          </a:ln>
        </p:spPr>
      </p:sp>
      <p:sp>
        <p:nvSpPr>
          <p:cNvPr id="358" name="Shape 356"/>
          <p:cNvSpPr/>
          <p:nvPr/>
        </p:nvSpPr>
        <p:spPr>
          <a:xfrm>
            <a:off x="7836801" y="4357092"/>
            <a:ext cx="83367" cy="0"/>
          </a:xfrm>
          <a:prstGeom prst="line">
            <a:avLst/>
          </a:prstGeom>
          <a:noFill/>
          <a:ln w="31750">
            <a:solidFill>
              <a:srgbClr val="5C4DB7"/>
            </a:solidFill>
            <a:prstDash val="solid"/>
            <a:headEnd type="none"/>
            <a:tailEnd type="none"/>
          </a:ln>
        </p:spPr>
      </p:sp>
      <p:sp>
        <p:nvSpPr>
          <p:cNvPr id="359" name="Shape 357"/>
          <p:cNvSpPr/>
          <p:nvPr/>
        </p:nvSpPr>
        <p:spPr>
          <a:xfrm>
            <a:off x="7917426" y="4341544"/>
            <a:ext cx="0" cy="18291"/>
          </a:xfrm>
          <a:prstGeom prst="line">
            <a:avLst/>
          </a:prstGeom>
          <a:noFill/>
          <a:ln w="31750">
            <a:solidFill>
              <a:srgbClr val="5C4DB7"/>
            </a:solidFill>
            <a:prstDash val="solid"/>
            <a:headEnd type="none"/>
            <a:tailEnd type="none"/>
          </a:ln>
        </p:spPr>
      </p:sp>
      <p:sp>
        <p:nvSpPr>
          <p:cNvPr id="360" name="Shape 358"/>
          <p:cNvSpPr/>
          <p:nvPr/>
        </p:nvSpPr>
        <p:spPr>
          <a:xfrm>
            <a:off x="7917426" y="4344287"/>
            <a:ext cx="83368" cy="0"/>
          </a:xfrm>
          <a:prstGeom prst="line">
            <a:avLst/>
          </a:prstGeom>
          <a:noFill/>
          <a:ln w="31750">
            <a:solidFill>
              <a:srgbClr val="5C4DB7"/>
            </a:solidFill>
            <a:prstDash val="solid"/>
            <a:headEnd type="none"/>
            <a:tailEnd type="none"/>
          </a:ln>
        </p:spPr>
      </p:sp>
      <p:sp>
        <p:nvSpPr>
          <p:cNvPr id="361" name="Shape 359"/>
          <p:cNvSpPr/>
          <p:nvPr/>
        </p:nvSpPr>
        <p:spPr>
          <a:xfrm>
            <a:off x="7998050" y="4328349"/>
            <a:ext cx="0" cy="18681"/>
          </a:xfrm>
          <a:prstGeom prst="line">
            <a:avLst/>
          </a:prstGeom>
          <a:noFill/>
          <a:ln w="31750">
            <a:solidFill>
              <a:srgbClr val="5C4DB7"/>
            </a:solidFill>
            <a:prstDash val="solid"/>
            <a:headEnd type="none"/>
            <a:tailEnd type="none"/>
          </a:ln>
        </p:spPr>
      </p:sp>
      <p:sp>
        <p:nvSpPr>
          <p:cNvPr id="362" name="Shape 360"/>
          <p:cNvSpPr/>
          <p:nvPr/>
        </p:nvSpPr>
        <p:spPr>
          <a:xfrm>
            <a:off x="7998050" y="4331093"/>
            <a:ext cx="83368" cy="0"/>
          </a:xfrm>
          <a:prstGeom prst="line">
            <a:avLst/>
          </a:prstGeom>
          <a:noFill/>
          <a:ln w="31750">
            <a:solidFill>
              <a:srgbClr val="5C4DB7"/>
            </a:solidFill>
            <a:prstDash val="solid"/>
            <a:headEnd type="none"/>
            <a:tailEnd type="none"/>
          </a:ln>
        </p:spPr>
      </p:sp>
      <p:sp>
        <p:nvSpPr>
          <p:cNvPr id="363" name="Shape 361"/>
          <p:cNvSpPr/>
          <p:nvPr/>
        </p:nvSpPr>
        <p:spPr>
          <a:xfrm>
            <a:off x="8078675" y="4314747"/>
            <a:ext cx="0" cy="19089"/>
          </a:xfrm>
          <a:prstGeom prst="line">
            <a:avLst/>
          </a:prstGeom>
          <a:noFill/>
          <a:ln w="31750">
            <a:solidFill>
              <a:srgbClr val="5C4DB7"/>
            </a:solidFill>
            <a:prstDash val="solid"/>
            <a:headEnd type="none"/>
            <a:tailEnd type="none"/>
          </a:ln>
        </p:spPr>
      </p:sp>
      <p:sp>
        <p:nvSpPr>
          <p:cNvPr id="364" name="Shape 362"/>
          <p:cNvSpPr/>
          <p:nvPr/>
        </p:nvSpPr>
        <p:spPr>
          <a:xfrm>
            <a:off x="8078675" y="4317490"/>
            <a:ext cx="83367" cy="0"/>
          </a:xfrm>
          <a:prstGeom prst="line">
            <a:avLst/>
          </a:prstGeom>
          <a:noFill/>
          <a:ln w="31750">
            <a:solidFill>
              <a:srgbClr val="5C4DB7"/>
            </a:solidFill>
            <a:prstDash val="solid"/>
            <a:headEnd type="none"/>
            <a:tailEnd type="none"/>
          </a:ln>
        </p:spPr>
      </p:sp>
      <p:sp>
        <p:nvSpPr>
          <p:cNvPr id="365" name="Shape 363"/>
          <p:cNvSpPr/>
          <p:nvPr/>
        </p:nvSpPr>
        <p:spPr>
          <a:xfrm>
            <a:off x="8159299" y="4300761"/>
            <a:ext cx="0" cy="19472"/>
          </a:xfrm>
          <a:prstGeom prst="line">
            <a:avLst/>
          </a:prstGeom>
          <a:noFill/>
          <a:ln w="31750">
            <a:solidFill>
              <a:srgbClr val="5C4DB7"/>
            </a:solidFill>
            <a:prstDash val="solid"/>
            <a:headEnd type="none"/>
            <a:tailEnd type="none"/>
          </a:ln>
        </p:spPr>
      </p:sp>
      <p:sp>
        <p:nvSpPr>
          <p:cNvPr id="366" name="Shape 364"/>
          <p:cNvSpPr/>
          <p:nvPr/>
        </p:nvSpPr>
        <p:spPr>
          <a:xfrm>
            <a:off x="8159299" y="4303505"/>
            <a:ext cx="83368" cy="0"/>
          </a:xfrm>
          <a:prstGeom prst="line">
            <a:avLst/>
          </a:prstGeom>
          <a:noFill/>
          <a:ln w="31750">
            <a:solidFill>
              <a:srgbClr val="5C4DB7"/>
            </a:solidFill>
            <a:prstDash val="solid"/>
            <a:headEnd type="none"/>
            <a:tailEnd type="none"/>
          </a:ln>
        </p:spPr>
      </p:sp>
      <p:sp>
        <p:nvSpPr>
          <p:cNvPr id="367" name="Shape 365"/>
          <p:cNvSpPr/>
          <p:nvPr/>
        </p:nvSpPr>
        <p:spPr>
          <a:xfrm>
            <a:off x="8239924" y="4286391"/>
            <a:ext cx="0" cy="19857"/>
          </a:xfrm>
          <a:prstGeom prst="line">
            <a:avLst/>
          </a:prstGeom>
          <a:noFill/>
          <a:ln w="31750">
            <a:solidFill>
              <a:srgbClr val="5C4DB7"/>
            </a:solidFill>
            <a:prstDash val="solid"/>
            <a:headEnd type="none"/>
            <a:tailEnd type="none"/>
          </a:ln>
        </p:spPr>
      </p:sp>
      <p:sp>
        <p:nvSpPr>
          <p:cNvPr id="368" name="Shape 366"/>
          <p:cNvSpPr/>
          <p:nvPr/>
        </p:nvSpPr>
        <p:spPr>
          <a:xfrm>
            <a:off x="8239924" y="4289134"/>
            <a:ext cx="83368" cy="0"/>
          </a:xfrm>
          <a:prstGeom prst="line">
            <a:avLst/>
          </a:prstGeom>
          <a:noFill/>
          <a:ln w="31750">
            <a:solidFill>
              <a:srgbClr val="5C4DB7"/>
            </a:solidFill>
            <a:prstDash val="solid"/>
            <a:headEnd type="none"/>
            <a:tailEnd type="none"/>
          </a:ln>
        </p:spPr>
      </p:sp>
      <p:sp>
        <p:nvSpPr>
          <p:cNvPr id="369" name="Shape 367"/>
          <p:cNvSpPr/>
          <p:nvPr/>
        </p:nvSpPr>
        <p:spPr>
          <a:xfrm>
            <a:off x="8320549" y="4271633"/>
            <a:ext cx="0" cy="20244"/>
          </a:xfrm>
          <a:prstGeom prst="line">
            <a:avLst/>
          </a:prstGeom>
          <a:noFill/>
          <a:ln w="31750">
            <a:solidFill>
              <a:srgbClr val="5C4DB7"/>
            </a:solidFill>
            <a:prstDash val="solid"/>
            <a:headEnd type="none"/>
            <a:tailEnd type="none"/>
          </a:ln>
        </p:spPr>
      </p:sp>
      <p:sp>
        <p:nvSpPr>
          <p:cNvPr id="370" name="Shape 368"/>
          <p:cNvSpPr/>
          <p:nvPr/>
        </p:nvSpPr>
        <p:spPr>
          <a:xfrm>
            <a:off x="8320549" y="4274377"/>
            <a:ext cx="83367" cy="0"/>
          </a:xfrm>
          <a:prstGeom prst="line">
            <a:avLst/>
          </a:prstGeom>
          <a:noFill/>
          <a:ln w="31750">
            <a:solidFill>
              <a:srgbClr val="5C4DB7"/>
            </a:solidFill>
            <a:prstDash val="solid"/>
            <a:headEnd type="none"/>
            <a:tailEnd type="none"/>
          </a:ln>
        </p:spPr>
      </p:sp>
      <p:sp>
        <p:nvSpPr>
          <p:cNvPr id="371" name="Shape 369"/>
          <p:cNvSpPr/>
          <p:nvPr/>
        </p:nvSpPr>
        <p:spPr>
          <a:xfrm>
            <a:off x="8401173" y="4256495"/>
            <a:ext cx="0" cy="20625"/>
          </a:xfrm>
          <a:prstGeom prst="line">
            <a:avLst/>
          </a:prstGeom>
          <a:noFill/>
          <a:ln w="31750">
            <a:solidFill>
              <a:srgbClr val="5C4DB7"/>
            </a:solidFill>
            <a:prstDash val="solid"/>
            <a:headEnd type="none"/>
            <a:tailEnd type="none"/>
          </a:ln>
        </p:spPr>
      </p:sp>
      <p:sp>
        <p:nvSpPr>
          <p:cNvPr id="372" name="Shape 370"/>
          <p:cNvSpPr/>
          <p:nvPr/>
        </p:nvSpPr>
        <p:spPr>
          <a:xfrm>
            <a:off x="8401173" y="4259238"/>
            <a:ext cx="83368" cy="0"/>
          </a:xfrm>
          <a:prstGeom prst="line">
            <a:avLst/>
          </a:prstGeom>
          <a:noFill/>
          <a:ln w="31750">
            <a:solidFill>
              <a:srgbClr val="5C4DB7"/>
            </a:solidFill>
            <a:prstDash val="solid"/>
            <a:headEnd type="none"/>
            <a:tailEnd type="none"/>
          </a:ln>
        </p:spPr>
      </p:sp>
      <p:sp>
        <p:nvSpPr>
          <p:cNvPr id="373" name="Shape 371"/>
          <p:cNvSpPr/>
          <p:nvPr/>
        </p:nvSpPr>
        <p:spPr>
          <a:xfrm>
            <a:off x="8481797" y="4240924"/>
            <a:ext cx="0" cy="21057"/>
          </a:xfrm>
          <a:prstGeom prst="line">
            <a:avLst/>
          </a:prstGeom>
          <a:noFill/>
          <a:ln w="31750">
            <a:solidFill>
              <a:srgbClr val="5C4DB7"/>
            </a:solidFill>
            <a:prstDash val="solid"/>
            <a:headEnd type="none"/>
            <a:tailEnd type="none"/>
          </a:ln>
        </p:spPr>
      </p:sp>
      <p:sp>
        <p:nvSpPr>
          <p:cNvPr id="374" name="Shape 372"/>
          <p:cNvSpPr/>
          <p:nvPr/>
        </p:nvSpPr>
        <p:spPr>
          <a:xfrm>
            <a:off x="8481797" y="4243668"/>
            <a:ext cx="83368" cy="0"/>
          </a:xfrm>
          <a:prstGeom prst="line">
            <a:avLst/>
          </a:prstGeom>
          <a:noFill/>
          <a:ln w="31750">
            <a:solidFill>
              <a:srgbClr val="5C4DB7"/>
            </a:solidFill>
            <a:prstDash val="solid"/>
            <a:headEnd type="none"/>
            <a:tailEnd type="none"/>
          </a:ln>
        </p:spPr>
      </p:sp>
      <p:sp>
        <p:nvSpPr>
          <p:cNvPr id="375" name="Shape 373"/>
          <p:cNvSpPr/>
          <p:nvPr/>
        </p:nvSpPr>
        <p:spPr>
          <a:xfrm>
            <a:off x="8562422" y="4224943"/>
            <a:ext cx="0" cy="21468"/>
          </a:xfrm>
          <a:prstGeom prst="line">
            <a:avLst/>
          </a:prstGeom>
          <a:noFill/>
          <a:ln w="31750">
            <a:solidFill>
              <a:srgbClr val="5C4DB7"/>
            </a:solidFill>
            <a:prstDash val="solid"/>
            <a:headEnd type="none"/>
            <a:tailEnd type="none"/>
          </a:ln>
        </p:spPr>
      </p:sp>
      <p:sp>
        <p:nvSpPr>
          <p:cNvPr id="376" name="Shape 374"/>
          <p:cNvSpPr/>
          <p:nvPr/>
        </p:nvSpPr>
        <p:spPr>
          <a:xfrm>
            <a:off x="8562422" y="4227686"/>
            <a:ext cx="83367" cy="0"/>
          </a:xfrm>
          <a:prstGeom prst="line">
            <a:avLst/>
          </a:prstGeom>
          <a:noFill/>
          <a:ln w="31750">
            <a:solidFill>
              <a:srgbClr val="5C4DB7"/>
            </a:solidFill>
            <a:prstDash val="solid"/>
            <a:headEnd type="none"/>
            <a:tailEnd type="none"/>
          </a:ln>
        </p:spPr>
      </p:sp>
      <p:sp>
        <p:nvSpPr>
          <p:cNvPr id="377" name="Shape 375"/>
          <p:cNvSpPr/>
          <p:nvPr/>
        </p:nvSpPr>
        <p:spPr>
          <a:xfrm>
            <a:off x="8643046" y="4208510"/>
            <a:ext cx="0" cy="21919"/>
          </a:xfrm>
          <a:prstGeom prst="line">
            <a:avLst/>
          </a:prstGeom>
          <a:noFill/>
          <a:ln w="31750">
            <a:solidFill>
              <a:srgbClr val="5C4DB7"/>
            </a:solidFill>
            <a:prstDash val="solid"/>
            <a:headEnd type="none"/>
            <a:tailEnd type="none"/>
          </a:ln>
        </p:spPr>
      </p:sp>
      <p:sp>
        <p:nvSpPr>
          <p:cNvPr id="378" name="Shape 376"/>
          <p:cNvSpPr/>
          <p:nvPr/>
        </p:nvSpPr>
        <p:spPr>
          <a:xfrm>
            <a:off x="8643046" y="4211254"/>
            <a:ext cx="83368" cy="0"/>
          </a:xfrm>
          <a:prstGeom prst="line">
            <a:avLst/>
          </a:prstGeom>
          <a:noFill/>
          <a:ln w="31750">
            <a:solidFill>
              <a:srgbClr val="5C4DB7"/>
            </a:solidFill>
            <a:prstDash val="solid"/>
            <a:headEnd type="none"/>
            <a:tailEnd type="none"/>
          </a:ln>
        </p:spPr>
      </p:sp>
      <p:sp>
        <p:nvSpPr>
          <p:cNvPr id="379" name="Shape 377"/>
          <p:cNvSpPr/>
          <p:nvPr/>
        </p:nvSpPr>
        <p:spPr>
          <a:xfrm>
            <a:off x="8723671" y="4191735"/>
            <a:ext cx="0" cy="22261"/>
          </a:xfrm>
          <a:prstGeom prst="line">
            <a:avLst/>
          </a:prstGeom>
          <a:noFill/>
          <a:ln w="31750">
            <a:solidFill>
              <a:srgbClr val="5C4DB7"/>
            </a:solidFill>
            <a:prstDash val="solid"/>
            <a:headEnd type="none"/>
            <a:tailEnd type="none"/>
          </a:ln>
        </p:spPr>
      </p:sp>
      <p:sp>
        <p:nvSpPr>
          <p:cNvPr id="380" name="Shape 378"/>
          <p:cNvSpPr/>
          <p:nvPr/>
        </p:nvSpPr>
        <p:spPr>
          <a:xfrm>
            <a:off x="8723671" y="4194479"/>
            <a:ext cx="83368" cy="0"/>
          </a:xfrm>
          <a:prstGeom prst="line">
            <a:avLst/>
          </a:prstGeom>
          <a:noFill/>
          <a:ln w="31750">
            <a:solidFill>
              <a:srgbClr val="5C4DB7"/>
            </a:solidFill>
            <a:prstDash val="solid"/>
            <a:headEnd type="none"/>
            <a:tailEnd type="none"/>
          </a:ln>
        </p:spPr>
      </p:sp>
      <p:sp>
        <p:nvSpPr>
          <p:cNvPr id="381" name="Shape 379"/>
          <p:cNvSpPr/>
          <p:nvPr/>
        </p:nvSpPr>
        <p:spPr>
          <a:xfrm>
            <a:off x="8804296" y="4171608"/>
            <a:ext cx="0" cy="25613"/>
          </a:xfrm>
          <a:prstGeom prst="line">
            <a:avLst/>
          </a:prstGeom>
          <a:noFill/>
          <a:ln w="31750">
            <a:solidFill>
              <a:srgbClr val="5C4DB7"/>
            </a:solidFill>
            <a:prstDash val="solid"/>
            <a:headEnd type="none"/>
            <a:tailEnd type="none"/>
          </a:ln>
        </p:spPr>
      </p:sp>
      <p:sp>
        <p:nvSpPr>
          <p:cNvPr id="382" name="Shape 380"/>
          <p:cNvSpPr/>
          <p:nvPr/>
        </p:nvSpPr>
        <p:spPr>
          <a:xfrm>
            <a:off x="8804296" y="4174352"/>
            <a:ext cx="83367" cy="0"/>
          </a:xfrm>
          <a:prstGeom prst="line">
            <a:avLst/>
          </a:prstGeom>
          <a:noFill/>
          <a:ln w="31750">
            <a:solidFill>
              <a:srgbClr val="5C4DB7"/>
            </a:solidFill>
            <a:prstDash val="solid"/>
            <a:headEnd type="none"/>
            <a:tailEnd type="none"/>
          </a:ln>
        </p:spPr>
      </p:sp>
      <p:sp>
        <p:nvSpPr>
          <p:cNvPr id="383" name="Shape 381"/>
          <p:cNvSpPr/>
          <p:nvPr/>
        </p:nvSpPr>
        <p:spPr>
          <a:xfrm>
            <a:off x="8884920" y="4154349"/>
            <a:ext cx="0" cy="22746"/>
          </a:xfrm>
          <a:prstGeom prst="line">
            <a:avLst/>
          </a:prstGeom>
          <a:noFill/>
          <a:ln w="31750">
            <a:solidFill>
              <a:srgbClr val="5C4DB7"/>
            </a:solidFill>
            <a:prstDash val="solid"/>
            <a:headEnd type="none"/>
            <a:tailEnd type="none"/>
          </a:ln>
        </p:spPr>
      </p:sp>
      <p:sp>
        <p:nvSpPr>
          <p:cNvPr id="384" name="Shape 382"/>
          <p:cNvSpPr/>
          <p:nvPr/>
        </p:nvSpPr>
        <p:spPr>
          <a:xfrm>
            <a:off x="8884920" y="4157092"/>
            <a:ext cx="83368" cy="0"/>
          </a:xfrm>
          <a:prstGeom prst="line">
            <a:avLst/>
          </a:prstGeom>
          <a:noFill/>
          <a:ln w="31750">
            <a:solidFill>
              <a:srgbClr val="5C4DB7"/>
            </a:solidFill>
            <a:prstDash val="solid"/>
            <a:headEnd type="none"/>
            <a:tailEnd type="none"/>
          </a:ln>
        </p:spPr>
      </p:sp>
      <p:sp>
        <p:nvSpPr>
          <p:cNvPr id="385" name="Shape 383"/>
          <p:cNvSpPr/>
          <p:nvPr/>
        </p:nvSpPr>
        <p:spPr>
          <a:xfrm>
            <a:off x="8965545" y="4136713"/>
            <a:ext cx="0" cy="23122"/>
          </a:xfrm>
          <a:prstGeom prst="line">
            <a:avLst/>
          </a:prstGeom>
          <a:noFill/>
          <a:ln w="31750">
            <a:solidFill>
              <a:srgbClr val="5C4DB7"/>
            </a:solidFill>
            <a:prstDash val="solid"/>
            <a:headEnd type="none"/>
            <a:tailEnd type="none"/>
          </a:ln>
        </p:spPr>
      </p:sp>
      <p:sp>
        <p:nvSpPr>
          <p:cNvPr id="386" name="Shape 384"/>
          <p:cNvSpPr/>
          <p:nvPr/>
        </p:nvSpPr>
        <p:spPr>
          <a:xfrm>
            <a:off x="8965545" y="4139456"/>
            <a:ext cx="83368" cy="0"/>
          </a:xfrm>
          <a:prstGeom prst="line">
            <a:avLst/>
          </a:prstGeom>
          <a:noFill/>
          <a:ln w="31750">
            <a:solidFill>
              <a:srgbClr val="5C4DB7"/>
            </a:solidFill>
            <a:prstDash val="solid"/>
            <a:headEnd type="none"/>
            <a:tailEnd type="none"/>
          </a:ln>
        </p:spPr>
      </p:sp>
      <p:sp>
        <p:nvSpPr>
          <p:cNvPr id="387" name="Shape 385"/>
          <p:cNvSpPr/>
          <p:nvPr/>
        </p:nvSpPr>
        <p:spPr>
          <a:xfrm>
            <a:off x="9046169" y="4118741"/>
            <a:ext cx="0" cy="23458"/>
          </a:xfrm>
          <a:prstGeom prst="line">
            <a:avLst/>
          </a:prstGeom>
          <a:noFill/>
          <a:ln w="31750">
            <a:solidFill>
              <a:srgbClr val="5C4DB7"/>
            </a:solidFill>
            <a:prstDash val="solid"/>
            <a:headEnd type="none"/>
            <a:tailEnd type="none"/>
          </a:ln>
        </p:spPr>
      </p:sp>
      <p:sp>
        <p:nvSpPr>
          <p:cNvPr id="388" name="Shape 386"/>
          <p:cNvSpPr/>
          <p:nvPr/>
        </p:nvSpPr>
        <p:spPr>
          <a:xfrm>
            <a:off x="9046169" y="4121484"/>
            <a:ext cx="83367" cy="0"/>
          </a:xfrm>
          <a:prstGeom prst="line">
            <a:avLst/>
          </a:prstGeom>
          <a:noFill/>
          <a:ln w="31750">
            <a:solidFill>
              <a:srgbClr val="5C4DB7"/>
            </a:solidFill>
            <a:prstDash val="solid"/>
            <a:headEnd type="none"/>
            <a:tailEnd type="none"/>
          </a:ln>
        </p:spPr>
      </p:sp>
      <p:sp>
        <p:nvSpPr>
          <p:cNvPr id="389" name="Shape 387"/>
          <p:cNvSpPr/>
          <p:nvPr/>
        </p:nvSpPr>
        <p:spPr>
          <a:xfrm>
            <a:off x="9126793" y="4100727"/>
            <a:ext cx="0" cy="23500"/>
          </a:xfrm>
          <a:prstGeom prst="line">
            <a:avLst/>
          </a:prstGeom>
          <a:noFill/>
          <a:ln w="31750">
            <a:solidFill>
              <a:srgbClr val="5C4DB7"/>
            </a:solidFill>
            <a:prstDash val="solid"/>
            <a:headEnd type="none"/>
            <a:tailEnd type="none"/>
          </a:ln>
        </p:spPr>
      </p:sp>
      <p:sp>
        <p:nvSpPr>
          <p:cNvPr id="390" name="Shape 388"/>
          <p:cNvSpPr/>
          <p:nvPr/>
        </p:nvSpPr>
        <p:spPr>
          <a:xfrm>
            <a:off x="9126793" y="4103471"/>
            <a:ext cx="83368" cy="0"/>
          </a:xfrm>
          <a:prstGeom prst="line">
            <a:avLst/>
          </a:prstGeom>
          <a:noFill/>
          <a:ln w="31750">
            <a:solidFill>
              <a:srgbClr val="5C4DB7"/>
            </a:solidFill>
            <a:prstDash val="solid"/>
            <a:headEnd type="none"/>
            <a:tailEnd type="none"/>
          </a:ln>
        </p:spPr>
      </p:sp>
      <p:sp>
        <p:nvSpPr>
          <p:cNvPr id="391" name="Shape 389"/>
          <p:cNvSpPr/>
          <p:nvPr/>
        </p:nvSpPr>
        <p:spPr>
          <a:xfrm>
            <a:off x="9207418" y="4082413"/>
            <a:ext cx="0" cy="23801"/>
          </a:xfrm>
          <a:prstGeom prst="line">
            <a:avLst/>
          </a:prstGeom>
          <a:noFill/>
          <a:ln w="31750">
            <a:solidFill>
              <a:srgbClr val="5C4DB7"/>
            </a:solidFill>
            <a:prstDash val="solid"/>
            <a:headEnd type="none"/>
            <a:tailEnd type="none"/>
          </a:ln>
        </p:spPr>
      </p:sp>
      <p:sp>
        <p:nvSpPr>
          <p:cNvPr id="392" name="Shape 390"/>
          <p:cNvSpPr/>
          <p:nvPr/>
        </p:nvSpPr>
        <p:spPr>
          <a:xfrm>
            <a:off x="9207418" y="4085156"/>
            <a:ext cx="83368" cy="0"/>
          </a:xfrm>
          <a:prstGeom prst="line">
            <a:avLst/>
          </a:prstGeom>
          <a:noFill/>
          <a:ln w="31750">
            <a:solidFill>
              <a:srgbClr val="5C4DB7"/>
            </a:solidFill>
            <a:prstDash val="solid"/>
            <a:headEnd type="none"/>
            <a:tailEnd type="none"/>
          </a:ln>
        </p:spPr>
      </p:sp>
      <p:sp>
        <p:nvSpPr>
          <p:cNvPr id="393" name="Shape 391"/>
          <p:cNvSpPr/>
          <p:nvPr/>
        </p:nvSpPr>
        <p:spPr>
          <a:xfrm>
            <a:off x="9288043" y="4063775"/>
            <a:ext cx="0" cy="24124"/>
          </a:xfrm>
          <a:prstGeom prst="line">
            <a:avLst/>
          </a:prstGeom>
          <a:noFill/>
          <a:ln w="31750">
            <a:solidFill>
              <a:srgbClr val="5C4DB7"/>
            </a:solidFill>
            <a:prstDash val="solid"/>
            <a:headEnd type="none"/>
            <a:tailEnd type="none"/>
          </a:ln>
        </p:spPr>
      </p:sp>
      <p:sp>
        <p:nvSpPr>
          <p:cNvPr id="394" name="Shape 392"/>
          <p:cNvSpPr/>
          <p:nvPr/>
        </p:nvSpPr>
        <p:spPr>
          <a:xfrm>
            <a:off x="9288043" y="4066519"/>
            <a:ext cx="83367" cy="0"/>
          </a:xfrm>
          <a:prstGeom prst="line">
            <a:avLst/>
          </a:prstGeom>
          <a:noFill/>
          <a:ln w="31750">
            <a:solidFill>
              <a:srgbClr val="5C4DB7"/>
            </a:solidFill>
            <a:prstDash val="solid"/>
            <a:headEnd type="none"/>
            <a:tailEnd type="none"/>
          </a:ln>
        </p:spPr>
      </p:sp>
      <p:sp>
        <p:nvSpPr>
          <p:cNvPr id="395" name="Shape 393"/>
          <p:cNvSpPr/>
          <p:nvPr/>
        </p:nvSpPr>
        <p:spPr>
          <a:xfrm>
            <a:off x="9368667" y="4044857"/>
            <a:ext cx="0" cy="24405"/>
          </a:xfrm>
          <a:prstGeom prst="line">
            <a:avLst/>
          </a:prstGeom>
          <a:noFill/>
          <a:ln w="31750">
            <a:solidFill>
              <a:srgbClr val="5C4DB7"/>
            </a:solidFill>
            <a:prstDash val="solid"/>
            <a:headEnd type="none"/>
            <a:tailEnd type="none"/>
          </a:ln>
        </p:spPr>
      </p:sp>
      <p:sp>
        <p:nvSpPr>
          <p:cNvPr id="396" name="Shape 394"/>
          <p:cNvSpPr/>
          <p:nvPr/>
        </p:nvSpPr>
        <p:spPr>
          <a:xfrm>
            <a:off x="9368667" y="4047600"/>
            <a:ext cx="83368" cy="0"/>
          </a:xfrm>
          <a:prstGeom prst="line">
            <a:avLst/>
          </a:prstGeom>
          <a:noFill/>
          <a:ln w="31750">
            <a:solidFill>
              <a:srgbClr val="5C4DB7"/>
            </a:solidFill>
            <a:prstDash val="solid"/>
            <a:headEnd type="none"/>
            <a:tailEnd type="none"/>
          </a:ln>
        </p:spPr>
      </p:sp>
      <p:sp>
        <p:nvSpPr>
          <p:cNvPr id="397" name="Shape 395"/>
          <p:cNvSpPr/>
          <p:nvPr/>
        </p:nvSpPr>
        <p:spPr>
          <a:xfrm>
            <a:off x="9449292" y="4026033"/>
            <a:ext cx="0" cy="24310"/>
          </a:xfrm>
          <a:prstGeom prst="line">
            <a:avLst/>
          </a:prstGeom>
          <a:noFill/>
          <a:ln w="31750">
            <a:solidFill>
              <a:srgbClr val="5C4DB7"/>
            </a:solidFill>
            <a:prstDash val="solid"/>
            <a:headEnd type="none"/>
            <a:tailEnd type="none"/>
          </a:ln>
        </p:spPr>
      </p:sp>
      <p:sp>
        <p:nvSpPr>
          <p:cNvPr id="398" name="Shape 396"/>
          <p:cNvSpPr/>
          <p:nvPr/>
        </p:nvSpPr>
        <p:spPr>
          <a:xfrm>
            <a:off x="9449292" y="4028776"/>
            <a:ext cx="83368" cy="0"/>
          </a:xfrm>
          <a:prstGeom prst="line">
            <a:avLst/>
          </a:prstGeom>
          <a:noFill/>
          <a:ln w="31750">
            <a:solidFill>
              <a:srgbClr val="5C4DB7"/>
            </a:solidFill>
            <a:prstDash val="solid"/>
            <a:headEnd type="none"/>
            <a:tailEnd type="none"/>
          </a:ln>
        </p:spPr>
      </p:sp>
      <p:sp>
        <p:nvSpPr>
          <p:cNvPr id="399" name="Shape 397"/>
          <p:cNvSpPr/>
          <p:nvPr/>
        </p:nvSpPr>
        <p:spPr>
          <a:xfrm>
            <a:off x="9529916" y="4007350"/>
            <a:ext cx="0" cy="24169"/>
          </a:xfrm>
          <a:prstGeom prst="line">
            <a:avLst/>
          </a:prstGeom>
          <a:noFill/>
          <a:ln w="31750">
            <a:solidFill>
              <a:srgbClr val="5C4DB7"/>
            </a:solidFill>
            <a:prstDash val="solid"/>
            <a:headEnd type="none"/>
            <a:tailEnd type="none"/>
          </a:ln>
        </p:spPr>
      </p:sp>
      <p:sp>
        <p:nvSpPr>
          <p:cNvPr id="400" name="Shape 398"/>
          <p:cNvSpPr/>
          <p:nvPr/>
        </p:nvSpPr>
        <p:spPr>
          <a:xfrm>
            <a:off x="9529916" y="4010093"/>
            <a:ext cx="83367" cy="0"/>
          </a:xfrm>
          <a:prstGeom prst="line">
            <a:avLst/>
          </a:prstGeom>
          <a:noFill/>
          <a:ln w="31750">
            <a:solidFill>
              <a:srgbClr val="5C4DB7"/>
            </a:solidFill>
            <a:prstDash val="solid"/>
            <a:headEnd type="none"/>
            <a:tailEnd type="none"/>
          </a:ln>
        </p:spPr>
      </p:sp>
      <p:sp>
        <p:nvSpPr>
          <p:cNvPr id="401" name="Shape 399"/>
          <p:cNvSpPr/>
          <p:nvPr/>
        </p:nvSpPr>
        <p:spPr>
          <a:xfrm>
            <a:off x="9610540" y="3988925"/>
            <a:ext cx="0" cy="23911"/>
          </a:xfrm>
          <a:prstGeom prst="line">
            <a:avLst/>
          </a:prstGeom>
          <a:noFill/>
          <a:ln w="31750">
            <a:solidFill>
              <a:srgbClr val="5C4DB7"/>
            </a:solidFill>
            <a:prstDash val="solid"/>
            <a:headEnd type="none"/>
            <a:tailEnd type="none"/>
          </a:ln>
        </p:spPr>
      </p:sp>
      <p:sp>
        <p:nvSpPr>
          <p:cNvPr id="402" name="Shape 400"/>
          <p:cNvSpPr/>
          <p:nvPr/>
        </p:nvSpPr>
        <p:spPr>
          <a:xfrm>
            <a:off x="9610540" y="3991669"/>
            <a:ext cx="83368" cy="0"/>
          </a:xfrm>
          <a:prstGeom prst="line">
            <a:avLst/>
          </a:prstGeom>
          <a:noFill/>
          <a:ln w="31750">
            <a:solidFill>
              <a:srgbClr val="5C4DB7"/>
            </a:solidFill>
            <a:prstDash val="solid"/>
            <a:headEnd type="none"/>
            <a:tailEnd type="none"/>
          </a:ln>
        </p:spPr>
      </p:sp>
      <p:sp>
        <p:nvSpPr>
          <p:cNvPr id="403" name="Shape 401"/>
          <p:cNvSpPr/>
          <p:nvPr/>
        </p:nvSpPr>
        <p:spPr>
          <a:xfrm>
            <a:off x="9691165" y="3971126"/>
            <a:ext cx="0" cy="23286"/>
          </a:xfrm>
          <a:prstGeom prst="line">
            <a:avLst/>
          </a:prstGeom>
          <a:noFill/>
          <a:ln w="31750">
            <a:solidFill>
              <a:srgbClr val="5C4DB7"/>
            </a:solidFill>
            <a:prstDash val="solid"/>
            <a:headEnd type="none"/>
            <a:tailEnd type="none"/>
          </a:ln>
        </p:spPr>
      </p:sp>
      <p:sp>
        <p:nvSpPr>
          <p:cNvPr id="404" name="Shape 402"/>
          <p:cNvSpPr/>
          <p:nvPr/>
        </p:nvSpPr>
        <p:spPr>
          <a:xfrm>
            <a:off x="9691165" y="3973869"/>
            <a:ext cx="83368" cy="0"/>
          </a:xfrm>
          <a:prstGeom prst="line">
            <a:avLst/>
          </a:prstGeom>
          <a:noFill/>
          <a:ln w="31750">
            <a:solidFill>
              <a:srgbClr val="5C4DB7"/>
            </a:solidFill>
            <a:prstDash val="solid"/>
            <a:headEnd type="none"/>
            <a:tailEnd type="none"/>
          </a:ln>
        </p:spPr>
      </p:sp>
      <p:sp>
        <p:nvSpPr>
          <p:cNvPr id="405" name="Shape 403"/>
          <p:cNvSpPr/>
          <p:nvPr/>
        </p:nvSpPr>
        <p:spPr>
          <a:xfrm>
            <a:off x="9771790" y="3954764"/>
            <a:ext cx="0" cy="21849"/>
          </a:xfrm>
          <a:prstGeom prst="line">
            <a:avLst/>
          </a:prstGeom>
          <a:noFill/>
          <a:ln w="31750">
            <a:solidFill>
              <a:srgbClr val="5C4DB7"/>
            </a:solidFill>
            <a:prstDash val="solid"/>
            <a:headEnd type="none"/>
            <a:tailEnd type="none"/>
          </a:ln>
        </p:spPr>
      </p:sp>
      <p:sp>
        <p:nvSpPr>
          <p:cNvPr id="406" name="Shape 404"/>
          <p:cNvSpPr/>
          <p:nvPr/>
        </p:nvSpPr>
        <p:spPr>
          <a:xfrm>
            <a:off x="9771790" y="3957507"/>
            <a:ext cx="83367" cy="0"/>
          </a:xfrm>
          <a:prstGeom prst="line">
            <a:avLst/>
          </a:prstGeom>
          <a:noFill/>
          <a:ln w="31750">
            <a:solidFill>
              <a:srgbClr val="5C4DB7"/>
            </a:solidFill>
            <a:prstDash val="solid"/>
            <a:headEnd type="none"/>
            <a:tailEnd type="none"/>
          </a:ln>
        </p:spPr>
      </p:sp>
      <p:sp>
        <p:nvSpPr>
          <p:cNvPr id="407" name="Shape 405"/>
          <p:cNvSpPr/>
          <p:nvPr/>
        </p:nvSpPr>
        <p:spPr>
          <a:xfrm>
            <a:off x="9852414" y="3939078"/>
            <a:ext cx="0" cy="21172"/>
          </a:xfrm>
          <a:prstGeom prst="line">
            <a:avLst/>
          </a:prstGeom>
          <a:noFill/>
          <a:ln w="31750">
            <a:solidFill>
              <a:srgbClr val="5C4DB7"/>
            </a:solidFill>
            <a:prstDash val="solid"/>
            <a:headEnd type="none"/>
            <a:tailEnd type="none"/>
          </a:ln>
        </p:spPr>
      </p:sp>
      <p:sp>
        <p:nvSpPr>
          <p:cNvPr id="408" name="Shape 406"/>
          <p:cNvSpPr/>
          <p:nvPr/>
        </p:nvSpPr>
        <p:spPr>
          <a:xfrm>
            <a:off x="9852414" y="3941821"/>
            <a:ext cx="83368" cy="0"/>
          </a:xfrm>
          <a:prstGeom prst="line">
            <a:avLst/>
          </a:prstGeom>
          <a:noFill/>
          <a:ln w="31750">
            <a:solidFill>
              <a:srgbClr val="5C4DB7"/>
            </a:solidFill>
            <a:prstDash val="solid"/>
            <a:headEnd type="none"/>
            <a:tailEnd type="none"/>
          </a:ln>
        </p:spPr>
      </p:sp>
      <p:sp>
        <p:nvSpPr>
          <p:cNvPr id="409" name="Shape 407"/>
          <p:cNvSpPr/>
          <p:nvPr/>
        </p:nvSpPr>
        <p:spPr>
          <a:xfrm>
            <a:off x="9933039" y="3924666"/>
            <a:ext cx="0" cy="19899"/>
          </a:xfrm>
          <a:prstGeom prst="line">
            <a:avLst/>
          </a:prstGeom>
          <a:noFill/>
          <a:ln w="31750">
            <a:solidFill>
              <a:srgbClr val="5C4DB7"/>
            </a:solidFill>
            <a:prstDash val="solid"/>
            <a:headEnd type="none"/>
            <a:tailEnd type="none"/>
          </a:ln>
        </p:spPr>
      </p:sp>
      <p:sp>
        <p:nvSpPr>
          <p:cNvPr id="410" name="Shape 408"/>
          <p:cNvSpPr/>
          <p:nvPr/>
        </p:nvSpPr>
        <p:spPr>
          <a:xfrm>
            <a:off x="9933039" y="3927409"/>
            <a:ext cx="83368" cy="0"/>
          </a:xfrm>
          <a:prstGeom prst="line">
            <a:avLst/>
          </a:prstGeom>
          <a:noFill/>
          <a:ln w="31750">
            <a:solidFill>
              <a:srgbClr val="5C4DB7"/>
            </a:solidFill>
            <a:prstDash val="solid"/>
            <a:headEnd type="none"/>
            <a:tailEnd type="none"/>
          </a:ln>
        </p:spPr>
      </p:sp>
      <p:sp>
        <p:nvSpPr>
          <p:cNvPr id="411" name="Shape 409"/>
          <p:cNvSpPr/>
          <p:nvPr/>
        </p:nvSpPr>
        <p:spPr>
          <a:xfrm>
            <a:off x="10013663" y="3911464"/>
            <a:ext cx="0" cy="18688"/>
          </a:xfrm>
          <a:prstGeom prst="line">
            <a:avLst/>
          </a:prstGeom>
          <a:noFill/>
          <a:ln w="31750">
            <a:solidFill>
              <a:srgbClr val="5C4DB7"/>
            </a:solidFill>
            <a:prstDash val="solid"/>
            <a:headEnd type="none"/>
            <a:tailEnd type="none"/>
          </a:ln>
        </p:spPr>
      </p:sp>
      <p:sp>
        <p:nvSpPr>
          <p:cNvPr id="412" name="Shape 410"/>
          <p:cNvSpPr/>
          <p:nvPr/>
        </p:nvSpPr>
        <p:spPr>
          <a:xfrm>
            <a:off x="10013663" y="3914207"/>
            <a:ext cx="83367" cy="0"/>
          </a:xfrm>
          <a:prstGeom prst="line">
            <a:avLst/>
          </a:prstGeom>
          <a:noFill/>
          <a:ln w="31750">
            <a:solidFill>
              <a:srgbClr val="5C4DB7"/>
            </a:solidFill>
            <a:prstDash val="solid"/>
            <a:headEnd type="none"/>
            <a:tailEnd type="none"/>
          </a:ln>
        </p:spPr>
      </p:sp>
      <p:sp>
        <p:nvSpPr>
          <p:cNvPr id="413" name="Shape 411"/>
          <p:cNvSpPr/>
          <p:nvPr/>
        </p:nvSpPr>
        <p:spPr>
          <a:xfrm>
            <a:off x="10094288" y="3899466"/>
            <a:ext cx="0" cy="17484"/>
          </a:xfrm>
          <a:prstGeom prst="line">
            <a:avLst/>
          </a:prstGeom>
          <a:noFill/>
          <a:ln w="31750">
            <a:solidFill>
              <a:srgbClr val="5C4DB7"/>
            </a:solidFill>
            <a:prstDash val="solid"/>
            <a:headEnd type="none"/>
            <a:tailEnd type="none"/>
          </a:ln>
        </p:spPr>
      </p:sp>
      <p:sp>
        <p:nvSpPr>
          <p:cNvPr id="414" name="Shape 412"/>
          <p:cNvSpPr/>
          <p:nvPr/>
        </p:nvSpPr>
        <p:spPr>
          <a:xfrm>
            <a:off x="10094288" y="3902209"/>
            <a:ext cx="83368" cy="0"/>
          </a:xfrm>
          <a:prstGeom prst="line">
            <a:avLst/>
          </a:prstGeom>
          <a:noFill/>
          <a:ln w="31750">
            <a:solidFill>
              <a:srgbClr val="5C4DB7"/>
            </a:solidFill>
            <a:prstDash val="solid"/>
            <a:headEnd type="none"/>
            <a:tailEnd type="none"/>
          </a:ln>
        </p:spPr>
      </p:sp>
      <p:sp>
        <p:nvSpPr>
          <p:cNvPr id="415" name="Shape 413"/>
          <p:cNvSpPr/>
          <p:nvPr/>
        </p:nvSpPr>
        <p:spPr>
          <a:xfrm>
            <a:off x="10174912" y="3888370"/>
            <a:ext cx="0" cy="16583"/>
          </a:xfrm>
          <a:prstGeom prst="line">
            <a:avLst/>
          </a:prstGeom>
          <a:noFill/>
          <a:ln w="31750">
            <a:solidFill>
              <a:srgbClr val="5C4DB7"/>
            </a:solidFill>
            <a:prstDash val="solid"/>
            <a:headEnd type="none"/>
            <a:tailEnd type="none"/>
          </a:ln>
        </p:spPr>
      </p:sp>
      <p:sp>
        <p:nvSpPr>
          <p:cNvPr id="416" name="Shape 414"/>
          <p:cNvSpPr/>
          <p:nvPr/>
        </p:nvSpPr>
        <p:spPr>
          <a:xfrm>
            <a:off x="10174912" y="3891113"/>
            <a:ext cx="83368" cy="0"/>
          </a:xfrm>
          <a:prstGeom prst="line">
            <a:avLst/>
          </a:prstGeom>
          <a:noFill/>
          <a:ln w="31750">
            <a:solidFill>
              <a:srgbClr val="5C4DB7"/>
            </a:solidFill>
            <a:prstDash val="solid"/>
            <a:headEnd type="none"/>
            <a:tailEnd type="none"/>
          </a:ln>
        </p:spPr>
      </p:sp>
      <p:sp>
        <p:nvSpPr>
          <p:cNvPr id="417" name="Shape 415"/>
          <p:cNvSpPr/>
          <p:nvPr/>
        </p:nvSpPr>
        <p:spPr>
          <a:xfrm>
            <a:off x="10255537" y="3878105"/>
            <a:ext cx="0" cy="15751"/>
          </a:xfrm>
          <a:prstGeom prst="line">
            <a:avLst/>
          </a:prstGeom>
          <a:noFill/>
          <a:ln w="31750">
            <a:solidFill>
              <a:srgbClr val="5C4DB7"/>
            </a:solidFill>
            <a:prstDash val="solid"/>
            <a:headEnd type="none"/>
            <a:tailEnd type="none"/>
          </a:ln>
        </p:spPr>
      </p:sp>
      <p:sp>
        <p:nvSpPr>
          <p:cNvPr id="418" name="Shape 416"/>
          <p:cNvSpPr/>
          <p:nvPr/>
        </p:nvSpPr>
        <p:spPr>
          <a:xfrm>
            <a:off x="10255537" y="3880848"/>
            <a:ext cx="83367" cy="0"/>
          </a:xfrm>
          <a:prstGeom prst="line">
            <a:avLst/>
          </a:prstGeom>
          <a:noFill/>
          <a:ln w="31750">
            <a:solidFill>
              <a:srgbClr val="5C4DB7"/>
            </a:solidFill>
            <a:prstDash val="solid"/>
            <a:headEnd type="none"/>
            <a:tailEnd type="none"/>
          </a:ln>
        </p:spPr>
      </p:sp>
      <p:sp>
        <p:nvSpPr>
          <p:cNvPr id="419" name="Shape 417"/>
          <p:cNvSpPr/>
          <p:nvPr/>
        </p:nvSpPr>
        <p:spPr>
          <a:xfrm>
            <a:off x="10336161" y="3868485"/>
            <a:ext cx="0" cy="15106"/>
          </a:xfrm>
          <a:prstGeom prst="line">
            <a:avLst/>
          </a:prstGeom>
          <a:noFill/>
          <a:ln w="31750">
            <a:solidFill>
              <a:srgbClr val="5C4DB7"/>
            </a:solidFill>
            <a:prstDash val="solid"/>
            <a:headEnd type="none"/>
            <a:tailEnd type="none"/>
          </a:ln>
        </p:spPr>
      </p:sp>
      <p:sp>
        <p:nvSpPr>
          <p:cNvPr id="420" name="Shape 418"/>
          <p:cNvSpPr/>
          <p:nvPr/>
        </p:nvSpPr>
        <p:spPr>
          <a:xfrm>
            <a:off x="10336161" y="3871228"/>
            <a:ext cx="83368" cy="0"/>
          </a:xfrm>
          <a:prstGeom prst="line">
            <a:avLst/>
          </a:prstGeom>
          <a:noFill/>
          <a:ln w="31750">
            <a:solidFill>
              <a:srgbClr val="5C4DB7"/>
            </a:solidFill>
            <a:prstDash val="solid"/>
            <a:headEnd type="none"/>
            <a:tailEnd type="none"/>
          </a:ln>
        </p:spPr>
      </p:sp>
      <p:sp>
        <p:nvSpPr>
          <p:cNvPr id="421" name="Shape 419"/>
          <p:cNvSpPr/>
          <p:nvPr/>
        </p:nvSpPr>
        <p:spPr>
          <a:xfrm>
            <a:off x="10416786" y="3859600"/>
            <a:ext cx="0" cy="14372"/>
          </a:xfrm>
          <a:prstGeom prst="line">
            <a:avLst/>
          </a:prstGeom>
          <a:noFill/>
          <a:ln w="31750">
            <a:solidFill>
              <a:srgbClr val="5C4DB7"/>
            </a:solidFill>
            <a:prstDash val="solid"/>
            <a:headEnd type="none"/>
            <a:tailEnd type="none"/>
          </a:ln>
        </p:spPr>
      </p:sp>
      <p:sp>
        <p:nvSpPr>
          <p:cNvPr id="422" name="Shape 420"/>
          <p:cNvSpPr/>
          <p:nvPr/>
        </p:nvSpPr>
        <p:spPr>
          <a:xfrm>
            <a:off x="10416786" y="3862343"/>
            <a:ext cx="83368" cy="0"/>
          </a:xfrm>
          <a:prstGeom prst="line">
            <a:avLst/>
          </a:prstGeom>
          <a:noFill/>
          <a:ln w="31750">
            <a:solidFill>
              <a:srgbClr val="5C4DB7"/>
            </a:solidFill>
            <a:prstDash val="solid"/>
            <a:headEnd type="none"/>
            <a:tailEnd type="none"/>
          </a:ln>
        </p:spPr>
      </p:sp>
      <p:sp>
        <p:nvSpPr>
          <p:cNvPr id="423" name="Shape 421"/>
          <p:cNvSpPr/>
          <p:nvPr/>
        </p:nvSpPr>
        <p:spPr>
          <a:xfrm>
            <a:off x="10497410" y="3851377"/>
            <a:ext cx="0" cy="13710"/>
          </a:xfrm>
          <a:prstGeom prst="line">
            <a:avLst/>
          </a:prstGeom>
          <a:noFill/>
          <a:ln w="31750">
            <a:solidFill>
              <a:srgbClr val="5C4DB7"/>
            </a:solidFill>
            <a:prstDash val="solid"/>
            <a:headEnd type="none"/>
            <a:tailEnd type="none"/>
          </a:ln>
        </p:spPr>
      </p:sp>
      <p:sp>
        <p:nvSpPr>
          <p:cNvPr id="424" name="Shape 422"/>
          <p:cNvSpPr/>
          <p:nvPr/>
        </p:nvSpPr>
        <p:spPr>
          <a:xfrm>
            <a:off x="10497410" y="3854120"/>
            <a:ext cx="83367" cy="0"/>
          </a:xfrm>
          <a:prstGeom prst="line">
            <a:avLst/>
          </a:prstGeom>
          <a:noFill/>
          <a:ln w="31750">
            <a:solidFill>
              <a:srgbClr val="5C4DB7"/>
            </a:solidFill>
            <a:prstDash val="solid"/>
            <a:headEnd type="none"/>
            <a:tailEnd type="none"/>
          </a:ln>
        </p:spPr>
      </p:sp>
      <p:sp>
        <p:nvSpPr>
          <p:cNvPr id="425" name="Shape 423"/>
          <p:cNvSpPr/>
          <p:nvPr/>
        </p:nvSpPr>
        <p:spPr>
          <a:xfrm>
            <a:off x="10578035" y="3843830"/>
            <a:ext cx="0" cy="13033"/>
          </a:xfrm>
          <a:prstGeom prst="line">
            <a:avLst/>
          </a:prstGeom>
          <a:noFill/>
          <a:ln w="31750">
            <a:solidFill>
              <a:srgbClr val="5C4DB7"/>
            </a:solidFill>
            <a:prstDash val="solid"/>
            <a:headEnd type="none"/>
            <a:tailEnd type="none"/>
          </a:ln>
        </p:spPr>
      </p:sp>
      <p:sp>
        <p:nvSpPr>
          <p:cNvPr id="426" name="Shape 424"/>
          <p:cNvSpPr/>
          <p:nvPr/>
        </p:nvSpPr>
        <p:spPr>
          <a:xfrm>
            <a:off x="10578035" y="3846573"/>
            <a:ext cx="83368" cy="0"/>
          </a:xfrm>
          <a:prstGeom prst="line">
            <a:avLst/>
          </a:prstGeom>
          <a:noFill/>
          <a:ln w="31750">
            <a:solidFill>
              <a:srgbClr val="5C4DB7"/>
            </a:solidFill>
            <a:prstDash val="solid"/>
            <a:headEnd type="none"/>
            <a:tailEnd type="none"/>
          </a:ln>
        </p:spPr>
      </p:sp>
      <p:sp>
        <p:nvSpPr>
          <p:cNvPr id="427" name="Shape 425"/>
          <p:cNvSpPr/>
          <p:nvPr/>
        </p:nvSpPr>
        <p:spPr>
          <a:xfrm>
            <a:off x="10658659" y="3836840"/>
            <a:ext cx="0" cy="12477"/>
          </a:xfrm>
          <a:prstGeom prst="line">
            <a:avLst/>
          </a:prstGeom>
          <a:noFill/>
          <a:ln w="31750">
            <a:solidFill>
              <a:srgbClr val="5C4DB7"/>
            </a:solidFill>
            <a:prstDash val="solid"/>
            <a:headEnd type="none"/>
            <a:tailEnd type="none"/>
          </a:ln>
        </p:spPr>
      </p:sp>
      <p:sp>
        <p:nvSpPr>
          <p:cNvPr id="428" name="Shape 426"/>
          <p:cNvSpPr/>
          <p:nvPr/>
        </p:nvSpPr>
        <p:spPr>
          <a:xfrm>
            <a:off x="10658659" y="3839583"/>
            <a:ext cx="83368" cy="0"/>
          </a:xfrm>
          <a:prstGeom prst="line">
            <a:avLst/>
          </a:prstGeom>
          <a:noFill/>
          <a:ln w="31750">
            <a:solidFill>
              <a:srgbClr val="5C4DB7"/>
            </a:solidFill>
            <a:prstDash val="solid"/>
            <a:headEnd type="none"/>
            <a:tailEnd type="none"/>
          </a:ln>
        </p:spPr>
      </p:sp>
      <p:sp>
        <p:nvSpPr>
          <p:cNvPr id="429" name="Shape 427"/>
          <p:cNvSpPr/>
          <p:nvPr/>
        </p:nvSpPr>
        <p:spPr>
          <a:xfrm>
            <a:off x="10739284" y="3836689"/>
            <a:ext cx="0" cy="5637"/>
          </a:xfrm>
          <a:prstGeom prst="line">
            <a:avLst/>
          </a:prstGeom>
          <a:noFill/>
          <a:ln w="31750">
            <a:solidFill>
              <a:srgbClr val="5C4DB7"/>
            </a:solidFill>
            <a:prstDash val="solid"/>
            <a:headEnd type="none"/>
            <a:tailEnd type="none"/>
          </a:ln>
        </p:spPr>
      </p:sp>
      <p:sp>
        <p:nvSpPr>
          <p:cNvPr id="430" name="Shape 428"/>
          <p:cNvSpPr/>
          <p:nvPr/>
        </p:nvSpPr>
        <p:spPr>
          <a:xfrm>
            <a:off x="10739284" y="3839432"/>
            <a:ext cx="83367" cy="0"/>
          </a:xfrm>
          <a:prstGeom prst="line">
            <a:avLst/>
          </a:prstGeom>
          <a:noFill/>
          <a:ln w="31750">
            <a:solidFill>
              <a:srgbClr val="5C4DB7"/>
            </a:solidFill>
            <a:prstDash val="solid"/>
            <a:headEnd type="none"/>
            <a:tailEnd type="none"/>
          </a:ln>
        </p:spPr>
      </p:sp>
      <p:sp>
        <p:nvSpPr>
          <p:cNvPr id="431" name="Shape 429"/>
          <p:cNvSpPr/>
          <p:nvPr/>
        </p:nvSpPr>
        <p:spPr>
          <a:xfrm>
            <a:off x="10819908" y="3830769"/>
            <a:ext cx="0" cy="11407"/>
          </a:xfrm>
          <a:prstGeom prst="line">
            <a:avLst/>
          </a:prstGeom>
          <a:noFill/>
          <a:ln w="31750">
            <a:solidFill>
              <a:srgbClr val="5C4DB7"/>
            </a:solidFill>
            <a:prstDash val="solid"/>
            <a:headEnd type="none"/>
            <a:tailEnd type="none"/>
          </a:ln>
        </p:spPr>
      </p:sp>
      <p:sp>
        <p:nvSpPr>
          <p:cNvPr id="432" name="Shape 430"/>
          <p:cNvSpPr/>
          <p:nvPr/>
        </p:nvSpPr>
        <p:spPr>
          <a:xfrm>
            <a:off x="10819908" y="3833512"/>
            <a:ext cx="83368" cy="0"/>
          </a:xfrm>
          <a:prstGeom prst="line">
            <a:avLst/>
          </a:prstGeom>
          <a:noFill/>
          <a:ln w="31750">
            <a:solidFill>
              <a:srgbClr val="5C4DB7"/>
            </a:solidFill>
            <a:prstDash val="solid"/>
            <a:headEnd type="none"/>
            <a:tailEnd type="none"/>
          </a:ln>
        </p:spPr>
      </p:sp>
      <p:sp>
        <p:nvSpPr>
          <p:cNvPr id="433" name="Shape 431"/>
          <p:cNvSpPr/>
          <p:nvPr/>
        </p:nvSpPr>
        <p:spPr>
          <a:xfrm>
            <a:off x="10900533" y="3825364"/>
            <a:ext cx="0" cy="10891"/>
          </a:xfrm>
          <a:prstGeom prst="line">
            <a:avLst/>
          </a:prstGeom>
          <a:noFill/>
          <a:ln w="31750">
            <a:solidFill>
              <a:srgbClr val="5C4DB7"/>
            </a:solidFill>
            <a:prstDash val="solid"/>
            <a:headEnd type="none"/>
            <a:tailEnd type="none"/>
          </a:ln>
        </p:spPr>
      </p:sp>
      <p:sp>
        <p:nvSpPr>
          <p:cNvPr id="434" name="Shape 432"/>
          <p:cNvSpPr/>
          <p:nvPr/>
        </p:nvSpPr>
        <p:spPr>
          <a:xfrm>
            <a:off x="10900533" y="3828108"/>
            <a:ext cx="83368" cy="0"/>
          </a:xfrm>
          <a:prstGeom prst="line">
            <a:avLst/>
          </a:prstGeom>
          <a:noFill/>
          <a:ln w="31750">
            <a:solidFill>
              <a:srgbClr val="5C4DB7"/>
            </a:solidFill>
            <a:prstDash val="solid"/>
            <a:headEnd type="none"/>
            <a:tailEnd type="none"/>
          </a:ln>
        </p:spPr>
      </p:sp>
      <p:sp>
        <p:nvSpPr>
          <p:cNvPr id="435" name="Shape 433"/>
          <p:cNvSpPr/>
          <p:nvPr/>
        </p:nvSpPr>
        <p:spPr>
          <a:xfrm>
            <a:off x="10981158" y="3820450"/>
            <a:ext cx="0" cy="10401"/>
          </a:xfrm>
          <a:prstGeom prst="line">
            <a:avLst/>
          </a:prstGeom>
          <a:noFill/>
          <a:ln w="31750">
            <a:solidFill>
              <a:srgbClr val="5C4DB7"/>
            </a:solidFill>
            <a:prstDash val="solid"/>
            <a:headEnd type="none"/>
            <a:tailEnd type="none"/>
          </a:ln>
        </p:spPr>
      </p:sp>
      <p:sp>
        <p:nvSpPr>
          <p:cNvPr id="436" name="Shape 434"/>
          <p:cNvSpPr/>
          <p:nvPr/>
        </p:nvSpPr>
        <p:spPr>
          <a:xfrm>
            <a:off x="10981158" y="3823193"/>
            <a:ext cx="83367" cy="0"/>
          </a:xfrm>
          <a:prstGeom prst="line">
            <a:avLst/>
          </a:prstGeom>
          <a:noFill/>
          <a:ln w="31750">
            <a:solidFill>
              <a:srgbClr val="5C4DB7"/>
            </a:solidFill>
            <a:prstDash val="solid"/>
            <a:headEnd type="none"/>
            <a:tailEnd type="none"/>
          </a:ln>
        </p:spPr>
      </p:sp>
      <p:sp>
        <p:nvSpPr>
          <p:cNvPr id="437" name="Shape 435"/>
          <p:cNvSpPr/>
          <p:nvPr/>
        </p:nvSpPr>
        <p:spPr>
          <a:xfrm>
            <a:off x="11061782" y="3816028"/>
            <a:ext cx="0" cy="9909"/>
          </a:xfrm>
          <a:prstGeom prst="line">
            <a:avLst/>
          </a:prstGeom>
          <a:noFill/>
          <a:ln w="31750">
            <a:solidFill>
              <a:srgbClr val="5C4DB7"/>
            </a:solidFill>
            <a:prstDash val="solid"/>
            <a:headEnd type="none"/>
            <a:tailEnd type="none"/>
          </a:ln>
        </p:spPr>
      </p:sp>
      <p:sp>
        <p:nvSpPr>
          <p:cNvPr id="438" name="Shape 436"/>
          <p:cNvSpPr/>
          <p:nvPr/>
        </p:nvSpPr>
        <p:spPr>
          <a:xfrm>
            <a:off x="11061782" y="3818771"/>
            <a:ext cx="83368" cy="0"/>
          </a:xfrm>
          <a:prstGeom prst="line">
            <a:avLst/>
          </a:prstGeom>
          <a:noFill/>
          <a:ln w="31750">
            <a:solidFill>
              <a:srgbClr val="5C4DB7"/>
            </a:solidFill>
            <a:prstDash val="solid"/>
            <a:headEnd type="none"/>
            <a:tailEnd type="none"/>
          </a:ln>
        </p:spPr>
      </p:sp>
      <p:sp>
        <p:nvSpPr>
          <p:cNvPr id="439" name="Shape 437"/>
          <p:cNvSpPr/>
          <p:nvPr/>
        </p:nvSpPr>
        <p:spPr>
          <a:xfrm>
            <a:off x="11142406" y="3811944"/>
            <a:ext cx="0" cy="9569"/>
          </a:xfrm>
          <a:prstGeom prst="line">
            <a:avLst/>
          </a:prstGeom>
          <a:noFill/>
          <a:ln w="31750">
            <a:solidFill>
              <a:srgbClr val="5C4DB7"/>
            </a:solidFill>
            <a:prstDash val="solid"/>
            <a:headEnd type="none"/>
            <a:tailEnd type="none"/>
          </a:ln>
        </p:spPr>
      </p:sp>
      <p:sp>
        <p:nvSpPr>
          <p:cNvPr id="440" name="Shape 438"/>
          <p:cNvSpPr/>
          <p:nvPr/>
        </p:nvSpPr>
        <p:spPr>
          <a:xfrm>
            <a:off x="11142406" y="3814688"/>
            <a:ext cx="83368" cy="0"/>
          </a:xfrm>
          <a:prstGeom prst="line">
            <a:avLst/>
          </a:prstGeom>
          <a:noFill/>
          <a:ln w="31750">
            <a:solidFill>
              <a:srgbClr val="5C4DB7"/>
            </a:solidFill>
            <a:prstDash val="solid"/>
            <a:headEnd type="none"/>
            <a:tailEnd type="none"/>
          </a:ln>
        </p:spPr>
      </p:sp>
      <p:sp>
        <p:nvSpPr>
          <p:cNvPr id="441" name="Shape 439"/>
          <p:cNvSpPr/>
          <p:nvPr/>
        </p:nvSpPr>
        <p:spPr>
          <a:xfrm>
            <a:off x="11223031" y="3808193"/>
            <a:ext cx="0" cy="9238"/>
          </a:xfrm>
          <a:prstGeom prst="line">
            <a:avLst/>
          </a:prstGeom>
          <a:noFill/>
          <a:ln w="31750">
            <a:solidFill>
              <a:srgbClr val="5C4DB7"/>
            </a:solidFill>
            <a:prstDash val="solid"/>
            <a:headEnd type="none"/>
            <a:tailEnd type="none"/>
          </a:ln>
        </p:spPr>
      </p:sp>
      <p:sp>
        <p:nvSpPr>
          <p:cNvPr id="442" name="Shape 440"/>
          <p:cNvSpPr/>
          <p:nvPr/>
        </p:nvSpPr>
        <p:spPr>
          <a:xfrm>
            <a:off x="11223031" y="3810936"/>
            <a:ext cx="83367" cy="0"/>
          </a:xfrm>
          <a:prstGeom prst="line">
            <a:avLst/>
          </a:prstGeom>
          <a:noFill/>
          <a:ln w="31750">
            <a:solidFill>
              <a:srgbClr val="5C4DB7"/>
            </a:solidFill>
            <a:prstDash val="solid"/>
            <a:headEnd type="none"/>
            <a:tailEnd type="none"/>
          </a:ln>
        </p:spPr>
      </p:sp>
      <p:sp>
        <p:nvSpPr>
          <p:cNvPr id="443" name="Shape 441"/>
          <p:cNvSpPr/>
          <p:nvPr/>
        </p:nvSpPr>
        <p:spPr>
          <a:xfrm>
            <a:off x="11303655" y="3804729"/>
            <a:ext cx="0" cy="8950"/>
          </a:xfrm>
          <a:prstGeom prst="line">
            <a:avLst/>
          </a:prstGeom>
          <a:noFill/>
          <a:ln w="31750">
            <a:solidFill>
              <a:srgbClr val="5C4DB7"/>
            </a:solidFill>
            <a:prstDash val="solid"/>
            <a:headEnd type="none"/>
            <a:tailEnd type="none"/>
          </a:ln>
        </p:spPr>
      </p:sp>
      <p:sp>
        <p:nvSpPr>
          <p:cNvPr id="444" name="Shape 442"/>
          <p:cNvSpPr/>
          <p:nvPr/>
        </p:nvSpPr>
        <p:spPr>
          <a:xfrm>
            <a:off x="11303655" y="3807473"/>
            <a:ext cx="83368" cy="0"/>
          </a:xfrm>
          <a:prstGeom prst="line">
            <a:avLst/>
          </a:prstGeom>
          <a:noFill/>
          <a:ln w="31750">
            <a:solidFill>
              <a:srgbClr val="5C4DB7"/>
            </a:solidFill>
            <a:prstDash val="solid"/>
            <a:headEnd type="none"/>
            <a:tailEnd type="none"/>
          </a:ln>
        </p:spPr>
      </p:sp>
      <p:sp>
        <p:nvSpPr>
          <p:cNvPr id="445" name="Shape 443"/>
          <p:cNvSpPr/>
          <p:nvPr/>
        </p:nvSpPr>
        <p:spPr>
          <a:xfrm>
            <a:off x="11384280" y="3801468"/>
            <a:ext cx="0" cy="8748"/>
          </a:xfrm>
          <a:prstGeom prst="line">
            <a:avLst/>
          </a:prstGeom>
          <a:noFill/>
          <a:ln w="31750">
            <a:solidFill>
              <a:srgbClr val="5C4DB7"/>
            </a:solidFill>
            <a:prstDash val="solid"/>
            <a:headEnd type="none"/>
            <a:tailEnd type="none"/>
          </a:ln>
        </p:spPr>
      </p:sp>
      <p:sp>
        <p:nvSpPr>
          <p:cNvPr id="446" name="Shape 444"/>
          <p:cNvSpPr/>
          <p:nvPr/>
        </p:nvSpPr>
        <p:spPr>
          <a:xfrm>
            <a:off x="3845052" y="2979418"/>
            <a:ext cx="82296" cy="82296"/>
          </a:xfrm>
          <a:prstGeom prst="ellipse">
            <a:avLst/>
          </a:prstGeom>
          <a:solidFill>
            <a:srgbClr val="FFFFFF"/>
          </a:solidFill>
          <a:ln w="15240">
            <a:solidFill>
              <a:srgbClr val="526570"/>
            </a:solidFill>
            <a:prstDash val="solid"/>
          </a:ln>
        </p:spPr>
      </p:sp>
      <p:sp>
        <p:nvSpPr>
          <p:cNvPr id="447" name="Shape 445"/>
          <p:cNvSpPr/>
          <p:nvPr/>
        </p:nvSpPr>
        <p:spPr>
          <a:xfrm>
            <a:off x="4328799" y="2924014"/>
            <a:ext cx="82296" cy="82296"/>
          </a:xfrm>
          <a:prstGeom prst="ellipse">
            <a:avLst/>
          </a:prstGeom>
          <a:solidFill>
            <a:srgbClr val="FFFFFF"/>
          </a:solidFill>
          <a:ln w="15240">
            <a:solidFill>
              <a:srgbClr val="526570"/>
            </a:solidFill>
            <a:prstDash val="solid"/>
          </a:ln>
        </p:spPr>
      </p:sp>
      <p:sp>
        <p:nvSpPr>
          <p:cNvPr id="448" name="Shape 446"/>
          <p:cNvSpPr/>
          <p:nvPr/>
        </p:nvSpPr>
        <p:spPr>
          <a:xfrm>
            <a:off x="4812546" y="2959072"/>
            <a:ext cx="82296" cy="82296"/>
          </a:xfrm>
          <a:prstGeom prst="ellipse">
            <a:avLst/>
          </a:prstGeom>
          <a:solidFill>
            <a:srgbClr val="FFFFFF"/>
          </a:solidFill>
          <a:ln w="15240">
            <a:solidFill>
              <a:srgbClr val="526570"/>
            </a:solidFill>
            <a:prstDash val="solid"/>
          </a:ln>
        </p:spPr>
      </p:sp>
      <p:sp>
        <p:nvSpPr>
          <p:cNvPr id="449" name="Shape 447"/>
          <p:cNvSpPr/>
          <p:nvPr/>
        </p:nvSpPr>
        <p:spPr>
          <a:xfrm>
            <a:off x="5296293" y="2774866"/>
            <a:ext cx="82296" cy="82296"/>
          </a:xfrm>
          <a:prstGeom prst="ellipse">
            <a:avLst/>
          </a:prstGeom>
          <a:solidFill>
            <a:srgbClr val="FFFFFF"/>
          </a:solidFill>
          <a:ln w="15240">
            <a:solidFill>
              <a:srgbClr val="526570"/>
            </a:solidFill>
            <a:prstDash val="solid"/>
          </a:ln>
        </p:spPr>
      </p:sp>
      <p:sp>
        <p:nvSpPr>
          <p:cNvPr id="450" name="Shape 448"/>
          <p:cNvSpPr/>
          <p:nvPr/>
        </p:nvSpPr>
        <p:spPr>
          <a:xfrm>
            <a:off x="5780040" y="2537828"/>
            <a:ext cx="82296" cy="82296"/>
          </a:xfrm>
          <a:prstGeom prst="ellipse">
            <a:avLst/>
          </a:prstGeom>
          <a:solidFill>
            <a:srgbClr val="FFFFFF"/>
          </a:solidFill>
          <a:ln w="15240">
            <a:solidFill>
              <a:srgbClr val="526570"/>
            </a:solidFill>
            <a:prstDash val="solid"/>
          </a:ln>
        </p:spPr>
      </p:sp>
      <p:sp>
        <p:nvSpPr>
          <p:cNvPr id="451" name="Shape 449"/>
          <p:cNvSpPr/>
          <p:nvPr/>
        </p:nvSpPr>
        <p:spPr>
          <a:xfrm>
            <a:off x="6263787" y="2316842"/>
            <a:ext cx="82296" cy="82296"/>
          </a:xfrm>
          <a:prstGeom prst="ellipse">
            <a:avLst/>
          </a:prstGeom>
          <a:solidFill>
            <a:srgbClr val="FFFFFF"/>
          </a:solidFill>
          <a:ln w="15240">
            <a:solidFill>
              <a:srgbClr val="526570"/>
            </a:solidFill>
            <a:prstDash val="solid"/>
          </a:ln>
        </p:spPr>
      </p:sp>
      <p:sp>
        <p:nvSpPr>
          <p:cNvPr id="452" name="Shape 450"/>
          <p:cNvSpPr/>
          <p:nvPr/>
        </p:nvSpPr>
        <p:spPr>
          <a:xfrm>
            <a:off x="6747535" y="2217368"/>
            <a:ext cx="82296" cy="82296"/>
          </a:xfrm>
          <a:prstGeom prst="ellipse">
            <a:avLst/>
          </a:prstGeom>
          <a:solidFill>
            <a:srgbClr val="FFFFFF"/>
          </a:solidFill>
          <a:ln w="15240">
            <a:solidFill>
              <a:srgbClr val="526570"/>
            </a:solidFill>
            <a:prstDash val="solid"/>
          </a:ln>
        </p:spPr>
      </p:sp>
      <p:sp>
        <p:nvSpPr>
          <p:cNvPr id="453" name="Shape 451"/>
          <p:cNvSpPr/>
          <p:nvPr/>
        </p:nvSpPr>
        <p:spPr>
          <a:xfrm>
            <a:off x="7231282" y="2276988"/>
            <a:ext cx="82296" cy="82296"/>
          </a:xfrm>
          <a:prstGeom prst="ellipse">
            <a:avLst/>
          </a:prstGeom>
          <a:solidFill>
            <a:srgbClr val="FFFFFF"/>
          </a:solidFill>
          <a:ln w="15240">
            <a:solidFill>
              <a:srgbClr val="526570"/>
            </a:solidFill>
            <a:prstDash val="solid"/>
          </a:ln>
        </p:spPr>
      </p:sp>
      <p:sp>
        <p:nvSpPr>
          <p:cNvPr id="454" name="Shape 452"/>
          <p:cNvSpPr/>
          <p:nvPr/>
        </p:nvSpPr>
        <p:spPr>
          <a:xfrm>
            <a:off x="7715029" y="2186656"/>
            <a:ext cx="82296" cy="82296"/>
          </a:xfrm>
          <a:prstGeom prst="ellipse">
            <a:avLst/>
          </a:prstGeom>
          <a:solidFill>
            <a:srgbClr val="FFFFFF"/>
          </a:solidFill>
          <a:ln w="15240">
            <a:solidFill>
              <a:srgbClr val="526570"/>
            </a:solidFill>
            <a:prstDash val="solid"/>
          </a:ln>
        </p:spPr>
      </p:sp>
      <p:sp>
        <p:nvSpPr>
          <p:cNvPr id="455" name="Shape 453"/>
          <p:cNvSpPr/>
          <p:nvPr/>
        </p:nvSpPr>
        <p:spPr>
          <a:xfrm>
            <a:off x="8198776" y="2190504"/>
            <a:ext cx="82296" cy="82296"/>
          </a:xfrm>
          <a:prstGeom prst="ellipse">
            <a:avLst/>
          </a:prstGeom>
          <a:solidFill>
            <a:srgbClr val="FFFFFF"/>
          </a:solidFill>
          <a:ln w="15240">
            <a:solidFill>
              <a:srgbClr val="526570"/>
            </a:solidFill>
            <a:prstDash val="solid"/>
          </a:ln>
        </p:spPr>
      </p:sp>
      <p:sp>
        <p:nvSpPr>
          <p:cNvPr id="456" name="Shape 454"/>
          <p:cNvSpPr/>
          <p:nvPr/>
        </p:nvSpPr>
        <p:spPr>
          <a:xfrm>
            <a:off x="8682523" y="2158821"/>
            <a:ext cx="82296" cy="82296"/>
          </a:xfrm>
          <a:prstGeom prst="ellipse">
            <a:avLst/>
          </a:prstGeom>
          <a:solidFill>
            <a:srgbClr val="FFFFFF"/>
          </a:solidFill>
          <a:ln w="15240">
            <a:solidFill>
              <a:srgbClr val="526570"/>
            </a:solidFill>
            <a:prstDash val="solid"/>
          </a:ln>
        </p:spPr>
      </p:sp>
      <p:sp>
        <p:nvSpPr>
          <p:cNvPr id="457" name="Shape 455"/>
          <p:cNvSpPr/>
          <p:nvPr/>
        </p:nvSpPr>
        <p:spPr>
          <a:xfrm>
            <a:off x="9166270" y="2267850"/>
            <a:ext cx="82296" cy="82296"/>
          </a:xfrm>
          <a:prstGeom prst="ellipse">
            <a:avLst/>
          </a:prstGeom>
          <a:solidFill>
            <a:srgbClr val="FFFFFF"/>
          </a:solidFill>
          <a:ln w="15240">
            <a:solidFill>
              <a:srgbClr val="526570"/>
            </a:solidFill>
            <a:prstDash val="solid"/>
          </a:ln>
        </p:spPr>
      </p:sp>
      <p:sp>
        <p:nvSpPr>
          <p:cNvPr id="458" name="Shape 456"/>
          <p:cNvSpPr/>
          <p:nvPr/>
        </p:nvSpPr>
        <p:spPr>
          <a:xfrm>
            <a:off x="9650017" y="2210063"/>
            <a:ext cx="82296" cy="82296"/>
          </a:xfrm>
          <a:prstGeom prst="ellipse">
            <a:avLst/>
          </a:prstGeom>
          <a:solidFill>
            <a:srgbClr val="FFFFFF"/>
          </a:solidFill>
          <a:ln w="15240">
            <a:solidFill>
              <a:srgbClr val="526570"/>
            </a:solidFill>
            <a:prstDash val="solid"/>
          </a:ln>
        </p:spPr>
      </p:sp>
      <p:sp>
        <p:nvSpPr>
          <p:cNvPr id="459" name="Shape 457"/>
          <p:cNvSpPr/>
          <p:nvPr/>
        </p:nvSpPr>
        <p:spPr>
          <a:xfrm>
            <a:off x="10133764" y="2289213"/>
            <a:ext cx="82296" cy="82296"/>
          </a:xfrm>
          <a:prstGeom prst="ellipse">
            <a:avLst/>
          </a:prstGeom>
          <a:solidFill>
            <a:srgbClr val="FFFFFF"/>
          </a:solidFill>
          <a:ln w="15240">
            <a:solidFill>
              <a:srgbClr val="526570"/>
            </a:solidFill>
            <a:prstDash val="solid"/>
          </a:ln>
        </p:spPr>
      </p:sp>
      <p:sp>
        <p:nvSpPr>
          <p:cNvPr id="460" name="Shape 458"/>
          <p:cNvSpPr/>
          <p:nvPr/>
        </p:nvSpPr>
        <p:spPr>
          <a:xfrm>
            <a:off x="10617511" y="2288671"/>
            <a:ext cx="82296" cy="82296"/>
          </a:xfrm>
          <a:prstGeom prst="ellipse">
            <a:avLst/>
          </a:prstGeom>
          <a:solidFill>
            <a:srgbClr val="FFFFFF"/>
          </a:solidFill>
          <a:ln w="15240">
            <a:solidFill>
              <a:srgbClr val="526570"/>
            </a:solidFill>
            <a:prstDash val="solid"/>
          </a:ln>
        </p:spPr>
      </p:sp>
      <p:sp>
        <p:nvSpPr>
          <p:cNvPr id="461" name="Shape 459"/>
          <p:cNvSpPr/>
          <p:nvPr/>
        </p:nvSpPr>
        <p:spPr>
          <a:xfrm>
            <a:off x="11101258" y="2138973"/>
            <a:ext cx="82296" cy="82296"/>
          </a:xfrm>
          <a:prstGeom prst="ellipse">
            <a:avLst/>
          </a:prstGeom>
          <a:solidFill>
            <a:srgbClr val="FFFFFF"/>
          </a:solidFill>
          <a:ln w="15240">
            <a:solidFill>
              <a:srgbClr val="526570"/>
            </a:solidFill>
            <a:prstDash val="solid"/>
          </a:ln>
        </p:spPr>
      </p:sp>
      <p:sp>
        <p:nvSpPr>
          <p:cNvPr id="462" name="Shape 460"/>
          <p:cNvSpPr/>
          <p:nvPr/>
        </p:nvSpPr>
        <p:spPr>
          <a:xfrm>
            <a:off x="3845052" y="4549561"/>
            <a:ext cx="82296" cy="82296"/>
          </a:xfrm>
          <a:prstGeom prst="ellipse">
            <a:avLst/>
          </a:prstGeom>
          <a:solidFill>
            <a:srgbClr val="FFFFFF"/>
          </a:solidFill>
          <a:ln w="15240">
            <a:solidFill>
              <a:srgbClr val="526570"/>
            </a:solidFill>
            <a:prstDash val="solid"/>
          </a:ln>
        </p:spPr>
      </p:sp>
      <p:sp>
        <p:nvSpPr>
          <p:cNvPr id="463" name="Shape 461"/>
          <p:cNvSpPr/>
          <p:nvPr/>
        </p:nvSpPr>
        <p:spPr>
          <a:xfrm>
            <a:off x="4328799" y="4534487"/>
            <a:ext cx="82296" cy="82296"/>
          </a:xfrm>
          <a:prstGeom prst="ellipse">
            <a:avLst/>
          </a:prstGeom>
          <a:solidFill>
            <a:srgbClr val="FFFFFF"/>
          </a:solidFill>
          <a:ln w="15240">
            <a:solidFill>
              <a:srgbClr val="526570"/>
            </a:solidFill>
            <a:prstDash val="solid"/>
          </a:ln>
        </p:spPr>
      </p:sp>
      <p:sp>
        <p:nvSpPr>
          <p:cNvPr id="464" name="Shape 462"/>
          <p:cNvSpPr/>
          <p:nvPr/>
        </p:nvSpPr>
        <p:spPr>
          <a:xfrm>
            <a:off x="4812546" y="4534004"/>
            <a:ext cx="82296" cy="82296"/>
          </a:xfrm>
          <a:prstGeom prst="ellipse">
            <a:avLst/>
          </a:prstGeom>
          <a:solidFill>
            <a:srgbClr val="FFFFFF"/>
          </a:solidFill>
          <a:ln w="15240">
            <a:solidFill>
              <a:srgbClr val="526570"/>
            </a:solidFill>
            <a:prstDash val="solid"/>
          </a:ln>
        </p:spPr>
      </p:sp>
      <p:sp>
        <p:nvSpPr>
          <p:cNvPr id="465" name="Shape 463"/>
          <p:cNvSpPr/>
          <p:nvPr/>
        </p:nvSpPr>
        <p:spPr>
          <a:xfrm>
            <a:off x="5296293" y="4540099"/>
            <a:ext cx="82296" cy="82296"/>
          </a:xfrm>
          <a:prstGeom prst="ellipse">
            <a:avLst/>
          </a:prstGeom>
          <a:solidFill>
            <a:srgbClr val="FFFFFF"/>
          </a:solidFill>
          <a:ln w="15240">
            <a:solidFill>
              <a:srgbClr val="526570"/>
            </a:solidFill>
            <a:prstDash val="solid"/>
          </a:ln>
        </p:spPr>
      </p:sp>
      <p:sp>
        <p:nvSpPr>
          <p:cNvPr id="466" name="Shape 464"/>
          <p:cNvSpPr/>
          <p:nvPr/>
        </p:nvSpPr>
        <p:spPr>
          <a:xfrm>
            <a:off x="5780040" y="4514993"/>
            <a:ext cx="82296" cy="82296"/>
          </a:xfrm>
          <a:prstGeom prst="ellipse">
            <a:avLst/>
          </a:prstGeom>
          <a:solidFill>
            <a:srgbClr val="FFFFFF"/>
          </a:solidFill>
          <a:ln w="15240">
            <a:solidFill>
              <a:srgbClr val="526570"/>
            </a:solidFill>
            <a:prstDash val="solid"/>
          </a:ln>
        </p:spPr>
      </p:sp>
      <p:sp>
        <p:nvSpPr>
          <p:cNvPr id="467" name="Shape 465"/>
          <p:cNvSpPr/>
          <p:nvPr/>
        </p:nvSpPr>
        <p:spPr>
          <a:xfrm>
            <a:off x="6263787" y="4486832"/>
            <a:ext cx="82296" cy="82296"/>
          </a:xfrm>
          <a:prstGeom prst="ellipse">
            <a:avLst/>
          </a:prstGeom>
          <a:solidFill>
            <a:srgbClr val="FFFFFF"/>
          </a:solidFill>
          <a:ln w="15240">
            <a:solidFill>
              <a:srgbClr val="526570"/>
            </a:solidFill>
            <a:prstDash val="solid"/>
          </a:ln>
        </p:spPr>
      </p:sp>
      <p:sp>
        <p:nvSpPr>
          <p:cNvPr id="468" name="Shape 466"/>
          <p:cNvSpPr/>
          <p:nvPr/>
        </p:nvSpPr>
        <p:spPr>
          <a:xfrm>
            <a:off x="6747535" y="4450565"/>
            <a:ext cx="82296" cy="82296"/>
          </a:xfrm>
          <a:prstGeom prst="ellipse">
            <a:avLst/>
          </a:prstGeom>
          <a:solidFill>
            <a:srgbClr val="FFFFFF"/>
          </a:solidFill>
          <a:ln w="15240">
            <a:solidFill>
              <a:srgbClr val="526570"/>
            </a:solidFill>
            <a:prstDash val="solid"/>
          </a:ln>
        </p:spPr>
      </p:sp>
      <p:sp>
        <p:nvSpPr>
          <p:cNvPr id="469" name="Shape 467"/>
          <p:cNvSpPr/>
          <p:nvPr/>
        </p:nvSpPr>
        <p:spPr>
          <a:xfrm>
            <a:off x="7231282" y="4416675"/>
            <a:ext cx="82296" cy="82296"/>
          </a:xfrm>
          <a:prstGeom prst="ellipse">
            <a:avLst/>
          </a:prstGeom>
          <a:solidFill>
            <a:srgbClr val="FFFFFF"/>
          </a:solidFill>
          <a:ln w="15240">
            <a:solidFill>
              <a:srgbClr val="526570"/>
            </a:solidFill>
            <a:prstDash val="solid"/>
          </a:ln>
        </p:spPr>
      </p:sp>
      <p:sp>
        <p:nvSpPr>
          <p:cNvPr id="470" name="Shape 468"/>
          <p:cNvSpPr/>
          <p:nvPr/>
        </p:nvSpPr>
        <p:spPr>
          <a:xfrm>
            <a:off x="7715029" y="4321696"/>
            <a:ext cx="82296" cy="82296"/>
          </a:xfrm>
          <a:prstGeom prst="ellipse">
            <a:avLst/>
          </a:prstGeom>
          <a:solidFill>
            <a:srgbClr val="FFFFFF"/>
          </a:solidFill>
          <a:ln w="15240">
            <a:solidFill>
              <a:srgbClr val="526570"/>
            </a:solidFill>
            <a:prstDash val="solid"/>
          </a:ln>
        </p:spPr>
      </p:sp>
      <p:sp>
        <p:nvSpPr>
          <p:cNvPr id="471" name="Shape 469"/>
          <p:cNvSpPr/>
          <p:nvPr/>
        </p:nvSpPr>
        <p:spPr>
          <a:xfrm>
            <a:off x="8198776" y="4235549"/>
            <a:ext cx="82296" cy="82296"/>
          </a:xfrm>
          <a:prstGeom prst="ellipse">
            <a:avLst/>
          </a:prstGeom>
          <a:solidFill>
            <a:srgbClr val="FFFFFF"/>
          </a:solidFill>
          <a:ln w="15240">
            <a:solidFill>
              <a:srgbClr val="526570"/>
            </a:solidFill>
            <a:prstDash val="solid"/>
          </a:ln>
        </p:spPr>
      </p:sp>
      <p:sp>
        <p:nvSpPr>
          <p:cNvPr id="472" name="Shape 470"/>
          <p:cNvSpPr/>
          <p:nvPr/>
        </p:nvSpPr>
        <p:spPr>
          <a:xfrm>
            <a:off x="8682523" y="4096475"/>
            <a:ext cx="82296" cy="82296"/>
          </a:xfrm>
          <a:prstGeom prst="ellipse">
            <a:avLst/>
          </a:prstGeom>
          <a:solidFill>
            <a:srgbClr val="FFFFFF"/>
          </a:solidFill>
          <a:ln w="15240">
            <a:solidFill>
              <a:srgbClr val="526570"/>
            </a:solidFill>
            <a:prstDash val="solid"/>
          </a:ln>
        </p:spPr>
      </p:sp>
      <p:sp>
        <p:nvSpPr>
          <p:cNvPr id="473" name="Shape 471"/>
          <p:cNvSpPr/>
          <p:nvPr/>
        </p:nvSpPr>
        <p:spPr>
          <a:xfrm>
            <a:off x="9166270" y="3994674"/>
            <a:ext cx="82296" cy="82296"/>
          </a:xfrm>
          <a:prstGeom prst="ellipse">
            <a:avLst/>
          </a:prstGeom>
          <a:solidFill>
            <a:srgbClr val="FFFFFF"/>
          </a:solidFill>
          <a:ln w="15240">
            <a:solidFill>
              <a:srgbClr val="526570"/>
            </a:solidFill>
            <a:prstDash val="solid"/>
          </a:ln>
        </p:spPr>
      </p:sp>
      <p:sp>
        <p:nvSpPr>
          <p:cNvPr id="474" name="Shape 472"/>
          <p:cNvSpPr/>
          <p:nvPr/>
        </p:nvSpPr>
        <p:spPr>
          <a:xfrm>
            <a:off x="9650017" y="3894614"/>
            <a:ext cx="82296" cy="82296"/>
          </a:xfrm>
          <a:prstGeom prst="ellipse">
            <a:avLst/>
          </a:prstGeom>
          <a:solidFill>
            <a:srgbClr val="FFFFFF"/>
          </a:solidFill>
          <a:ln w="15240">
            <a:solidFill>
              <a:srgbClr val="526570"/>
            </a:solidFill>
            <a:prstDash val="solid"/>
          </a:ln>
        </p:spPr>
      </p:sp>
      <p:sp>
        <p:nvSpPr>
          <p:cNvPr id="475" name="Shape 473"/>
          <p:cNvSpPr/>
          <p:nvPr/>
        </p:nvSpPr>
        <p:spPr>
          <a:xfrm>
            <a:off x="10133764" y="3875196"/>
            <a:ext cx="82296" cy="82296"/>
          </a:xfrm>
          <a:prstGeom prst="ellipse">
            <a:avLst/>
          </a:prstGeom>
          <a:solidFill>
            <a:srgbClr val="FFFFFF"/>
          </a:solidFill>
          <a:ln w="15240">
            <a:solidFill>
              <a:srgbClr val="526570"/>
            </a:solidFill>
            <a:prstDash val="solid"/>
          </a:ln>
        </p:spPr>
      </p:sp>
      <p:sp>
        <p:nvSpPr>
          <p:cNvPr id="476" name="Shape 474"/>
          <p:cNvSpPr/>
          <p:nvPr/>
        </p:nvSpPr>
        <p:spPr>
          <a:xfrm>
            <a:off x="10617511" y="3814280"/>
            <a:ext cx="82296" cy="82296"/>
          </a:xfrm>
          <a:prstGeom prst="ellipse">
            <a:avLst/>
          </a:prstGeom>
          <a:solidFill>
            <a:srgbClr val="FFFFFF"/>
          </a:solidFill>
          <a:ln w="15240">
            <a:solidFill>
              <a:srgbClr val="526570"/>
            </a:solidFill>
            <a:prstDash val="solid"/>
          </a:ln>
        </p:spPr>
      </p:sp>
      <p:sp>
        <p:nvSpPr>
          <p:cNvPr id="477" name="Shape 475"/>
          <p:cNvSpPr/>
          <p:nvPr/>
        </p:nvSpPr>
        <p:spPr>
          <a:xfrm>
            <a:off x="11101258" y="3800975"/>
            <a:ext cx="82296" cy="82296"/>
          </a:xfrm>
          <a:prstGeom prst="ellipse">
            <a:avLst/>
          </a:prstGeom>
          <a:solidFill>
            <a:srgbClr val="FFFFFF"/>
          </a:solidFill>
          <a:ln w="15240">
            <a:solidFill>
              <a:srgbClr val="526570"/>
            </a:solidFill>
            <a:prstDash val="solid"/>
          </a:ln>
        </p:spPr>
      </p:sp>
      <p:sp>
        <p:nvSpPr>
          <p:cNvPr id="478" name="Shape 476"/>
          <p:cNvSpPr/>
          <p:nvPr/>
        </p:nvSpPr>
        <p:spPr>
          <a:xfrm>
            <a:off x="6242048" y="2048256"/>
            <a:ext cx="0" cy="1152144"/>
          </a:xfrm>
          <a:prstGeom prst="line">
            <a:avLst/>
          </a:prstGeom>
          <a:noFill/>
          <a:ln w="17780">
            <a:solidFill>
              <a:srgbClr val="168B83"/>
            </a:solidFill>
            <a:prstDash val="solid"/>
          </a:ln>
        </p:spPr>
      </p:sp>
      <p:sp>
        <p:nvSpPr>
          <p:cNvPr id="479" name="Text 477"/>
          <p:cNvSpPr/>
          <p:nvPr/>
        </p:nvSpPr>
        <p:spPr>
          <a:xfrm>
            <a:off x="6315200" y="2907792"/>
            <a:ext cx="1371600" cy="146304"/>
          </a:xfrm>
          <a:prstGeom prst="rect">
            <a:avLst/>
          </a:prstGeom>
          <a:noFill/>
          <a:ln/>
        </p:spPr>
        <p:txBody>
          <a:bodyPr wrap="square" lIns="0" tIns="0" rIns="0" bIns="0" rtlCol="0" anchor="ctr">
            <a:normAutofit/>
          </a:bodyPr>
          <a:lstStyle/>
          <a:p>
            <a:pPr indent="0" marL="0">
              <a:buNone/>
            </a:pPr>
            <a:r>
              <a:rPr lang="en-US" sz="820" b="1" dirty="0">
                <a:solidFill>
                  <a:srgbClr val="168B83"/>
                </a:solidFill>
              </a:rPr>
              <a:t>DENSITY READY  2.9 h</a:t>
            </a:r>
            <a:endParaRPr lang="en-US" sz="820" dirty="0"/>
          </a:p>
        </p:txBody>
      </p:sp>
      <p:sp>
        <p:nvSpPr>
          <p:cNvPr id="480" name="Shape 478"/>
          <p:cNvSpPr/>
          <p:nvPr/>
        </p:nvSpPr>
        <p:spPr>
          <a:xfrm>
            <a:off x="4853694" y="1609344"/>
            <a:ext cx="0" cy="3063240"/>
          </a:xfrm>
          <a:prstGeom prst="line">
            <a:avLst/>
          </a:prstGeom>
          <a:noFill/>
          <a:ln w="19050">
            <a:solidFill>
              <a:srgbClr val="263746"/>
            </a:solidFill>
            <a:prstDash val="solid"/>
          </a:ln>
        </p:spPr>
      </p:sp>
      <p:sp>
        <p:nvSpPr>
          <p:cNvPr id="481" name="Shape 479"/>
          <p:cNvSpPr/>
          <p:nvPr/>
        </p:nvSpPr>
        <p:spPr>
          <a:xfrm>
            <a:off x="10416786" y="1609344"/>
            <a:ext cx="0" cy="3063240"/>
          </a:xfrm>
          <a:prstGeom prst="line">
            <a:avLst/>
          </a:prstGeom>
          <a:noFill/>
          <a:ln w="25400">
            <a:solidFill>
              <a:srgbClr val="168B83"/>
            </a:solidFill>
            <a:prstDash val="solid"/>
          </a:ln>
        </p:spPr>
      </p:sp>
      <p:sp>
        <p:nvSpPr>
          <p:cNvPr id="482" name="Shape 480"/>
          <p:cNvSpPr/>
          <p:nvPr/>
        </p:nvSpPr>
        <p:spPr>
          <a:xfrm>
            <a:off x="10297914" y="3701796"/>
            <a:ext cx="237744" cy="237744"/>
          </a:xfrm>
          <a:prstGeom prst="ellipse">
            <a:avLst/>
          </a:prstGeom>
          <a:solidFill>
            <a:srgbClr val="168B83"/>
          </a:solidFill>
          <a:ln w="15240">
            <a:solidFill>
              <a:srgbClr val="FFFFFF"/>
            </a:solidFill>
            <a:prstDash val="solid"/>
          </a:ln>
        </p:spPr>
      </p:sp>
      <p:sp>
        <p:nvSpPr>
          <p:cNvPr id="483" name="Text 481"/>
          <p:cNvSpPr/>
          <p:nvPr/>
        </p:nvSpPr>
        <p:spPr>
          <a:xfrm>
            <a:off x="10297914" y="3742944"/>
            <a:ext cx="237744" cy="118872"/>
          </a:xfrm>
          <a:prstGeom prst="rect">
            <a:avLst/>
          </a:prstGeom>
          <a:noFill/>
          <a:ln/>
        </p:spPr>
        <p:txBody>
          <a:bodyPr wrap="square" lIns="0" tIns="0" rIns="0" bIns="0" rtlCol="0" anchor="ctr"/>
          <a:lstStyle/>
          <a:p>
            <a:pPr algn="ctr" indent="0" marL="0">
              <a:buNone/>
            </a:pPr>
            <a:r>
              <a:rPr lang="en-US" sz="900" b="1" dirty="0">
                <a:solidFill>
                  <a:srgbClr val="FFFFFF"/>
                </a:solidFill>
              </a:rPr>
              <a:t>✓</a:t>
            </a:r>
            <a:endParaRPr lang="en-US" sz="900" dirty="0"/>
          </a:p>
        </p:txBody>
      </p:sp>
      <p:sp>
        <p:nvSpPr>
          <p:cNvPr id="484" name="Shape 482"/>
          <p:cNvSpPr/>
          <p:nvPr/>
        </p:nvSpPr>
        <p:spPr>
          <a:xfrm>
            <a:off x="594360" y="5504688"/>
            <a:ext cx="10972800" cy="0"/>
          </a:xfrm>
          <a:prstGeom prst="line">
            <a:avLst/>
          </a:prstGeom>
          <a:noFill/>
          <a:ln w="12700">
            <a:solidFill>
              <a:srgbClr val="D7DEE4"/>
            </a:solidFill>
            <a:prstDash val="solid"/>
          </a:ln>
        </p:spPr>
      </p:sp>
      <p:sp>
        <p:nvSpPr>
          <p:cNvPr id="485" name="Text 483"/>
          <p:cNvSpPr/>
          <p:nvPr/>
        </p:nvSpPr>
        <p:spPr>
          <a:xfrm>
            <a:off x="594360" y="5733288"/>
            <a:ext cx="2011680" cy="182880"/>
          </a:xfrm>
          <a:prstGeom prst="rect">
            <a:avLst/>
          </a:prstGeom>
          <a:noFill/>
          <a:ln/>
        </p:spPr>
        <p:txBody>
          <a:bodyPr wrap="square" lIns="0" tIns="0" rIns="0" bIns="0" rtlCol="0" anchor="ctr"/>
          <a:lstStyle/>
          <a:p>
            <a:pPr indent="0" marL="0">
              <a:buNone/>
            </a:pPr>
            <a:r>
              <a:rPr lang="en-US" sz="1050" b="1" spc="150" kern="0" dirty="0">
                <a:solidFill>
                  <a:srgbClr val="168B83"/>
                </a:solidFill>
                <a:latin typeface="Aptos" pitchFamily="34" charset="0"/>
                <a:ea typeface="Aptos" pitchFamily="34" charset="-122"/>
                <a:cs typeface="Aptos" pitchFamily="34" charset="-120"/>
              </a:rPr>
              <a:t>LICENSED FOOTPRINT</a:t>
            </a:r>
            <a:endParaRPr lang="en-US" sz="1050" dirty="0"/>
          </a:p>
        </p:txBody>
      </p:sp>
      <p:sp>
        <p:nvSpPr>
          <p:cNvPr id="486" name="Text 484"/>
          <p:cNvSpPr/>
          <p:nvPr/>
        </p:nvSpPr>
        <p:spPr>
          <a:xfrm>
            <a:off x="2514600" y="5650992"/>
            <a:ext cx="822960" cy="329184"/>
          </a:xfrm>
          <a:prstGeom prst="rect">
            <a:avLst/>
          </a:prstGeom>
          <a:noFill/>
          <a:ln/>
        </p:spPr>
        <p:txBody>
          <a:bodyPr wrap="square" lIns="0" tIns="0" rIns="0" bIns="0" rtlCol="0" anchor="ctr"/>
          <a:lstStyle/>
          <a:p>
            <a:pPr algn="r" indent="0" marL="0">
              <a:buNone/>
            </a:pPr>
            <a:r>
              <a:rPr lang="en-US" sz="2200" b="1" dirty="0">
                <a:solidFill>
                  <a:srgbClr val="168B83"/>
                </a:solidFill>
              </a:rPr>
              <a:t>200</a:t>
            </a:r>
            <a:endParaRPr lang="en-US" sz="2200" dirty="0"/>
          </a:p>
        </p:txBody>
      </p:sp>
      <p:sp>
        <p:nvSpPr>
          <p:cNvPr id="487" name="Text 485"/>
          <p:cNvSpPr/>
          <p:nvPr/>
        </p:nvSpPr>
        <p:spPr>
          <a:xfrm>
            <a:off x="3456432" y="5742432"/>
            <a:ext cx="1691640" cy="164592"/>
          </a:xfrm>
          <a:prstGeom prst="rect">
            <a:avLst/>
          </a:prstGeom>
          <a:noFill/>
          <a:ln/>
        </p:spPr>
        <p:txBody>
          <a:bodyPr wrap="square" lIns="0" tIns="0" rIns="0" bIns="0" rtlCol="0" anchor="ctr"/>
          <a:lstStyle/>
          <a:p>
            <a:pPr indent="0" marL="0">
              <a:buNone/>
            </a:pPr>
            <a:r>
              <a:rPr lang="en-US" sz="950" b="1" spc="40" kern="0" dirty="0">
                <a:solidFill>
                  <a:srgbClr val="263746"/>
                </a:solidFill>
              </a:rPr>
              <a:t>UNIPOL PE REACTOR LINES</a:t>
            </a:r>
            <a:endParaRPr lang="en-US" sz="950" dirty="0"/>
          </a:p>
        </p:txBody>
      </p:sp>
      <p:sp>
        <p:nvSpPr>
          <p:cNvPr id="488" name="Text 486"/>
          <p:cNvSpPr/>
          <p:nvPr/>
        </p:nvSpPr>
        <p:spPr>
          <a:xfrm>
            <a:off x="5623560" y="5650992"/>
            <a:ext cx="822960" cy="329184"/>
          </a:xfrm>
          <a:prstGeom prst="rect">
            <a:avLst/>
          </a:prstGeom>
          <a:noFill/>
          <a:ln/>
        </p:spPr>
        <p:txBody>
          <a:bodyPr wrap="square" lIns="0" tIns="0" rIns="0" bIns="0" rtlCol="0" anchor="ctr"/>
          <a:lstStyle/>
          <a:p>
            <a:pPr algn="r" indent="0" marL="0">
              <a:buNone/>
            </a:pPr>
            <a:r>
              <a:rPr lang="en-US" sz="2200" b="1" dirty="0">
                <a:solidFill>
                  <a:srgbClr val="5C4DB7"/>
                </a:solidFill>
              </a:rPr>
              <a:t>&gt;110</a:t>
            </a:r>
            <a:endParaRPr lang="en-US" sz="2200" dirty="0"/>
          </a:p>
        </p:txBody>
      </p:sp>
      <p:sp>
        <p:nvSpPr>
          <p:cNvPr id="489" name="Text 487"/>
          <p:cNvSpPr/>
          <p:nvPr/>
        </p:nvSpPr>
        <p:spPr>
          <a:xfrm>
            <a:off x="6565392" y="5742432"/>
            <a:ext cx="1691640" cy="164592"/>
          </a:xfrm>
          <a:prstGeom prst="rect">
            <a:avLst/>
          </a:prstGeom>
          <a:noFill/>
          <a:ln/>
        </p:spPr>
        <p:txBody>
          <a:bodyPr wrap="square" lIns="0" tIns="0" rIns="0" bIns="0" rtlCol="0" anchor="ctr"/>
          <a:lstStyle/>
          <a:p>
            <a:pPr indent="0" marL="0">
              <a:buNone/>
            </a:pPr>
            <a:r>
              <a:rPr lang="en-US" sz="950" b="1" spc="40" kern="0" dirty="0">
                <a:solidFill>
                  <a:srgbClr val="263746"/>
                </a:solidFill>
              </a:rPr>
              <a:t>UNIPOL PP REACTOR LINES</a:t>
            </a:r>
            <a:endParaRPr lang="en-US" sz="950" dirty="0"/>
          </a:p>
        </p:txBody>
      </p:sp>
      <p:sp>
        <p:nvSpPr>
          <p:cNvPr id="490" name="Text 488"/>
          <p:cNvSpPr/>
          <p:nvPr/>
        </p:nvSpPr>
        <p:spPr>
          <a:xfrm>
            <a:off x="8823960" y="5650992"/>
            <a:ext cx="822960" cy="329184"/>
          </a:xfrm>
          <a:prstGeom prst="rect">
            <a:avLst/>
          </a:prstGeom>
          <a:noFill/>
          <a:ln/>
        </p:spPr>
        <p:txBody>
          <a:bodyPr wrap="square" lIns="0" tIns="0" rIns="0" bIns="0" rtlCol="0" anchor="ctr"/>
          <a:lstStyle/>
          <a:p>
            <a:pPr algn="r" indent="0" marL="0">
              <a:buNone/>
            </a:pPr>
            <a:r>
              <a:rPr lang="en-US" sz="2200" b="1" dirty="0">
                <a:solidFill>
                  <a:srgbClr val="2F7F93"/>
                </a:solidFill>
              </a:rPr>
              <a:t>&gt;130</a:t>
            </a:r>
            <a:endParaRPr lang="en-US" sz="2200" dirty="0"/>
          </a:p>
        </p:txBody>
      </p:sp>
      <p:sp>
        <p:nvSpPr>
          <p:cNvPr id="491" name="Text 489"/>
          <p:cNvSpPr/>
          <p:nvPr/>
        </p:nvSpPr>
        <p:spPr>
          <a:xfrm>
            <a:off x="9765792" y="5742432"/>
            <a:ext cx="1691640" cy="164592"/>
          </a:xfrm>
          <a:prstGeom prst="rect">
            <a:avLst/>
          </a:prstGeom>
          <a:noFill/>
          <a:ln/>
        </p:spPr>
        <p:txBody>
          <a:bodyPr wrap="square" lIns="0" tIns="0" rIns="0" bIns="0" rtlCol="0" anchor="ctr"/>
          <a:lstStyle/>
          <a:p>
            <a:pPr indent="0" marL="0">
              <a:buNone/>
            </a:pPr>
            <a:r>
              <a:rPr lang="en-US" sz="950" b="1" spc="40" kern="0" dirty="0">
                <a:solidFill>
                  <a:srgbClr val="263746"/>
                </a:solidFill>
              </a:rPr>
              <a:t>SPHERIPOL LICENSED LINES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F1F4"/>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263746"/>
          </a:solidFill>
          <a:ln w="12700">
            <a:solidFill>
              <a:srgbClr val="263746"/>
            </a:solidFill>
            <a:prstDash val="solid"/>
          </a:ln>
        </p:spPr>
      </p:sp>
      <p:sp>
        <p:nvSpPr>
          <p:cNvPr id="3" name="Shape 1"/>
          <p:cNvSpPr/>
          <p:nvPr/>
        </p:nvSpPr>
        <p:spPr>
          <a:xfrm>
            <a:off x="0" y="484632"/>
            <a:ext cx="12191695" cy="22860"/>
          </a:xfrm>
          <a:prstGeom prst="rect">
            <a:avLst/>
          </a:prstGeom>
          <a:solidFill>
            <a:srgbClr val="5C4DB7"/>
          </a:solidFill>
          <a:ln w="12700">
            <a:solidFill>
              <a:srgbClr val="5C4DB7"/>
            </a:solidFill>
            <a:prstDash val="solid"/>
          </a:ln>
        </p:spPr>
      </p:sp>
      <p:sp>
        <p:nvSpPr>
          <p:cNvPr id="4" name="Text 2"/>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5" name="Text 3"/>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
        <p:nvSpPr>
          <p:cNvPr id="6" name="Text 4"/>
          <p:cNvSpPr/>
          <p:nvPr/>
        </p:nvSpPr>
        <p:spPr>
          <a:xfrm>
            <a:off x="11292840" y="6510528"/>
            <a:ext cx="347472" cy="164592"/>
          </a:xfrm>
          <a:prstGeom prst="rect">
            <a:avLst/>
          </a:prstGeom>
          <a:noFill/>
          <a:ln/>
        </p:spPr>
        <p:txBody>
          <a:bodyPr wrap="square" lIns="0" tIns="0" rIns="0" bIns="0" rtlCol="0" anchor="ctr"/>
          <a:lstStyle/>
          <a:p>
            <a:pPr algn="r" indent="0" marL="0">
              <a:buNone/>
            </a:pPr>
            <a:r>
              <a:rPr lang="en-US" sz="900" dirty="0">
                <a:solidFill>
                  <a:srgbClr val="657782"/>
                </a:solidFill>
                <a:latin typeface="Aptos" pitchFamily="34" charset="0"/>
                <a:ea typeface="Aptos" pitchFamily="34" charset="-122"/>
                <a:cs typeface="Aptos" pitchFamily="34" charset="-120"/>
              </a:rPr>
              <a:t>2</a:t>
            </a:r>
            <a:endParaRPr lang="en-US" sz="900" dirty="0"/>
          </a:p>
        </p:txBody>
      </p:sp>
      <p:sp>
        <p:nvSpPr>
          <p:cNvPr id="7" name="Text 5"/>
          <p:cNvSpPr/>
          <p:nvPr/>
        </p:nvSpPr>
        <p:spPr>
          <a:xfrm>
            <a:off x="566928" y="694944"/>
            <a:ext cx="11018520" cy="731520"/>
          </a:xfrm>
          <a:prstGeom prst="rect">
            <a:avLst/>
          </a:prstGeom>
          <a:noFill/>
          <a:ln/>
        </p:spPr>
        <p:txBody>
          <a:bodyPr wrap="square" lIns="0" tIns="0" rIns="0" bIns="0" rtlCol="0" anchor="ctr"/>
          <a:lstStyle/>
          <a:p>
            <a:pPr indent="0" marL="0">
              <a:buNone/>
            </a:pPr>
            <a:r>
              <a:rPr lang="en-US" sz="3500" b="1" dirty="0">
                <a:solidFill>
                  <a:srgbClr val="263746"/>
                </a:solidFill>
                <a:latin typeface="Aptos Display" pitchFamily="34" charset="0"/>
                <a:ea typeface="Aptos Display" pitchFamily="34" charset="-122"/>
                <a:cs typeface="Aptos Display" pitchFamily="34" charset="-120"/>
              </a:rPr>
              <a:t>Shorter transitions recover saleable resin</a:t>
            </a:r>
            <a:endParaRPr lang="en-US" sz="3500" dirty="0"/>
          </a:p>
        </p:txBody>
      </p:sp>
      <p:sp>
        <p:nvSpPr>
          <p:cNvPr id="8" name="Text 6"/>
          <p:cNvSpPr/>
          <p:nvPr/>
        </p:nvSpPr>
        <p:spPr>
          <a:xfrm>
            <a:off x="594360" y="1417320"/>
            <a:ext cx="5852160" cy="182880"/>
          </a:xfrm>
          <a:prstGeom prst="rect">
            <a:avLst/>
          </a:prstGeom>
          <a:noFill/>
          <a:ln/>
        </p:spPr>
        <p:txBody>
          <a:bodyPr wrap="square" lIns="0" tIns="0" rIns="0" bIns="0" rtlCol="0" anchor="ctr"/>
          <a:lstStyle/>
          <a:p>
            <a:pPr indent="0" marL="0">
              <a:buNone/>
            </a:pPr>
            <a:r>
              <a:rPr lang="en-US" sz="1050" b="1" spc="150" kern="0" dirty="0">
                <a:solidFill>
                  <a:srgbClr val="5C4DB7"/>
                </a:solidFill>
                <a:latin typeface="Aptos" pitchFamily="34" charset="0"/>
                <a:ea typeface="Aptos" pitchFamily="34" charset="-122"/>
                <a:cs typeface="Aptos" pitchFamily="34" charset="-120"/>
              </a:rPr>
              <a:t>RECOVERED RESIN</a:t>
            </a:r>
            <a:endParaRPr lang="en-US" sz="1050" dirty="0"/>
          </a:p>
        </p:txBody>
      </p:sp>
      <p:graphicFrame>
        <p:nvGraphicFramePr>
          <p:cNvPr id="9" name="Chart 0" descr=""/>
          <p:cNvGraphicFramePr/>
          <p:nvPr/>
        </p:nvGraphicFramePr>
        <p:xfrm>
          <a:off x="530352" y="1810512"/>
          <a:ext cx="6181344" cy="329184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p:nvPr/>
        </p:nvSpPr>
        <p:spPr>
          <a:xfrm>
            <a:off x="530352" y="1664208"/>
            <a:ext cx="1920240" cy="155448"/>
          </a:xfrm>
          <a:prstGeom prst="rect">
            <a:avLst/>
          </a:prstGeom>
          <a:noFill/>
          <a:ln/>
        </p:spPr>
        <p:txBody>
          <a:bodyPr wrap="square" lIns="0" tIns="0" rIns="0" bIns="0" rtlCol="0" anchor="ctr"/>
          <a:lstStyle/>
          <a:p>
            <a:pPr indent="0" marL="0">
              <a:buNone/>
            </a:pPr>
            <a:r>
              <a:rPr lang="en-US" sz="920" b="1" dirty="0">
                <a:solidFill>
                  <a:srgbClr val="657782"/>
                </a:solidFill>
              </a:rPr>
              <a:t>RECOVERED RESIN (t/year)</a:t>
            </a:r>
            <a:endParaRPr lang="en-US" sz="920" dirty="0"/>
          </a:p>
        </p:txBody>
      </p:sp>
      <p:sp>
        <p:nvSpPr>
          <p:cNvPr id="11" name="Text 8"/>
          <p:cNvSpPr/>
          <p:nvPr/>
        </p:nvSpPr>
        <p:spPr>
          <a:xfrm>
            <a:off x="4937760" y="1664208"/>
            <a:ext cx="1783080" cy="155448"/>
          </a:xfrm>
          <a:prstGeom prst="rect">
            <a:avLst/>
          </a:prstGeom>
          <a:noFill/>
          <a:ln/>
        </p:spPr>
        <p:txBody>
          <a:bodyPr wrap="square" lIns="0" tIns="0" rIns="0" bIns="0" rtlCol="0" anchor="ctr"/>
          <a:lstStyle/>
          <a:p>
            <a:pPr algn="r" indent="0" marL="0">
              <a:buNone/>
            </a:pPr>
            <a:r>
              <a:rPr lang="en-US" sz="920" b="1" dirty="0">
                <a:solidFill>
                  <a:srgbClr val="5C4DB7"/>
                </a:solidFill>
              </a:rPr>
              <a:t>EST. RECOVERY</a:t>
            </a:r>
            <a:endParaRPr lang="en-US" sz="920" dirty="0"/>
          </a:p>
        </p:txBody>
      </p:sp>
      <p:sp>
        <p:nvSpPr>
          <p:cNvPr id="12" name="Shape 9"/>
          <p:cNvSpPr/>
          <p:nvPr/>
        </p:nvSpPr>
        <p:spPr>
          <a:xfrm>
            <a:off x="1261872" y="2048256"/>
            <a:ext cx="1664208" cy="768096"/>
          </a:xfrm>
          <a:prstGeom prst="roundRect">
            <a:avLst>
              <a:gd name="adj" fmla="val 5952"/>
            </a:avLst>
          </a:prstGeom>
          <a:solidFill>
            <a:srgbClr val="E5F3F1">
              <a:alpha val="96000"/>
            </a:srgbClr>
          </a:solidFill>
          <a:ln w="15240">
            <a:solidFill>
              <a:srgbClr val="168B83"/>
            </a:solidFill>
            <a:prstDash val="solid"/>
          </a:ln>
        </p:spPr>
      </p:sp>
      <p:sp>
        <p:nvSpPr>
          <p:cNvPr id="13" name="Text 10"/>
          <p:cNvSpPr/>
          <p:nvPr/>
        </p:nvSpPr>
        <p:spPr>
          <a:xfrm>
            <a:off x="1408176" y="2148840"/>
            <a:ext cx="1371600" cy="155448"/>
          </a:xfrm>
          <a:prstGeom prst="rect">
            <a:avLst/>
          </a:prstGeom>
          <a:noFill/>
          <a:ln/>
        </p:spPr>
        <p:txBody>
          <a:bodyPr wrap="square" lIns="0" tIns="0" rIns="0" bIns="0" rtlCol="0" anchor="ctr">
            <a:normAutofit/>
          </a:bodyPr>
          <a:lstStyle/>
          <a:p>
            <a:pPr algn="ctr" indent="0" marL="0">
              <a:buNone/>
            </a:pPr>
            <a:r>
              <a:rPr lang="en-US" sz="1050" b="1" spc="50" kern="0" dirty="0">
                <a:solidFill>
                  <a:srgbClr val="168B83"/>
                </a:solidFill>
              </a:rPr>
              <a:t>24 / YEAR · 30 MIN</a:t>
            </a:r>
            <a:endParaRPr lang="en-US" sz="1050" dirty="0"/>
          </a:p>
        </p:txBody>
      </p:sp>
      <p:sp>
        <p:nvSpPr>
          <p:cNvPr id="14" name="Text 11"/>
          <p:cNvSpPr/>
          <p:nvPr/>
        </p:nvSpPr>
        <p:spPr>
          <a:xfrm>
            <a:off x="1380744" y="2359152"/>
            <a:ext cx="1426464" cy="182880"/>
          </a:xfrm>
          <a:prstGeom prst="rect">
            <a:avLst/>
          </a:prstGeom>
          <a:noFill/>
          <a:ln/>
        </p:spPr>
        <p:txBody>
          <a:bodyPr wrap="square" lIns="0" tIns="0" rIns="0" bIns="0" rtlCol="0" anchor="ctr"/>
          <a:lstStyle/>
          <a:p>
            <a:pPr algn="ctr" indent="0" marL="0">
              <a:buNone/>
            </a:pPr>
            <a:r>
              <a:rPr lang="en-US" sz="1450" b="1" dirty="0">
                <a:solidFill>
                  <a:srgbClr val="263746"/>
                </a:solidFill>
              </a:rPr>
              <a:t>750 t / year</a:t>
            </a:r>
            <a:endParaRPr lang="en-US" sz="1450" dirty="0"/>
          </a:p>
        </p:txBody>
      </p:sp>
      <p:sp>
        <p:nvSpPr>
          <p:cNvPr id="15" name="Text 12"/>
          <p:cNvSpPr/>
          <p:nvPr/>
        </p:nvSpPr>
        <p:spPr>
          <a:xfrm>
            <a:off x="1380744" y="2578608"/>
            <a:ext cx="1426464" cy="164592"/>
          </a:xfrm>
          <a:prstGeom prst="rect">
            <a:avLst/>
          </a:prstGeom>
          <a:noFill/>
          <a:ln/>
        </p:spPr>
        <p:txBody>
          <a:bodyPr wrap="square" lIns="0" tIns="0" rIns="0" bIns="0" rtlCol="0" anchor="ctr"/>
          <a:lstStyle/>
          <a:p>
            <a:pPr algn="ctr" indent="0" marL="0">
              <a:buNone/>
            </a:pPr>
            <a:r>
              <a:rPr lang="en-US" sz="1350" b="1" dirty="0">
                <a:solidFill>
                  <a:srgbClr val="5C4DB7"/>
                </a:solidFill>
              </a:rPr>
              <a:t>$75k / year*</a:t>
            </a:r>
            <a:endParaRPr lang="en-US" sz="1350" dirty="0"/>
          </a:p>
        </p:txBody>
      </p:sp>
      <p:sp>
        <p:nvSpPr>
          <p:cNvPr id="16" name="Text 13"/>
          <p:cNvSpPr/>
          <p:nvPr/>
        </p:nvSpPr>
        <p:spPr>
          <a:xfrm>
            <a:off x="594360" y="5321808"/>
            <a:ext cx="6172200" cy="164592"/>
          </a:xfrm>
          <a:prstGeom prst="rect">
            <a:avLst/>
          </a:prstGeom>
          <a:noFill/>
          <a:ln/>
        </p:spPr>
        <p:txBody>
          <a:bodyPr wrap="square" lIns="0" tIns="0" rIns="0" bIns="0" rtlCol="0" anchor="ctr">
            <a:normAutofit/>
          </a:bodyPr>
          <a:lstStyle/>
          <a:p>
            <a:pPr indent="0" marL="0">
              <a:buNone/>
            </a:pPr>
            <a:r>
              <a:rPr lang="en-US" sz="870" dirty="0">
                <a:solidFill>
                  <a:srgbClr val="657782"/>
                </a:solidFill>
              </a:rPr>
              <a:t>* 500 KTA · 8,000 h/year · 30 min reduction · $0.10/kg margin · commodity PE ≈$1/kg.</a:t>
            </a:r>
            <a:endParaRPr lang="en-US" sz="870" dirty="0"/>
          </a:p>
        </p:txBody>
      </p:sp>
      <p:sp>
        <p:nvSpPr>
          <p:cNvPr id="17" name="Shape 14"/>
          <p:cNvSpPr/>
          <p:nvPr/>
        </p:nvSpPr>
        <p:spPr>
          <a:xfrm>
            <a:off x="7114032" y="1463040"/>
            <a:ext cx="0" cy="4160520"/>
          </a:xfrm>
          <a:prstGeom prst="line">
            <a:avLst/>
          </a:prstGeom>
          <a:noFill/>
          <a:ln w="12700">
            <a:solidFill>
              <a:srgbClr val="D7DEE4"/>
            </a:solidFill>
            <a:prstDash val="solid"/>
          </a:ln>
        </p:spPr>
      </p:sp>
      <p:sp>
        <p:nvSpPr>
          <p:cNvPr id="18" name="Text 15"/>
          <p:cNvSpPr/>
          <p:nvPr/>
        </p:nvSpPr>
        <p:spPr>
          <a:xfrm>
            <a:off x="7424928" y="1417320"/>
            <a:ext cx="3886200" cy="182880"/>
          </a:xfrm>
          <a:prstGeom prst="rect">
            <a:avLst/>
          </a:prstGeom>
          <a:noFill/>
          <a:ln/>
        </p:spPr>
        <p:txBody>
          <a:bodyPr wrap="square" lIns="0" tIns="0" rIns="0" bIns="0" rtlCol="0" anchor="ctr"/>
          <a:lstStyle/>
          <a:p>
            <a:pPr indent="0" marL="0">
              <a:buNone/>
            </a:pPr>
            <a:r>
              <a:rPr lang="en-US" sz="1050" b="1" spc="150" kern="0" dirty="0">
                <a:solidFill>
                  <a:srgbClr val="168B83"/>
                </a:solidFill>
                <a:latin typeface="Aptos" pitchFamily="34" charset="0"/>
                <a:ea typeface="Aptos" pitchFamily="34" charset="-122"/>
                <a:cs typeface="Aptos" pitchFamily="34" charset="-120"/>
              </a:rPr>
              <a:t>BENEFITS BEYOND RECOVERED RESIN</a:t>
            </a:r>
            <a:endParaRPr lang="en-US" sz="1050" dirty="0"/>
          </a:p>
        </p:txBody>
      </p:sp>
      <p:sp>
        <p:nvSpPr>
          <p:cNvPr id="19" name="Shape 16"/>
          <p:cNvSpPr/>
          <p:nvPr/>
        </p:nvSpPr>
        <p:spPr>
          <a:xfrm>
            <a:off x="7360920" y="2139696"/>
            <a:ext cx="932688" cy="0"/>
          </a:xfrm>
          <a:prstGeom prst="line">
            <a:avLst/>
          </a:prstGeom>
          <a:noFill/>
          <a:ln w="38100">
            <a:solidFill>
              <a:srgbClr val="168B83"/>
            </a:solidFill>
            <a:prstDash val="solid"/>
          </a:ln>
        </p:spPr>
      </p:sp>
      <p:sp>
        <p:nvSpPr>
          <p:cNvPr id="20" name="Text 17"/>
          <p:cNvSpPr/>
          <p:nvPr/>
        </p:nvSpPr>
        <p:spPr>
          <a:xfrm>
            <a:off x="7251192" y="2304288"/>
            <a:ext cx="1170432" cy="585216"/>
          </a:xfrm>
          <a:prstGeom prst="rect">
            <a:avLst/>
          </a:prstGeom>
          <a:noFill/>
          <a:ln/>
        </p:spPr>
        <p:txBody>
          <a:bodyPr wrap="square" lIns="0" tIns="0" rIns="0" bIns="0" rtlCol="0" anchor="ctr">
            <a:normAutofit/>
          </a:bodyPr>
          <a:lstStyle/>
          <a:p>
            <a:pPr algn="ctr" indent="0" marL="0">
              <a:buNone/>
            </a:pPr>
            <a:r>
              <a:rPr lang="en-US" sz="1050" b="1" spc="35" kern="0" dirty="0">
                <a:solidFill>
                  <a:srgbClr val="263746"/>
                </a:solidFill>
              </a:rPr>
              <a:t>REDUCED</a:t>
            </a:r>
            <a:endParaRPr lang="en-US" sz="1050" dirty="0"/>
          </a:p>
          <a:p>
            <a:pPr algn="ctr" indent="0" marL="0">
              <a:buNone/>
            </a:pPr>
            <a:r>
              <a:rPr lang="en-US" sz="1050" b="1" spc="35" kern="0" dirty="0">
                <a:solidFill>
                  <a:srgbClr val="263746"/>
                </a:solidFill>
              </a:rPr>
              <a:t>TRIMMING</a:t>
            </a:r>
            <a:endParaRPr lang="en-US" sz="1050" dirty="0"/>
          </a:p>
        </p:txBody>
      </p:sp>
      <p:sp>
        <p:nvSpPr>
          <p:cNvPr id="21" name="Shape 18"/>
          <p:cNvSpPr/>
          <p:nvPr/>
        </p:nvSpPr>
        <p:spPr>
          <a:xfrm>
            <a:off x="8705088" y="2139696"/>
            <a:ext cx="932688" cy="0"/>
          </a:xfrm>
          <a:prstGeom prst="line">
            <a:avLst/>
          </a:prstGeom>
          <a:noFill/>
          <a:ln w="38100">
            <a:solidFill>
              <a:srgbClr val="168B83"/>
            </a:solidFill>
            <a:prstDash val="solid"/>
          </a:ln>
        </p:spPr>
      </p:sp>
      <p:sp>
        <p:nvSpPr>
          <p:cNvPr id="22" name="Text 19"/>
          <p:cNvSpPr/>
          <p:nvPr/>
        </p:nvSpPr>
        <p:spPr>
          <a:xfrm>
            <a:off x="8595360" y="2304288"/>
            <a:ext cx="1170432" cy="585216"/>
          </a:xfrm>
          <a:prstGeom prst="rect">
            <a:avLst/>
          </a:prstGeom>
          <a:noFill/>
          <a:ln/>
        </p:spPr>
        <p:txBody>
          <a:bodyPr wrap="square" lIns="0" tIns="0" rIns="0" bIns="0" rtlCol="0" anchor="ctr">
            <a:normAutofit/>
          </a:bodyPr>
          <a:lstStyle/>
          <a:p>
            <a:pPr algn="ctr" indent="0" marL="0">
              <a:buNone/>
            </a:pPr>
            <a:r>
              <a:rPr lang="en-US" sz="1050" b="1" spc="35" kern="0" dirty="0">
                <a:solidFill>
                  <a:srgbClr val="263746"/>
                </a:solidFill>
              </a:rPr>
              <a:t>IMPROVED</a:t>
            </a:r>
            <a:endParaRPr lang="en-US" sz="1050" dirty="0"/>
          </a:p>
          <a:p>
            <a:pPr algn="ctr" indent="0" marL="0">
              <a:buNone/>
            </a:pPr>
            <a:r>
              <a:rPr lang="en-US" sz="1050" b="1" spc="35" kern="0" dirty="0">
                <a:solidFill>
                  <a:srgbClr val="263746"/>
                </a:solidFill>
              </a:rPr>
              <a:t>SCHEDULING</a:t>
            </a:r>
            <a:endParaRPr lang="en-US" sz="1050" dirty="0"/>
          </a:p>
          <a:p>
            <a:pPr algn="ctr" indent="0" marL="0">
              <a:buNone/>
            </a:pPr>
            <a:r>
              <a:rPr lang="en-US" sz="1050" b="1" spc="35" kern="0" dirty="0">
                <a:solidFill>
                  <a:srgbClr val="263746"/>
                </a:solidFill>
              </a:rPr>
              <a:t>EFFICIENCY</a:t>
            </a:r>
            <a:endParaRPr lang="en-US" sz="1050" dirty="0"/>
          </a:p>
        </p:txBody>
      </p:sp>
      <p:sp>
        <p:nvSpPr>
          <p:cNvPr id="23" name="Shape 20"/>
          <p:cNvSpPr/>
          <p:nvPr/>
        </p:nvSpPr>
        <p:spPr>
          <a:xfrm>
            <a:off x="10049256" y="2139696"/>
            <a:ext cx="932688" cy="0"/>
          </a:xfrm>
          <a:prstGeom prst="line">
            <a:avLst/>
          </a:prstGeom>
          <a:noFill/>
          <a:ln w="38100">
            <a:solidFill>
              <a:srgbClr val="168B83"/>
            </a:solidFill>
            <a:prstDash val="solid"/>
          </a:ln>
        </p:spPr>
      </p:sp>
      <p:sp>
        <p:nvSpPr>
          <p:cNvPr id="24" name="Text 21"/>
          <p:cNvSpPr/>
          <p:nvPr/>
        </p:nvSpPr>
        <p:spPr>
          <a:xfrm>
            <a:off x="9939528" y="2304288"/>
            <a:ext cx="1170432" cy="585216"/>
          </a:xfrm>
          <a:prstGeom prst="rect">
            <a:avLst/>
          </a:prstGeom>
          <a:noFill/>
          <a:ln/>
        </p:spPr>
        <p:txBody>
          <a:bodyPr wrap="square" lIns="0" tIns="0" rIns="0" bIns="0" rtlCol="0" anchor="ctr">
            <a:normAutofit/>
          </a:bodyPr>
          <a:lstStyle/>
          <a:p>
            <a:pPr algn="ctr" indent="0" marL="0">
              <a:buNone/>
            </a:pPr>
            <a:r>
              <a:rPr lang="en-US" sz="1050" b="1" spc="35" kern="0" dirty="0">
                <a:solidFill>
                  <a:srgbClr val="263746"/>
                </a:solidFill>
              </a:rPr>
              <a:t>BETTER</a:t>
            </a:r>
            <a:endParaRPr lang="en-US" sz="1050" dirty="0"/>
          </a:p>
          <a:p>
            <a:pPr algn="ctr" indent="0" marL="0">
              <a:buNone/>
            </a:pPr>
            <a:r>
              <a:rPr lang="en-US" sz="1050" b="1" spc="35" kern="0" dirty="0">
                <a:solidFill>
                  <a:srgbClr val="263746"/>
                </a:solidFill>
              </a:rPr>
              <a:t>CONSTRAINT</a:t>
            </a:r>
            <a:endParaRPr lang="en-US" sz="1050" dirty="0"/>
          </a:p>
          <a:p>
            <a:pPr algn="ctr" indent="0" marL="0">
              <a:buNone/>
            </a:pPr>
            <a:r>
              <a:rPr lang="en-US" sz="1050" b="1" spc="35" kern="0" dirty="0">
                <a:solidFill>
                  <a:srgbClr val="263746"/>
                </a:solidFill>
              </a:rPr>
              <a:t>MANAGEMENT</a:t>
            </a:r>
            <a:endParaRPr lang="en-US" sz="1050" dirty="0"/>
          </a:p>
        </p:txBody>
      </p:sp>
      <p:sp>
        <p:nvSpPr>
          <p:cNvPr id="25" name="Shape 22"/>
          <p:cNvSpPr/>
          <p:nvPr/>
        </p:nvSpPr>
        <p:spPr>
          <a:xfrm>
            <a:off x="7424928" y="3456432"/>
            <a:ext cx="3886200" cy="0"/>
          </a:xfrm>
          <a:prstGeom prst="line">
            <a:avLst/>
          </a:prstGeom>
          <a:noFill/>
          <a:ln w="12700">
            <a:solidFill>
              <a:srgbClr val="D7DEE4"/>
            </a:solidFill>
            <a:prstDash val="solid"/>
          </a:ln>
        </p:spPr>
      </p:sp>
      <p:sp>
        <p:nvSpPr>
          <p:cNvPr id="26" name="Text 23"/>
          <p:cNvSpPr/>
          <p:nvPr/>
        </p:nvSpPr>
        <p:spPr>
          <a:xfrm>
            <a:off x="7424928" y="3703320"/>
            <a:ext cx="3749040" cy="182880"/>
          </a:xfrm>
          <a:prstGeom prst="rect">
            <a:avLst/>
          </a:prstGeom>
          <a:noFill/>
          <a:ln/>
        </p:spPr>
        <p:txBody>
          <a:bodyPr wrap="square" lIns="0" tIns="0" rIns="0" bIns="0" rtlCol="0" anchor="ctr"/>
          <a:lstStyle/>
          <a:p>
            <a:pPr indent="0" marL="0">
              <a:buNone/>
            </a:pPr>
            <a:r>
              <a:rPr lang="en-US" sz="1050" b="1" spc="150" kern="0" dirty="0">
                <a:solidFill>
                  <a:srgbClr val="168B83"/>
                </a:solidFill>
                <a:latin typeface="Aptos" pitchFamily="34" charset="0"/>
                <a:ea typeface="Aptos" pitchFamily="34" charset="-122"/>
                <a:cs typeface="Aptos" pitchFamily="34" charset="-120"/>
              </a:rPr>
              <a:t>CONTINUOUS TRANSITION INTELLIGENCE</a:t>
            </a:r>
            <a:endParaRPr lang="en-US" sz="1050" dirty="0"/>
          </a:p>
        </p:txBody>
      </p:sp>
      <p:sp>
        <p:nvSpPr>
          <p:cNvPr id="27" name="Shape 24"/>
          <p:cNvSpPr/>
          <p:nvPr/>
        </p:nvSpPr>
        <p:spPr>
          <a:xfrm>
            <a:off x="7790688" y="4206240"/>
            <a:ext cx="0" cy="1143000"/>
          </a:xfrm>
          <a:prstGeom prst="line">
            <a:avLst/>
          </a:prstGeom>
          <a:noFill/>
          <a:ln w="22860">
            <a:solidFill>
              <a:srgbClr val="168B83"/>
            </a:solidFill>
            <a:prstDash val="solid"/>
            <a:tailEnd type="triangle"/>
          </a:ln>
        </p:spPr>
      </p:sp>
      <p:sp>
        <p:nvSpPr>
          <p:cNvPr id="28" name="Shape 25"/>
          <p:cNvSpPr/>
          <p:nvPr/>
        </p:nvSpPr>
        <p:spPr>
          <a:xfrm>
            <a:off x="7653528" y="4069080"/>
            <a:ext cx="274320" cy="274320"/>
          </a:xfrm>
          <a:prstGeom prst="ellipse">
            <a:avLst/>
          </a:prstGeom>
          <a:solidFill>
            <a:srgbClr val="168B83"/>
          </a:solidFill>
          <a:ln w="12700">
            <a:solidFill>
              <a:srgbClr val="168B83"/>
            </a:solidFill>
            <a:prstDash val="solid"/>
          </a:ln>
        </p:spPr>
      </p:sp>
      <p:sp>
        <p:nvSpPr>
          <p:cNvPr id="29" name="Text 26"/>
          <p:cNvSpPr/>
          <p:nvPr/>
        </p:nvSpPr>
        <p:spPr>
          <a:xfrm>
            <a:off x="7653528" y="4142232"/>
            <a:ext cx="274320" cy="118872"/>
          </a:xfrm>
          <a:prstGeom prst="rect">
            <a:avLst/>
          </a:prstGeom>
          <a:noFill/>
          <a:ln/>
        </p:spPr>
        <p:txBody>
          <a:bodyPr wrap="square" lIns="0" tIns="0" rIns="0" bIns="0" rtlCol="0" anchor="ctr"/>
          <a:lstStyle/>
          <a:p>
            <a:pPr algn="ctr" indent="0" marL="0">
              <a:buNone/>
            </a:pPr>
            <a:r>
              <a:rPr lang="en-US" sz="850" b="1" dirty="0">
                <a:solidFill>
                  <a:srgbClr val="FFFFFF"/>
                </a:solidFill>
              </a:rPr>
              <a:t>1</a:t>
            </a:r>
            <a:endParaRPr lang="en-US" sz="850" dirty="0"/>
          </a:p>
        </p:txBody>
      </p:sp>
      <p:sp>
        <p:nvSpPr>
          <p:cNvPr id="30" name="Text 27"/>
          <p:cNvSpPr/>
          <p:nvPr/>
        </p:nvSpPr>
        <p:spPr>
          <a:xfrm>
            <a:off x="8302752" y="4114800"/>
            <a:ext cx="2743200" cy="201168"/>
          </a:xfrm>
          <a:prstGeom prst="rect">
            <a:avLst/>
          </a:prstGeom>
          <a:noFill/>
          <a:ln/>
        </p:spPr>
        <p:txBody>
          <a:bodyPr wrap="square" lIns="0" tIns="0" rIns="0" bIns="0" rtlCol="0" anchor="ctr">
            <a:normAutofit/>
          </a:bodyPr>
          <a:lstStyle/>
          <a:p>
            <a:pPr indent="0" marL="0">
              <a:buNone/>
            </a:pPr>
            <a:r>
              <a:rPr lang="en-US" sz="1450" b="1" spc="45" kern="0" dirty="0">
                <a:solidFill>
                  <a:srgbClr val="263746"/>
                </a:solidFill>
              </a:rPr>
              <a:t>FIND PEERS</a:t>
            </a:r>
            <a:endParaRPr lang="en-US" sz="1450" dirty="0"/>
          </a:p>
        </p:txBody>
      </p:sp>
      <p:sp>
        <p:nvSpPr>
          <p:cNvPr id="31" name="Shape 28"/>
          <p:cNvSpPr/>
          <p:nvPr/>
        </p:nvSpPr>
        <p:spPr>
          <a:xfrm>
            <a:off x="7653528" y="4453128"/>
            <a:ext cx="274320" cy="274320"/>
          </a:xfrm>
          <a:prstGeom prst="ellipse">
            <a:avLst/>
          </a:prstGeom>
          <a:solidFill>
            <a:srgbClr val="168B83"/>
          </a:solidFill>
          <a:ln w="12700">
            <a:solidFill>
              <a:srgbClr val="168B83"/>
            </a:solidFill>
            <a:prstDash val="solid"/>
          </a:ln>
        </p:spPr>
      </p:sp>
      <p:sp>
        <p:nvSpPr>
          <p:cNvPr id="32" name="Text 29"/>
          <p:cNvSpPr/>
          <p:nvPr/>
        </p:nvSpPr>
        <p:spPr>
          <a:xfrm>
            <a:off x="7653528" y="4526280"/>
            <a:ext cx="274320" cy="118872"/>
          </a:xfrm>
          <a:prstGeom prst="rect">
            <a:avLst/>
          </a:prstGeom>
          <a:noFill/>
          <a:ln/>
        </p:spPr>
        <p:txBody>
          <a:bodyPr wrap="square" lIns="0" tIns="0" rIns="0" bIns="0" rtlCol="0" anchor="ctr"/>
          <a:lstStyle/>
          <a:p>
            <a:pPr algn="ctr" indent="0" marL="0">
              <a:buNone/>
            </a:pPr>
            <a:r>
              <a:rPr lang="en-US" sz="850" b="1" dirty="0">
                <a:solidFill>
                  <a:srgbClr val="FFFFFF"/>
                </a:solidFill>
              </a:rPr>
              <a:t>2</a:t>
            </a:r>
            <a:endParaRPr lang="en-US" sz="850" dirty="0"/>
          </a:p>
        </p:txBody>
      </p:sp>
      <p:sp>
        <p:nvSpPr>
          <p:cNvPr id="33" name="Text 30"/>
          <p:cNvSpPr/>
          <p:nvPr/>
        </p:nvSpPr>
        <p:spPr>
          <a:xfrm>
            <a:off x="8302752" y="4498848"/>
            <a:ext cx="2743200" cy="201168"/>
          </a:xfrm>
          <a:prstGeom prst="rect">
            <a:avLst/>
          </a:prstGeom>
          <a:noFill/>
          <a:ln/>
        </p:spPr>
        <p:txBody>
          <a:bodyPr wrap="square" lIns="0" tIns="0" rIns="0" bIns="0" rtlCol="0" anchor="ctr">
            <a:normAutofit/>
          </a:bodyPr>
          <a:lstStyle/>
          <a:p>
            <a:pPr indent="0" marL="0">
              <a:buNone/>
            </a:pPr>
            <a:r>
              <a:rPr lang="en-US" sz="1450" b="1" spc="45" kern="0" dirty="0">
                <a:solidFill>
                  <a:srgbClr val="263746"/>
                </a:solidFill>
              </a:rPr>
              <a:t>ALIGN EVENTS</a:t>
            </a:r>
            <a:endParaRPr lang="en-US" sz="1450" dirty="0"/>
          </a:p>
        </p:txBody>
      </p:sp>
      <p:sp>
        <p:nvSpPr>
          <p:cNvPr id="34" name="Shape 31"/>
          <p:cNvSpPr/>
          <p:nvPr/>
        </p:nvSpPr>
        <p:spPr>
          <a:xfrm>
            <a:off x="7653528" y="4837176"/>
            <a:ext cx="274320" cy="274320"/>
          </a:xfrm>
          <a:prstGeom prst="ellipse">
            <a:avLst/>
          </a:prstGeom>
          <a:solidFill>
            <a:srgbClr val="168B83"/>
          </a:solidFill>
          <a:ln w="12700">
            <a:solidFill>
              <a:srgbClr val="168B83"/>
            </a:solidFill>
            <a:prstDash val="solid"/>
          </a:ln>
        </p:spPr>
      </p:sp>
      <p:sp>
        <p:nvSpPr>
          <p:cNvPr id="35" name="Text 32"/>
          <p:cNvSpPr/>
          <p:nvPr/>
        </p:nvSpPr>
        <p:spPr>
          <a:xfrm>
            <a:off x="7653528" y="4910328"/>
            <a:ext cx="274320" cy="118872"/>
          </a:xfrm>
          <a:prstGeom prst="rect">
            <a:avLst/>
          </a:prstGeom>
          <a:noFill/>
          <a:ln/>
        </p:spPr>
        <p:txBody>
          <a:bodyPr wrap="square" lIns="0" tIns="0" rIns="0" bIns="0" rtlCol="0" anchor="ctr"/>
          <a:lstStyle/>
          <a:p>
            <a:pPr algn="ctr" indent="0" marL="0">
              <a:buNone/>
            </a:pPr>
            <a:r>
              <a:rPr lang="en-US" sz="850" b="1" dirty="0">
                <a:solidFill>
                  <a:srgbClr val="FFFFFF"/>
                </a:solidFill>
              </a:rPr>
              <a:t>3</a:t>
            </a:r>
            <a:endParaRPr lang="en-US" sz="850" dirty="0"/>
          </a:p>
        </p:txBody>
      </p:sp>
      <p:sp>
        <p:nvSpPr>
          <p:cNvPr id="36" name="Text 33"/>
          <p:cNvSpPr/>
          <p:nvPr/>
        </p:nvSpPr>
        <p:spPr>
          <a:xfrm>
            <a:off x="8302752" y="4882896"/>
            <a:ext cx="2743200" cy="201168"/>
          </a:xfrm>
          <a:prstGeom prst="rect">
            <a:avLst/>
          </a:prstGeom>
          <a:noFill/>
          <a:ln/>
        </p:spPr>
        <p:txBody>
          <a:bodyPr wrap="square" lIns="0" tIns="0" rIns="0" bIns="0" rtlCol="0" anchor="ctr">
            <a:normAutofit/>
          </a:bodyPr>
          <a:lstStyle/>
          <a:p>
            <a:pPr indent="0" marL="0">
              <a:buNone/>
            </a:pPr>
            <a:r>
              <a:rPr lang="en-US" sz="1450" b="1" spc="45" kern="0" dirty="0">
                <a:solidFill>
                  <a:srgbClr val="263746"/>
                </a:solidFill>
              </a:rPr>
              <a:t>ISOLATE DRIVERS</a:t>
            </a:r>
            <a:endParaRPr lang="en-US" sz="1450" dirty="0"/>
          </a:p>
        </p:txBody>
      </p:sp>
      <p:sp>
        <p:nvSpPr>
          <p:cNvPr id="37" name="Shape 34"/>
          <p:cNvSpPr/>
          <p:nvPr/>
        </p:nvSpPr>
        <p:spPr>
          <a:xfrm>
            <a:off x="7653528" y="5221224"/>
            <a:ext cx="274320" cy="274320"/>
          </a:xfrm>
          <a:prstGeom prst="ellipse">
            <a:avLst/>
          </a:prstGeom>
          <a:solidFill>
            <a:srgbClr val="5C4DB7"/>
          </a:solidFill>
          <a:ln w="12700">
            <a:solidFill>
              <a:srgbClr val="5C4DB7"/>
            </a:solidFill>
            <a:prstDash val="solid"/>
          </a:ln>
        </p:spPr>
      </p:sp>
      <p:sp>
        <p:nvSpPr>
          <p:cNvPr id="38" name="Text 35"/>
          <p:cNvSpPr/>
          <p:nvPr/>
        </p:nvSpPr>
        <p:spPr>
          <a:xfrm>
            <a:off x="7653528" y="5294376"/>
            <a:ext cx="274320" cy="118872"/>
          </a:xfrm>
          <a:prstGeom prst="rect">
            <a:avLst/>
          </a:prstGeom>
          <a:noFill/>
          <a:ln/>
        </p:spPr>
        <p:txBody>
          <a:bodyPr wrap="square" lIns="0" tIns="0" rIns="0" bIns="0" rtlCol="0" anchor="ctr"/>
          <a:lstStyle/>
          <a:p>
            <a:pPr algn="ctr" indent="0" marL="0">
              <a:buNone/>
            </a:pPr>
            <a:r>
              <a:rPr lang="en-US" sz="850" b="1" dirty="0">
                <a:solidFill>
                  <a:srgbClr val="FFFFFF"/>
                </a:solidFill>
              </a:rPr>
              <a:t>4</a:t>
            </a:r>
            <a:endParaRPr lang="en-US" sz="850" dirty="0"/>
          </a:p>
        </p:txBody>
      </p:sp>
      <p:sp>
        <p:nvSpPr>
          <p:cNvPr id="39" name="Text 36"/>
          <p:cNvSpPr/>
          <p:nvPr/>
        </p:nvSpPr>
        <p:spPr>
          <a:xfrm>
            <a:off x="8302752" y="5266944"/>
            <a:ext cx="2743200" cy="201168"/>
          </a:xfrm>
          <a:prstGeom prst="rect">
            <a:avLst/>
          </a:prstGeom>
          <a:noFill/>
          <a:ln/>
        </p:spPr>
        <p:txBody>
          <a:bodyPr wrap="square" lIns="0" tIns="0" rIns="0" bIns="0" rtlCol="0" anchor="ctr">
            <a:normAutofit/>
          </a:bodyPr>
          <a:lstStyle/>
          <a:p>
            <a:pPr indent="0" marL="0">
              <a:buNone/>
            </a:pPr>
            <a:r>
              <a:rPr lang="en-US" sz="1450" b="1" spc="45" kern="0" dirty="0">
                <a:solidFill>
                  <a:srgbClr val="5C4DB7"/>
                </a:solidFill>
              </a:rPr>
              <a:t>RECOMMEND CHANGE</a:t>
            </a:r>
            <a:endParaRPr lang="en-US" sz="1450" dirty="0"/>
          </a:p>
        </p:txBody>
      </p:sp>
      <p:sp>
        <p:nvSpPr>
          <p:cNvPr id="40" name="Text 37"/>
          <p:cNvSpPr/>
          <p:nvPr/>
        </p:nvSpPr>
        <p:spPr>
          <a:xfrm>
            <a:off x="8302752" y="5532120"/>
            <a:ext cx="2743200" cy="155448"/>
          </a:xfrm>
          <a:prstGeom prst="rect">
            <a:avLst/>
          </a:prstGeom>
          <a:noFill/>
          <a:ln/>
        </p:spPr>
        <p:txBody>
          <a:bodyPr wrap="square" lIns="0" tIns="0" rIns="0" bIns="0" rtlCol="0" anchor="ctr"/>
          <a:lstStyle/>
          <a:p>
            <a:pPr indent="0" marL="0">
              <a:buNone/>
            </a:pPr>
            <a:r>
              <a:rPr lang="en-US" sz="960" b="1" spc="45" kern="0" dirty="0">
                <a:solidFill>
                  <a:srgbClr val="168B83"/>
                </a:solidFill>
              </a:rPr>
              <a:t>↻  REPEAT AS PROCESS DRIFTS</a:t>
            </a:r>
            <a:endParaRPr lang="en-US" sz="960" dirty="0"/>
          </a:p>
        </p:txBody>
      </p:sp>
      <p:sp>
        <p:nvSpPr>
          <p:cNvPr id="41" name="Shape 38"/>
          <p:cNvSpPr/>
          <p:nvPr/>
        </p:nvSpPr>
        <p:spPr>
          <a:xfrm>
            <a:off x="594360" y="5742432"/>
            <a:ext cx="10972800" cy="566928"/>
          </a:xfrm>
          <a:prstGeom prst="roundRect">
            <a:avLst>
              <a:gd name="adj" fmla="val 6452"/>
            </a:avLst>
          </a:prstGeom>
          <a:solidFill>
            <a:srgbClr val="263746"/>
          </a:solidFill>
          <a:ln w="12700">
            <a:solidFill>
              <a:srgbClr val="263746"/>
            </a:solidFill>
            <a:prstDash val="solid"/>
          </a:ln>
        </p:spPr>
      </p:sp>
      <p:sp>
        <p:nvSpPr>
          <p:cNvPr id="42" name="Text 39"/>
          <p:cNvSpPr/>
          <p:nvPr/>
        </p:nvSpPr>
        <p:spPr>
          <a:xfrm>
            <a:off x="868680" y="5852160"/>
            <a:ext cx="10424160" cy="256032"/>
          </a:xfrm>
          <a:prstGeom prst="rect">
            <a:avLst/>
          </a:prstGeom>
          <a:noFill/>
          <a:ln/>
        </p:spPr>
        <p:txBody>
          <a:bodyPr wrap="square" lIns="0" tIns="0" rIns="0" bIns="0" rtlCol="0" anchor="ctr">
            <a:normAutofit/>
          </a:bodyPr>
          <a:lstStyle/>
          <a:p>
            <a:pPr algn="ctr" indent="0" marL="0">
              <a:buNone/>
            </a:pPr>
            <a:r>
              <a:rPr lang="en-US" sz="1700" b="1" dirty="0">
                <a:solidFill>
                  <a:srgbClr val="FFFFFF"/>
                </a:solidFill>
              </a:rPr>
              <a:t>compare transitions  →  isolate drivers  →  update recipe  →  repeat</a:t>
            </a:r>
            <a:endParaRPr lang="en-US" sz="1700" dirty="0"/>
          </a:p>
        </p:txBody>
      </p:sp>
      <p:sp>
        <p:nvSpPr>
          <p:cNvPr id="43" name="Shape 40"/>
          <p:cNvSpPr/>
          <p:nvPr/>
        </p:nvSpPr>
        <p:spPr>
          <a:xfrm>
            <a:off x="0" y="0"/>
            <a:ext cx="12191695" cy="502920"/>
          </a:xfrm>
          <a:prstGeom prst="rect">
            <a:avLst/>
          </a:prstGeom>
          <a:solidFill>
            <a:srgbClr val="263746"/>
          </a:solidFill>
          <a:ln w="12700">
            <a:solidFill>
              <a:srgbClr val="263746"/>
            </a:solidFill>
            <a:prstDash val="solid"/>
          </a:ln>
        </p:spPr>
      </p:sp>
      <p:sp>
        <p:nvSpPr>
          <p:cNvPr id="44" name="Shape 41"/>
          <p:cNvSpPr/>
          <p:nvPr/>
        </p:nvSpPr>
        <p:spPr>
          <a:xfrm>
            <a:off x="0" y="484632"/>
            <a:ext cx="12191695" cy="22860"/>
          </a:xfrm>
          <a:prstGeom prst="rect">
            <a:avLst/>
          </a:prstGeom>
          <a:solidFill>
            <a:srgbClr val="5C4DB7"/>
          </a:solidFill>
          <a:ln w="12700">
            <a:solidFill>
              <a:srgbClr val="5C4DB7"/>
            </a:solidFill>
            <a:prstDash val="solid"/>
          </a:ln>
        </p:spPr>
      </p:sp>
      <p:sp>
        <p:nvSpPr>
          <p:cNvPr id="45" name="Text 42"/>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46" name="Text 43"/>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F1F4"/>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263746"/>
          </a:solidFill>
          <a:ln w="12700">
            <a:solidFill>
              <a:srgbClr val="263746"/>
            </a:solidFill>
            <a:prstDash val="solid"/>
          </a:ln>
        </p:spPr>
      </p:sp>
      <p:sp>
        <p:nvSpPr>
          <p:cNvPr id="3" name="Shape 1"/>
          <p:cNvSpPr/>
          <p:nvPr/>
        </p:nvSpPr>
        <p:spPr>
          <a:xfrm>
            <a:off x="0" y="484632"/>
            <a:ext cx="12191695" cy="22860"/>
          </a:xfrm>
          <a:prstGeom prst="rect">
            <a:avLst/>
          </a:prstGeom>
          <a:solidFill>
            <a:srgbClr val="5C4DB7"/>
          </a:solidFill>
          <a:ln w="12700">
            <a:solidFill>
              <a:srgbClr val="5C4DB7"/>
            </a:solidFill>
            <a:prstDash val="solid"/>
          </a:ln>
        </p:spPr>
      </p:sp>
      <p:sp>
        <p:nvSpPr>
          <p:cNvPr id="4" name="Text 2"/>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5" name="Text 3"/>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
        <p:nvSpPr>
          <p:cNvPr id="6" name="Text 4"/>
          <p:cNvSpPr/>
          <p:nvPr/>
        </p:nvSpPr>
        <p:spPr>
          <a:xfrm>
            <a:off x="11292840" y="6510528"/>
            <a:ext cx="347472" cy="164592"/>
          </a:xfrm>
          <a:prstGeom prst="rect">
            <a:avLst/>
          </a:prstGeom>
          <a:noFill/>
          <a:ln/>
        </p:spPr>
        <p:txBody>
          <a:bodyPr wrap="square" lIns="0" tIns="0" rIns="0" bIns="0" rtlCol="0" anchor="ctr"/>
          <a:lstStyle/>
          <a:p>
            <a:pPr algn="r" indent="0" marL="0">
              <a:buNone/>
            </a:pPr>
            <a:r>
              <a:rPr lang="en-US" sz="900" dirty="0">
                <a:solidFill>
                  <a:srgbClr val="657782"/>
                </a:solidFill>
                <a:latin typeface="Aptos" pitchFamily="34" charset="0"/>
                <a:ea typeface="Aptos" pitchFamily="34" charset="-122"/>
                <a:cs typeface="Aptos" pitchFamily="34" charset="-120"/>
              </a:rPr>
              <a:t>3</a:t>
            </a:r>
            <a:endParaRPr lang="en-US" sz="900" dirty="0"/>
          </a:p>
        </p:txBody>
      </p:sp>
      <p:sp>
        <p:nvSpPr>
          <p:cNvPr id="7" name="Text 5"/>
          <p:cNvSpPr/>
          <p:nvPr/>
        </p:nvSpPr>
        <p:spPr>
          <a:xfrm>
            <a:off x="566928" y="694944"/>
            <a:ext cx="11018520" cy="658368"/>
          </a:xfrm>
          <a:prstGeom prst="rect">
            <a:avLst/>
          </a:prstGeom>
          <a:noFill/>
          <a:ln/>
        </p:spPr>
        <p:txBody>
          <a:bodyPr wrap="square" lIns="0" tIns="0" rIns="0" bIns="0" rtlCol="0" anchor="ctr"/>
          <a:lstStyle/>
          <a:p>
            <a:pPr indent="0" marL="0">
              <a:buNone/>
            </a:pPr>
            <a:r>
              <a:rPr lang="en-US" sz="2600" b="1" dirty="0">
                <a:solidFill>
                  <a:srgbClr val="263746"/>
                </a:solidFill>
                <a:latin typeface="Aptos Display" pitchFamily="34" charset="0"/>
                <a:ea typeface="Aptos Display" pitchFamily="34" charset="-122"/>
                <a:cs typeface="Aptos Display" pitchFamily="34" charset="-120"/>
              </a:rPr>
              <a:t>Coupled dynamics make transition analysis difficult</a:t>
            </a:r>
            <a:endParaRPr lang="en-US" sz="2600" dirty="0"/>
          </a:p>
        </p:txBody>
      </p:sp>
      <p:sp>
        <p:nvSpPr>
          <p:cNvPr id="8" name="Text 6"/>
          <p:cNvSpPr/>
          <p:nvPr/>
        </p:nvSpPr>
        <p:spPr>
          <a:xfrm>
            <a:off x="594360" y="1399032"/>
            <a:ext cx="4480560" cy="182880"/>
          </a:xfrm>
          <a:prstGeom prst="rect">
            <a:avLst/>
          </a:prstGeom>
          <a:noFill/>
          <a:ln/>
        </p:spPr>
        <p:txBody>
          <a:bodyPr wrap="square" lIns="0" tIns="0" rIns="0" bIns="0" rtlCol="0" anchor="ctr"/>
          <a:lstStyle/>
          <a:p>
            <a:pPr indent="0" marL="0">
              <a:buNone/>
            </a:pPr>
            <a:r>
              <a:rPr lang="en-US" sz="1050" b="1" spc="150" kern="0" dirty="0">
                <a:solidFill>
                  <a:srgbClr val="C44F4F"/>
                </a:solidFill>
                <a:latin typeface="Aptos" pitchFamily="34" charset="0"/>
                <a:ea typeface="Aptos" pitchFamily="34" charset="-122"/>
                <a:cs typeface="Aptos" pitchFamily="34" charset="-120"/>
              </a:rPr>
              <a:t>NORMALIZED ACROSS EACH SIGNAL'S OBSERVED RANGE</a:t>
            </a:r>
            <a:endParaRPr lang="en-US" sz="1050" dirty="0"/>
          </a:p>
        </p:txBody>
      </p:sp>
      <p:sp>
        <p:nvSpPr>
          <p:cNvPr id="9" name="Shape 7"/>
          <p:cNvSpPr/>
          <p:nvPr/>
        </p:nvSpPr>
        <p:spPr>
          <a:xfrm>
            <a:off x="841248" y="4896196"/>
            <a:ext cx="10424160" cy="0"/>
          </a:xfrm>
          <a:prstGeom prst="line">
            <a:avLst/>
          </a:prstGeom>
          <a:noFill/>
          <a:ln w="12700">
            <a:solidFill>
              <a:srgbClr val="DCE2E7"/>
            </a:solidFill>
            <a:prstDash val="solid"/>
          </a:ln>
        </p:spPr>
      </p:sp>
      <p:sp>
        <p:nvSpPr>
          <p:cNvPr id="10" name="Text 8"/>
          <p:cNvSpPr/>
          <p:nvPr/>
        </p:nvSpPr>
        <p:spPr>
          <a:xfrm>
            <a:off x="457200" y="4823044"/>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0%</a:t>
            </a:r>
            <a:endParaRPr lang="en-US" sz="900" dirty="0"/>
          </a:p>
        </p:txBody>
      </p:sp>
      <p:sp>
        <p:nvSpPr>
          <p:cNvPr id="11" name="Shape 9"/>
          <p:cNvSpPr/>
          <p:nvPr/>
        </p:nvSpPr>
        <p:spPr>
          <a:xfrm>
            <a:off x="841248" y="3566160"/>
            <a:ext cx="10424160" cy="0"/>
          </a:xfrm>
          <a:prstGeom prst="line">
            <a:avLst/>
          </a:prstGeom>
          <a:noFill/>
          <a:ln w="12700">
            <a:solidFill>
              <a:srgbClr val="DCE2E7"/>
            </a:solidFill>
            <a:prstDash val="solid"/>
          </a:ln>
        </p:spPr>
      </p:sp>
      <p:sp>
        <p:nvSpPr>
          <p:cNvPr id="12" name="Text 10"/>
          <p:cNvSpPr/>
          <p:nvPr/>
        </p:nvSpPr>
        <p:spPr>
          <a:xfrm>
            <a:off x="457200" y="3493008"/>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50%</a:t>
            </a:r>
            <a:endParaRPr lang="en-US" sz="900" dirty="0"/>
          </a:p>
        </p:txBody>
      </p:sp>
      <p:sp>
        <p:nvSpPr>
          <p:cNvPr id="13" name="Shape 11"/>
          <p:cNvSpPr/>
          <p:nvPr/>
        </p:nvSpPr>
        <p:spPr>
          <a:xfrm>
            <a:off x="841248" y="2236124"/>
            <a:ext cx="10424160" cy="0"/>
          </a:xfrm>
          <a:prstGeom prst="line">
            <a:avLst/>
          </a:prstGeom>
          <a:noFill/>
          <a:ln w="12700">
            <a:solidFill>
              <a:srgbClr val="DCE2E7"/>
            </a:solidFill>
            <a:prstDash val="solid"/>
          </a:ln>
        </p:spPr>
      </p:sp>
      <p:sp>
        <p:nvSpPr>
          <p:cNvPr id="14" name="Text 12"/>
          <p:cNvSpPr/>
          <p:nvPr/>
        </p:nvSpPr>
        <p:spPr>
          <a:xfrm>
            <a:off x="457200" y="2162972"/>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100%</a:t>
            </a:r>
            <a:endParaRPr lang="en-US" sz="900" dirty="0"/>
          </a:p>
        </p:txBody>
      </p:sp>
      <p:sp>
        <p:nvSpPr>
          <p:cNvPr id="15" name="Shape 13"/>
          <p:cNvSpPr/>
          <p:nvPr/>
        </p:nvSpPr>
        <p:spPr>
          <a:xfrm>
            <a:off x="841248" y="2103120"/>
            <a:ext cx="0" cy="2926080"/>
          </a:xfrm>
          <a:prstGeom prst="line">
            <a:avLst/>
          </a:prstGeom>
          <a:noFill/>
          <a:ln w="8890">
            <a:solidFill>
              <a:srgbClr val="DCE2E7">
                <a:alpha val="80000"/>
              </a:srgbClr>
            </a:solidFill>
            <a:prstDash val="solid"/>
          </a:ln>
        </p:spPr>
      </p:sp>
      <p:sp>
        <p:nvSpPr>
          <p:cNvPr id="16" name="Text 14"/>
          <p:cNvSpPr/>
          <p:nvPr/>
        </p:nvSpPr>
        <p:spPr>
          <a:xfrm>
            <a:off x="731520"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0</a:t>
            </a:r>
            <a:endParaRPr lang="en-US" sz="900" dirty="0"/>
          </a:p>
        </p:txBody>
      </p:sp>
      <p:sp>
        <p:nvSpPr>
          <p:cNvPr id="17" name="Shape 15"/>
          <p:cNvSpPr/>
          <p:nvPr/>
        </p:nvSpPr>
        <p:spPr>
          <a:xfrm>
            <a:off x="2926080" y="2103120"/>
            <a:ext cx="0" cy="2926080"/>
          </a:xfrm>
          <a:prstGeom prst="line">
            <a:avLst/>
          </a:prstGeom>
          <a:noFill/>
          <a:ln w="8890">
            <a:solidFill>
              <a:srgbClr val="DCE2E7">
                <a:alpha val="80000"/>
              </a:srgbClr>
            </a:solidFill>
            <a:prstDash val="solid"/>
          </a:ln>
        </p:spPr>
      </p:sp>
      <p:sp>
        <p:nvSpPr>
          <p:cNvPr id="18" name="Text 16"/>
          <p:cNvSpPr/>
          <p:nvPr/>
        </p:nvSpPr>
        <p:spPr>
          <a:xfrm>
            <a:off x="2816352"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2</a:t>
            </a:r>
            <a:endParaRPr lang="en-US" sz="900" dirty="0"/>
          </a:p>
        </p:txBody>
      </p:sp>
      <p:sp>
        <p:nvSpPr>
          <p:cNvPr id="19" name="Shape 17"/>
          <p:cNvSpPr/>
          <p:nvPr/>
        </p:nvSpPr>
        <p:spPr>
          <a:xfrm>
            <a:off x="5010912" y="2103120"/>
            <a:ext cx="0" cy="2926080"/>
          </a:xfrm>
          <a:prstGeom prst="line">
            <a:avLst/>
          </a:prstGeom>
          <a:noFill/>
          <a:ln w="8890">
            <a:solidFill>
              <a:srgbClr val="DCE2E7">
                <a:alpha val="80000"/>
              </a:srgbClr>
            </a:solidFill>
            <a:prstDash val="solid"/>
          </a:ln>
        </p:spPr>
      </p:sp>
      <p:sp>
        <p:nvSpPr>
          <p:cNvPr id="20" name="Text 18"/>
          <p:cNvSpPr/>
          <p:nvPr/>
        </p:nvSpPr>
        <p:spPr>
          <a:xfrm>
            <a:off x="4901184"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4</a:t>
            </a:r>
            <a:endParaRPr lang="en-US" sz="900" dirty="0"/>
          </a:p>
        </p:txBody>
      </p:sp>
      <p:sp>
        <p:nvSpPr>
          <p:cNvPr id="21" name="Shape 19"/>
          <p:cNvSpPr/>
          <p:nvPr/>
        </p:nvSpPr>
        <p:spPr>
          <a:xfrm>
            <a:off x="7095744" y="2103120"/>
            <a:ext cx="0" cy="2926080"/>
          </a:xfrm>
          <a:prstGeom prst="line">
            <a:avLst/>
          </a:prstGeom>
          <a:noFill/>
          <a:ln w="8890">
            <a:solidFill>
              <a:srgbClr val="DCE2E7">
                <a:alpha val="80000"/>
              </a:srgbClr>
            </a:solidFill>
            <a:prstDash val="solid"/>
          </a:ln>
        </p:spPr>
      </p:sp>
      <p:sp>
        <p:nvSpPr>
          <p:cNvPr id="22" name="Text 20"/>
          <p:cNvSpPr/>
          <p:nvPr/>
        </p:nvSpPr>
        <p:spPr>
          <a:xfrm>
            <a:off x="6986016"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6</a:t>
            </a:r>
            <a:endParaRPr lang="en-US" sz="900" dirty="0"/>
          </a:p>
        </p:txBody>
      </p:sp>
      <p:sp>
        <p:nvSpPr>
          <p:cNvPr id="23" name="Shape 21"/>
          <p:cNvSpPr/>
          <p:nvPr/>
        </p:nvSpPr>
        <p:spPr>
          <a:xfrm>
            <a:off x="9180576" y="2103120"/>
            <a:ext cx="0" cy="2926080"/>
          </a:xfrm>
          <a:prstGeom prst="line">
            <a:avLst/>
          </a:prstGeom>
          <a:noFill/>
          <a:ln w="8890">
            <a:solidFill>
              <a:srgbClr val="DCE2E7">
                <a:alpha val="80000"/>
              </a:srgbClr>
            </a:solidFill>
            <a:prstDash val="solid"/>
          </a:ln>
        </p:spPr>
      </p:sp>
      <p:sp>
        <p:nvSpPr>
          <p:cNvPr id="24" name="Text 22"/>
          <p:cNvSpPr/>
          <p:nvPr/>
        </p:nvSpPr>
        <p:spPr>
          <a:xfrm>
            <a:off x="9070848"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8</a:t>
            </a:r>
            <a:endParaRPr lang="en-US" sz="900" dirty="0"/>
          </a:p>
        </p:txBody>
      </p:sp>
      <p:sp>
        <p:nvSpPr>
          <p:cNvPr id="25" name="Shape 23"/>
          <p:cNvSpPr/>
          <p:nvPr/>
        </p:nvSpPr>
        <p:spPr>
          <a:xfrm>
            <a:off x="11265408" y="2103120"/>
            <a:ext cx="0" cy="2926080"/>
          </a:xfrm>
          <a:prstGeom prst="line">
            <a:avLst/>
          </a:prstGeom>
          <a:noFill/>
          <a:ln w="8890">
            <a:solidFill>
              <a:srgbClr val="DCE2E7">
                <a:alpha val="80000"/>
              </a:srgbClr>
            </a:solidFill>
            <a:prstDash val="solid"/>
          </a:ln>
        </p:spPr>
      </p:sp>
      <p:sp>
        <p:nvSpPr>
          <p:cNvPr id="26" name="Text 24"/>
          <p:cNvSpPr/>
          <p:nvPr/>
        </p:nvSpPr>
        <p:spPr>
          <a:xfrm>
            <a:off x="11155680"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10</a:t>
            </a:r>
            <a:endParaRPr lang="en-US" sz="900" dirty="0"/>
          </a:p>
        </p:txBody>
      </p:sp>
      <p:sp>
        <p:nvSpPr>
          <p:cNvPr id="27" name="Text 25"/>
          <p:cNvSpPr/>
          <p:nvPr/>
        </p:nvSpPr>
        <p:spPr>
          <a:xfrm>
            <a:off x="4841748" y="5404104"/>
            <a:ext cx="2423160" cy="164592"/>
          </a:xfrm>
          <a:prstGeom prst="rect">
            <a:avLst/>
          </a:prstGeom>
          <a:noFill/>
          <a:ln/>
        </p:spPr>
        <p:txBody>
          <a:bodyPr wrap="square" lIns="0" tIns="0" rIns="0" bIns="0" rtlCol="0" anchor="ctr"/>
          <a:lstStyle/>
          <a:p>
            <a:pPr algn="ctr" indent="0" marL="0">
              <a:buNone/>
            </a:pPr>
            <a:r>
              <a:rPr lang="en-US" sz="920" b="1" spc="70" kern="0" dirty="0">
                <a:solidFill>
                  <a:srgbClr val="657782"/>
                </a:solidFill>
              </a:rPr>
              <a:t>HOURS FROM GRADE CHANGE</a:t>
            </a:r>
            <a:endParaRPr lang="en-US" sz="920" dirty="0"/>
          </a:p>
        </p:txBody>
      </p:sp>
      <p:sp>
        <p:nvSpPr>
          <p:cNvPr id="28" name="Shape 26"/>
          <p:cNvSpPr/>
          <p:nvPr/>
        </p:nvSpPr>
        <p:spPr>
          <a:xfrm>
            <a:off x="841248" y="2254211"/>
            <a:ext cx="176480" cy="0"/>
          </a:xfrm>
          <a:prstGeom prst="line">
            <a:avLst/>
          </a:prstGeom>
          <a:noFill/>
          <a:ln w="38100">
            <a:solidFill>
              <a:srgbClr val="5C4DB7"/>
            </a:solidFill>
            <a:prstDash val="solid"/>
            <a:headEnd type="none"/>
            <a:tailEnd type="none"/>
          </a:ln>
        </p:spPr>
      </p:sp>
      <p:sp>
        <p:nvSpPr>
          <p:cNvPr id="29" name="Shape 27"/>
          <p:cNvSpPr/>
          <p:nvPr/>
        </p:nvSpPr>
        <p:spPr>
          <a:xfrm>
            <a:off x="1014984" y="2235633"/>
            <a:ext cx="0" cy="21320"/>
          </a:xfrm>
          <a:prstGeom prst="line">
            <a:avLst/>
          </a:prstGeom>
          <a:noFill/>
          <a:ln w="38100">
            <a:solidFill>
              <a:srgbClr val="5C4DB7"/>
            </a:solidFill>
            <a:prstDash val="solid"/>
            <a:headEnd type="none"/>
            <a:tailEnd type="none"/>
          </a:ln>
        </p:spPr>
      </p:sp>
      <p:sp>
        <p:nvSpPr>
          <p:cNvPr id="30" name="Shape 28"/>
          <p:cNvSpPr/>
          <p:nvPr/>
        </p:nvSpPr>
        <p:spPr>
          <a:xfrm>
            <a:off x="1014984" y="2238377"/>
            <a:ext cx="176479" cy="0"/>
          </a:xfrm>
          <a:prstGeom prst="line">
            <a:avLst/>
          </a:prstGeom>
          <a:noFill/>
          <a:ln w="38100">
            <a:solidFill>
              <a:srgbClr val="5C4DB7"/>
            </a:solidFill>
            <a:prstDash val="solid"/>
            <a:headEnd type="none"/>
            <a:tailEnd type="none"/>
          </a:ln>
        </p:spPr>
      </p:sp>
      <p:sp>
        <p:nvSpPr>
          <p:cNvPr id="31" name="Shape 29"/>
          <p:cNvSpPr/>
          <p:nvPr/>
        </p:nvSpPr>
        <p:spPr>
          <a:xfrm>
            <a:off x="1188720" y="2235633"/>
            <a:ext cx="0" cy="14004"/>
          </a:xfrm>
          <a:prstGeom prst="line">
            <a:avLst/>
          </a:prstGeom>
          <a:noFill/>
          <a:ln w="38100">
            <a:solidFill>
              <a:srgbClr val="5C4DB7"/>
            </a:solidFill>
            <a:prstDash val="solid"/>
            <a:headEnd type="none"/>
            <a:tailEnd type="none"/>
          </a:ln>
        </p:spPr>
      </p:sp>
      <p:sp>
        <p:nvSpPr>
          <p:cNvPr id="32" name="Shape 30"/>
          <p:cNvSpPr/>
          <p:nvPr/>
        </p:nvSpPr>
        <p:spPr>
          <a:xfrm>
            <a:off x="1188720" y="2246894"/>
            <a:ext cx="176480" cy="0"/>
          </a:xfrm>
          <a:prstGeom prst="line">
            <a:avLst/>
          </a:prstGeom>
          <a:noFill/>
          <a:ln w="38100">
            <a:solidFill>
              <a:srgbClr val="5C4DB7"/>
            </a:solidFill>
            <a:prstDash val="solid"/>
            <a:headEnd type="none"/>
            <a:tailEnd type="none"/>
          </a:ln>
        </p:spPr>
      </p:sp>
      <p:sp>
        <p:nvSpPr>
          <p:cNvPr id="33" name="Shape 31"/>
          <p:cNvSpPr/>
          <p:nvPr/>
        </p:nvSpPr>
        <p:spPr>
          <a:xfrm>
            <a:off x="1362456" y="2244151"/>
            <a:ext cx="0" cy="20311"/>
          </a:xfrm>
          <a:prstGeom prst="line">
            <a:avLst/>
          </a:prstGeom>
          <a:noFill/>
          <a:ln w="38100">
            <a:solidFill>
              <a:srgbClr val="5C4DB7"/>
            </a:solidFill>
            <a:prstDash val="solid"/>
            <a:headEnd type="none"/>
            <a:tailEnd type="none"/>
          </a:ln>
        </p:spPr>
      </p:sp>
      <p:sp>
        <p:nvSpPr>
          <p:cNvPr id="34" name="Shape 32"/>
          <p:cNvSpPr/>
          <p:nvPr/>
        </p:nvSpPr>
        <p:spPr>
          <a:xfrm>
            <a:off x="1362456" y="2261719"/>
            <a:ext cx="176480" cy="0"/>
          </a:xfrm>
          <a:prstGeom prst="line">
            <a:avLst/>
          </a:prstGeom>
          <a:noFill/>
          <a:ln w="38100">
            <a:solidFill>
              <a:srgbClr val="5C4DB7"/>
            </a:solidFill>
            <a:prstDash val="solid"/>
            <a:headEnd type="none"/>
            <a:tailEnd type="none"/>
          </a:ln>
        </p:spPr>
      </p:sp>
      <p:sp>
        <p:nvSpPr>
          <p:cNvPr id="35" name="Shape 33"/>
          <p:cNvSpPr/>
          <p:nvPr/>
        </p:nvSpPr>
        <p:spPr>
          <a:xfrm>
            <a:off x="1536192" y="2258976"/>
            <a:ext cx="0" cy="26650"/>
          </a:xfrm>
          <a:prstGeom prst="line">
            <a:avLst/>
          </a:prstGeom>
          <a:noFill/>
          <a:ln w="38100">
            <a:solidFill>
              <a:srgbClr val="5C4DB7"/>
            </a:solidFill>
            <a:prstDash val="solid"/>
            <a:headEnd type="none"/>
            <a:tailEnd type="none"/>
          </a:ln>
        </p:spPr>
      </p:sp>
      <p:sp>
        <p:nvSpPr>
          <p:cNvPr id="36" name="Shape 34"/>
          <p:cNvSpPr/>
          <p:nvPr/>
        </p:nvSpPr>
        <p:spPr>
          <a:xfrm>
            <a:off x="1536192" y="2282883"/>
            <a:ext cx="176479" cy="0"/>
          </a:xfrm>
          <a:prstGeom prst="line">
            <a:avLst/>
          </a:prstGeom>
          <a:noFill/>
          <a:ln w="38100">
            <a:solidFill>
              <a:srgbClr val="5C4DB7"/>
            </a:solidFill>
            <a:prstDash val="solid"/>
            <a:headEnd type="none"/>
            <a:tailEnd type="none"/>
          </a:ln>
        </p:spPr>
      </p:sp>
      <p:sp>
        <p:nvSpPr>
          <p:cNvPr id="37" name="Shape 35"/>
          <p:cNvSpPr/>
          <p:nvPr/>
        </p:nvSpPr>
        <p:spPr>
          <a:xfrm>
            <a:off x="1709928" y="2280140"/>
            <a:ext cx="0" cy="32664"/>
          </a:xfrm>
          <a:prstGeom prst="line">
            <a:avLst/>
          </a:prstGeom>
          <a:noFill/>
          <a:ln w="38100">
            <a:solidFill>
              <a:srgbClr val="5C4DB7"/>
            </a:solidFill>
            <a:prstDash val="solid"/>
            <a:headEnd type="none"/>
            <a:tailEnd type="none"/>
          </a:ln>
        </p:spPr>
      </p:sp>
      <p:sp>
        <p:nvSpPr>
          <p:cNvPr id="38" name="Shape 36"/>
          <p:cNvSpPr/>
          <p:nvPr/>
        </p:nvSpPr>
        <p:spPr>
          <a:xfrm>
            <a:off x="1709928" y="2310060"/>
            <a:ext cx="176480" cy="0"/>
          </a:xfrm>
          <a:prstGeom prst="line">
            <a:avLst/>
          </a:prstGeom>
          <a:noFill/>
          <a:ln w="38100">
            <a:solidFill>
              <a:srgbClr val="5C4DB7"/>
            </a:solidFill>
            <a:prstDash val="solid"/>
            <a:headEnd type="none"/>
            <a:tailEnd type="none"/>
          </a:ln>
        </p:spPr>
      </p:sp>
      <p:sp>
        <p:nvSpPr>
          <p:cNvPr id="39" name="Shape 37"/>
          <p:cNvSpPr/>
          <p:nvPr/>
        </p:nvSpPr>
        <p:spPr>
          <a:xfrm>
            <a:off x="1883664" y="2307317"/>
            <a:ext cx="0" cy="37595"/>
          </a:xfrm>
          <a:prstGeom prst="line">
            <a:avLst/>
          </a:prstGeom>
          <a:noFill/>
          <a:ln w="38100">
            <a:solidFill>
              <a:srgbClr val="5C4DB7"/>
            </a:solidFill>
            <a:prstDash val="solid"/>
            <a:headEnd type="none"/>
            <a:tailEnd type="none"/>
          </a:ln>
        </p:spPr>
      </p:sp>
      <p:sp>
        <p:nvSpPr>
          <p:cNvPr id="40" name="Shape 38"/>
          <p:cNvSpPr/>
          <p:nvPr/>
        </p:nvSpPr>
        <p:spPr>
          <a:xfrm>
            <a:off x="1883664" y="2342169"/>
            <a:ext cx="176480" cy="0"/>
          </a:xfrm>
          <a:prstGeom prst="line">
            <a:avLst/>
          </a:prstGeom>
          <a:noFill/>
          <a:ln w="38100">
            <a:solidFill>
              <a:srgbClr val="5C4DB7"/>
            </a:solidFill>
            <a:prstDash val="solid"/>
            <a:headEnd type="none"/>
            <a:tailEnd type="none"/>
          </a:ln>
        </p:spPr>
      </p:sp>
      <p:sp>
        <p:nvSpPr>
          <p:cNvPr id="41" name="Shape 39"/>
          <p:cNvSpPr/>
          <p:nvPr/>
        </p:nvSpPr>
        <p:spPr>
          <a:xfrm>
            <a:off x="2057400" y="2339426"/>
            <a:ext cx="0" cy="42447"/>
          </a:xfrm>
          <a:prstGeom prst="line">
            <a:avLst/>
          </a:prstGeom>
          <a:noFill/>
          <a:ln w="38100">
            <a:solidFill>
              <a:srgbClr val="5C4DB7"/>
            </a:solidFill>
            <a:prstDash val="solid"/>
            <a:headEnd type="none"/>
            <a:tailEnd type="none"/>
          </a:ln>
        </p:spPr>
      </p:sp>
      <p:sp>
        <p:nvSpPr>
          <p:cNvPr id="42" name="Shape 40"/>
          <p:cNvSpPr/>
          <p:nvPr/>
        </p:nvSpPr>
        <p:spPr>
          <a:xfrm>
            <a:off x="2057400" y="2379130"/>
            <a:ext cx="176479" cy="0"/>
          </a:xfrm>
          <a:prstGeom prst="line">
            <a:avLst/>
          </a:prstGeom>
          <a:noFill/>
          <a:ln w="38100">
            <a:solidFill>
              <a:srgbClr val="5C4DB7"/>
            </a:solidFill>
            <a:prstDash val="solid"/>
            <a:headEnd type="none"/>
            <a:tailEnd type="none"/>
          </a:ln>
        </p:spPr>
      </p:sp>
      <p:sp>
        <p:nvSpPr>
          <p:cNvPr id="43" name="Shape 41"/>
          <p:cNvSpPr/>
          <p:nvPr/>
        </p:nvSpPr>
        <p:spPr>
          <a:xfrm>
            <a:off x="2231136" y="2376387"/>
            <a:ext cx="0" cy="46836"/>
          </a:xfrm>
          <a:prstGeom prst="line">
            <a:avLst/>
          </a:prstGeom>
          <a:noFill/>
          <a:ln w="38100">
            <a:solidFill>
              <a:srgbClr val="5C4DB7"/>
            </a:solidFill>
            <a:prstDash val="solid"/>
            <a:headEnd type="none"/>
            <a:tailEnd type="none"/>
          </a:ln>
        </p:spPr>
      </p:sp>
      <p:sp>
        <p:nvSpPr>
          <p:cNvPr id="44" name="Shape 42"/>
          <p:cNvSpPr/>
          <p:nvPr/>
        </p:nvSpPr>
        <p:spPr>
          <a:xfrm>
            <a:off x="2231136" y="2420479"/>
            <a:ext cx="176480" cy="0"/>
          </a:xfrm>
          <a:prstGeom prst="line">
            <a:avLst/>
          </a:prstGeom>
          <a:noFill/>
          <a:ln w="38100">
            <a:solidFill>
              <a:srgbClr val="5C4DB7"/>
            </a:solidFill>
            <a:prstDash val="solid"/>
            <a:headEnd type="none"/>
            <a:tailEnd type="none"/>
          </a:ln>
        </p:spPr>
      </p:sp>
      <p:sp>
        <p:nvSpPr>
          <p:cNvPr id="45" name="Shape 43"/>
          <p:cNvSpPr/>
          <p:nvPr/>
        </p:nvSpPr>
        <p:spPr>
          <a:xfrm>
            <a:off x="2404872" y="2417736"/>
            <a:ext cx="0" cy="50506"/>
          </a:xfrm>
          <a:prstGeom prst="line">
            <a:avLst/>
          </a:prstGeom>
          <a:noFill/>
          <a:ln w="38100">
            <a:solidFill>
              <a:srgbClr val="5C4DB7"/>
            </a:solidFill>
            <a:prstDash val="solid"/>
            <a:headEnd type="none"/>
            <a:tailEnd type="none"/>
          </a:ln>
        </p:spPr>
      </p:sp>
      <p:sp>
        <p:nvSpPr>
          <p:cNvPr id="46" name="Shape 44"/>
          <p:cNvSpPr/>
          <p:nvPr/>
        </p:nvSpPr>
        <p:spPr>
          <a:xfrm>
            <a:off x="2404872" y="2465499"/>
            <a:ext cx="176480" cy="0"/>
          </a:xfrm>
          <a:prstGeom prst="line">
            <a:avLst/>
          </a:prstGeom>
          <a:noFill/>
          <a:ln w="38100">
            <a:solidFill>
              <a:srgbClr val="5C4DB7"/>
            </a:solidFill>
            <a:prstDash val="solid"/>
            <a:headEnd type="none"/>
            <a:tailEnd type="none"/>
          </a:ln>
        </p:spPr>
      </p:sp>
      <p:sp>
        <p:nvSpPr>
          <p:cNvPr id="47" name="Shape 45"/>
          <p:cNvSpPr/>
          <p:nvPr/>
        </p:nvSpPr>
        <p:spPr>
          <a:xfrm>
            <a:off x="2578608" y="2462756"/>
            <a:ext cx="0" cy="54152"/>
          </a:xfrm>
          <a:prstGeom prst="line">
            <a:avLst/>
          </a:prstGeom>
          <a:noFill/>
          <a:ln w="38100">
            <a:solidFill>
              <a:srgbClr val="5C4DB7"/>
            </a:solidFill>
            <a:prstDash val="solid"/>
            <a:headEnd type="none"/>
            <a:tailEnd type="none"/>
          </a:ln>
        </p:spPr>
      </p:sp>
      <p:sp>
        <p:nvSpPr>
          <p:cNvPr id="48" name="Shape 46"/>
          <p:cNvSpPr/>
          <p:nvPr/>
        </p:nvSpPr>
        <p:spPr>
          <a:xfrm>
            <a:off x="2578608" y="2514165"/>
            <a:ext cx="176479" cy="0"/>
          </a:xfrm>
          <a:prstGeom prst="line">
            <a:avLst/>
          </a:prstGeom>
          <a:noFill/>
          <a:ln w="38100">
            <a:solidFill>
              <a:srgbClr val="5C4DB7"/>
            </a:solidFill>
            <a:prstDash val="solid"/>
            <a:headEnd type="none"/>
            <a:tailEnd type="none"/>
          </a:ln>
        </p:spPr>
      </p:sp>
      <p:sp>
        <p:nvSpPr>
          <p:cNvPr id="49" name="Shape 47"/>
          <p:cNvSpPr/>
          <p:nvPr/>
        </p:nvSpPr>
        <p:spPr>
          <a:xfrm>
            <a:off x="2752344" y="2511422"/>
            <a:ext cx="0" cy="57203"/>
          </a:xfrm>
          <a:prstGeom prst="line">
            <a:avLst/>
          </a:prstGeom>
          <a:noFill/>
          <a:ln w="38100">
            <a:solidFill>
              <a:srgbClr val="5C4DB7"/>
            </a:solidFill>
            <a:prstDash val="solid"/>
            <a:headEnd type="none"/>
            <a:tailEnd type="none"/>
          </a:ln>
        </p:spPr>
      </p:sp>
      <p:sp>
        <p:nvSpPr>
          <p:cNvPr id="50" name="Shape 48"/>
          <p:cNvSpPr/>
          <p:nvPr/>
        </p:nvSpPr>
        <p:spPr>
          <a:xfrm>
            <a:off x="2752344" y="2565882"/>
            <a:ext cx="176480" cy="0"/>
          </a:xfrm>
          <a:prstGeom prst="line">
            <a:avLst/>
          </a:prstGeom>
          <a:noFill/>
          <a:ln w="38100">
            <a:solidFill>
              <a:srgbClr val="5C4DB7"/>
            </a:solidFill>
            <a:prstDash val="solid"/>
            <a:headEnd type="none"/>
            <a:tailEnd type="none"/>
          </a:ln>
        </p:spPr>
      </p:sp>
      <p:sp>
        <p:nvSpPr>
          <p:cNvPr id="51" name="Shape 49"/>
          <p:cNvSpPr/>
          <p:nvPr/>
        </p:nvSpPr>
        <p:spPr>
          <a:xfrm>
            <a:off x="2926080" y="2563139"/>
            <a:ext cx="0" cy="59553"/>
          </a:xfrm>
          <a:prstGeom prst="line">
            <a:avLst/>
          </a:prstGeom>
          <a:noFill/>
          <a:ln w="38100">
            <a:solidFill>
              <a:srgbClr val="5C4DB7"/>
            </a:solidFill>
            <a:prstDash val="solid"/>
            <a:headEnd type="none"/>
            <a:tailEnd type="none"/>
          </a:ln>
        </p:spPr>
      </p:sp>
      <p:sp>
        <p:nvSpPr>
          <p:cNvPr id="52" name="Shape 50"/>
          <p:cNvSpPr/>
          <p:nvPr/>
        </p:nvSpPr>
        <p:spPr>
          <a:xfrm>
            <a:off x="2926080" y="2619948"/>
            <a:ext cx="176480" cy="0"/>
          </a:xfrm>
          <a:prstGeom prst="line">
            <a:avLst/>
          </a:prstGeom>
          <a:noFill/>
          <a:ln w="38100">
            <a:solidFill>
              <a:srgbClr val="5C4DB7"/>
            </a:solidFill>
            <a:prstDash val="solid"/>
            <a:headEnd type="none"/>
            <a:tailEnd type="none"/>
          </a:ln>
        </p:spPr>
      </p:sp>
      <p:sp>
        <p:nvSpPr>
          <p:cNvPr id="53" name="Shape 51"/>
          <p:cNvSpPr/>
          <p:nvPr/>
        </p:nvSpPr>
        <p:spPr>
          <a:xfrm>
            <a:off x="3099816" y="2617205"/>
            <a:ext cx="0" cy="71978"/>
          </a:xfrm>
          <a:prstGeom prst="line">
            <a:avLst/>
          </a:prstGeom>
          <a:noFill/>
          <a:ln w="38100">
            <a:solidFill>
              <a:srgbClr val="5C4DB7"/>
            </a:solidFill>
            <a:prstDash val="solid"/>
            <a:headEnd type="none"/>
            <a:tailEnd type="none"/>
          </a:ln>
        </p:spPr>
      </p:sp>
      <p:sp>
        <p:nvSpPr>
          <p:cNvPr id="54" name="Shape 52"/>
          <p:cNvSpPr/>
          <p:nvPr/>
        </p:nvSpPr>
        <p:spPr>
          <a:xfrm>
            <a:off x="3099816" y="2686440"/>
            <a:ext cx="176479" cy="0"/>
          </a:xfrm>
          <a:prstGeom prst="line">
            <a:avLst/>
          </a:prstGeom>
          <a:noFill/>
          <a:ln w="38100">
            <a:solidFill>
              <a:srgbClr val="5C4DB7"/>
            </a:solidFill>
            <a:prstDash val="solid"/>
            <a:headEnd type="none"/>
            <a:tailEnd type="none"/>
          </a:ln>
        </p:spPr>
      </p:sp>
      <p:sp>
        <p:nvSpPr>
          <p:cNvPr id="55" name="Shape 53"/>
          <p:cNvSpPr/>
          <p:nvPr/>
        </p:nvSpPr>
        <p:spPr>
          <a:xfrm>
            <a:off x="3273552" y="2683697"/>
            <a:ext cx="0" cy="63026"/>
          </a:xfrm>
          <a:prstGeom prst="line">
            <a:avLst/>
          </a:prstGeom>
          <a:noFill/>
          <a:ln w="38100">
            <a:solidFill>
              <a:srgbClr val="5C4DB7"/>
            </a:solidFill>
            <a:prstDash val="solid"/>
            <a:headEnd type="none"/>
            <a:tailEnd type="none"/>
          </a:ln>
        </p:spPr>
      </p:sp>
      <p:sp>
        <p:nvSpPr>
          <p:cNvPr id="56" name="Shape 54"/>
          <p:cNvSpPr/>
          <p:nvPr/>
        </p:nvSpPr>
        <p:spPr>
          <a:xfrm>
            <a:off x="3273552" y="2743980"/>
            <a:ext cx="176480" cy="0"/>
          </a:xfrm>
          <a:prstGeom prst="line">
            <a:avLst/>
          </a:prstGeom>
          <a:noFill/>
          <a:ln w="38100">
            <a:solidFill>
              <a:srgbClr val="5C4DB7"/>
            </a:solidFill>
            <a:prstDash val="solid"/>
            <a:headEnd type="none"/>
            <a:tailEnd type="none"/>
          </a:ln>
        </p:spPr>
      </p:sp>
      <p:sp>
        <p:nvSpPr>
          <p:cNvPr id="57" name="Shape 55"/>
          <p:cNvSpPr/>
          <p:nvPr/>
        </p:nvSpPr>
        <p:spPr>
          <a:xfrm>
            <a:off x="3447288" y="2741236"/>
            <a:ext cx="0" cy="63943"/>
          </a:xfrm>
          <a:prstGeom prst="line">
            <a:avLst/>
          </a:prstGeom>
          <a:noFill/>
          <a:ln w="38100">
            <a:solidFill>
              <a:srgbClr val="5C4DB7"/>
            </a:solidFill>
            <a:prstDash val="solid"/>
            <a:headEnd type="none"/>
            <a:tailEnd type="none"/>
          </a:ln>
        </p:spPr>
      </p:sp>
      <p:sp>
        <p:nvSpPr>
          <p:cNvPr id="58" name="Shape 56"/>
          <p:cNvSpPr/>
          <p:nvPr/>
        </p:nvSpPr>
        <p:spPr>
          <a:xfrm>
            <a:off x="3447288" y="2802436"/>
            <a:ext cx="176480" cy="0"/>
          </a:xfrm>
          <a:prstGeom prst="line">
            <a:avLst/>
          </a:prstGeom>
          <a:noFill/>
          <a:ln w="38100">
            <a:solidFill>
              <a:srgbClr val="5C4DB7"/>
            </a:solidFill>
            <a:prstDash val="solid"/>
            <a:headEnd type="none"/>
            <a:tailEnd type="none"/>
          </a:ln>
        </p:spPr>
      </p:sp>
      <p:sp>
        <p:nvSpPr>
          <p:cNvPr id="59" name="Shape 57"/>
          <p:cNvSpPr/>
          <p:nvPr/>
        </p:nvSpPr>
        <p:spPr>
          <a:xfrm>
            <a:off x="3621024" y="2799693"/>
            <a:ext cx="0" cy="64504"/>
          </a:xfrm>
          <a:prstGeom prst="line">
            <a:avLst/>
          </a:prstGeom>
          <a:noFill/>
          <a:ln w="38100">
            <a:solidFill>
              <a:srgbClr val="5C4DB7"/>
            </a:solidFill>
            <a:prstDash val="solid"/>
            <a:headEnd type="none"/>
            <a:tailEnd type="none"/>
          </a:ln>
        </p:spPr>
      </p:sp>
      <p:sp>
        <p:nvSpPr>
          <p:cNvPr id="60" name="Shape 58"/>
          <p:cNvSpPr/>
          <p:nvPr/>
        </p:nvSpPr>
        <p:spPr>
          <a:xfrm>
            <a:off x="3621024" y="2861454"/>
            <a:ext cx="176479" cy="0"/>
          </a:xfrm>
          <a:prstGeom prst="line">
            <a:avLst/>
          </a:prstGeom>
          <a:noFill/>
          <a:ln w="38100">
            <a:solidFill>
              <a:srgbClr val="5C4DB7"/>
            </a:solidFill>
            <a:prstDash val="solid"/>
            <a:headEnd type="none"/>
            <a:tailEnd type="none"/>
          </a:ln>
        </p:spPr>
      </p:sp>
      <p:sp>
        <p:nvSpPr>
          <p:cNvPr id="61" name="Shape 59"/>
          <p:cNvSpPr/>
          <p:nvPr/>
        </p:nvSpPr>
        <p:spPr>
          <a:xfrm>
            <a:off x="3794760" y="2858711"/>
            <a:ext cx="0" cy="64640"/>
          </a:xfrm>
          <a:prstGeom prst="line">
            <a:avLst/>
          </a:prstGeom>
          <a:noFill/>
          <a:ln w="38100">
            <a:solidFill>
              <a:srgbClr val="5C4DB7"/>
            </a:solidFill>
            <a:prstDash val="solid"/>
            <a:headEnd type="none"/>
            <a:tailEnd type="none"/>
          </a:ln>
        </p:spPr>
      </p:sp>
      <p:sp>
        <p:nvSpPr>
          <p:cNvPr id="62" name="Shape 60"/>
          <p:cNvSpPr/>
          <p:nvPr/>
        </p:nvSpPr>
        <p:spPr>
          <a:xfrm>
            <a:off x="3794760" y="2920607"/>
            <a:ext cx="176480" cy="0"/>
          </a:xfrm>
          <a:prstGeom prst="line">
            <a:avLst/>
          </a:prstGeom>
          <a:noFill/>
          <a:ln w="38100">
            <a:solidFill>
              <a:srgbClr val="5C4DB7"/>
            </a:solidFill>
            <a:prstDash val="solid"/>
            <a:headEnd type="none"/>
            <a:tailEnd type="none"/>
          </a:ln>
        </p:spPr>
      </p:sp>
      <p:sp>
        <p:nvSpPr>
          <p:cNvPr id="63" name="Shape 61"/>
          <p:cNvSpPr/>
          <p:nvPr/>
        </p:nvSpPr>
        <p:spPr>
          <a:xfrm>
            <a:off x="3968496" y="2917864"/>
            <a:ext cx="0" cy="64331"/>
          </a:xfrm>
          <a:prstGeom prst="line">
            <a:avLst/>
          </a:prstGeom>
          <a:noFill/>
          <a:ln w="38100">
            <a:solidFill>
              <a:srgbClr val="5C4DB7"/>
            </a:solidFill>
            <a:prstDash val="solid"/>
            <a:headEnd type="none"/>
            <a:tailEnd type="none"/>
          </a:ln>
        </p:spPr>
      </p:sp>
      <p:sp>
        <p:nvSpPr>
          <p:cNvPr id="64" name="Shape 62"/>
          <p:cNvSpPr/>
          <p:nvPr/>
        </p:nvSpPr>
        <p:spPr>
          <a:xfrm>
            <a:off x="3968496" y="2979451"/>
            <a:ext cx="176480" cy="0"/>
          </a:xfrm>
          <a:prstGeom prst="line">
            <a:avLst/>
          </a:prstGeom>
          <a:noFill/>
          <a:ln w="38100">
            <a:solidFill>
              <a:srgbClr val="5C4DB7"/>
            </a:solidFill>
            <a:prstDash val="solid"/>
            <a:headEnd type="none"/>
            <a:tailEnd type="none"/>
          </a:ln>
        </p:spPr>
      </p:sp>
      <p:sp>
        <p:nvSpPr>
          <p:cNvPr id="65" name="Shape 63"/>
          <p:cNvSpPr/>
          <p:nvPr/>
        </p:nvSpPr>
        <p:spPr>
          <a:xfrm>
            <a:off x="4142232" y="2976708"/>
            <a:ext cx="0" cy="64067"/>
          </a:xfrm>
          <a:prstGeom prst="line">
            <a:avLst/>
          </a:prstGeom>
          <a:noFill/>
          <a:ln w="38100">
            <a:solidFill>
              <a:srgbClr val="5C4DB7"/>
            </a:solidFill>
            <a:prstDash val="solid"/>
            <a:headEnd type="none"/>
            <a:tailEnd type="none"/>
          </a:ln>
        </p:spPr>
      </p:sp>
      <p:sp>
        <p:nvSpPr>
          <p:cNvPr id="66" name="Shape 64"/>
          <p:cNvSpPr/>
          <p:nvPr/>
        </p:nvSpPr>
        <p:spPr>
          <a:xfrm>
            <a:off x="4142232" y="3038032"/>
            <a:ext cx="176479" cy="0"/>
          </a:xfrm>
          <a:prstGeom prst="line">
            <a:avLst/>
          </a:prstGeom>
          <a:noFill/>
          <a:ln w="38100">
            <a:solidFill>
              <a:srgbClr val="5C4DB7"/>
            </a:solidFill>
            <a:prstDash val="solid"/>
            <a:headEnd type="none"/>
            <a:tailEnd type="none"/>
          </a:ln>
        </p:spPr>
      </p:sp>
      <p:sp>
        <p:nvSpPr>
          <p:cNvPr id="67" name="Shape 65"/>
          <p:cNvSpPr/>
          <p:nvPr/>
        </p:nvSpPr>
        <p:spPr>
          <a:xfrm>
            <a:off x="4315968" y="3035289"/>
            <a:ext cx="0" cy="63965"/>
          </a:xfrm>
          <a:prstGeom prst="line">
            <a:avLst/>
          </a:prstGeom>
          <a:noFill/>
          <a:ln w="38100">
            <a:solidFill>
              <a:srgbClr val="5C4DB7"/>
            </a:solidFill>
            <a:prstDash val="solid"/>
            <a:headEnd type="none"/>
            <a:tailEnd type="none"/>
          </a:ln>
        </p:spPr>
      </p:sp>
      <p:sp>
        <p:nvSpPr>
          <p:cNvPr id="68" name="Shape 66"/>
          <p:cNvSpPr/>
          <p:nvPr/>
        </p:nvSpPr>
        <p:spPr>
          <a:xfrm>
            <a:off x="4315968" y="3096510"/>
            <a:ext cx="176480" cy="0"/>
          </a:xfrm>
          <a:prstGeom prst="line">
            <a:avLst/>
          </a:prstGeom>
          <a:noFill/>
          <a:ln w="38100">
            <a:solidFill>
              <a:srgbClr val="5C4DB7"/>
            </a:solidFill>
            <a:prstDash val="solid"/>
            <a:headEnd type="none"/>
            <a:tailEnd type="none"/>
          </a:ln>
        </p:spPr>
      </p:sp>
      <p:sp>
        <p:nvSpPr>
          <p:cNvPr id="69" name="Shape 67"/>
          <p:cNvSpPr/>
          <p:nvPr/>
        </p:nvSpPr>
        <p:spPr>
          <a:xfrm>
            <a:off x="4489704" y="3093767"/>
            <a:ext cx="0" cy="64035"/>
          </a:xfrm>
          <a:prstGeom prst="line">
            <a:avLst/>
          </a:prstGeom>
          <a:noFill/>
          <a:ln w="38100">
            <a:solidFill>
              <a:srgbClr val="5C4DB7"/>
            </a:solidFill>
            <a:prstDash val="solid"/>
            <a:headEnd type="none"/>
            <a:tailEnd type="none"/>
          </a:ln>
        </p:spPr>
      </p:sp>
      <p:sp>
        <p:nvSpPr>
          <p:cNvPr id="70" name="Shape 68"/>
          <p:cNvSpPr/>
          <p:nvPr/>
        </p:nvSpPr>
        <p:spPr>
          <a:xfrm>
            <a:off x="4489704" y="3155059"/>
            <a:ext cx="176480" cy="0"/>
          </a:xfrm>
          <a:prstGeom prst="line">
            <a:avLst/>
          </a:prstGeom>
          <a:noFill/>
          <a:ln w="38100">
            <a:solidFill>
              <a:srgbClr val="5C4DB7"/>
            </a:solidFill>
            <a:prstDash val="solid"/>
            <a:headEnd type="none"/>
            <a:tailEnd type="none"/>
          </a:ln>
        </p:spPr>
      </p:sp>
      <p:sp>
        <p:nvSpPr>
          <p:cNvPr id="71" name="Shape 69"/>
          <p:cNvSpPr/>
          <p:nvPr/>
        </p:nvSpPr>
        <p:spPr>
          <a:xfrm>
            <a:off x="4663440" y="3152316"/>
            <a:ext cx="0" cy="63998"/>
          </a:xfrm>
          <a:prstGeom prst="line">
            <a:avLst/>
          </a:prstGeom>
          <a:noFill/>
          <a:ln w="38100">
            <a:solidFill>
              <a:srgbClr val="5C4DB7"/>
            </a:solidFill>
            <a:prstDash val="solid"/>
            <a:headEnd type="none"/>
            <a:tailEnd type="none"/>
          </a:ln>
        </p:spPr>
      </p:sp>
      <p:sp>
        <p:nvSpPr>
          <p:cNvPr id="72" name="Shape 70"/>
          <p:cNvSpPr/>
          <p:nvPr/>
        </p:nvSpPr>
        <p:spPr>
          <a:xfrm>
            <a:off x="4663440" y="3213570"/>
            <a:ext cx="176479" cy="0"/>
          </a:xfrm>
          <a:prstGeom prst="line">
            <a:avLst/>
          </a:prstGeom>
          <a:noFill/>
          <a:ln w="38100">
            <a:solidFill>
              <a:srgbClr val="5C4DB7"/>
            </a:solidFill>
            <a:prstDash val="solid"/>
            <a:headEnd type="none"/>
            <a:tailEnd type="none"/>
          </a:ln>
        </p:spPr>
      </p:sp>
      <p:sp>
        <p:nvSpPr>
          <p:cNvPr id="73" name="Shape 71"/>
          <p:cNvSpPr/>
          <p:nvPr/>
        </p:nvSpPr>
        <p:spPr>
          <a:xfrm>
            <a:off x="4837176" y="3210827"/>
            <a:ext cx="0" cy="64129"/>
          </a:xfrm>
          <a:prstGeom prst="line">
            <a:avLst/>
          </a:prstGeom>
          <a:noFill/>
          <a:ln w="38100">
            <a:solidFill>
              <a:srgbClr val="5C4DB7"/>
            </a:solidFill>
            <a:prstDash val="solid"/>
            <a:headEnd type="none"/>
            <a:tailEnd type="none"/>
          </a:ln>
        </p:spPr>
      </p:sp>
      <p:sp>
        <p:nvSpPr>
          <p:cNvPr id="74" name="Shape 72"/>
          <p:cNvSpPr/>
          <p:nvPr/>
        </p:nvSpPr>
        <p:spPr>
          <a:xfrm>
            <a:off x="4837176" y="3272213"/>
            <a:ext cx="176480" cy="0"/>
          </a:xfrm>
          <a:prstGeom prst="line">
            <a:avLst/>
          </a:prstGeom>
          <a:noFill/>
          <a:ln w="38100">
            <a:solidFill>
              <a:srgbClr val="5C4DB7"/>
            </a:solidFill>
            <a:prstDash val="solid"/>
            <a:headEnd type="none"/>
            <a:tailEnd type="none"/>
          </a:ln>
        </p:spPr>
      </p:sp>
      <p:sp>
        <p:nvSpPr>
          <p:cNvPr id="75" name="Shape 73"/>
          <p:cNvSpPr/>
          <p:nvPr/>
        </p:nvSpPr>
        <p:spPr>
          <a:xfrm>
            <a:off x="5010912" y="3269470"/>
            <a:ext cx="0" cy="63827"/>
          </a:xfrm>
          <a:prstGeom prst="line">
            <a:avLst/>
          </a:prstGeom>
          <a:noFill/>
          <a:ln w="38100">
            <a:solidFill>
              <a:srgbClr val="5C4DB7"/>
            </a:solidFill>
            <a:prstDash val="solid"/>
            <a:headEnd type="none"/>
            <a:tailEnd type="none"/>
          </a:ln>
        </p:spPr>
      </p:sp>
      <p:sp>
        <p:nvSpPr>
          <p:cNvPr id="76" name="Shape 74"/>
          <p:cNvSpPr/>
          <p:nvPr/>
        </p:nvSpPr>
        <p:spPr>
          <a:xfrm>
            <a:off x="5010912" y="3330553"/>
            <a:ext cx="176480" cy="0"/>
          </a:xfrm>
          <a:prstGeom prst="line">
            <a:avLst/>
          </a:prstGeom>
          <a:noFill/>
          <a:ln w="38100">
            <a:solidFill>
              <a:srgbClr val="5C4DB7"/>
            </a:solidFill>
            <a:prstDash val="solid"/>
            <a:headEnd type="none"/>
            <a:tailEnd type="none"/>
          </a:ln>
        </p:spPr>
      </p:sp>
      <p:sp>
        <p:nvSpPr>
          <p:cNvPr id="77" name="Shape 75"/>
          <p:cNvSpPr/>
          <p:nvPr/>
        </p:nvSpPr>
        <p:spPr>
          <a:xfrm>
            <a:off x="5184648" y="3327810"/>
            <a:ext cx="0" cy="68937"/>
          </a:xfrm>
          <a:prstGeom prst="line">
            <a:avLst/>
          </a:prstGeom>
          <a:noFill/>
          <a:ln w="38100">
            <a:solidFill>
              <a:srgbClr val="5C4DB7"/>
            </a:solidFill>
            <a:prstDash val="solid"/>
            <a:headEnd type="none"/>
            <a:tailEnd type="none"/>
          </a:ln>
        </p:spPr>
      </p:sp>
      <p:sp>
        <p:nvSpPr>
          <p:cNvPr id="78" name="Shape 76"/>
          <p:cNvSpPr/>
          <p:nvPr/>
        </p:nvSpPr>
        <p:spPr>
          <a:xfrm>
            <a:off x="5184648" y="3394004"/>
            <a:ext cx="176479" cy="0"/>
          </a:xfrm>
          <a:prstGeom prst="line">
            <a:avLst/>
          </a:prstGeom>
          <a:noFill/>
          <a:ln w="38100">
            <a:solidFill>
              <a:srgbClr val="5C4DB7"/>
            </a:solidFill>
            <a:prstDash val="solid"/>
            <a:headEnd type="none"/>
            <a:tailEnd type="none"/>
          </a:ln>
        </p:spPr>
      </p:sp>
      <p:sp>
        <p:nvSpPr>
          <p:cNvPr id="79" name="Shape 77"/>
          <p:cNvSpPr/>
          <p:nvPr/>
        </p:nvSpPr>
        <p:spPr>
          <a:xfrm>
            <a:off x="5358384" y="3391261"/>
            <a:ext cx="0" cy="63366"/>
          </a:xfrm>
          <a:prstGeom prst="line">
            <a:avLst/>
          </a:prstGeom>
          <a:noFill/>
          <a:ln w="38100">
            <a:solidFill>
              <a:srgbClr val="5C4DB7"/>
            </a:solidFill>
            <a:prstDash val="solid"/>
            <a:headEnd type="none"/>
            <a:tailEnd type="none"/>
          </a:ln>
        </p:spPr>
      </p:sp>
      <p:sp>
        <p:nvSpPr>
          <p:cNvPr id="80" name="Shape 78"/>
          <p:cNvSpPr/>
          <p:nvPr/>
        </p:nvSpPr>
        <p:spPr>
          <a:xfrm>
            <a:off x="5358384" y="3451883"/>
            <a:ext cx="176480" cy="0"/>
          </a:xfrm>
          <a:prstGeom prst="line">
            <a:avLst/>
          </a:prstGeom>
          <a:noFill/>
          <a:ln w="38100">
            <a:solidFill>
              <a:srgbClr val="5C4DB7"/>
            </a:solidFill>
            <a:prstDash val="solid"/>
            <a:headEnd type="none"/>
            <a:tailEnd type="none"/>
          </a:ln>
        </p:spPr>
      </p:sp>
      <p:sp>
        <p:nvSpPr>
          <p:cNvPr id="81" name="Shape 79"/>
          <p:cNvSpPr/>
          <p:nvPr/>
        </p:nvSpPr>
        <p:spPr>
          <a:xfrm>
            <a:off x="5532120" y="3449140"/>
            <a:ext cx="0" cy="63487"/>
          </a:xfrm>
          <a:prstGeom prst="line">
            <a:avLst/>
          </a:prstGeom>
          <a:noFill/>
          <a:ln w="38100">
            <a:solidFill>
              <a:srgbClr val="5C4DB7"/>
            </a:solidFill>
            <a:prstDash val="solid"/>
            <a:headEnd type="none"/>
            <a:tailEnd type="none"/>
          </a:ln>
        </p:spPr>
      </p:sp>
      <p:sp>
        <p:nvSpPr>
          <p:cNvPr id="82" name="Shape 80"/>
          <p:cNvSpPr/>
          <p:nvPr/>
        </p:nvSpPr>
        <p:spPr>
          <a:xfrm>
            <a:off x="5532120" y="3509884"/>
            <a:ext cx="176480" cy="0"/>
          </a:xfrm>
          <a:prstGeom prst="line">
            <a:avLst/>
          </a:prstGeom>
          <a:noFill/>
          <a:ln w="38100">
            <a:solidFill>
              <a:srgbClr val="5C4DB7"/>
            </a:solidFill>
            <a:prstDash val="solid"/>
            <a:headEnd type="none"/>
            <a:tailEnd type="none"/>
          </a:ln>
        </p:spPr>
      </p:sp>
      <p:sp>
        <p:nvSpPr>
          <p:cNvPr id="83" name="Shape 81"/>
          <p:cNvSpPr/>
          <p:nvPr/>
        </p:nvSpPr>
        <p:spPr>
          <a:xfrm>
            <a:off x="5705856" y="3507140"/>
            <a:ext cx="0" cy="63280"/>
          </a:xfrm>
          <a:prstGeom prst="line">
            <a:avLst/>
          </a:prstGeom>
          <a:noFill/>
          <a:ln w="38100">
            <a:solidFill>
              <a:srgbClr val="5C4DB7"/>
            </a:solidFill>
            <a:prstDash val="solid"/>
            <a:headEnd type="none"/>
            <a:tailEnd type="none"/>
          </a:ln>
        </p:spPr>
      </p:sp>
      <p:sp>
        <p:nvSpPr>
          <p:cNvPr id="84" name="Shape 82"/>
          <p:cNvSpPr/>
          <p:nvPr/>
        </p:nvSpPr>
        <p:spPr>
          <a:xfrm>
            <a:off x="5705856" y="3567677"/>
            <a:ext cx="176479" cy="0"/>
          </a:xfrm>
          <a:prstGeom prst="line">
            <a:avLst/>
          </a:prstGeom>
          <a:noFill/>
          <a:ln w="38100">
            <a:solidFill>
              <a:srgbClr val="5C4DB7"/>
            </a:solidFill>
            <a:prstDash val="solid"/>
            <a:headEnd type="none"/>
            <a:tailEnd type="none"/>
          </a:ln>
        </p:spPr>
      </p:sp>
      <p:sp>
        <p:nvSpPr>
          <p:cNvPr id="85" name="Shape 83"/>
          <p:cNvSpPr/>
          <p:nvPr/>
        </p:nvSpPr>
        <p:spPr>
          <a:xfrm>
            <a:off x="5879592" y="3564934"/>
            <a:ext cx="0" cy="62592"/>
          </a:xfrm>
          <a:prstGeom prst="line">
            <a:avLst/>
          </a:prstGeom>
          <a:noFill/>
          <a:ln w="38100">
            <a:solidFill>
              <a:srgbClr val="5C4DB7"/>
            </a:solidFill>
            <a:prstDash val="solid"/>
            <a:headEnd type="none"/>
            <a:tailEnd type="none"/>
          </a:ln>
        </p:spPr>
      </p:sp>
      <p:sp>
        <p:nvSpPr>
          <p:cNvPr id="86" name="Shape 84"/>
          <p:cNvSpPr/>
          <p:nvPr/>
        </p:nvSpPr>
        <p:spPr>
          <a:xfrm>
            <a:off x="5879592" y="3624783"/>
            <a:ext cx="176480" cy="0"/>
          </a:xfrm>
          <a:prstGeom prst="line">
            <a:avLst/>
          </a:prstGeom>
          <a:noFill/>
          <a:ln w="38100">
            <a:solidFill>
              <a:srgbClr val="5C4DB7"/>
            </a:solidFill>
            <a:prstDash val="solid"/>
            <a:headEnd type="none"/>
            <a:tailEnd type="none"/>
          </a:ln>
        </p:spPr>
      </p:sp>
      <p:sp>
        <p:nvSpPr>
          <p:cNvPr id="87" name="Shape 85"/>
          <p:cNvSpPr/>
          <p:nvPr/>
        </p:nvSpPr>
        <p:spPr>
          <a:xfrm>
            <a:off x="6053328" y="3622040"/>
            <a:ext cx="0" cy="61866"/>
          </a:xfrm>
          <a:prstGeom prst="line">
            <a:avLst/>
          </a:prstGeom>
          <a:noFill/>
          <a:ln w="38100">
            <a:solidFill>
              <a:srgbClr val="5C4DB7"/>
            </a:solidFill>
            <a:prstDash val="solid"/>
            <a:headEnd type="none"/>
            <a:tailEnd type="none"/>
          </a:ln>
        </p:spPr>
      </p:sp>
      <p:sp>
        <p:nvSpPr>
          <p:cNvPr id="88" name="Shape 86"/>
          <p:cNvSpPr/>
          <p:nvPr/>
        </p:nvSpPr>
        <p:spPr>
          <a:xfrm>
            <a:off x="6053328" y="3681163"/>
            <a:ext cx="176480" cy="0"/>
          </a:xfrm>
          <a:prstGeom prst="line">
            <a:avLst/>
          </a:prstGeom>
          <a:noFill/>
          <a:ln w="38100">
            <a:solidFill>
              <a:srgbClr val="5C4DB7"/>
            </a:solidFill>
            <a:prstDash val="solid"/>
            <a:headEnd type="none"/>
            <a:tailEnd type="none"/>
          </a:ln>
        </p:spPr>
      </p:sp>
      <p:sp>
        <p:nvSpPr>
          <p:cNvPr id="89" name="Shape 87"/>
          <p:cNvSpPr/>
          <p:nvPr/>
        </p:nvSpPr>
        <p:spPr>
          <a:xfrm>
            <a:off x="6227064" y="3678420"/>
            <a:ext cx="0" cy="61108"/>
          </a:xfrm>
          <a:prstGeom prst="line">
            <a:avLst/>
          </a:prstGeom>
          <a:noFill/>
          <a:ln w="38100">
            <a:solidFill>
              <a:srgbClr val="5C4DB7"/>
            </a:solidFill>
            <a:prstDash val="solid"/>
            <a:headEnd type="none"/>
            <a:tailEnd type="none"/>
          </a:ln>
        </p:spPr>
      </p:sp>
      <p:sp>
        <p:nvSpPr>
          <p:cNvPr id="90" name="Shape 88"/>
          <p:cNvSpPr/>
          <p:nvPr/>
        </p:nvSpPr>
        <p:spPr>
          <a:xfrm>
            <a:off x="6227064" y="3736785"/>
            <a:ext cx="176479" cy="0"/>
          </a:xfrm>
          <a:prstGeom prst="line">
            <a:avLst/>
          </a:prstGeom>
          <a:noFill/>
          <a:ln w="38100">
            <a:solidFill>
              <a:srgbClr val="5C4DB7"/>
            </a:solidFill>
            <a:prstDash val="solid"/>
            <a:headEnd type="none"/>
            <a:tailEnd type="none"/>
          </a:ln>
        </p:spPr>
      </p:sp>
      <p:sp>
        <p:nvSpPr>
          <p:cNvPr id="91" name="Shape 89"/>
          <p:cNvSpPr/>
          <p:nvPr/>
        </p:nvSpPr>
        <p:spPr>
          <a:xfrm>
            <a:off x="6400800" y="3734042"/>
            <a:ext cx="0" cy="60199"/>
          </a:xfrm>
          <a:prstGeom prst="line">
            <a:avLst/>
          </a:prstGeom>
          <a:noFill/>
          <a:ln w="38100">
            <a:solidFill>
              <a:srgbClr val="5C4DB7"/>
            </a:solidFill>
            <a:prstDash val="solid"/>
            <a:headEnd type="none"/>
            <a:tailEnd type="none"/>
          </a:ln>
        </p:spPr>
      </p:sp>
      <p:sp>
        <p:nvSpPr>
          <p:cNvPr id="92" name="Shape 90"/>
          <p:cNvSpPr/>
          <p:nvPr/>
        </p:nvSpPr>
        <p:spPr>
          <a:xfrm>
            <a:off x="6400800" y="3791498"/>
            <a:ext cx="176480" cy="0"/>
          </a:xfrm>
          <a:prstGeom prst="line">
            <a:avLst/>
          </a:prstGeom>
          <a:noFill/>
          <a:ln w="38100">
            <a:solidFill>
              <a:srgbClr val="5C4DB7"/>
            </a:solidFill>
            <a:prstDash val="solid"/>
            <a:headEnd type="none"/>
            <a:tailEnd type="none"/>
          </a:ln>
        </p:spPr>
      </p:sp>
      <p:sp>
        <p:nvSpPr>
          <p:cNvPr id="93" name="Shape 91"/>
          <p:cNvSpPr/>
          <p:nvPr/>
        </p:nvSpPr>
        <p:spPr>
          <a:xfrm>
            <a:off x="6574536" y="3788754"/>
            <a:ext cx="0" cy="59087"/>
          </a:xfrm>
          <a:prstGeom prst="line">
            <a:avLst/>
          </a:prstGeom>
          <a:noFill/>
          <a:ln w="38100">
            <a:solidFill>
              <a:srgbClr val="5C4DB7"/>
            </a:solidFill>
            <a:prstDash val="solid"/>
            <a:headEnd type="none"/>
            <a:tailEnd type="none"/>
          </a:ln>
        </p:spPr>
      </p:sp>
      <p:sp>
        <p:nvSpPr>
          <p:cNvPr id="94" name="Shape 92"/>
          <p:cNvSpPr/>
          <p:nvPr/>
        </p:nvSpPr>
        <p:spPr>
          <a:xfrm>
            <a:off x="6574536" y="3845099"/>
            <a:ext cx="176480" cy="0"/>
          </a:xfrm>
          <a:prstGeom prst="line">
            <a:avLst/>
          </a:prstGeom>
          <a:noFill/>
          <a:ln w="38100">
            <a:solidFill>
              <a:srgbClr val="5C4DB7"/>
            </a:solidFill>
            <a:prstDash val="solid"/>
            <a:headEnd type="none"/>
            <a:tailEnd type="none"/>
          </a:ln>
        </p:spPr>
      </p:sp>
      <p:sp>
        <p:nvSpPr>
          <p:cNvPr id="95" name="Shape 93"/>
          <p:cNvSpPr/>
          <p:nvPr/>
        </p:nvSpPr>
        <p:spPr>
          <a:xfrm>
            <a:off x="6748272" y="3842356"/>
            <a:ext cx="0" cy="58157"/>
          </a:xfrm>
          <a:prstGeom prst="line">
            <a:avLst/>
          </a:prstGeom>
          <a:noFill/>
          <a:ln w="38100">
            <a:solidFill>
              <a:srgbClr val="5C4DB7"/>
            </a:solidFill>
            <a:prstDash val="solid"/>
            <a:headEnd type="none"/>
            <a:tailEnd type="none"/>
          </a:ln>
        </p:spPr>
      </p:sp>
      <p:sp>
        <p:nvSpPr>
          <p:cNvPr id="96" name="Shape 94"/>
          <p:cNvSpPr/>
          <p:nvPr/>
        </p:nvSpPr>
        <p:spPr>
          <a:xfrm>
            <a:off x="6748272" y="3897769"/>
            <a:ext cx="176479" cy="0"/>
          </a:xfrm>
          <a:prstGeom prst="line">
            <a:avLst/>
          </a:prstGeom>
          <a:noFill/>
          <a:ln w="38100">
            <a:solidFill>
              <a:srgbClr val="5C4DB7"/>
            </a:solidFill>
            <a:prstDash val="solid"/>
            <a:headEnd type="none"/>
            <a:tailEnd type="none"/>
          </a:ln>
        </p:spPr>
      </p:sp>
      <p:sp>
        <p:nvSpPr>
          <p:cNvPr id="97" name="Shape 95"/>
          <p:cNvSpPr/>
          <p:nvPr/>
        </p:nvSpPr>
        <p:spPr>
          <a:xfrm>
            <a:off x="6922008" y="3895026"/>
            <a:ext cx="0" cy="57345"/>
          </a:xfrm>
          <a:prstGeom prst="line">
            <a:avLst/>
          </a:prstGeom>
          <a:noFill/>
          <a:ln w="38100">
            <a:solidFill>
              <a:srgbClr val="5C4DB7"/>
            </a:solidFill>
            <a:prstDash val="solid"/>
            <a:headEnd type="none"/>
            <a:tailEnd type="none"/>
          </a:ln>
        </p:spPr>
      </p:sp>
      <p:sp>
        <p:nvSpPr>
          <p:cNvPr id="98" name="Shape 96"/>
          <p:cNvSpPr/>
          <p:nvPr/>
        </p:nvSpPr>
        <p:spPr>
          <a:xfrm>
            <a:off x="6922008" y="3949628"/>
            <a:ext cx="176480" cy="0"/>
          </a:xfrm>
          <a:prstGeom prst="line">
            <a:avLst/>
          </a:prstGeom>
          <a:noFill/>
          <a:ln w="38100">
            <a:solidFill>
              <a:srgbClr val="5C4DB7"/>
            </a:solidFill>
            <a:prstDash val="solid"/>
            <a:headEnd type="none"/>
            <a:tailEnd type="none"/>
          </a:ln>
        </p:spPr>
      </p:sp>
      <p:sp>
        <p:nvSpPr>
          <p:cNvPr id="99" name="Shape 97"/>
          <p:cNvSpPr/>
          <p:nvPr/>
        </p:nvSpPr>
        <p:spPr>
          <a:xfrm>
            <a:off x="7095744" y="3946885"/>
            <a:ext cx="0" cy="56465"/>
          </a:xfrm>
          <a:prstGeom prst="line">
            <a:avLst/>
          </a:prstGeom>
          <a:noFill/>
          <a:ln w="38100">
            <a:solidFill>
              <a:srgbClr val="5C4DB7"/>
            </a:solidFill>
            <a:prstDash val="solid"/>
            <a:headEnd type="none"/>
            <a:tailEnd type="none"/>
          </a:ln>
        </p:spPr>
      </p:sp>
      <p:sp>
        <p:nvSpPr>
          <p:cNvPr id="100" name="Shape 98"/>
          <p:cNvSpPr/>
          <p:nvPr/>
        </p:nvSpPr>
        <p:spPr>
          <a:xfrm>
            <a:off x="7095744" y="4000606"/>
            <a:ext cx="176480" cy="0"/>
          </a:xfrm>
          <a:prstGeom prst="line">
            <a:avLst/>
          </a:prstGeom>
          <a:noFill/>
          <a:ln w="38100">
            <a:solidFill>
              <a:srgbClr val="5C4DB7"/>
            </a:solidFill>
            <a:prstDash val="solid"/>
            <a:headEnd type="none"/>
            <a:tailEnd type="none"/>
          </a:ln>
        </p:spPr>
      </p:sp>
      <p:sp>
        <p:nvSpPr>
          <p:cNvPr id="101" name="Shape 99"/>
          <p:cNvSpPr/>
          <p:nvPr/>
        </p:nvSpPr>
        <p:spPr>
          <a:xfrm>
            <a:off x="7269480" y="3997863"/>
            <a:ext cx="0" cy="50061"/>
          </a:xfrm>
          <a:prstGeom prst="line">
            <a:avLst/>
          </a:prstGeom>
          <a:noFill/>
          <a:ln w="38100">
            <a:solidFill>
              <a:srgbClr val="5C4DB7"/>
            </a:solidFill>
            <a:prstDash val="solid"/>
            <a:headEnd type="none"/>
            <a:tailEnd type="none"/>
          </a:ln>
        </p:spPr>
      </p:sp>
      <p:sp>
        <p:nvSpPr>
          <p:cNvPr id="102" name="Shape 100"/>
          <p:cNvSpPr/>
          <p:nvPr/>
        </p:nvSpPr>
        <p:spPr>
          <a:xfrm>
            <a:off x="7269480" y="4045181"/>
            <a:ext cx="176479" cy="0"/>
          </a:xfrm>
          <a:prstGeom prst="line">
            <a:avLst/>
          </a:prstGeom>
          <a:noFill/>
          <a:ln w="38100">
            <a:solidFill>
              <a:srgbClr val="5C4DB7"/>
            </a:solidFill>
            <a:prstDash val="solid"/>
            <a:headEnd type="none"/>
            <a:tailEnd type="none"/>
          </a:ln>
        </p:spPr>
      </p:sp>
      <p:sp>
        <p:nvSpPr>
          <p:cNvPr id="103" name="Shape 101"/>
          <p:cNvSpPr/>
          <p:nvPr/>
        </p:nvSpPr>
        <p:spPr>
          <a:xfrm>
            <a:off x="7443216" y="4042437"/>
            <a:ext cx="0" cy="55036"/>
          </a:xfrm>
          <a:prstGeom prst="line">
            <a:avLst/>
          </a:prstGeom>
          <a:noFill/>
          <a:ln w="38100">
            <a:solidFill>
              <a:srgbClr val="5C4DB7"/>
            </a:solidFill>
            <a:prstDash val="solid"/>
            <a:headEnd type="none"/>
            <a:tailEnd type="none"/>
          </a:ln>
        </p:spPr>
      </p:sp>
      <p:sp>
        <p:nvSpPr>
          <p:cNvPr id="104" name="Shape 102"/>
          <p:cNvSpPr/>
          <p:nvPr/>
        </p:nvSpPr>
        <p:spPr>
          <a:xfrm>
            <a:off x="7443216" y="4094730"/>
            <a:ext cx="176480" cy="0"/>
          </a:xfrm>
          <a:prstGeom prst="line">
            <a:avLst/>
          </a:prstGeom>
          <a:noFill/>
          <a:ln w="38100">
            <a:solidFill>
              <a:srgbClr val="5C4DB7"/>
            </a:solidFill>
            <a:prstDash val="solid"/>
            <a:headEnd type="none"/>
            <a:tailEnd type="none"/>
          </a:ln>
        </p:spPr>
      </p:sp>
      <p:sp>
        <p:nvSpPr>
          <p:cNvPr id="105" name="Shape 103"/>
          <p:cNvSpPr/>
          <p:nvPr/>
        </p:nvSpPr>
        <p:spPr>
          <a:xfrm>
            <a:off x="7616952" y="4091987"/>
            <a:ext cx="0" cy="54219"/>
          </a:xfrm>
          <a:prstGeom prst="line">
            <a:avLst/>
          </a:prstGeom>
          <a:noFill/>
          <a:ln w="38100">
            <a:solidFill>
              <a:srgbClr val="5C4DB7"/>
            </a:solidFill>
            <a:prstDash val="solid"/>
            <a:headEnd type="none"/>
            <a:tailEnd type="none"/>
          </a:ln>
        </p:spPr>
      </p:sp>
      <p:sp>
        <p:nvSpPr>
          <p:cNvPr id="106" name="Shape 104"/>
          <p:cNvSpPr/>
          <p:nvPr/>
        </p:nvSpPr>
        <p:spPr>
          <a:xfrm>
            <a:off x="7616952" y="4143462"/>
            <a:ext cx="176480" cy="0"/>
          </a:xfrm>
          <a:prstGeom prst="line">
            <a:avLst/>
          </a:prstGeom>
          <a:noFill/>
          <a:ln w="38100">
            <a:solidFill>
              <a:srgbClr val="5C4DB7"/>
            </a:solidFill>
            <a:prstDash val="solid"/>
            <a:headEnd type="none"/>
            <a:tailEnd type="none"/>
          </a:ln>
        </p:spPr>
      </p:sp>
      <p:sp>
        <p:nvSpPr>
          <p:cNvPr id="107" name="Shape 105"/>
          <p:cNvSpPr/>
          <p:nvPr/>
        </p:nvSpPr>
        <p:spPr>
          <a:xfrm>
            <a:off x="7790688" y="4140719"/>
            <a:ext cx="0" cy="53140"/>
          </a:xfrm>
          <a:prstGeom prst="line">
            <a:avLst/>
          </a:prstGeom>
          <a:noFill/>
          <a:ln w="38100">
            <a:solidFill>
              <a:srgbClr val="5C4DB7"/>
            </a:solidFill>
            <a:prstDash val="solid"/>
            <a:headEnd type="none"/>
            <a:tailEnd type="none"/>
          </a:ln>
        </p:spPr>
      </p:sp>
      <p:sp>
        <p:nvSpPr>
          <p:cNvPr id="108" name="Shape 106"/>
          <p:cNvSpPr/>
          <p:nvPr/>
        </p:nvSpPr>
        <p:spPr>
          <a:xfrm>
            <a:off x="7790688" y="4191116"/>
            <a:ext cx="176479" cy="0"/>
          </a:xfrm>
          <a:prstGeom prst="line">
            <a:avLst/>
          </a:prstGeom>
          <a:noFill/>
          <a:ln w="38100">
            <a:solidFill>
              <a:srgbClr val="5C4DB7"/>
            </a:solidFill>
            <a:prstDash val="solid"/>
            <a:headEnd type="none"/>
            <a:tailEnd type="none"/>
          </a:ln>
        </p:spPr>
      </p:sp>
      <p:sp>
        <p:nvSpPr>
          <p:cNvPr id="109" name="Shape 107"/>
          <p:cNvSpPr/>
          <p:nvPr/>
        </p:nvSpPr>
        <p:spPr>
          <a:xfrm>
            <a:off x="7964424" y="4188373"/>
            <a:ext cx="0" cy="52235"/>
          </a:xfrm>
          <a:prstGeom prst="line">
            <a:avLst/>
          </a:prstGeom>
          <a:noFill/>
          <a:ln w="38100">
            <a:solidFill>
              <a:srgbClr val="5C4DB7"/>
            </a:solidFill>
            <a:prstDash val="solid"/>
            <a:headEnd type="none"/>
            <a:tailEnd type="none"/>
          </a:ln>
        </p:spPr>
      </p:sp>
      <p:sp>
        <p:nvSpPr>
          <p:cNvPr id="110" name="Shape 108"/>
          <p:cNvSpPr/>
          <p:nvPr/>
        </p:nvSpPr>
        <p:spPr>
          <a:xfrm>
            <a:off x="7964424" y="4237865"/>
            <a:ext cx="176480" cy="0"/>
          </a:xfrm>
          <a:prstGeom prst="line">
            <a:avLst/>
          </a:prstGeom>
          <a:noFill/>
          <a:ln w="38100">
            <a:solidFill>
              <a:srgbClr val="5C4DB7"/>
            </a:solidFill>
            <a:prstDash val="solid"/>
            <a:headEnd type="none"/>
            <a:tailEnd type="none"/>
          </a:ln>
        </p:spPr>
      </p:sp>
      <p:sp>
        <p:nvSpPr>
          <p:cNvPr id="111" name="Shape 109"/>
          <p:cNvSpPr/>
          <p:nvPr/>
        </p:nvSpPr>
        <p:spPr>
          <a:xfrm>
            <a:off x="8138160" y="4235121"/>
            <a:ext cx="0" cy="51455"/>
          </a:xfrm>
          <a:prstGeom prst="line">
            <a:avLst/>
          </a:prstGeom>
          <a:noFill/>
          <a:ln w="38100">
            <a:solidFill>
              <a:srgbClr val="5C4DB7"/>
            </a:solidFill>
            <a:prstDash val="solid"/>
            <a:headEnd type="none"/>
            <a:tailEnd type="none"/>
          </a:ln>
        </p:spPr>
      </p:sp>
      <p:sp>
        <p:nvSpPr>
          <p:cNvPr id="112" name="Shape 110"/>
          <p:cNvSpPr/>
          <p:nvPr/>
        </p:nvSpPr>
        <p:spPr>
          <a:xfrm>
            <a:off x="8138160" y="4283833"/>
            <a:ext cx="176480" cy="0"/>
          </a:xfrm>
          <a:prstGeom prst="line">
            <a:avLst/>
          </a:prstGeom>
          <a:noFill/>
          <a:ln w="38100">
            <a:solidFill>
              <a:srgbClr val="5C4DB7"/>
            </a:solidFill>
            <a:prstDash val="solid"/>
            <a:headEnd type="none"/>
            <a:tailEnd type="none"/>
          </a:ln>
        </p:spPr>
      </p:sp>
      <p:sp>
        <p:nvSpPr>
          <p:cNvPr id="113" name="Shape 111"/>
          <p:cNvSpPr/>
          <p:nvPr/>
        </p:nvSpPr>
        <p:spPr>
          <a:xfrm>
            <a:off x="8311896" y="4281090"/>
            <a:ext cx="0" cy="50708"/>
          </a:xfrm>
          <a:prstGeom prst="line">
            <a:avLst/>
          </a:prstGeom>
          <a:noFill/>
          <a:ln w="38100">
            <a:solidFill>
              <a:srgbClr val="5C4DB7"/>
            </a:solidFill>
            <a:prstDash val="solid"/>
            <a:headEnd type="none"/>
            <a:tailEnd type="none"/>
          </a:ln>
        </p:spPr>
      </p:sp>
      <p:sp>
        <p:nvSpPr>
          <p:cNvPr id="114" name="Shape 112"/>
          <p:cNvSpPr/>
          <p:nvPr/>
        </p:nvSpPr>
        <p:spPr>
          <a:xfrm>
            <a:off x="8311896" y="4329055"/>
            <a:ext cx="176479" cy="0"/>
          </a:xfrm>
          <a:prstGeom prst="line">
            <a:avLst/>
          </a:prstGeom>
          <a:noFill/>
          <a:ln w="38100">
            <a:solidFill>
              <a:srgbClr val="5C4DB7"/>
            </a:solidFill>
            <a:prstDash val="solid"/>
            <a:headEnd type="none"/>
            <a:tailEnd type="none"/>
          </a:ln>
        </p:spPr>
      </p:sp>
      <p:sp>
        <p:nvSpPr>
          <p:cNvPr id="115" name="Shape 113"/>
          <p:cNvSpPr/>
          <p:nvPr/>
        </p:nvSpPr>
        <p:spPr>
          <a:xfrm>
            <a:off x="8485632" y="4326311"/>
            <a:ext cx="0" cy="50016"/>
          </a:xfrm>
          <a:prstGeom prst="line">
            <a:avLst/>
          </a:prstGeom>
          <a:noFill/>
          <a:ln w="38100">
            <a:solidFill>
              <a:srgbClr val="5C4DB7"/>
            </a:solidFill>
            <a:prstDash val="solid"/>
            <a:headEnd type="none"/>
            <a:tailEnd type="none"/>
          </a:ln>
        </p:spPr>
      </p:sp>
      <p:sp>
        <p:nvSpPr>
          <p:cNvPr id="116" name="Shape 114"/>
          <p:cNvSpPr/>
          <p:nvPr/>
        </p:nvSpPr>
        <p:spPr>
          <a:xfrm>
            <a:off x="8485632" y="4373585"/>
            <a:ext cx="176480" cy="0"/>
          </a:xfrm>
          <a:prstGeom prst="line">
            <a:avLst/>
          </a:prstGeom>
          <a:noFill/>
          <a:ln w="38100">
            <a:solidFill>
              <a:srgbClr val="5C4DB7"/>
            </a:solidFill>
            <a:prstDash val="solid"/>
            <a:headEnd type="none"/>
            <a:tailEnd type="none"/>
          </a:ln>
        </p:spPr>
      </p:sp>
      <p:sp>
        <p:nvSpPr>
          <p:cNvPr id="117" name="Shape 115"/>
          <p:cNvSpPr/>
          <p:nvPr/>
        </p:nvSpPr>
        <p:spPr>
          <a:xfrm>
            <a:off x="8659368" y="4370841"/>
            <a:ext cx="0" cy="49254"/>
          </a:xfrm>
          <a:prstGeom prst="line">
            <a:avLst/>
          </a:prstGeom>
          <a:noFill/>
          <a:ln w="38100">
            <a:solidFill>
              <a:srgbClr val="5C4DB7"/>
            </a:solidFill>
            <a:prstDash val="solid"/>
            <a:headEnd type="none"/>
            <a:tailEnd type="none"/>
          </a:ln>
        </p:spPr>
      </p:sp>
      <p:sp>
        <p:nvSpPr>
          <p:cNvPr id="118" name="Shape 116"/>
          <p:cNvSpPr/>
          <p:nvPr/>
        </p:nvSpPr>
        <p:spPr>
          <a:xfrm>
            <a:off x="8659368" y="4417352"/>
            <a:ext cx="176480" cy="0"/>
          </a:xfrm>
          <a:prstGeom prst="line">
            <a:avLst/>
          </a:prstGeom>
          <a:noFill/>
          <a:ln w="38100">
            <a:solidFill>
              <a:srgbClr val="5C4DB7"/>
            </a:solidFill>
            <a:prstDash val="solid"/>
            <a:headEnd type="none"/>
            <a:tailEnd type="none"/>
          </a:ln>
        </p:spPr>
      </p:sp>
      <p:sp>
        <p:nvSpPr>
          <p:cNvPr id="119" name="Shape 117"/>
          <p:cNvSpPr/>
          <p:nvPr/>
        </p:nvSpPr>
        <p:spPr>
          <a:xfrm>
            <a:off x="8833104" y="4414609"/>
            <a:ext cx="0" cy="48205"/>
          </a:xfrm>
          <a:prstGeom prst="line">
            <a:avLst/>
          </a:prstGeom>
          <a:noFill/>
          <a:ln w="38100">
            <a:solidFill>
              <a:srgbClr val="5C4DB7"/>
            </a:solidFill>
            <a:prstDash val="solid"/>
            <a:headEnd type="none"/>
            <a:tailEnd type="none"/>
          </a:ln>
        </p:spPr>
      </p:sp>
      <p:sp>
        <p:nvSpPr>
          <p:cNvPr id="120" name="Shape 118"/>
          <p:cNvSpPr/>
          <p:nvPr/>
        </p:nvSpPr>
        <p:spPr>
          <a:xfrm>
            <a:off x="8833104" y="4460071"/>
            <a:ext cx="176479" cy="0"/>
          </a:xfrm>
          <a:prstGeom prst="line">
            <a:avLst/>
          </a:prstGeom>
          <a:noFill/>
          <a:ln w="38100">
            <a:solidFill>
              <a:srgbClr val="5C4DB7"/>
            </a:solidFill>
            <a:prstDash val="solid"/>
            <a:headEnd type="none"/>
            <a:tailEnd type="none"/>
          </a:ln>
        </p:spPr>
      </p:sp>
      <p:sp>
        <p:nvSpPr>
          <p:cNvPr id="121" name="Shape 119"/>
          <p:cNvSpPr/>
          <p:nvPr/>
        </p:nvSpPr>
        <p:spPr>
          <a:xfrm>
            <a:off x="9006840" y="4457328"/>
            <a:ext cx="0" cy="47202"/>
          </a:xfrm>
          <a:prstGeom prst="line">
            <a:avLst/>
          </a:prstGeom>
          <a:noFill/>
          <a:ln w="38100">
            <a:solidFill>
              <a:srgbClr val="5C4DB7"/>
            </a:solidFill>
            <a:prstDash val="solid"/>
            <a:headEnd type="none"/>
            <a:tailEnd type="none"/>
          </a:ln>
        </p:spPr>
      </p:sp>
      <p:sp>
        <p:nvSpPr>
          <p:cNvPr id="122" name="Shape 120"/>
          <p:cNvSpPr/>
          <p:nvPr/>
        </p:nvSpPr>
        <p:spPr>
          <a:xfrm>
            <a:off x="9006840" y="4501786"/>
            <a:ext cx="176480" cy="0"/>
          </a:xfrm>
          <a:prstGeom prst="line">
            <a:avLst/>
          </a:prstGeom>
          <a:noFill/>
          <a:ln w="38100">
            <a:solidFill>
              <a:srgbClr val="5C4DB7"/>
            </a:solidFill>
            <a:prstDash val="solid"/>
            <a:headEnd type="none"/>
            <a:tailEnd type="none"/>
          </a:ln>
        </p:spPr>
      </p:sp>
      <p:sp>
        <p:nvSpPr>
          <p:cNvPr id="123" name="Shape 121"/>
          <p:cNvSpPr/>
          <p:nvPr/>
        </p:nvSpPr>
        <p:spPr>
          <a:xfrm>
            <a:off x="9180576" y="4499043"/>
            <a:ext cx="0" cy="46151"/>
          </a:xfrm>
          <a:prstGeom prst="line">
            <a:avLst/>
          </a:prstGeom>
          <a:noFill/>
          <a:ln w="38100">
            <a:solidFill>
              <a:srgbClr val="5C4DB7"/>
            </a:solidFill>
            <a:prstDash val="solid"/>
            <a:headEnd type="none"/>
            <a:tailEnd type="none"/>
          </a:ln>
        </p:spPr>
      </p:sp>
      <p:sp>
        <p:nvSpPr>
          <p:cNvPr id="124" name="Shape 122"/>
          <p:cNvSpPr/>
          <p:nvPr/>
        </p:nvSpPr>
        <p:spPr>
          <a:xfrm>
            <a:off x="9180576" y="4542451"/>
            <a:ext cx="176480" cy="0"/>
          </a:xfrm>
          <a:prstGeom prst="line">
            <a:avLst/>
          </a:prstGeom>
          <a:noFill/>
          <a:ln w="38100">
            <a:solidFill>
              <a:srgbClr val="5C4DB7"/>
            </a:solidFill>
            <a:prstDash val="solid"/>
            <a:headEnd type="none"/>
            <a:tailEnd type="none"/>
          </a:ln>
        </p:spPr>
      </p:sp>
      <p:sp>
        <p:nvSpPr>
          <p:cNvPr id="125" name="Shape 123"/>
          <p:cNvSpPr/>
          <p:nvPr/>
        </p:nvSpPr>
        <p:spPr>
          <a:xfrm>
            <a:off x="9354312" y="4539708"/>
            <a:ext cx="0" cy="35651"/>
          </a:xfrm>
          <a:prstGeom prst="line">
            <a:avLst/>
          </a:prstGeom>
          <a:noFill/>
          <a:ln w="38100">
            <a:solidFill>
              <a:srgbClr val="5C4DB7"/>
            </a:solidFill>
            <a:prstDash val="solid"/>
            <a:headEnd type="none"/>
            <a:tailEnd type="none"/>
          </a:ln>
        </p:spPr>
      </p:sp>
      <p:sp>
        <p:nvSpPr>
          <p:cNvPr id="126" name="Shape 124"/>
          <p:cNvSpPr/>
          <p:nvPr/>
        </p:nvSpPr>
        <p:spPr>
          <a:xfrm>
            <a:off x="9354312" y="4572616"/>
            <a:ext cx="176479" cy="0"/>
          </a:xfrm>
          <a:prstGeom prst="line">
            <a:avLst/>
          </a:prstGeom>
          <a:noFill/>
          <a:ln w="38100">
            <a:solidFill>
              <a:srgbClr val="5C4DB7"/>
            </a:solidFill>
            <a:prstDash val="solid"/>
            <a:headEnd type="none"/>
            <a:tailEnd type="none"/>
          </a:ln>
        </p:spPr>
      </p:sp>
      <p:sp>
        <p:nvSpPr>
          <p:cNvPr id="127" name="Shape 125"/>
          <p:cNvSpPr/>
          <p:nvPr/>
        </p:nvSpPr>
        <p:spPr>
          <a:xfrm>
            <a:off x="9528048" y="4569873"/>
            <a:ext cx="0" cy="44035"/>
          </a:xfrm>
          <a:prstGeom prst="line">
            <a:avLst/>
          </a:prstGeom>
          <a:noFill/>
          <a:ln w="38100">
            <a:solidFill>
              <a:srgbClr val="5C4DB7"/>
            </a:solidFill>
            <a:prstDash val="solid"/>
            <a:headEnd type="none"/>
            <a:tailEnd type="none"/>
          </a:ln>
        </p:spPr>
      </p:sp>
      <p:sp>
        <p:nvSpPr>
          <p:cNvPr id="128" name="Shape 126"/>
          <p:cNvSpPr/>
          <p:nvPr/>
        </p:nvSpPr>
        <p:spPr>
          <a:xfrm>
            <a:off x="9528048" y="4611164"/>
            <a:ext cx="176480" cy="0"/>
          </a:xfrm>
          <a:prstGeom prst="line">
            <a:avLst/>
          </a:prstGeom>
          <a:noFill/>
          <a:ln w="38100">
            <a:solidFill>
              <a:srgbClr val="5C4DB7"/>
            </a:solidFill>
            <a:prstDash val="solid"/>
            <a:headEnd type="none"/>
            <a:tailEnd type="none"/>
          </a:ln>
        </p:spPr>
      </p:sp>
      <p:sp>
        <p:nvSpPr>
          <p:cNvPr id="129" name="Shape 127"/>
          <p:cNvSpPr/>
          <p:nvPr/>
        </p:nvSpPr>
        <p:spPr>
          <a:xfrm>
            <a:off x="9701784" y="4608421"/>
            <a:ext cx="0" cy="42919"/>
          </a:xfrm>
          <a:prstGeom prst="line">
            <a:avLst/>
          </a:prstGeom>
          <a:noFill/>
          <a:ln w="38100">
            <a:solidFill>
              <a:srgbClr val="5C4DB7"/>
            </a:solidFill>
            <a:prstDash val="solid"/>
            <a:headEnd type="none"/>
            <a:tailEnd type="none"/>
          </a:ln>
        </p:spPr>
      </p:sp>
      <p:sp>
        <p:nvSpPr>
          <p:cNvPr id="130" name="Shape 128"/>
          <p:cNvSpPr/>
          <p:nvPr/>
        </p:nvSpPr>
        <p:spPr>
          <a:xfrm>
            <a:off x="9701784" y="4648597"/>
            <a:ext cx="176480" cy="0"/>
          </a:xfrm>
          <a:prstGeom prst="line">
            <a:avLst/>
          </a:prstGeom>
          <a:noFill/>
          <a:ln w="38100">
            <a:solidFill>
              <a:srgbClr val="5C4DB7"/>
            </a:solidFill>
            <a:prstDash val="solid"/>
            <a:headEnd type="none"/>
            <a:tailEnd type="none"/>
          </a:ln>
        </p:spPr>
      </p:sp>
      <p:sp>
        <p:nvSpPr>
          <p:cNvPr id="131" name="Shape 129"/>
          <p:cNvSpPr/>
          <p:nvPr/>
        </p:nvSpPr>
        <p:spPr>
          <a:xfrm>
            <a:off x="9875520" y="4645854"/>
            <a:ext cx="0" cy="41931"/>
          </a:xfrm>
          <a:prstGeom prst="line">
            <a:avLst/>
          </a:prstGeom>
          <a:noFill/>
          <a:ln w="38100">
            <a:solidFill>
              <a:srgbClr val="5C4DB7"/>
            </a:solidFill>
            <a:prstDash val="solid"/>
            <a:headEnd type="none"/>
            <a:tailEnd type="none"/>
          </a:ln>
        </p:spPr>
      </p:sp>
      <p:sp>
        <p:nvSpPr>
          <p:cNvPr id="132" name="Shape 130"/>
          <p:cNvSpPr/>
          <p:nvPr/>
        </p:nvSpPr>
        <p:spPr>
          <a:xfrm>
            <a:off x="9875520" y="4685042"/>
            <a:ext cx="176479" cy="0"/>
          </a:xfrm>
          <a:prstGeom prst="line">
            <a:avLst/>
          </a:prstGeom>
          <a:noFill/>
          <a:ln w="38100">
            <a:solidFill>
              <a:srgbClr val="5C4DB7"/>
            </a:solidFill>
            <a:prstDash val="solid"/>
            <a:headEnd type="none"/>
            <a:tailEnd type="none"/>
          </a:ln>
        </p:spPr>
      </p:sp>
      <p:sp>
        <p:nvSpPr>
          <p:cNvPr id="133" name="Shape 131"/>
          <p:cNvSpPr/>
          <p:nvPr/>
        </p:nvSpPr>
        <p:spPr>
          <a:xfrm>
            <a:off x="10049256" y="4682299"/>
            <a:ext cx="0" cy="40845"/>
          </a:xfrm>
          <a:prstGeom prst="line">
            <a:avLst/>
          </a:prstGeom>
          <a:noFill/>
          <a:ln w="38100">
            <a:solidFill>
              <a:srgbClr val="5C4DB7"/>
            </a:solidFill>
            <a:prstDash val="solid"/>
            <a:headEnd type="none"/>
            <a:tailEnd type="none"/>
          </a:ln>
        </p:spPr>
      </p:sp>
      <p:sp>
        <p:nvSpPr>
          <p:cNvPr id="134" name="Shape 132"/>
          <p:cNvSpPr/>
          <p:nvPr/>
        </p:nvSpPr>
        <p:spPr>
          <a:xfrm>
            <a:off x="10049256" y="4720400"/>
            <a:ext cx="176480" cy="0"/>
          </a:xfrm>
          <a:prstGeom prst="line">
            <a:avLst/>
          </a:prstGeom>
          <a:noFill/>
          <a:ln w="38100">
            <a:solidFill>
              <a:srgbClr val="5C4DB7"/>
            </a:solidFill>
            <a:prstDash val="solid"/>
            <a:headEnd type="none"/>
            <a:tailEnd type="none"/>
          </a:ln>
        </p:spPr>
      </p:sp>
      <p:sp>
        <p:nvSpPr>
          <p:cNvPr id="135" name="Shape 133"/>
          <p:cNvSpPr/>
          <p:nvPr/>
        </p:nvSpPr>
        <p:spPr>
          <a:xfrm>
            <a:off x="10222992" y="4717657"/>
            <a:ext cx="0" cy="39171"/>
          </a:xfrm>
          <a:prstGeom prst="line">
            <a:avLst/>
          </a:prstGeom>
          <a:noFill/>
          <a:ln w="38100">
            <a:solidFill>
              <a:srgbClr val="5C4DB7"/>
            </a:solidFill>
            <a:prstDash val="solid"/>
            <a:headEnd type="none"/>
            <a:tailEnd type="none"/>
          </a:ln>
        </p:spPr>
      </p:sp>
      <p:sp>
        <p:nvSpPr>
          <p:cNvPr id="136" name="Shape 134"/>
          <p:cNvSpPr/>
          <p:nvPr/>
        </p:nvSpPr>
        <p:spPr>
          <a:xfrm>
            <a:off x="10222992" y="4754085"/>
            <a:ext cx="176480" cy="0"/>
          </a:xfrm>
          <a:prstGeom prst="line">
            <a:avLst/>
          </a:prstGeom>
          <a:noFill/>
          <a:ln w="38100">
            <a:solidFill>
              <a:srgbClr val="5C4DB7"/>
            </a:solidFill>
            <a:prstDash val="solid"/>
            <a:headEnd type="none"/>
            <a:tailEnd type="none"/>
          </a:ln>
        </p:spPr>
      </p:sp>
      <p:sp>
        <p:nvSpPr>
          <p:cNvPr id="137" name="Shape 135"/>
          <p:cNvSpPr/>
          <p:nvPr/>
        </p:nvSpPr>
        <p:spPr>
          <a:xfrm>
            <a:off x="10396728" y="4751342"/>
            <a:ext cx="0" cy="36678"/>
          </a:xfrm>
          <a:prstGeom prst="line">
            <a:avLst/>
          </a:prstGeom>
          <a:noFill/>
          <a:ln w="38100">
            <a:solidFill>
              <a:srgbClr val="5C4DB7"/>
            </a:solidFill>
            <a:prstDash val="solid"/>
            <a:headEnd type="none"/>
            <a:tailEnd type="none"/>
          </a:ln>
        </p:spPr>
      </p:sp>
      <p:sp>
        <p:nvSpPr>
          <p:cNvPr id="138" name="Shape 136"/>
          <p:cNvSpPr/>
          <p:nvPr/>
        </p:nvSpPr>
        <p:spPr>
          <a:xfrm>
            <a:off x="10396728" y="4785277"/>
            <a:ext cx="176479" cy="0"/>
          </a:xfrm>
          <a:prstGeom prst="line">
            <a:avLst/>
          </a:prstGeom>
          <a:noFill/>
          <a:ln w="38100">
            <a:solidFill>
              <a:srgbClr val="5C4DB7"/>
            </a:solidFill>
            <a:prstDash val="solid"/>
            <a:headEnd type="none"/>
            <a:tailEnd type="none"/>
          </a:ln>
        </p:spPr>
      </p:sp>
      <p:sp>
        <p:nvSpPr>
          <p:cNvPr id="139" name="Shape 137"/>
          <p:cNvSpPr/>
          <p:nvPr/>
        </p:nvSpPr>
        <p:spPr>
          <a:xfrm>
            <a:off x="10570464" y="4782533"/>
            <a:ext cx="0" cy="33713"/>
          </a:xfrm>
          <a:prstGeom prst="line">
            <a:avLst/>
          </a:prstGeom>
          <a:noFill/>
          <a:ln w="38100">
            <a:solidFill>
              <a:srgbClr val="5C4DB7"/>
            </a:solidFill>
            <a:prstDash val="solid"/>
            <a:headEnd type="none"/>
            <a:tailEnd type="none"/>
          </a:ln>
        </p:spPr>
      </p:sp>
      <p:sp>
        <p:nvSpPr>
          <p:cNvPr id="140" name="Shape 138"/>
          <p:cNvSpPr/>
          <p:nvPr/>
        </p:nvSpPr>
        <p:spPr>
          <a:xfrm>
            <a:off x="10570464" y="4813503"/>
            <a:ext cx="176480" cy="0"/>
          </a:xfrm>
          <a:prstGeom prst="line">
            <a:avLst/>
          </a:prstGeom>
          <a:noFill/>
          <a:ln w="38100">
            <a:solidFill>
              <a:srgbClr val="5C4DB7"/>
            </a:solidFill>
            <a:prstDash val="solid"/>
            <a:headEnd type="none"/>
            <a:tailEnd type="none"/>
          </a:ln>
        </p:spPr>
      </p:sp>
      <p:sp>
        <p:nvSpPr>
          <p:cNvPr id="141" name="Shape 139"/>
          <p:cNvSpPr/>
          <p:nvPr/>
        </p:nvSpPr>
        <p:spPr>
          <a:xfrm>
            <a:off x="10744200" y="4810760"/>
            <a:ext cx="0" cy="30652"/>
          </a:xfrm>
          <a:prstGeom prst="line">
            <a:avLst/>
          </a:prstGeom>
          <a:noFill/>
          <a:ln w="38100">
            <a:solidFill>
              <a:srgbClr val="5C4DB7"/>
            </a:solidFill>
            <a:prstDash val="solid"/>
            <a:headEnd type="none"/>
            <a:tailEnd type="none"/>
          </a:ln>
        </p:spPr>
      </p:sp>
      <p:sp>
        <p:nvSpPr>
          <p:cNvPr id="142" name="Shape 140"/>
          <p:cNvSpPr/>
          <p:nvPr/>
        </p:nvSpPr>
        <p:spPr>
          <a:xfrm>
            <a:off x="10744200" y="4838669"/>
            <a:ext cx="176480" cy="0"/>
          </a:xfrm>
          <a:prstGeom prst="line">
            <a:avLst/>
          </a:prstGeom>
          <a:noFill/>
          <a:ln w="38100">
            <a:solidFill>
              <a:srgbClr val="5C4DB7"/>
            </a:solidFill>
            <a:prstDash val="solid"/>
            <a:headEnd type="none"/>
            <a:tailEnd type="none"/>
          </a:ln>
        </p:spPr>
      </p:sp>
      <p:sp>
        <p:nvSpPr>
          <p:cNvPr id="143" name="Shape 141"/>
          <p:cNvSpPr/>
          <p:nvPr/>
        </p:nvSpPr>
        <p:spPr>
          <a:xfrm>
            <a:off x="10917936" y="4835926"/>
            <a:ext cx="0" cy="27584"/>
          </a:xfrm>
          <a:prstGeom prst="line">
            <a:avLst/>
          </a:prstGeom>
          <a:noFill/>
          <a:ln w="38100">
            <a:solidFill>
              <a:srgbClr val="5C4DB7"/>
            </a:solidFill>
            <a:prstDash val="solid"/>
            <a:headEnd type="none"/>
            <a:tailEnd type="none"/>
          </a:ln>
        </p:spPr>
      </p:sp>
      <p:sp>
        <p:nvSpPr>
          <p:cNvPr id="144" name="Shape 142"/>
          <p:cNvSpPr/>
          <p:nvPr/>
        </p:nvSpPr>
        <p:spPr>
          <a:xfrm>
            <a:off x="10917936" y="4860766"/>
            <a:ext cx="176479" cy="0"/>
          </a:xfrm>
          <a:prstGeom prst="line">
            <a:avLst/>
          </a:prstGeom>
          <a:noFill/>
          <a:ln w="38100">
            <a:solidFill>
              <a:srgbClr val="5C4DB7"/>
            </a:solidFill>
            <a:prstDash val="solid"/>
            <a:headEnd type="none"/>
            <a:tailEnd type="none"/>
          </a:ln>
        </p:spPr>
      </p:sp>
      <p:sp>
        <p:nvSpPr>
          <p:cNvPr id="145" name="Shape 143"/>
          <p:cNvSpPr/>
          <p:nvPr/>
        </p:nvSpPr>
        <p:spPr>
          <a:xfrm>
            <a:off x="11091672" y="4858023"/>
            <a:ext cx="0" cy="24638"/>
          </a:xfrm>
          <a:prstGeom prst="line">
            <a:avLst/>
          </a:prstGeom>
          <a:noFill/>
          <a:ln w="38100">
            <a:solidFill>
              <a:srgbClr val="5C4DB7"/>
            </a:solidFill>
            <a:prstDash val="solid"/>
            <a:headEnd type="none"/>
            <a:tailEnd type="none"/>
          </a:ln>
        </p:spPr>
      </p:sp>
      <p:sp>
        <p:nvSpPr>
          <p:cNvPr id="146" name="Shape 144"/>
          <p:cNvSpPr/>
          <p:nvPr/>
        </p:nvSpPr>
        <p:spPr>
          <a:xfrm>
            <a:off x="11091672" y="4879918"/>
            <a:ext cx="176480" cy="0"/>
          </a:xfrm>
          <a:prstGeom prst="line">
            <a:avLst/>
          </a:prstGeom>
          <a:noFill/>
          <a:ln w="38100">
            <a:solidFill>
              <a:srgbClr val="5C4DB7"/>
            </a:solidFill>
            <a:prstDash val="solid"/>
            <a:headEnd type="none"/>
            <a:tailEnd type="none"/>
          </a:ln>
        </p:spPr>
      </p:sp>
      <p:sp>
        <p:nvSpPr>
          <p:cNvPr id="147" name="Shape 145"/>
          <p:cNvSpPr/>
          <p:nvPr/>
        </p:nvSpPr>
        <p:spPr>
          <a:xfrm>
            <a:off x="11265408" y="4877175"/>
            <a:ext cx="0" cy="21765"/>
          </a:xfrm>
          <a:prstGeom prst="line">
            <a:avLst/>
          </a:prstGeom>
          <a:noFill/>
          <a:ln w="38100">
            <a:solidFill>
              <a:srgbClr val="5C4DB7"/>
            </a:solidFill>
            <a:prstDash val="solid"/>
            <a:headEnd type="none"/>
            <a:tailEnd type="none"/>
          </a:ln>
        </p:spPr>
      </p:sp>
      <p:sp>
        <p:nvSpPr>
          <p:cNvPr id="148" name="Shape 146"/>
          <p:cNvSpPr/>
          <p:nvPr/>
        </p:nvSpPr>
        <p:spPr>
          <a:xfrm>
            <a:off x="868680" y="1792224"/>
            <a:ext cx="256032" cy="0"/>
          </a:xfrm>
          <a:prstGeom prst="line">
            <a:avLst/>
          </a:prstGeom>
          <a:noFill/>
          <a:ln w="38100">
            <a:solidFill>
              <a:srgbClr val="5C4DB7"/>
            </a:solidFill>
            <a:prstDash val="solid"/>
          </a:ln>
        </p:spPr>
      </p:sp>
      <p:sp>
        <p:nvSpPr>
          <p:cNvPr id="149" name="Text 147"/>
          <p:cNvSpPr/>
          <p:nvPr/>
        </p:nvSpPr>
        <p:spPr>
          <a:xfrm>
            <a:off x="1197864" y="1719072"/>
            <a:ext cx="2011680" cy="155448"/>
          </a:xfrm>
          <a:prstGeom prst="rect">
            <a:avLst/>
          </a:prstGeom>
          <a:noFill/>
          <a:ln/>
        </p:spPr>
        <p:txBody>
          <a:bodyPr wrap="square" lIns="0" tIns="0" rIns="0" bIns="0" rtlCol="0" anchor="ctr">
            <a:normAutofit/>
          </a:bodyPr>
          <a:lstStyle/>
          <a:p>
            <a:pPr indent="0" marL="0">
              <a:buNone/>
            </a:pPr>
            <a:r>
              <a:rPr lang="en-US" sz="920" b="1" dirty="0">
                <a:solidFill>
                  <a:srgbClr val="5C4DB7"/>
                </a:solidFill>
              </a:rPr>
              <a:t>MFR</a:t>
            </a:r>
            <a:endParaRPr lang="en-US" sz="920" dirty="0"/>
          </a:p>
        </p:txBody>
      </p:sp>
      <p:sp>
        <p:nvSpPr>
          <p:cNvPr id="150" name="Shape 148"/>
          <p:cNvSpPr/>
          <p:nvPr/>
        </p:nvSpPr>
        <p:spPr>
          <a:xfrm>
            <a:off x="0" y="0"/>
            <a:ext cx="12191695" cy="502920"/>
          </a:xfrm>
          <a:prstGeom prst="rect">
            <a:avLst/>
          </a:prstGeom>
          <a:solidFill>
            <a:srgbClr val="263746"/>
          </a:solidFill>
          <a:ln w="12700">
            <a:solidFill>
              <a:srgbClr val="263746"/>
            </a:solidFill>
            <a:prstDash val="solid"/>
          </a:ln>
        </p:spPr>
      </p:sp>
      <p:sp>
        <p:nvSpPr>
          <p:cNvPr id="151" name="Shape 149"/>
          <p:cNvSpPr/>
          <p:nvPr/>
        </p:nvSpPr>
        <p:spPr>
          <a:xfrm>
            <a:off x="0" y="484632"/>
            <a:ext cx="12191695" cy="22860"/>
          </a:xfrm>
          <a:prstGeom prst="rect">
            <a:avLst/>
          </a:prstGeom>
          <a:solidFill>
            <a:srgbClr val="5C4DB7"/>
          </a:solidFill>
          <a:ln w="12700">
            <a:solidFill>
              <a:srgbClr val="5C4DB7"/>
            </a:solidFill>
            <a:prstDash val="solid"/>
          </a:ln>
        </p:spPr>
      </p:sp>
      <p:sp>
        <p:nvSpPr>
          <p:cNvPr id="152" name="Text 150"/>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153" name="Text 151"/>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F1F4"/>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263746"/>
          </a:solidFill>
          <a:ln w="12700">
            <a:solidFill>
              <a:srgbClr val="263746"/>
            </a:solidFill>
            <a:prstDash val="solid"/>
          </a:ln>
        </p:spPr>
      </p:sp>
      <p:sp>
        <p:nvSpPr>
          <p:cNvPr id="3" name="Shape 1"/>
          <p:cNvSpPr/>
          <p:nvPr/>
        </p:nvSpPr>
        <p:spPr>
          <a:xfrm>
            <a:off x="0" y="484632"/>
            <a:ext cx="12191695" cy="22860"/>
          </a:xfrm>
          <a:prstGeom prst="rect">
            <a:avLst/>
          </a:prstGeom>
          <a:solidFill>
            <a:srgbClr val="5C4DB7"/>
          </a:solidFill>
          <a:ln w="12700">
            <a:solidFill>
              <a:srgbClr val="5C4DB7"/>
            </a:solidFill>
            <a:prstDash val="solid"/>
          </a:ln>
        </p:spPr>
      </p:sp>
      <p:sp>
        <p:nvSpPr>
          <p:cNvPr id="4" name="Text 2"/>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5" name="Text 3"/>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
        <p:nvSpPr>
          <p:cNvPr id="6" name="Text 4"/>
          <p:cNvSpPr/>
          <p:nvPr/>
        </p:nvSpPr>
        <p:spPr>
          <a:xfrm>
            <a:off x="11292840" y="6510528"/>
            <a:ext cx="347472" cy="164592"/>
          </a:xfrm>
          <a:prstGeom prst="rect">
            <a:avLst/>
          </a:prstGeom>
          <a:noFill/>
          <a:ln/>
        </p:spPr>
        <p:txBody>
          <a:bodyPr wrap="square" lIns="0" tIns="0" rIns="0" bIns="0" rtlCol="0" anchor="ctr"/>
          <a:lstStyle/>
          <a:p>
            <a:pPr algn="r" indent="0" marL="0">
              <a:buNone/>
            </a:pPr>
            <a:r>
              <a:rPr lang="en-US" sz="900" dirty="0">
                <a:solidFill>
                  <a:srgbClr val="657782"/>
                </a:solidFill>
                <a:latin typeface="Aptos" pitchFamily="34" charset="0"/>
                <a:ea typeface="Aptos" pitchFamily="34" charset="-122"/>
                <a:cs typeface="Aptos" pitchFamily="34" charset="-120"/>
              </a:rPr>
              <a:t>3</a:t>
            </a:r>
            <a:endParaRPr lang="en-US" sz="900" dirty="0"/>
          </a:p>
        </p:txBody>
      </p:sp>
      <p:sp>
        <p:nvSpPr>
          <p:cNvPr id="7" name="Text 5"/>
          <p:cNvSpPr/>
          <p:nvPr/>
        </p:nvSpPr>
        <p:spPr>
          <a:xfrm>
            <a:off x="566928" y="694944"/>
            <a:ext cx="11018520" cy="658368"/>
          </a:xfrm>
          <a:prstGeom prst="rect">
            <a:avLst/>
          </a:prstGeom>
          <a:noFill/>
          <a:ln/>
        </p:spPr>
        <p:txBody>
          <a:bodyPr wrap="square" lIns="0" tIns="0" rIns="0" bIns="0" rtlCol="0" anchor="ctr"/>
          <a:lstStyle/>
          <a:p>
            <a:pPr indent="0" marL="0">
              <a:buNone/>
            </a:pPr>
            <a:r>
              <a:rPr lang="en-US" sz="2600" b="1" dirty="0">
                <a:solidFill>
                  <a:srgbClr val="263746"/>
                </a:solidFill>
                <a:latin typeface="Aptos Display" pitchFamily="34" charset="0"/>
                <a:ea typeface="Aptos Display" pitchFamily="34" charset="-122"/>
                <a:cs typeface="Aptos Display" pitchFamily="34" charset="-120"/>
              </a:rPr>
              <a:t>Coupled dynamics make transition analysis difficult</a:t>
            </a:r>
            <a:endParaRPr lang="en-US" sz="2600" dirty="0"/>
          </a:p>
        </p:txBody>
      </p:sp>
      <p:sp>
        <p:nvSpPr>
          <p:cNvPr id="8" name="Text 6"/>
          <p:cNvSpPr/>
          <p:nvPr/>
        </p:nvSpPr>
        <p:spPr>
          <a:xfrm>
            <a:off x="594360" y="1399032"/>
            <a:ext cx="4480560" cy="182880"/>
          </a:xfrm>
          <a:prstGeom prst="rect">
            <a:avLst/>
          </a:prstGeom>
          <a:noFill/>
          <a:ln/>
        </p:spPr>
        <p:txBody>
          <a:bodyPr wrap="square" lIns="0" tIns="0" rIns="0" bIns="0" rtlCol="0" anchor="ctr"/>
          <a:lstStyle/>
          <a:p>
            <a:pPr indent="0" marL="0">
              <a:buNone/>
            </a:pPr>
            <a:r>
              <a:rPr lang="en-US" sz="1050" b="1" spc="150" kern="0" dirty="0">
                <a:solidFill>
                  <a:srgbClr val="C44F4F"/>
                </a:solidFill>
                <a:latin typeface="Aptos" pitchFamily="34" charset="0"/>
                <a:ea typeface="Aptos" pitchFamily="34" charset="-122"/>
                <a:cs typeface="Aptos" pitchFamily="34" charset="-120"/>
              </a:rPr>
              <a:t>NORMALIZED ACROSS EACH SIGNAL'S OBSERVED RANGE</a:t>
            </a:r>
            <a:endParaRPr lang="en-US" sz="1050" dirty="0"/>
          </a:p>
        </p:txBody>
      </p:sp>
      <p:sp>
        <p:nvSpPr>
          <p:cNvPr id="9" name="Shape 7"/>
          <p:cNvSpPr/>
          <p:nvPr/>
        </p:nvSpPr>
        <p:spPr>
          <a:xfrm>
            <a:off x="841248" y="4896196"/>
            <a:ext cx="10424160" cy="0"/>
          </a:xfrm>
          <a:prstGeom prst="line">
            <a:avLst/>
          </a:prstGeom>
          <a:noFill/>
          <a:ln w="12700">
            <a:solidFill>
              <a:srgbClr val="DCE2E7"/>
            </a:solidFill>
            <a:prstDash val="solid"/>
          </a:ln>
        </p:spPr>
      </p:sp>
      <p:sp>
        <p:nvSpPr>
          <p:cNvPr id="10" name="Text 8"/>
          <p:cNvSpPr/>
          <p:nvPr/>
        </p:nvSpPr>
        <p:spPr>
          <a:xfrm>
            <a:off x="457200" y="4823044"/>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0%</a:t>
            </a:r>
            <a:endParaRPr lang="en-US" sz="900" dirty="0"/>
          </a:p>
        </p:txBody>
      </p:sp>
      <p:sp>
        <p:nvSpPr>
          <p:cNvPr id="11" name="Shape 9"/>
          <p:cNvSpPr/>
          <p:nvPr/>
        </p:nvSpPr>
        <p:spPr>
          <a:xfrm>
            <a:off x="841248" y="3566160"/>
            <a:ext cx="10424160" cy="0"/>
          </a:xfrm>
          <a:prstGeom prst="line">
            <a:avLst/>
          </a:prstGeom>
          <a:noFill/>
          <a:ln w="12700">
            <a:solidFill>
              <a:srgbClr val="DCE2E7"/>
            </a:solidFill>
            <a:prstDash val="solid"/>
          </a:ln>
        </p:spPr>
      </p:sp>
      <p:sp>
        <p:nvSpPr>
          <p:cNvPr id="12" name="Text 10"/>
          <p:cNvSpPr/>
          <p:nvPr/>
        </p:nvSpPr>
        <p:spPr>
          <a:xfrm>
            <a:off x="457200" y="3493008"/>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50%</a:t>
            </a:r>
            <a:endParaRPr lang="en-US" sz="900" dirty="0"/>
          </a:p>
        </p:txBody>
      </p:sp>
      <p:sp>
        <p:nvSpPr>
          <p:cNvPr id="13" name="Shape 11"/>
          <p:cNvSpPr/>
          <p:nvPr/>
        </p:nvSpPr>
        <p:spPr>
          <a:xfrm>
            <a:off x="841248" y="2236124"/>
            <a:ext cx="10424160" cy="0"/>
          </a:xfrm>
          <a:prstGeom prst="line">
            <a:avLst/>
          </a:prstGeom>
          <a:noFill/>
          <a:ln w="12700">
            <a:solidFill>
              <a:srgbClr val="DCE2E7"/>
            </a:solidFill>
            <a:prstDash val="solid"/>
          </a:ln>
        </p:spPr>
      </p:sp>
      <p:sp>
        <p:nvSpPr>
          <p:cNvPr id="14" name="Text 12"/>
          <p:cNvSpPr/>
          <p:nvPr/>
        </p:nvSpPr>
        <p:spPr>
          <a:xfrm>
            <a:off x="457200" y="2162972"/>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100%</a:t>
            </a:r>
            <a:endParaRPr lang="en-US" sz="900" dirty="0"/>
          </a:p>
        </p:txBody>
      </p:sp>
      <p:sp>
        <p:nvSpPr>
          <p:cNvPr id="15" name="Shape 13"/>
          <p:cNvSpPr/>
          <p:nvPr/>
        </p:nvSpPr>
        <p:spPr>
          <a:xfrm>
            <a:off x="841248" y="2103120"/>
            <a:ext cx="0" cy="2926080"/>
          </a:xfrm>
          <a:prstGeom prst="line">
            <a:avLst/>
          </a:prstGeom>
          <a:noFill/>
          <a:ln w="8890">
            <a:solidFill>
              <a:srgbClr val="DCE2E7">
                <a:alpha val="80000"/>
              </a:srgbClr>
            </a:solidFill>
            <a:prstDash val="solid"/>
          </a:ln>
        </p:spPr>
      </p:sp>
      <p:sp>
        <p:nvSpPr>
          <p:cNvPr id="16" name="Text 14"/>
          <p:cNvSpPr/>
          <p:nvPr/>
        </p:nvSpPr>
        <p:spPr>
          <a:xfrm>
            <a:off x="731520"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0</a:t>
            </a:r>
            <a:endParaRPr lang="en-US" sz="900" dirty="0"/>
          </a:p>
        </p:txBody>
      </p:sp>
      <p:sp>
        <p:nvSpPr>
          <p:cNvPr id="17" name="Shape 15"/>
          <p:cNvSpPr/>
          <p:nvPr/>
        </p:nvSpPr>
        <p:spPr>
          <a:xfrm>
            <a:off x="2926080" y="2103120"/>
            <a:ext cx="0" cy="2926080"/>
          </a:xfrm>
          <a:prstGeom prst="line">
            <a:avLst/>
          </a:prstGeom>
          <a:noFill/>
          <a:ln w="8890">
            <a:solidFill>
              <a:srgbClr val="DCE2E7">
                <a:alpha val="80000"/>
              </a:srgbClr>
            </a:solidFill>
            <a:prstDash val="solid"/>
          </a:ln>
        </p:spPr>
      </p:sp>
      <p:sp>
        <p:nvSpPr>
          <p:cNvPr id="18" name="Text 16"/>
          <p:cNvSpPr/>
          <p:nvPr/>
        </p:nvSpPr>
        <p:spPr>
          <a:xfrm>
            <a:off x="2816352"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2</a:t>
            </a:r>
            <a:endParaRPr lang="en-US" sz="900" dirty="0"/>
          </a:p>
        </p:txBody>
      </p:sp>
      <p:sp>
        <p:nvSpPr>
          <p:cNvPr id="19" name="Shape 17"/>
          <p:cNvSpPr/>
          <p:nvPr/>
        </p:nvSpPr>
        <p:spPr>
          <a:xfrm>
            <a:off x="5010912" y="2103120"/>
            <a:ext cx="0" cy="2926080"/>
          </a:xfrm>
          <a:prstGeom prst="line">
            <a:avLst/>
          </a:prstGeom>
          <a:noFill/>
          <a:ln w="8890">
            <a:solidFill>
              <a:srgbClr val="DCE2E7">
                <a:alpha val="80000"/>
              </a:srgbClr>
            </a:solidFill>
            <a:prstDash val="solid"/>
          </a:ln>
        </p:spPr>
      </p:sp>
      <p:sp>
        <p:nvSpPr>
          <p:cNvPr id="20" name="Text 18"/>
          <p:cNvSpPr/>
          <p:nvPr/>
        </p:nvSpPr>
        <p:spPr>
          <a:xfrm>
            <a:off x="4901184"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4</a:t>
            </a:r>
            <a:endParaRPr lang="en-US" sz="900" dirty="0"/>
          </a:p>
        </p:txBody>
      </p:sp>
      <p:sp>
        <p:nvSpPr>
          <p:cNvPr id="21" name="Shape 19"/>
          <p:cNvSpPr/>
          <p:nvPr/>
        </p:nvSpPr>
        <p:spPr>
          <a:xfrm>
            <a:off x="7095744" y="2103120"/>
            <a:ext cx="0" cy="2926080"/>
          </a:xfrm>
          <a:prstGeom prst="line">
            <a:avLst/>
          </a:prstGeom>
          <a:noFill/>
          <a:ln w="8890">
            <a:solidFill>
              <a:srgbClr val="DCE2E7">
                <a:alpha val="80000"/>
              </a:srgbClr>
            </a:solidFill>
            <a:prstDash val="solid"/>
          </a:ln>
        </p:spPr>
      </p:sp>
      <p:sp>
        <p:nvSpPr>
          <p:cNvPr id="22" name="Text 20"/>
          <p:cNvSpPr/>
          <p:nvPr/>
        </p:nvSpPr>
        <p:spPr>
          <a:xfrm>
            <a:off x="6986016"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6</a:t>
            </a:r>
            <a:endParaRPr lang="en-US" sz="900" dirty="0"/>
          </a:p>
        </p:txBody>
      </p:sp>
      <p:sp>
        <p:nvSpPr>
          <p:cNvPr id="23" name="Shape 21"/>
          <p:cNvSpPr/>
          <p:nvPr/>
        </p:nvSpPr>
        <p:spPr>
          <a:xfrm>
            <a:off x="9180576" y="2103120"/>
            <a:ext cx="0" cy="2926080"/>
          </a:xfrm>
          <a:prstGeom prst="line">
            <a:avLst/>
          </a:prstGeom>
          <a:noFill/>
          <a:ln w="8890">
            <a:solidFill>
              <a:srgbClr val="DCE2E7">
                <a:alpha val="80000"/>
              </a:srgbClr>
            </a:solidFill>
            <a:prstDash val="solid"/>
          </a:ln>
        </p:spPr>
      </p:sp>
      <p:sp>
        <p:nvSpPr>
          <p:cNvPr id="24" name="Text 22"/>
          <p:cNvSpPr/>
          <p:nvPr/>
        </p:nvSpPr>
        <p:spPr>
          <a:xfrm>
            <a:off x="9070848"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8</a:t>
            </a:r>
            <a:endParaRPr lang="en-US" sz="900" dirty="0"/>
          </a:p>
        </p:txBody>
      </p:sp>
      <p:sp>
        <p:nvSpPr>
          <p:cNvPr id="25" name="Shape 23"/>
          <p:cNvSpPr/>
          <p:nvPr/>
        </p:nvSpPr>
        <p:spPr>
          <a:xfrm>
            <a:off x="11265408" y="2103120"/>
            <a:ext cx="0" cy="2926080"/>
          </a:xfrm>
          <a:prstGeom prst="line">
            <a:avLst/>
          </a:prstGeom>
          <a:noFill/>
          <a:ln w="8890">
            <a:solidFill>
              <a:srgbClr val="DCE2E7">
                <a:alpha val="80000"/>
              </a:srgbClr>
            </a:solidFill>
            <a:prstDash val="solid"/>
          </a:ln>
        </p:spPr>
      </p:sp>
      <p:sp>
        <p:nvSpPr>
          <p:cNvPr id="26" name="Text 24"/>
          <p:cNvSpPr/>
          <p:nvPr/>
        </p:nvSpPr>
        <p:spPr>
          <a:xfrm>
            <a:off x="11155680"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10</a:t>
            </a:r>
            <a:endParaRPr lang="en-US" sz="900" dirty="0"/>
          </a:p>
        </p:txBody>
      </p:sp>
      <p:sp>
        <p:nvSpPr>
          <p:cNvPr id="27" name="Text 25"/>
          <p:cNvSpPr/>
          <p:nvPr/>
        </p:nvSpPr>
        <p:spPr>
          <a:xfrm>
            <a:off x="4841748" y="5404104"/>
            <a:ext cx="2423160" cy="164592"/>
          </a:xfrm>
          <a:prstGeom prst="rect">
            <a:avLst/>
          </a:prstGeom>
          <a:noFill/>
          <a:ln/>
        </p:spPr>
        <p:txBody>
          <a:bodyPr wrap="square" lIns="0" tIns="0" rIns="0" bIns="0" rtlCol="0" anchor="ctr"/>
          <a:lstStyle/>
          <a:p>
            <a:pPr algn="ctr" indent="0" marL="0">
              <a:buNone/>
            </a:pPr>
            <a:r>
              <a:rPr lang="en-US" sz="920" b="1" spc="70" kern="0" dirty="0">
                <a:solidFill>
                  <a:srgbClr val="657782"/>
                </a:solidFill>
              </a:rPr>
              <a:t>HOURS FROM GRADE CHANGE</a:t>
            </a:r>
            <a:endParaRPr lang="en-US" sz="920" dirty="0"/>
          </a:p>
        </p:txBody>
      </p:sp>
      <p:sp>
        <p:nvSpPr>
          <p:cNvPr id="28" name="Shape 26"/>
          <p:cNvSpPr/>
          <p:nvPr/>
        </p:nvSpPr>
        <p:spPr>
          <a:xfrm>
            <a:off x="841248" y="2254211"/>
            <a:ext cx="176480" cy="0"/>
          </a:xfrm>
          <a:prstGeom prst="line">
            <a:avLst/>
          </a:prstGeom>
          <a:noFill/>
          <a:ln w="25400">
            <a:solidFill>
              <a:srgbClr val="5C4DB7"/>
            </a:solidFill>
            <a:prstDash val="solid"/>
            <a:headEnd type="none"/>
            <a:tailEnd type="none"/>
          </a:ln>
        </p:spPr>
      </p:sp>
      <p:sp>
        <p:nvSpPr>
          <p:cNvPr id="29" name="Shape 27"/>
          <p:cNvSpPr/>
          <p:nvPr/>
        </p:nvSpPr>
        <p:spPr>
          <a:xfrm>
            <a:off x="1014984" y="2235633"/>
            <a:ext cx="0" cy="21320"/>
          </a:xfrm>
          <a:prstGeom prst="line">
            <a:avLst/>
          </a:prstGeom>
          <a:noFill/>
          <a:ln w="25400">
            <a:solidFill>
              <a:srgbClr val="5C4DB7"/>
            </a:solidFill>
            <a:prstDash val="solid"/>
            <a:headEnd type="none"/>
            <a:tailEnd type="none"/>
          </a:ln>
        </p:spPr>
      </p:sp>
      <p:sp>
        <p:nvSpPr>
          <p:cNvPr id="30" name="Shape 28"/>
          <p:cNvSpPr/>
          <p:nvPr/>
        </p:nvSpPr>
        <p:spPr>
          <a:xfrm>
            <a:off x="1014984" y="2238377"/>
            <a:ext cx="176479" cy="0"/>
          </a:xfrm>
          <a:prstGeom prst="line">
            <a:avLst/>
          </a:prstGeom>
          <a:noFill/>
          <a:ln w="25400">
            <a:solidFill>
              <a:srgbClr val="5C4DB7"/>
            </a:solidFill>
            <a:prstDash val="solid"/>
            <a:headEnd type="none"/>
            <a:tailEnd type="none"/>
          </a:ln>
        </p:spPr>
      </p:sp>
      <p:sp>
        <p:nvSpPr>
          <p:cNvPr id="31" name="Shape 29"/>
          <p:cNvSpPr/>
          <p:nvPr/>
        </p:nvSpPr>
        <p:spPr>
          <a:xfrm>
            <a:off x="1188720" y="2235633"/>
            <a:ext cx="0" cy="14004"/>
          </a:xfrm>
          <a:prstGeom prst="line">
            <a:avLst/>
          </a:prstGeom>
          <a:noFill/>
          <a:ln w="25400">
            <a:solidFill>
              <a:srgbClr val="5C4DB7"/>
            </a:solidFill>
            <a:prstDash val="solid"/>
            <a:headEnd type="none"/>
            <a:tailEnd type="none"/>
          </a:ln>
        </p:spPr>
      </p:sp>
      <p:sp>
        <p:nvSpPr>
          <p:cNvPr id="32" name="Shape 30"/>
          <p:cNvSpPr/>
          <p:nvPr/>
        </p:nvSpPr>
        <p:spPr>
          <a:xfrm>
            <a:off x="1188720" y="2246894"/>
            <a:ext cx="176480" cy="0"/>
          </a:xfrm>
          <a:prstGeom prst="line">
            <a:avLst/>
          </a:prstGeom>
          <a:noFill/>
          <a:ln w="25400">
            <a:solidFill>
              <a:srgbClr val="5C4DB7"/>
            </a:solidFill>
            <a:prstDash val="solid"/>
            <a:headEnd type="none"/>
            <a:tailEnd type="none"/>
          </a:ln>
        </p:spPr>
      </p:sp>
      <p:sp>
        <p:nvSpPr>
          <p:cNvPr id="33" name="Shape 31"/>
          <p:cNvSpPr/>
          <p:nvPr/>
        </p:nvSpPr>
        <p:spPr>
          <a:xfrm>
            <a:off x="1362456" y="2244151"/>
            <a:ext cx="0" cy="20311"/>
          </a:xfrm>
          <a:prstGeom prst="line">
            <a:avLst/>
          </a:prstGeom>
          <a:noFill/>
          <a:ln w="25400">
            <a:solidFill>
              <a:srgbClr val="5C4DB7"/>
            </a:solidFill>
            <a:prstDash val="solid"/>
            <a:headEnd type="none"/>
            <a:tailEnd type="none"/>
          </a:ln>
        </p:spPr>
      </p:sp>
      <p:sp>
        <p:nvSpPr>
          <p:cNvPr id="34" name="Shape 32"/>
          <p:cNvSpPr/>
          <p:nvPr/>
        </p:nvSpPr>
        <p:spPr>
          <a:xfrm>
            <a:off x="1362456" y="2261719"/>
            <a:ext cx="176480" cy="0"/>
          </a:xfrm>
          <a:prstGeom prst="line">
            <a:avLst/>
          </a:prstGeom>
          <a:noFill/>
          <a:ln w="25400">
            <a:solidFill>
              <a:srgbClr val="5C4DB7"/>
            </a:solidFill>
            <a:prstDash val="solid"/>
            <a:headEnd type="none"/>
            <a:tailEnd type="none"/>
          </a:ln>
        </p:spPr>
      </p:sp>
      <p:sp>
        <p:nvSpPr>
          <p:cNvPr id="35" name="Shape 33"/>
          <p:cNvSpPr/>
          <p:nvPr/>
        </p:nvSpPr>
        <p:spPr>
          <a:xfrm>
            <a:off x="1536192" y="2258976"/>
            <a:ext cx="0" cy="26650"/>
          </a:xfrm>
          <a:prstGeom prst="line">
            <a:avLst/>
          </a:prstGeom>
          <a:noFill/>
          <a:ln w="25400">
            <a:solidFill>
              <a:srgbClr val="5C4DB7"/>
            </a:solidFill>
            <a:prstDash val="solid"/>
            <a:headEnd type="none"/>
            <a:tailEnd type="none"/>
          </a:ln>
        </p:spPr>
      </p:sp>
      <p:sp>
        <p:nvSpPr>
          <p:cNvPr id="36" name="Shape 34"/>
          <p:cNvSpPr/>
          <p:nvPr/>
        </p:nvSpPr>
        <p:spPr>
          <a:xfrm>
            <a:off x="1536192" y="2282883"/>
            <a:ext cx="176479" cy="0"/>
          </a:xfrm>
          <a:prstGeom prst="line">
            <a:avLst/>
          </a:prstGeom>
          <a:noFill/>
          <a:ln w="25400">
            <a:solidFill>
              <a:srgbClr val="5C4DB7"/>
            </a:solidFill>
            <a:prstDash val="solid"/>
            <a:headEnd type="none"/>
            <a:tailEnd type="none"/>
          </a:ln>
        </p:spPr>
      </p:sp>
      <p:sp>
        <p:nvSpPr>
          <p:cNvPr id="37" name="Shape 35"/>
          <p:cNvSpPr/>
          <p:nvPr/>
        </p:nvSpPr>
        <p:spPr>
          <a:xfrm>
            <a:off x="1709928" y="2280140"/>
            <a:ext cx="0" cy="32664"/>
          </a:xfrm>
          <a:prstGeom prst="line">
            <a:avLst/>
          </a:prstGeom>
          <a:noFill/>
          <a:ln w="25400">
            <a:solidFill>
              <a:srgbClr val="5C4DB7"/>
            </a:solidFill>
            <a:prstDash val="solid"/>
            <a:headEnd type="none"/>
            <a:tailEnd type="none"/>
          </a:ln>
        </p:spPr>
      </p:sp>
      <p:sp>
        <p:nvSpPr>
          <p:cNvPr id="38" name="Shape 36"/>
          <p:cNvSpPr/>
          <p:nvPr/>
        </p:nvSpPr>
        <p:spPr>
          <a:xfrm>
            <a:off x="1709928" y="2310060"/>
            <a:ext cx="176480" cy="0"/>
          </a:xfrm>
          <a:prstGeom prst="line">
            <a:avLst/>
          </a:prstGeom>
          <a:noFill/>
          <a:ln w="25400">
            <a:solidFill>
              <a:srgbClr val="5C4DB7"/>
            </a:solidFill>
            <a:prstDash val="solid"/>
            <a:headEnd type="none"/>
            <a:tailEnd type="none"/>
          </a:ln>
        </p:spPr>
      </p:sp>
      <p:sp>
        <p:nvSpPr>
          <p:cNvPr id="39" name="Shape 37"/>
          <p:cNvSpPr/>
          <p:nvPr/>
        </p:nvSpPr>
        <p:spPr>
          <a:xfrm>
            <a:off x="1883664" y="2307317"/>
            <a:ext cx="0" cy="37595"/>
          </a:xfrm>
          <a:prstGeom prst="line">
            <a:avLst/>
          </a:prstGeom>
          <a:noFill/>
          <a:ln w="25400">
            <a:solidFill>
              <a:srgbClr val="5C4DB7"/>
            </a:solidFill>
            <a:prstDash val="solid"/>
            <a:headEnd type="none"/>
            <a:tailEnd type="none"/>
          </a:ln>
        </p:spPr>
      </p:sp>
      <p:sp>
        <p:nvSpPr>
          <p:cNvPr id="40" name="Shape 38"/>
          <p:cNvSpPr/>
          <p:nvPr/>
        </p:nvSpPr>
        <p:spPr>
          <a:xfrm>
            <a:off x="1883664" y="2342169"/>
            <a:ext cx="176480" cy="0"/>
          </a:xfrm>
          <a:prstGeom prst="line">
            <a:avLst/>
          </a:prstGeom>
          <a:noFill/>
          <a:ln w="25400">
            <a:solidFill>
              <a:srgbClr val="5C4DB7"/>
            </a:solidFill>
            <a:prstDash val="solid"/>
            <a:headEnd type="none"/>
            <a:tailEnd type="none"/>
          </a:ln>
        </p:spPr>
      </p:sp>
      <p:sp>
        <p:nvSpPr>
          <p:cNvPr id="41" name="Shape 39"/>
          <p:cNvSpPr/>
          <p:nvPr/>
        </p:nvSpPr>
        <p:spPr>
          <a:xfrm>
            <a:off x="2057400" y="2339426"/>
            <a:ext cx="0" cy="42447"/>
          </a:xfrm>
          <a:prstGeom prst="line">
            <a:avLst/>
          </a:prstGeom>
          <a:noFill/>
          <a:ln w="25400">
            <a:solidFill>
              <a:srgbClr val="5C4DB7"/>
            </a:solidFill>
            <a:prstDash val="solid"/>
            <a:headEnd type="none"/>
            <a:tailEnd type="none"/>
          </a:ln>
        </p:spPr>
      </p:sp>
      <p:sp>
        <p:nvSpPr>
          <p:cNvPr id="42" name="Shape 40"/>
          <p:cNvSpPr/>
          <p:nvPr/>
        </p:nvSpPr>
        <p:spPr>
          <a:xfrm>
            <a:off x="2057400" y="2379130"/>
            <a:ext cx="176479" cy="0"/>
          </a:xfrm>
          <a:prstGeom prst="line">
            <a:avLst/>
          </a:prstGeom>
          <a:noFill/>
          <a:ln w="25400">
            <a:solidFill>
              <a:srgbClr val="5C4DB7"/>
            </a:solidFill>
            <a:prstDash val="solid"/>
            <a:headEnd type="none"/>
            <a:tailEnd type="none"/>
          </a:ln>
        </p:spPr>
      </p:sp>
      <p:sp>
        <p:nvSpPr>
          <p:cNvPr id="43" name="Shape 41"/>
          <p:cNvSpPr/>
          <p:nvPr/>
        </p:nvSpPr>
        <p:spPr>
          <a:xfrm>
            <a:off x="2231136" y="2376387"/>
            <a:ext cx="0" cy="46836"/>
          </a:xfrm>
          <a:prstGeom prst="line">
            <a:avLst/>
          </a:prstGeom>
          <a:noFill/>
          <a:ln w="25400">
            <a:solidFill>
              <a:srgbClr val="5C4DB7"/>
            </a:solidFill>
            <a:prstDash val="solid"/>
            <a:headEnd type="none"/>
            <a:tailEnd type="none"/>
          </a:ln>
        </p:spPr>
      </p:sp>
      <p:sp>
        <p:nvSpPr>
          <p:cNvPr id="44" name="Shape 42"/>
          <p:cNvSpPr/>
          <p:nvPr/>
        </p:nvSpPr>
        <p:spPr>
          <a:xfrm>
            <a:off x="2231136" y="2420479"/>
            <a:ext cx="176480" cy="0"/>
          </a:xfrm>
          <a:prstGeom prst="line">
            <a:avLst/>
          </a:prstGeom>
          <a:noFill/>
          <a:ln w="25400">
            <a:solidFill>
              <a:srgbClr val="5C4DB7"/>
            </a:solidFill>
            <a:prstDash val="solid"/>
            <a:headEnd type="none"/>
            <a:tailEnd type="none"/>
          </a:ln>
        </p:spPr>
      </p:sp>
      <p:sp>
        <p:nvSpPr>
          <p:cNvPr id="45" name="Shape 43"/>
          <p:cNvSpPr/>
          <p:nvPr/>
        </p:nvSpPr>
        <p:spPr>
          <a:xfrm>
            <a:off x="2404872" y="2417736"/>
            <a:ext cx="0" cy="50506"/>
          </a:xfrm>
          <a:prstGeom prst="line">
            <a:avLst/>
          </a:prstGeom>
          <a:noFill/>
          <a:ln w="25400">
            <a:solidFill>
              <a:srgbClr val="5C4DB7"/>
            </a:solidFill>
            <a:prstDash val="solid"/>
            <a:headEnd type="none"/>
            <a:tailEnd type="none"/>
          </a:ln>
        </p:spPr>
      </p:sp>
      <p:sp>
        <p:nvSpPr>
          <p:cNvPr id="46" name="Shape 44"/>
          <p:cNvSpPr/>
          <p:nvPr/>
        </p:nvSpPr>
        <p:spPr>
          <a:xfrm>
            <a:off x="2404872" y="2465499"/>
            <a:ext cx="176480" cy="0"/>
          </a:xfrm>
          <a:prstGeom prst="line">
            <a:avLst/>
          </a:prstGeom>
          <a:noFill/>
          <a:ln w="25400">
            <a:solidFill>
              <a:srgbClr val="5C4DB7"/>
            </a:solidFill>
            <a:prstDash val="solid"/>
            <a:headEnd type="none"/>
            <a:tailEnd type="none"/>
          </a:ln>
        </p:spPr>
      </p:sp>
      <p:sp>
        <p:nvSpPr>
          <p:cNvPr id="47" name="Shape 45"/>
          <p:cNvSpPr/>
          <p:nvPr/>
        </p:nvSpPr>
        <p:spPr>
          <a:xfrm>
            <a:off x="2578608" y="2462756"/>
            <a:ext cx="0" cy="54152"/>
          </a:xfrm>
          <a:prstGeom prst="line">
            <a:avLst/>
          </a:prstGeom>
          <a:noFill/>
          <a:ln w="25400">
            <a:solidFill>
              <a:srgbClr val="5C4DB7"/>
            </a:solidFill>
            <a:prstDash val="solid"/>
            <a:headEnd type="none"/>
            <a:tailEnd type="none"/>
          </a:ln>
        </p:spPr>
      </p:sp>
      <p:sp>
        <p:nvSpPr>
          <p:cNvPr id="48" name="Shape 46"/>
          <p:cNvSpPr/>
          <p:nvPr/>
        </p:nvSpPr>
        <p:spPr>
          <a:xfrm>
            <a:off x="2578608" y="2514165"/>
            <a:ext cx="176479" cy="0"/>
          </a:xfrm>
          <a:prstGeom prst="line">
            <a:avLst/>
          </a:prstGeom>
          <a:noFill/>
          <a:ln w="25400">
            <a:solidFill>
              <a:srgbClr val="5C4DB7"/>
            </a:solidFill>
            <a:prstDash val="solid"/>
            <a:headEnd type="none"/>
            <a:tailEnd type="none"/>
          </a:ln>
        </p:spPr>
      </p:sp>
      <p:sp>
        <p:nvSpPr>
          <p:cNvPr id="49" name="Shape 47"/>
          <p:cNvSpPr/>
          <p:nvPr/>
        </p:nvSpPr>
        <p:spPr>
          <a:xfrm>
            <a:off x="2752344" y="2511422"/>
            <a:ext cx="0" cy="57203"/>
          </a:xfrm>
          <a:prstGeom prst="line">
            <a:avLst/>
          </a:prstGeom>
          <a:noFill/>
          <a:ln w="25400">
            <a:solidFill>
              <a:srgbClr val="5C4DB7"/>
            </a:solidFill>
            <a:prstDash val="solid"/>
            <a:headEnd type="none"/>
            <a:tailEnd type="none"/>
          </a:ln>
        </p:spPr>
      </p:sp>
      <p:sp>
        <p:nvSpPr>
          <p:cNvPr id="50" name="Shape 48"/>
          <p:cNvSpPr/>
          <p:nvPr/>
        </p:nvSpPr>
        <p:spPr>
          <a:xfrm>
            <a:off x="2752344" y="2565882"/>
            <a:ext cx="176480" cy="0"/>
          </a:xfrm>
          <a:prstGeom prst="line">
            <a:avLst/>
          </a:prstGeom>
          <a:noFill/>
          <a:ln w="25400">
            <a:solidFill>
              <a:srgbClr val="5C4DB7"/>
            </a:solidFill>
            <a:prstDash val="solid"/>
            <a:headEnd type="none"/>
            <a:tailEnd type="none"/>
          </a:ln>
        </p:spPr>
      </p:sp>
      <p:sp>
        <p:nvSpPr>
          <p:cNvPr id="51" name="Shape 49"/>
          <p:cNvSpPr/>
          <p:nvPr/>
        </p:nvSpPr>
        <p:spPr>
          <a:xfrm>
            <a:off x="2926080" y="2563139"/>
            <a:ext cx="0" cy="59553"/>
          </a:xfrm>
          <a:prstGeom prst="line">
            <a:avLst/>
          </a:prstGeom>
          <a:noFill/>
          <a:ln w="25400">
            <a:solidFill>
              <a:srgbClr val="5C4DB7"/>
            </a:solidFill>
            <a:prstDash val="solid"/>
            <a:headEnd type="none"/>
            <a:tailEnd type="none"/>
          </a:ln>
        </p:spPr>
      </p:sp>
      <p:sp>
        <p:nvSpPr>
          <p:cNvPr id="52" name="Shape 50"/>
          <p:cNvSpPr/>
          <p:nvPr/>
        </p:nvSpPr>
        <p:spPr>
          <a:xfrm>
            <a:off x="2926080" y="2619948"/>
            <a:ext cx="176480" cy="0"/>
          </a:xfrm>
          <a:prstGeom prst="line">
            <a:avLst/>
          </a:prstGeom>
          <a:noFill/>
          <a:ln w="25400">
            <a:solidFill>
              <a:srgbClr val="5C4DB7"/>
            </a:solidFill>
            <a:prstDash val="solid"/>
            <a:headEnd type="none"/>
            <a:tailEnd type="none"/>
          </a:ln>
        </p:spPr>
      </p:sp>
      <p:sp>
        <p:nvSpPr>
          <p:cNvPr id="53" name="Shape 51"/>
          <p:cNvSpPr/>
          <p:nvPr/>
        </p:nvSpPr>
        <p:spPr>
          <a:xfrm>
            <a:off x="3099816" y="2617205"/>
            <a:ext cx="0" cy="71978"/>
          </a:xfrm>
          <a:prstGeom prst="line">
            <a:avLst/>
          </a:prstGeom>
          <a:noFill/>
          <a:ln w="25400">
            <a:solidFill>
              <a:srgbClr val="5C4DB7"/>
            </a:solidFill>
            <a:prstDash val="solid"/>
            <a:headEnd type="none"/>
            <a:tailEnd type="none"/>
          </a:ln>
        </p:spPr>
      </p:sp>
      <p:sp>
        <p:nvSpPr>
          <p:cNvPr id="54" name="Shape 52"/>
          <p:cNvSpPr/>
          <p:nvPr/>
        </p:nvSpPr>
        <p:spPr>
          <a:xfrm>
            <a:off x="3099816" y="2686440"/>
            <a:ext cx="176479" cy="0"/>
          </a:xfrm>
          <a:prstGeom prst="line">
            <a:avLst/>
          </a:prstGeom>
          <a:noFill/>
          <a:ln w="25400">
            <a:solidFill>
              <a:srgbClr val="5C4DB7"/>
            </a:solidFill>
            <a:prstDash val="solid"/>
            <a:headEnd type="none"/>
            <a:tailEnd type="none"/>
          </a:ln>
        </p:spPr>
      </p:sp>
      <p:sp>
        <p:nvSpPr>
          <p:cNvPr id="55" name="Shape 53"/>
          <p:cNvSpPr/>
          <p:nvPr/>
        </p:nvSpPr>
        <p:spPr>
          <a:xfrm>
            <a:off x="3273552" y="2683697"/>
            <a:ext cx="0" cy="63026"/>
          </a:xfrm>
          <a:prstGeom prst="line">
            <a:avLst/>
          </a:prstGeom>
          <a:noFill/>
          <a:ln w="25400">
            <a:solidFill>
              <a:srgbClr val="5C4DB7"/>
            </a:solidFill>
            <a:prstDash val="solid"/>
            <a:headEnd type="none"/>
            <a:tailEnd type="none"/>
          </a:ln>
        </p:spPr>
      </p:sp>
      <p:sp>
        <p:nvSpPr>
          <p:cNvPr id="56" name="Shape 54"/>
          <p:cNvSpPr/>
          <p:nvPr/>
        </p:nvSpPr>
        <p:spPr>
          <a:xfrm>
            <a:off x="3273552" y="2743980"/>
            <a:ext cx="176480" cy="0"/>
          </a:xfrm>
          <a:prstGeom prst="line">
            <a:avLst/>
          </a:prstGeom>
          <a:noFill/>
          <a:ln w="25400">
            <a:solidFill>
              <a:srgbClr val="5C4DB7"/>
            </a:solidFill>
            <a:prstDash val="solid"/>
            <a:headEnd type="none"/>
            <a:tailEnd type="none"/>
          </a:ln>
        </p:spPr>
      </p:sp>
      <p:sp>
        <p:nvSpPr>
          <p:cNvPr id="57" name="Shape 55"/>
          <p:cNvSpPr/>
          <p:nvPr/>
        </p:nvSpPr>
        <p:spPr>
          <a:xfrm>
            <a:off x="3447288" y="2741236"/>
            <a:ext cx="0" cy="63943"/>
          </a:xfrm>
          <a:prstGeom prst="line">
            <a:avLst/>
          </a:prstGeom>
          <a:noFill/>
          <a:ln w="25400">
            <a:solidFill>
              <a:srgbClr val="5C4DB7"/>
            </a:solidFill>
            <a:prstDash val="solid"/>
            <a:headEnd type="none"/>
            <a:tailEnd type="none"/>
          </a:ln>
        </p:spPr>
      </p:sp>
      <p:sp>
        <p:nvSpPr>
          <p:cNvPr id="58" name="Shape 56"/>
          <p:cNvSpPr/>
          <p:nvPr/>
        </p:nvSpPr>
        <p:spPr>
          <a:xfrm>
            <a:off x="3447288" y="2802436"/>
            <a:ext cx="176480" cy="0"/>
          </a:xfrm>
          <a:prstGeom prst="line">
            <a:avLst/>
          </a:prstGeom>
          <a:noFill/>
          <a:ln w="25400">
            <a:solidFill>
              <a:srgbClr val="5C4DB7"/>
            </a:solidFill>
            <a:prstDash val="solid"/>
            <a:headEnd type="none"/>
            <a:tailEnd type="none"/>
          </a:ln>
        </p:spPr>
      </p:sp>
      <p:sp>
        <p:nvSpPr>
          <p:cNvPr id="59" name="Shape 57"/>
          <p:cNvSpPr/>
          <p:nvPr/>
        </p:nvSpPr>
        <p:spPr>
          <a:xfrm>
            <a:off x="3621024" y="2799693"/>
            <a:ext cx="0" cy="64504"/>
          </a:xfrm>
          <a:prstGeom prst="line">
            <a:avLst/>
          </a:prstGeom>
          <a:noFill/>
          <a:ln w="25400">
            <a:solidFill>
              <a:srgbClr val="5C4DB7"/>
            </a:solidFill>
            <a:prstDash val="solid"/>
            <a:headEnd type="none"/>
            <a:tailEnd type="none"/>
          </a:ln>
        </p:spPr>
      </p:sp>
      <p:sp>
        <p:nvSpPr>
          <p:cNvPr id="60" name="Shape 58"/>
          <p:cNvSpPr/>
          <p:nvPr/>
        </p:nvSpPr>
        <p:spPr>
          <a:xfrm>
            <a:off x="3621024" y="2861454"/>
            <a:ext cx="176479" cy="0"/>
          </a:xfrm>
          <a:prstGeom prst="line">
            <a:avLst/>
          </a:prstGeom>
          <a:noFill/>
          <a:ln w="25400">
            <a:solidFill>
              <a:srgbClr val="5C4DB7"/>
            </a:solidFill>
            <a:prstDash val="solid"/>
            <a:headEnd type="none"/>
            <a:tailEnd type="none"/>
          </a:ln>
        </p:spPr>
      </p:sp>
      <p:sp>
        <p:nvSpPr>
          <p:cNvPr id="61" name="Shape 59"/>
          <p:cNvSpPr/>
          <p:nvPr/>
        </p:nvSpPr>
        <p:spPr>
          <a:xfrm>
            <a:off x="3794760" y="2858711"/>
            <a:ext cx="0" cy="64640"/>
          </a:xfrm>
          <a:prstGeom prst="line">
            <a:avLst/>
          </a:prstGeom>
          <a:noFill/>
          <a:ln w="25400">
            <a:solidFill>
              <a:srgbClr val="5C4DB7"/>
            </a:solidFill>
            <a:prstDash val="solid"/>
            <a:headEnd type="none"/>
            <a:tailEnd type="none"/>
          </a:ln>
        </p:spPr>
      </p:sp>
      <p:sp>
        <p:nvSpPr>
          <p:cNvPr id="62" name="Shape 60"/>
          <p:cNvSpPr/>
          <p:nvPr/>
        </p:nvSpPr>
        <p:spPr>
          <a:xfrm>
            <a:off x="3794760" y="2920607"/>
            <a:ext cx="176480" cy="0"/>
          </a:xfrm>
          <a:prstGeom prst="line">
            <a:avLst/>
          </a:prstGeom>
          <a:noFill/>
          <a:ln w="25400">
            <a:solidFill>
              <a:srgbClr val="5C4DB7"/>
            </a:solidFill>
            <a:prstDash val="solid"/>
            <a:headEnd type="none"/>
            <a:tailEnd type="none"/>
          </a:ln>
        </p:spPr>
      </p:sp>
      <p:sp>
        <p:nvSpPr>
          <p:cNvPr id="63" name="Shape 61"/>
          <p:cNvSpPr/>
          <p:nvPr/>
        </p:nvSpPr>
        <p:spPr>
          <a:xfrm>
            <a:off x="3968496" y="2917864"/>
            <a:ext cx="0" cy="64331"/>
          </a:xfrm>
          <a:prstGeom prst="line">
            <a:avLst/>
          </a:prstGeom>
          <a:noFill/>
          <a:ln w="25400">
            <a:solidFill>
              <a:srgbClr val="5C4DB7"/>
            </a:solidFill>
            <a:prstDash val="solid"/>
            <a:headEnd type="none"/>
            <a:tailEnd type="none"/>
          </a:ln>
        </p:spPr>
      </p:sp>
      <p:sp>
        <p:nvSpPr>
          <p:cNvPr id="64" name="Shape 62"/>
          <p:cNvSpPr/>
          <p:nvPr/>
        </p:nvSpPr>
        <p:spPr>
          <a:xfrm>
            <a:off x="3968496" y="2979451"/>
            <a:ext cx="176480" cy="0"/>
          </a:xfrm>
          <a:prstGeom prst="line">
            <a:avLst/>
          </a:prstGeom>
          <a:noFill/>
          <a:ln w="25400">
            <a:solidFill>
              <a:srgbClr val="5C4DB7"/>
            </a:solidFill>
            <a:prstDash val="solid"/>
            <a:headEnd type="none"/>
            <a:tailEnd type="none"/>
          </a:ln>
        </p:spPr>
      </p:sp>
      <p:sp>
        <p:nvSpPr>
          <p:cNvPr id="65" name="Shape 63"/>
          <p:cNvSpPr/>
          <p:nvPr/>
        </p:nvSpPr>
        <p:spPr>
          <a:xfrm>
            <a:off x="4142232" y="2976708"/>
            <a:ext cx="0" cy="64067"/>
          </a:xfrm>
          <a:prstGeom prst="line">
            <a:avLst/>
          </a:prstGeom>
          <a:noFill/>
          <a:ln w="25400">
            <a:solidFill>
              <a:srgbClr val="5C4DB7"/>
            </a:solidFill>
            <a:prstDash val="solid"/>
            <a:headEnd type="none"/>
            <a:tailEnd type="none"/>
          </a:ln>
        </p:spPr>
      </p:sp>
      <p:sp>
        <p:nvSpPr>
          <p:cNvPr id="66" name="Shape 64"/>
          <p:cNvSpPr/>
          <p:nvPr/>
        </p:nvSpPr>
        <p:spPr>
          <a:xfrm>
            <a:off x="4142232" y="3038032"/>
            <a:ext cx="176479" cy="0"/>
          </a:xfrm>
          <a:prstGeom prst="line">
            <a:avLst/>
          </a:prstGeom>
          <a:noFill/>
          <a:ln w="25400">
            <a:solidFill>
              <a:srgbClr val="5C4DB7"/>
            </a:solidFill>
            <a:prstDash val="solid"/>
            <a:headEnd type="none"/>
            <a:tailEnd type="none"/>
          </a:ln>
        </p:spPr>
      </p:sp>
      <p:sp>
        <p:nvSpPr>
          <p:cNvPr id="67" name="Shape 65"/>
          <p:cNvSpPr/>
          <p:nvPr/>
        </p:nvSpPr>
        <p:spPr>
          <a:xfrm>
            <a:off x="4315968" y="3035289"/>
            <a:ext cx="0" cy="63965"/>
          </a:xfrm>
          <a:prstGeom prst="line">
            <a:avLst/>
          </a:prstGeom>
          <a:noFill/>
          <a:ln w="25400">
            <a:solidFill>
              <a:srgbClr val="5C4DB7"/>
            </a:solidFill>
            <a:prstDash val="solid"/>
            <a:headEnd type="none"/>
            <a:tailEnd type="none"/>
          </a:ln>
        </p:spPr>
      </p:sp>
      <p:sp>
        <p:nvSpPr>
          <p:cNvPr id="68" name="Shape 66"/>
          <p:cNvSpPr/>
          <p:nvPr/>
        </p:nvSpPr>
        <p:spPr>
          <a:xfrm>
            <a:off x="4315968" y="3096510"/>
            <a:ext cx="176480" cy="0"/>
          </a:xfrm>
          <a:prstGeom prst="line">
            <a:avLst/>
          </a:prstGeom>
          <a:noFill/>
          <a:ln w="25400">
            <a:solidFill>
              <a:srgbClr val="5C4DB7"/>
            </a:solidFill>
            <a:prstDash val="solid"/>
            <a:headEnd type="none"/>
            <a:tailEnd type="none"/>
          </a:ln>
        </p:spPr>
      </p:sp>
      <p:sp>
        <p:nvSpPr>
          <p:cNvPr id="69" name="Shape 67"/>
          <p:cNvSpPr/>
          <p:nvPr/>
        </p:nvSpPr>
        <p:spPr>
          <a:xfrm>
            <a:off x="4489704" y="3093767"/>
            <a:ext cx="0" cy="64035"/>
          </a:xfrm>
          <a:prstGeom prst="line">
            <a:avLst/>
          </a:prstGeom>
          <a:noFill/>
          <a:ln w="25400">
            <a:solidFill>
              <a:srgbClr val="5C4DB7"/>
            </a:solidFill>
            <a:prstDash val="solid"/>
            <a:headEnd type="none"/>
            <a:tailEnd type="none"/>
          </a:ln>
        </p:spPr>
      </p:sp>
      <p:sp>
        <p:nvSpPr>
          <p:cNvPr id="70" name="Shape 68"/>
          <p:cNvSpPr/>
          <p:nvPr/>
        </p:nvSpPr>
        <p:spPr>
          <a:xfrm>
            <a:off x="4489704" y="3155059"/>
            <a:ext cx="176480" cy="0"/>
          </a:xfrm>
          <a:prstGeom prst="line">
            <a:avLst/>
          </a:prstGeom>
          <a:noFill/>
          <a:ln w="25400">
            <a:solidFill>
              <a:srgbClr val="5C4DB7"/>
            </a:solidFill>
            <a:prstDash val="solid"/>
            <a:headEnd type="none"/>
            <a:tailEnd type="none"/>
          </a:ln>
        </p:spPr>
      </p:sp>
      <p:sp>
        <p:nvSpPr>
          <p:cNvPr id="71" name="Shape 69"/>
          <p:cNvSpPr/>
          <p:nvPr/>
        </p:nvSpPr>
        <p:spPr>
          <a:xfrm>
            <a:off x="4663440" y="3152316"/>
            <a:ext cx="0" cy="63998"/>
          </a:xfrm>
          <a:prstGeom prst="line">
            <a:avLst/>
          </a:prstGeom>
          <a:noFill/>
          <a:ln w="25400">
            <a:solidFill>
              <a:srgbClr val="5C4DB7"/>
            </a:solidFill>
            <a:prstDash val="solid"/>
            <a:headEnd type="none"/>
            <a:tailEnd type="none"/>
          </a:ln>
        </p:spPr>
      </p:sp>
      <p:sp>
        <p:nvSpPr>
          <p:cNvPr id="72" name="Shape 70"/>
          <p:cNvSpPr/>
          <p:nvPr/>
        </p:nvSpPr>
        <p:spPr>
          <a:xfrm>
            <a:off x="4663440" y="3213570"/>
            <a:ext cx="176479" cy="0"/>
          </a:xfrm>
          <a:prstGeom prst="line">
            <a:avLst/>
          </a:prstGeom>
          <a:noFill/>
          <a:ln w="25400">
            <a:solidFill>
              <a:srgbClr val="5C4DB7"/>
            </a:solidFill>
            <a:prstDash val="solid"/>
            <a:headEnd type="none"/>
            <a:tailEnd type="none"/>
          </a:ln>
        </p:spPr>
      </p:sp>
      <p:sp>
        <p:nvSpPr>
          <p:cNvPr id="73" name="Shape 71"/>
          <p:cNvSpPr/>
          <p:nvPr/>
        </p:nvSpPr>
        <p:spPr>
          <a:xfrm>
            <a:off x="4837176" y="3210827"/>
            <a:ext cx="0" cy="64129"/>
          </a:xfrm>
          <a:prstGeom prst="line">
            <a:avLst/>
          </a:prstGeom>
          <a:noFill/>
          <a:ln w="25400">
            <a:solidFill>
              <a:srgbClr val="5C4DB7"/>
            </a:solidFill>
            <a:prstDash val="solid"/>
            <a:headEnd type="none"/>
            <a:tailEnd type="none"/>
          </a:ln>
        </p:spPr>
      </p:sp>
      <p:sp>
        <p:nvSpPr>
          <p:cNvPr id="74" name="Shape 72"/>
          <p:cNvSpPr/>
          <p:nvPr/>
        </p:nvSpPr>
        <p:spPr>
          <a:xfrm>
            <a:off x="4837176" y="3272213"/>
            <a:ext cx="176480" cy="0"/>
          </a:xfrm>
          <a:prstGeom prst="line">
            <a:avLst/>
          </a:prstGeom>
          <a:noFill/>
          <a:ln w="25400">
            <a:solidFill>
              <a:srgbClr val="5C4DB7"/>
            </a:solidFill>
            <a:prstDash val="solid"/>
            <a:headEnd type="none"/>
            <a:tailEnd type="none"/>
          </a:ln>
        </p:spPr>
      </p:sp>
      <p:sp>
        <p:nvSpPr>
          <p:cNvPr id="75" name="Shape 73"/>
          <p:cNvSpPr/>
          <p:nvPr/>
        </p:nvSpPr>
        <p:spPr>
          <a:xfrm>
            <a:off x="5010912" y="3269470"/>
            <a:ext cx="0" cy="63827"/>
          </a:xfrm>
          <a:prstGeom prst="line">
            <a:avLst/>
          </a:prstGeom>
          <a:noFill/>
          <a:ln w="25400">
            <a:solidFill>
              <a:srgbClr val="5C4DB7"/>
            </a:solidFill>
            <a:prstDash val="solid"/>
            <a:headEnd type="none"/>
            <a:tailEnd type="none"/>
          </a:ln>
        </p:spPr>
      </p:sp>
      <p:sp>
        <p:nvSpPr>
          <p:cNvPr id="76" name="Shape 74"/>
          <p:cNvSpPr/>
          <p:nvPr/>
        </p:nvSpPr>
        <p:spPr>
          <a:xfrm>
            <a:off x="5010912" y="3330553"/>
            <a:ext cx="176480" cy="0"/>
          </a:xfrm>
          <a:prstGeom prst="line">
            <a:avLst/>
          </a:prstGeom>
          <a:noFill/>
          <a:ln w="25400">
            <a:solidFill>
              <a:srgbClr val="5C4DB7"/>
            </a:solidFill>
            <a:prstDash val="solid"/>
            <a:headEnd type="none"/>
            <a:tailEnd type="none"/>
          </a:ln>
        </p:spPr>
      </p:sp>
      <p:sp>
        <p:nvSpPr>
          <p:cNvPr id="77" name="Shape 75"/>
          <p:cNvSpPr/>
          <p:nvPr/>
        </p:nvSpPr>
        <p:spPr>
          <a:xfrm>
            <a:off x="5184648" y="3327810"/>
            <a:ext cx="0" cy="68937"/>
          </a:xfrm>
          <a:prstGeom prst="line">
            <a:avLst/>
          </a:prstGeom>
          <a:noFill/>
          <a:ln w="25400">
            <a:solidFill>
              <a:srgbClr val="5C4DB7"/>
            </a:solidFill>
            <a:prstDash val="solid"/>
            <a:headEnd type="none"/>
            <a:tailEnd type="none"/>
          </a:ln>
        </p:spPr>
      </p:sp>
      <p:sp>
        <p:nvSpPr>
          <p:cNvPr id="78" name="Shape 76"/>
          <p:cNvSpPr/>
          <p:nvPr/>
        </p:nvSpPr>
        <p:spPr>
          <a:xfrm>
            <a:off x="5184648" y="3394004"/>
            <a:ext cx="176479" cy="0"/>
          </a:xfrm>
          <a:prstGeom prst="line">
            <a:avLst/>
          </a:prstGeom>
          <a:noFill/>
          <a:ln w="25400">
            <a:solidFill>
              <a:srgbClr val="5C4DB7"/>
            </a:solidFill>
            <a:prstDash val="solid"/>
            <a:headEnd type="none"/>
            <a:tailEnd type="none"/>
          </a:ln>
        </p:spPr>
      </p:sp>
      <p:sp>
        <p:nvSpPr>
          <p:cNvPr id="79" name="Shape 77"/>
          <p:cNvSpPr/>
          <p:nvPr/>
        </p:nvSpPr>
        <p:spPr>
          <a:xfrm>
            <a:off x="5358384" y="3391261"/>
            <a:ext cx="0" cy="63366"/>
          </a:xfrm>
          <a:prstGeom prst="line">
            <a:avLst/>
          </a:prstGeom>
          <a:noFill/>
          <a:ln w="25400">
            <a:solidFill>
              <a:srgbClr val="5C4DB7"/>
            </a:solidFill>
            <a:prstDash val="solid"/>
            <a:headEnd type="none"/>
            <a:tailEnd type="none"/>
          </a:ln>
        </p:spPr>
      </p:sp>
      <p:sp>
        <p:nvSpPr>
          <p:cNvPr id="80" name="Shape 78"/>
          <p:cNvSpPr/>
          <p:nvPr/>
        </p:nvSpPr>
        <p:spPr>
          <a:xfrm>
            <a:off x="5358384" y="3451883"/>
            <a:ext cx="176480" cy="0"/>
          </a:xfrm>
          <a:prstGeom prst="line">
            <a:avLst/>
          </a:prstGeom>
          <a:noFill/>
          <a:ln w="25400">
            <a:solidFill>
              <a:srgbClr val="5C4DB7"/>
            </a:solidFill>
            <a:prstDash val="solid"/>
            <a:headEnd type="none"/>
            <a:tailEnd type="none"/>
          </a:ln>
        </p:spPr>
      </p:sp>
      <p:sp>
        <p:nvSpPr>
          <p:cNvPr id="81" name="Shape 79"/>
          <p:cNvSpPr/>
          <p:nvPr/>
        </p:nvSpPr>
        <p:spPr>
          <a:xfrm>
            <a:off x="5532120" y="3449140"/>
            <a:ext cx="0" cy="63487"/>
          </a:xfrm>
          <a:prstGeom prst="line">
            <a:avLst/>
          </a:prstGeom>
          <a:noFill/>
          <a:ln w="25400">
            <a:solidFill>
              <a:srgbClr val="5C4DB7"/>
            </a:solidFill>
            <a:prstDash val="solid"/>
            <a:headEnd type="none"/>
            <a:tailEnd type="none"/>
          </a:ln>
        </p:spPr>
      </p:sp>
      <p:sp>
        <p:nvSpPr>
          <p:cNvPr id="82" name="Shape 80"/>
          <p:cNvSpPr/>
          <p:nvPr/>
        </p:nvSpPr>
        <p:spPr>
          <a:xfrm>
            <a:off x="5532120" y="3509884"/>
            <a:ext cx="176480" cy="0"/>
          </a:xfrm>
          <a:prstGeom prst="line">
            <a:avLst/>
          </a:prstGeom>
          <a:noFill/>
          <a:ln w="25400">
            <a:solidFill>
              <a:srgbClr val="5C4DB7"/>
            </a:solidFill>
            <a:prstDash val="solid"/>
            <a:headEnd type="none"/>
            <a:tailEnd type="none"/>
          </a:ln>
        </p:spPr>
      </p:sp>
      <p:sp>
        <p:nvSpPr>
          <p:cNvPr id="83" name="Shape 81"/>
          <p:cNvSpPr/>
          <p:nvPr/>
        </p:nvSpPr>
        <p:spPr>
          <a:xfrm>
            <a:off x="5705856" y="3507140"/>
            <a:ext cx="0" cy="63280"/>
          </a:xfrm>
          <a:prstGeom prst="line">
            <a:avLst/>
          </a:prstGeom>
          <a:noFill/>
          <a:ln w="25400">
            <a:solidFill>
              <a:srgbClr val="5C4DB7"/>
            </a:solidFill>
            <a:prstDash val="solid"/>
            <a:headEnd type="none"/>
            <a:tailEnd type="none"/>
          </a:ln>
        </p:spPr>
      </p:sp>
      <p:sp>
        <p:nvSpPr>
          <p:cNvPr id="84" name="Shape 82"/>
          <p:cNvSpPr/>
          <p:nvPr/>
        </p:nvSpPr>
        <p:spPr>
          <a:xfrm>
            <a:off x="5705856" y="3567677"/>
            <a:ext cx="176479" cy="0"/>
          </a:xfrm>
          <a:prstGeom prst="line">
            <a:avLst/>
          </a:prstGeom>
          <a:noFill/>
          <a:ln w="25400">
            <a:solidFill>
              <a:srgbClr val="5C4DB7"/>
            </a:solidFill>
            <a:prstDash val="solid"/>
            <a:headEnd type="none"/>
            <a:tailEnd type="none"/>
          </a:ln>
        </p:spPr>
      </p:sp>
      <p:sp>
        <p:nvSpPr>
          <p:cNvPr id="85" name="Shape 83"/>
          <p:cNvSpPr/>
          <p:nvPr/>
        </p:nvSpPr>
        <p:spPr>
          <a:xfrm>
            <a:off x="5879592" y="3564934"/>
            <a:ext cx="0" cy="62592"/>
          </a:xfrm>
          <a:prstGeom prst="line">
            <a:avLst/>
          </a:prstGeom>
          <a:noFill/>
          <a:ln w="25400">
            <a:solidFill>
              <a:srgbClr val="5C4DB7"/>
            </a:solidFill>
            <a:prstDash val="solid"/>
            <a:headEnd type="none"/>
            <a:tailEnd type="none"/>
          </a:ln>
        </p:spPr>
      </p:sp>
      <p:sp>
        <p:nvSpPr>
          <p:cNvPr id="86" name="Shape 84"/>
          <p:cNvSpPr/>
          <p:nvPr/>
        </p:nvSpPr>
        <p:spPr>
          <a:xfrm>
            <a:off x="5879592" y="3624783"/>
            <a:ext cx="176480" cy="0"/>
          </a:xfrm>
          <a:prstGeom prst="line">
            <a:avLst/>
          </a:prstGeom>
          <a:noFill/>
          <a:ln w="25400">
            <a:solidFill>
              <a:srgbClr val="5C4DB7"/>
            </a:solidFill>
            <a:prstDash val="solid"/>
            <a:headEnd type="none"/>
            <a:tailEnd type="none"/>
          </a:ln>
        </p:spPr>
      </p:sp>
      <p:sp>
        <p:nvSpPr>
          <p:cNvPr id="87" name="Shape 85"/>
          <p:cNvSpPr/>
          <p:nvPr/>
        </p:nvSpPr>
        <p:spPr>
          <a:xfrm>
            <a:off x="6053328" y="3622040"/>
            <a:ext cx="0" cy="61866"/>
          </a:xfrm>
          <a:prstGeom prst="line">
            <a:avLst/>
          </a:prstGeom>
          <a:noFill/>
          <a:ln w="25400">
            <a:solidFill>
              <a:srgbClr val="5C4DB7"/>
            </a:solidFill>
            <a:prstDash val="solid"/>
            <a:headEnd type="none"/>
            <a:tailEnd type="none"/>
          </a:ln>
        </p:spPr>
      </p:sp>
      <p:sp>
        <p:nvSpPr>
          <p:cNvPr id="88" name="Shape 86"/>
          <p:cNvSpPr/>
          <p:nvPr/>
        </p:nvSpPr>
        <p:spPr>
          <a:xfrm>
            <a:off x="6053328" y="3681163"/>
            <a:ext cx="176480" cy="0"/>
          </a:xfrm>
          <a:prstGeom prst="line">
            <a:avLst/>
          </a:prstGeom>
          <a:noFill/>
          <a:ln w="25400">
            <a:solidFill>
              <a:srgbClr val="5C4DB7"/>
            </a:solidFill>
            <a:prstDash val="solid"/>
            <a:headEnd type="none"/>
            <a:tailEnd type="none"/>
          </a:ln>
        </p:spPr>
      </p:sp>
      <p:sp>
        <p:nvSpPr>
          <p:cNvPr id="89" name="Shape 87"/>
          <p:cNvSpPr/>
          <p:nvPr/>
        </p:nvSpPr>
        <p:spPr>
          <a:xfrm>
            <a:off x="6227064" y="3678420"/>
            <a:ext cx="0" cy="61108"/>
          </a:xfrm>
          <a:prstGeom prst="line">
            <a:avLst/>
          </a:prstGeom>
          <a:noFill/>
          <a:ln w="25400">
            <a:solidFill>
              <a:srgbClr val="5C4DB7"/>
            </a:solidFill>
            <a:prstDash val="solid"/>
            <a:headEnd type="none"/>
            <a:tailEnd type="none"/>
          </a:ln>
        </p:spPr>
      </p:sp>
      <p:sp>
        <p:nvSpPr>
          <p:cNvPr id="90" name="Shape 88"/>
          <p:cNvSpPr/>
          <p:nvPr/>
        </p:nvSpPr>
        <p:spPr>
          <a:xfrm>
            <a:off x="6227064" y="3736785"/>
            <a:ext cx="176479" cy="0"/>
          </a:xfrm>
          <a:prstGeom prst="line">
            <a:avLst/>
          </a:prstGeom>
          <a:noFill/>
          <a:ln w="25400">
            <a:solidFill>
              <a:srgbClr val="5C4DB7"/>
            </a:solidFill>
            <a:prstDash val="solid"/>
            <a:headEnd type="none"/>
            <a:tailEnd type="none"/>
          </a:ln>
        </p:spPr>
      </p:sp>
      <p:sp>
        <p:nvSpPr>
          <p:cNvPr id="91" name="Shape 89"/>
          <p:cNvSpPr/>
          <p:nvPr/>
        </p:nvSpPr>
        <p:spPr>
          <a:xfrm>
            <a:off x="6400800" y="3734042"/>
            <a:ext cx="0" cy="60199"/>
          </a:xfrm>
          <a:prstGeom prst="line">
            <a:avLst/>
          </a:prstGeom>
          <a:noFill/>
          <a:ln w="25400">
            <a:solidFill>
              <a:srgbClr val="5C4DB7"/>
            </a:solidFill>
            <a:prstDash val="solid"/>
            <a:headEnd type="none"/>
            <a:tailEnd type="none"/>
          </a:ln>
        </p:spPr>
      </p:sp>
      <p:sp>
        <p:nvSpPr>
          <p:cNvPr id="92" name="Shape 90"/>
          <p:cNvSpPr/>
          <p:nvPr/>
        </p:nvSpPr>
        <p:spPr>
          <a:xfrm>
            <a:off x="6400800" y="3791498"/>
            <a:ext cx="176480" cy="0"/>
          </a:xfrm>
          <a:prstGeom prst="line">
            <a:avLst/>
          </a:prstGeom>
          <a:noFill/>
          <a:ln w="25400">
            <a:solidFill>
              <a:srgbClr val="5C4DB7"/>
            </a:solidFill>
            <a:prstDash val="solid"/>
            <a:headEnd type="none"/>
            <a:tailEnd type="none"/>
          </a:ln>
        </p:spPr>
      </p:sp>
      <p:sp>
        <p:nvSpPr>
          <p:cNvPr id="93" name="Shape 91"/>
          <p:cNvSpPr/>
          <p:nvPr/>
        </p:nvSpPr>
        <p:spPr>
          <a:xfrm>
            <a:off x="6574536" y="3788754"/>
            <a:ext cx="0" cy="59087"/>
          </a:xfrm>
          <a:prstGeom prst="line">
            <a:avLst/>
          </a:prstGeom>
          <a:noFill/>
          <a:ln w="25400">
            <a:solidFill>
              <a:srgbClr val="5C4DB7"/>
            </a:solidFill>
            <a:prstDash val="solid"/>
            <a:headEnd type="none"/>
            <a:tailEnd type="none"/>
          </a:ln>
        </p:spPr>
      </p:sp>
      <p:sp>
        <p:nvSpPr>
          <p:cNvPr id="94" name="Shape 92"/>
          <p:cNvSpPr/>
          <p:nvPr/>
        </p:nvSpPr>
        <p:spPr>
          <a:xfrm>
            <a:off x="6574536" y="3845099"/>
            <a:ext cx="176480" cy="0"/>
          </a:xfrm>
          <a:prstGeom prst="line">
            <a:avLst/>
          </a:prstGeom>
          <a:noFill/>
          <a:ln w="25400">
            <a:solidFill>
              <a:srgbClr val="5C4DB7"/>
            </a:solidFill>
            <a:prstDash val="solid"/>
            <a:headEnd type="none"/>
            <a:tailEnd type="none"/>
          </a:ln>
        </p:spPr>
      </p:sp>
      <p:sp>
        <p:nvSpPr>
          <p:cNvPr id="95" name="Shape 93"/>
          <p:cNvSpPr/>
          <p:nvPr/>
        </p:nvSpPr>
        <p:spPr>
          <a:xfrm>
            <a:off x="6748272" y="3842356"/>
            <a:ext cx="0" cy="58157"/>
          </a:xfrm>
          <a:prstGeom prst="line">
            <a:avLst/>
          </a:prstGeom>
          <a:noFill/>
          <a:ln w="25400">
            <a:solidFill>
              <a:srgbClr val="5C4DB7"/>
            </a:solidFill>
            <a:prstDash val="solid"/>
            <a:headEnd type="none"/>
            <a:tailEnd type="none"/>
          </a:ln>
        </p:spPr>
      </p:sp>
      <p:sp>
        <p:nvSpPr>
          <p:cNvPr id="96" name="Shape 94"/>
          <p:cNvSpPr/>
          <p:nvPr/>
        </p:nvSpPr>
        <p:spPr>
          <a:xfrm>
            <a:off x="6748272" y="3897769"/>
            <a:ext cx="176479" cy="0"/>
          </a:xfrm>
          <a:prstGeom prst="line">
            <a:avLst/>
          </a:prstGeom>
          <a:noFill/>
          <a:ln w="25400">
            <a:solidFill>
              <a:srgbClr val="5C4DB7"/>
            </a:solidFill>
            <a:prstDash val="solid"/>
            <a:headEnd type="none"/>
            <a:tailEnd type="none"/>
          </a:ln>
        </p:spPr>
      </p:sp>
      <p:sp>
        <p:nvSpPr>
          <p:cNvPr id="97" name="Shape 95"/>
          <p:cNvSpPr/>
          <p:nvPr/>
        </p:nvSpPr>
        <p:spPr>
          <a:xfrm>
            <a:off x="6922008" y="3895026"/>
            <a:ext cx="0" cy="57345"/>
          </a:xfrm>
          <a:prstGeom prst="line">
            <a:avLst/>
          </a:prstGeom>
          <a:noFill/>
          <a:ln w="25400">
            <a:solidFill>
              <a:srgbClr val="5C4DB7"/>
            </a:solidFill>
            <a:prstDash val="solid"/>
            <a:headEnd type="none"/>
            <a:tailEnd type="none"/>
          </a:ln>
        </p:spPr>
      </p:sp>
      <p:sp>
        <p:nvSpPr>
          <p:cNvPr id="98" name="Shape 96"/>
          <p:cNvSpPr/>
          <p:nvPr/>
        </p:nvSpPr>
        <p:spPr>
          <a:xfrm>
            <a:off x="6922008" y="3949628"/>
            <a:ext cx="176480" cy="0"/>
          </a:xfrm>
          <a:prstGeom prst="line">
            <a:avLst/>
          </a:prstGeom>
          <a:noFill/>
          <a:ln w="25400">
            <a:solidFill>
              <a:srgbClr val="5C4DB7"/>
            </a:solidFill>
            <a:prstDash val="solid"/>
            <a:headEnd type="none"/>
            <a:tailEnd type="none"/>
          </a:ln>
        </p:spPr>
      </p:sp>
      <p:sp>
        <p:nvSpPr>
          <p:cNvPr id="99" name="Shape 97"/>
          <p:cNvSpPr/>
          <p:nvPr/>
        </p:nvSpPr>
        <p:spPr>
          <a:xfrm>
            <a:off x="7095744" y="3946885"/>
            <a:ext cx="0" cy="56465"/>
          </a:xfrm>
          <a:prstGeom prst="line">
            <a:avLst/>
          </a:prstGeom>
          <a:noFill/>
          <a:ln w="25400">
            <a:solidFill>
              <a:srgbClr val="5C4DB7"/>
            </a:solidFill>
            <a:prstDash val="solid"/>
            <a:headEnd type="none"/>
            <a:tailEnd type="none"/>
          </a:ln>
        </p:spPr>
      </p:sp>
      <p:sp>
        <p:nvSpPr>
          <p:cNvPr id="100" name="Shape 98"/>
          <p:cNvSpPr/>
          <p:nvPr/>
        </p:nvSpPr>
        <p:spPr>
          <a:xfrm>
            <a:off x="7095744" y="4000606"/>
            <a:ext cx="176480" cy="0"/>
          </a:xfrm>
          <a:prstGeom prst="line">
            <a:avLst/>
          </a:prstGeom>
          <a:noFill/>
          <a:ln w="25400">
            <a:solidFill>
              <a:srgbClr val="5C4DB7"/>
            </a:solidFill>
            <a:prstDash val="solid"/>
            <a:headEnd type="none"/>
            <a:tailEnd type="none"/>
          </a:ln>
        </p:spPr>
      </p:sp>
      <p:sp>
        <p:nvSpPr>
          <p:cNvPr id="101" name="Shape 99"/>
          <p:cNvSpPr/>
          <p:nvPr/>
        </p:nvSpPr>
        <p:spPr>
          <a:xfrm>
            <a:off x="7269480" y="3997863"/>
            <a:ext cx="0" cy="50061"/>
          </a:xfrm>
          <a:prstGeom prst="line">
            <a:avLst/>
          </a:prstGeom>
          <a:noFill/>
          <a:ln w="25400">
            <a:solidFill>
              <a:srgbClr val="5C4DB7"/>
            </a:solidFill>
            <a:prstDash val="solid"/>
            <a:headEnd type="none"/>
            <a:tailEnd type="none"/>
          </a:ln>
        </p:spPr>
      </p:sp>
      <p:sp>
        <p:nvSpPr>
          <p:cNvPr id="102" name="Shape 100"/>
          <p:cNvSpPr/>
          <p:nvPr/>
        </p:nvSpPr>
        <p:spPr>
          <a:xfrm>
            <a:off x="7269480" y="4045181"/>
            <a:ext cx="176479" cy="0"/>
          </a:xfrm>
          <a:prstGeom prst="line">
            <a:avLst/>
          </a:prstGeom>
          <a:noFill/>
          <a:ln w="25400">
            <a:solidFill>
              <a:srgbClr val="5C4DB7"/>
            </a:solidFill>
            <a:prstDash val="solid"/>
            <a:headEnd type="none"/>
            <a:tailEnd type="none"/>
          </a:ln>
        </p:spPr>
      </p:sp>
      <p:sp>
        <p:nvSpPr>
          <p:cNvPr id="103" name="Shape 101"/>
          <p:cNvSpPr/>
          <p:nvPr/>
        </p:nvSpPr>
        <p:spPr>
          <a:xfrm>
            <a:off x="7443216" y="4042437"/>
            <a:ext cx="0" cy="55036"/>
          </a:xfrm>
          <a:prstGeom prst="line">
            <a:avLst/>
          </a:prstGeom>
          <a:noFill/>
          <a:ln w="25400">
            <a:solidFill>
              <a:srgbClr val="5C4DB7"/>
            </a:solidFill>
            <a:prstDash val="solid"/>
            <a:headEnd type="none"/>
            <a:tailEnd type="none"/>
          </a:ln>
        </p:spPr>
      </p:sp>
      <p:sp>
        <p:nvSpPr>
          <p:cNvPr id="104" name="Shape 102"/>
          <p:cNvSpPr/>
          <p:nvPr/>
        </p:nvSpPr>
        <p:spPr>
          <a:xfrm>
            <a:off x="7443216" y="4094730"/>
            <a:ext cx="176480" cy="0"/>
          </a:xfrm>
          <a:prstGeom prst="line">
            <a:avLst/>
          </a:prstGeom>
          <a:noFill/>
          <a:ln w="25400">
            <a:solidFill>
              <a:srgbClr val="5C4DB7"/>
            </a:solidFill>
            <a:prstDash val="solid"/>
            <a:headEnd type="none"/>
            <a:tailEnd type="none"/>
          </a:ln>
        </p:spPr>
      </p:sp>
      <p:sp>
        <p:nvSpPr>
          <p:cNvPr id="105" name="Shape 103"/>
          <p:cNvSpPr/>
          <p:nvPr/>
        </p:nvSpPr>
        <p:spPr>
          <a:xfrm>
            <a:off x="7616952" y="4091987"/>
            <a:ext cx="0" cy="54219"/>
          </a:xfrm>
          <a:prstGeom prst="line">
            <a:avLst/>
          </a:prstGeom>
          <a:noFill/>
          <a:ln w="25400">
            <a:solidFill>
              <a:srgbClr val="5C4DB7"/>
            </a:solidFill>
            <a:prstDash val="solid"/>
            <a:headEnd type="none"/>
            <a:tailEnd type="none"/>
          </a:ln>
        </p:spPr>
      </p:sp>
      <p:sp>
        <p:nvSpPr>
          <p:cNvPr id="106" name="Shape 104"/>
          <p:cNvSpPr/>
          <p:nvPr/>
        </p:nvSpPr>
        <p:spPr>
          <a:xfrm>
            <a:off x="7616952" y="4143462"/>
            <a:ext cx="176480" cy="0"/>
          </a:xfrm>
          <a:prstGeom prst="line">
            <a:avLst/>
          </a:prstGeom>
          <a:noFill/>
          <a:ln w="25400">
            <a:solidFill>
              <a:srgbClr val="5C4DB7"/>
            </a:solidFill>
            <a:prstDash val="solid"/>
            <a:headEnd type="none"/>
            <a:tailEnd type="none"/>
          </a:ln>
        </p:spPr>
      </p:sp>
      <p:sp>
        <p:nvSpPr>
          <p:cNvPr id="107" name="Shape 105"/>
          <p:cNvSpPr/>
          <p:nvPr/>
        </p:nvSpPr>
        <p:spPr>
          <a:xfrm>
            <a:off x="7790688" y="4140719"/>
            <a:ext cx="0" cy="53140"/>
          </a:xfrm>
          <a:prstGeom prst="line">
            <a:avLst/>
          </a:prstGeom>
          <a:noFill/>
          <a:ln w="25400">
            <a:solidFill>
              <a:srgbClr val="5C4DB7"/>
            </a:solidFill>
            <a:prstDash val="solid"/>
            <a:headEnd type="none"/>
            <a:tailEnd type="none"/>
          </a:ln>
        </p:spPr>
      </p:sp>
      <p:sp>
        <p:nvSpPr>
          <p:cNvPr id="108" name="Shape 106"/>
          <p:cNvSpPr/>
          <p:nvPr/>
        </p:nvSpPr>
        <p:spPr>
          <a:xfrm>
            <a:off x="7790688" y="4191116"/>
            <a:ext cx="176479" cy="0"/>
          </a:xfrm>
          <a:prstGeom prst="line">
            <a:avLst/>
          </a:prstGeom>
          <a:noFill/>
          <a:ln w="25400">
            <a:solidFill>
              <a:srgbClr val="5C4DB7"/>
            </a:solidFill>
            <a:prstDash val="solid"/>
            <a:headEnd type="none"/>
            <a:tailEnd type="none"/>
          </a:ln>
        </p:spPr>
      </p:sp>
      <p:sp>
        <p:nvSpPr>
          <p:cNvPr id="109" name="Shape 107"/>
          <p:cNvSpPr/>
          <p:nvPr/>
        </p:nvSpPr>
        <p:spPr>
          <a:xfrm>
            <a:off x="7964424" y="4188373"/>
            <a:ext cx="0" cy="52235"/>
          </a:xfrm>
          <a:prstGeom prst="line">
            <a:avLst/>
          </a:prstGeom>
          <a:noFill/>
          <a:ln w="25400">
            <a:solidFill>
              <a:srgbClr val="5C4DB7"/>
            </a:solidFill>
            <a:prstDash val="solid"/>
            <a:headEnd type="none"/>
            <a:tailEnd type="none"/>
          </a:ln>
        </p:spPr>
      </p:sp>
      <p:sp>
        <p:nvSpPr>
          <p:cNvPr id="110" name="Shape 108"/>
          <p:cNvSpPr/>
          <p:nvPr/>
        </p:nvSpPr>
        <p:spPr>
          <a:xfrm>
            <a:off x="7964424" y="4237865"/>
            <a:ext cx="176480" cy="0"/>
          </a:xfrm>
          <a:prstGeom prst="line">
            <a:avLst/>
          </a:prstGeom>
          <a:noFill/>
          <a:ln w="25400">
            <a:solidFill>
              <a:srgbClr val="5C4DB7"/>
            </a:solidFill>
            <a:prstDash val="solid"/>
            <a:headEnd type="none"/>
            <a:tailEnd type="none"/>
          </a:ln>
        </p:spPr>
      </p:sp>
      <p:sp>
        <p:nvSpPr>
          <p:cNvPr id="111" name="Shape 109"/>
          <p:cNvSpPr/>
          <p:nvPr/>
        </p:nvSpPr>
        <p:spPr>
          <a:xfrm>
            <a:off x="8138160" y="4235121"/>
            <a:ext cx="0" cy="51455"/>
          </a:xfrm>
          <a:prstGeom prst="line">
            <a:avLst/>
          </a:prstGeom>
          <a:noFill/>
          <a:ln w="25400">
            <a:solidFill>
              <a:srgbClr val="5C4DB7"/>
            </a:solidFill>
            <a:prstDash val="solid"/>
            <a:headEnd type="none"/>
            <a:tailEnd type="none"/>
          </a:ln>
        </p:spPr>
      </p:sp>
      <p:sp>
        <p:nvSpPr>
          <p:cNvPr id="112" name="Shape 110"/>
          <p:cNvSpPr/>
          <p:nvPr/>
        </p:nvSpPr>
        <p:spPr>
          <a:xfrm>
            <a:off x="8138160" y="4283833"/>
            <a:ext cx="176480" cy="0"/>
          </a:xfrm>
          <a:prstGeom prst="line">
            <a:avLst/>
          </a:prstGeom>
          <a:noFill/>
          <a:ln w="25400">
            <a:solidFill>
              <a:srgbClr val="5C4DB7"/>
            </a:solidFill>
            <a:prstDash val="solid"/>
            <a:headEnd type="none"/>
            <a:tailEnd type="none"/>
          </a:ln>
        </p:spPr>
      </p:sp>
      <p:sp>
        <p:nvSpPr>
          <p:cNvPr id="113" name="Shape 111"/>
          <p:cNvSpPr/>
          <p:nvPr/>
        </p:nvSpPr>
        <p:spPr>
          <a:xfrm>
            <a:off x="8311896" y="4281090"/>
            <a:ext cx="0" cy="50708"/>
          </a:xfrm>
          <a:prstGeom prst="line">
            <a:avLst/>
          </a:prstGeom>
          <a:noFill/>
          <a:ln w="25400">
            <a:solidFill>
              <a:srgbClr val="5C4DB7"/>
            </a:solidFill>
            <a:prstDash val="solid"/>
            <a:headEnd type="none"/>
            <a:tailEnd type="none"/>
          </a:ln>
        </p:spPr>
      </p:sp>
      <p:sp>
        <p:nvSpPr>
          <p:cNvPr id="114" name="Shape 112"/>
          <p:cNvSpPr/>
          <p:nvPr/>
        </p:nvSpPr>
        <p:spPr>
          <a:xfrm>
            <a:off x="8311896" y="4329055"/>
            <a:ext cx="176479" cy="0"/>
          </a:xfrm>
          <a:prstGeom prst="line">
            <a:avLst/>
          </a:prstGeom>
          <a:noFill/>
          <a:ln w="25400">
            <a:solidFill>
              <a:srgbClr val="5C4DB7"/>
            </a:solidFill>
            <a:prstDash val="solid"/>
            <a:headEnd type="none"/>
            <a:tailEnd type="none"/>
          </a:ln>
        </p:spPr>
      </p:sp>
      <p:sp>
        <p:nvSpPr>
          <p:cNvPr id="115" name="Shape 113"/>
          <p:cNvSpPr/>
          <p:nvPr/>
        </p:nvSpPr>
        <p:spPr>
          <a:xfrm>
            <a:off x="8485632" y="4326311"/>
            <a:ext cx="0" cy="50016"/>
          </a:xfrm>
          <a:prstGeom prst="line">
            <a:avLst/>
          </a:prstGeom>
          <a:noFill/>
          <a:ln w="25400">
            <a:solidFill>
              <a:srgbClr val="5C4DB7"/>
            </a:solidFill>
            <a:prstDash val="solid"/>
            <a:headEnd type="none"/>
            <a:tailEnd type="none"/>
          </a:ln>
        </p:spPr>
      </p:sp>
      <p:sp>
        <p:nvSpPr>
          <p:cNvPr id="116" name="Shape 114"/>
          <p:cNvSpPr/>
          <p:nvPr/>
        </p:nvSpPr>
        <p:spPr>
          <a:xfrm>
            <a:off x="8485632" y="4373585"/>
            <a:ext cx="176480" cy="0"/>
          </a:xfrm>
          <a:prstGeom prst="line">
            <a:avLst/>
          </a:prstGeom>
          <a:noFill/>
          <a:ln w="25400">
            <a:solidFill>
              <a:srgbClr val="5C4DB7"/>
            </a:solidFill>
            <a:prstDash val="solid"/>
            <a:headEnd type="none"/>
            <a:tailEnd type="none"/>
          </a:ln>
        </p:spPr>
      </p:sp>
      <p:sp>
        <p:nvSpPr>
          <p:cNvPr id="117" name="Shape 115"/>
          <p:cNvSpPr/>
          <p:nvPr/>
        </p:nvSpPr>
        <p:spPr>
          <a:xfrm>
            <a:off x="8659368" y="4370841"/>
            <a:ext cx="0" cy="49254"/>
          </a:xfrm>
          <a:prstGeom prst="line">
            <a:avLst/>
          </a:prstGeom>
          <a:noFill/>
          <a:ln w="25400">
            <a:solidFill>
              <a:srgbClr val="5C4DB7"/>
            </a:solidFill>
            <a:prstDash val="solid"/>
            <a:headEnd type="none"/>
            <a:tailEnd type="none"/>
          </a:ln>
        </p:spPr>
      </p:sp>
      <p:sp>
        <p:nvSpPr>
          <p:cNvPr id="118" name="Shape 116"/>
          <p:cNvSpPr/>
          <p:nvPr/>
        </p:nvSpPr>
        <p:spPr>
          <a:xfrm>
            <a:off x="8659368" y="4417352"/>
            <a:ext cx="176480" cy="0"/>
          </a:xfrm>
          <a:prstGeom prst="line">
            <a:avLst/>
          </a:prstGeom>
          <a:noFill/>
          <a:ln w="25400">
            <a:solidFill>
              <a:srgbClr val="5C4DB7"/>
            </a:solidFill>
            <a:prstDash val="solid"/>
            <a:headEnd type="none"/>
            <a:tailEnd type="none"/>
          </a:ln>
        </p:spPr>
      </p:sp>
      <p:sp>
        <p:nvSpPr>
          <p:cNvPr id="119" name="Shape 117"/>
          <p:cNvSpPr/>
          <p:nvPr/>
        </p:nvSpPr>
        <p:spPr>
          <a:xfrm>
            <a:off x="8833104" y="4414609"/>
            <a:ext cx="0" cy="48205"/>
          </a:xfrm>
          <a:prstGeom prst="line">
            <a:avLst/>
          </a:prstGeom>
          <a:noFill/>
          <a:ln w="25400">
            <a:solidFill>
              <a:srgbClr val="5C4DB7"/>
            </a:solidFill>
            <a:prstDash val="solid"/>
            <a:headEnd type="none"/>
            <a:tailEnd type="none"/>
          </a:ln>
        </p:spPr>
      </p:sp>
      <p:sp>
        <p:nvSpPr>
          <p:cNvPr id="120" name="Shape 118"/>
          <p:cNvSpPr/>
          <p:nvPr/>
        </p:nvSpPr>
        <p:spPr>
          <a:xfrm>
            <a:off x="8833104" y="4460071"/>
            <a:ext cx="176479" cy="0"/>
          </a:xfrm>
          <a:prstGeom prst="line">
            <a:avLst/>
          </a:prstGeom>
          <a:noFill/>
          <a:ln w="25400">
            <a:solidFill>
              <a:srgbClr val="5C4DB7"/>
            </a:solidFill>
            <a:prstDash val="solid"/>
            <a:headEnd type="none"/>
            <a:tailEnd type="none"/>
          </a:ln>
        </p:spPr>
      </p:sp>
      <p:sp>
        <p:nvSpPr>
          <p:cNvPr id="121" name="Shape 119"/>
          <p:cNvSpPr/>
          <p:nvPr/>
        </p:nvSpPr>
        <p:spPr>
          <a:xfrm>
            <a:off x="9006840" y="4457328"/>
            <a:ext cx="0" cy="47202"/>
          </a:xfrm>
          <a:prstGeom prst="line">
            <a:avLst/>
          </a:prstGeom>
          <a:noFill/>
          <a:ln w="25400">
            <a:solidFill>
              <a:srgbClr val="5C4DB7"/>
            </a:solidFill>
            <a:prstDash val="solid"/>
            <a:headEnd type="none"/>
            <a:tailEnd type="none"/>
          </a:ln>
        </p:spPr>
      </p:sp>
      <p:sp>
        <p:nvSpPr>
          <p:cNvPr id="122" name="Shape 120"/>
          <p:cNvSpPr/>
          <p:nvPr/>
        </p:nvSpPr>
        <p:spPr>
          <a:xfrm>
            <a:off x="9006840" y="4501786"/>
            <a:ext cx="176480" cy="0"/>
          </a:xfrm>
          <a:prstGeom prst="line">
            <a:avLst/>
          </a:prstGeom>
          <a:noFill/>
          <a:ln w="25400">
            <a:solidFill>
              <a:srgbClr val="5C4DB7"/>
            </a:solidFill>
            <a:prstDash val="solid"/>
            <a:headEnd type="none"/>
            <a:tailEnd type="none"/>
          </a:ln>
        </p:spPr>
      </p:sp>
      <p:sp>
        <p:nvSpPr>
          <p:cNvPr id="123" name="Shape 121"/>
          <p:cNvSpPr/>
          <p:nvPr/>
        </p:nvSpPr>
        <p:spPr>
          <a:xfrm>
            <a:off x="9180576" y="4499043"/>
            <a:ext cx="0" cy="46151"/>
          </a:xfrm>
          <a:prstGeom prst="line">
            <a:avLst/>
          </a:prstGeom>
          <a:noFill/>
          <a:ln w="25400">
            <a:solidFill>
              <a:srgbClr val="5C4DB7"/>
            </a:solidFill>
            <a:prstDash val="solid"/>
            <a:headEnd type="none"/>
            <a:tailEnd type="none"/>
          </a:ln>
        </p:spPr>
      </p:sp>
      <p:sp>
        <p:nvSpPr>
          <p:cNvPr id="124" name="Shape 122"/>
          <p:cNvSpPr/>
          <p:nvPr/>
        </p:nvSpPr>
        <p:spPr>
          <a:xfrm>
            <a:off x="9180576" y="4542451"/>
            <a:ext cx="176480" cy="0"/>
          </a:xfrm>
          <a:prstGeom prst="line">
            <a:avLst/>
          </a:prstGeom>
          <a:noFill/>
          <a:ln w="25400">
            <a:solidFill>
              <a:srgbClr val="5C4DB7"/>
            </a:solidFill>
            <a:prstDash val="solid"/>
            <a:headEnd type="none"/>
            <a:tailEnd type="none"/>
          </a:ln>
        </p:spPr>
      </p:sp>
      <p:sp>
        <p:nvSpPr>
          <p:cNvPr id="125" name="Shape 123"/>
          <p:cNvSpPr/>
          <p:nvPr/>
        </p:nvSpPr>
        <p:spPr>
          <a:xfrm>
            <a:off x="9354312" y="4539708"/>
            <a:ext cx="0" cy="35651"/>
          </a:xfrm>
          <a:prstGeom prst="line">
            <a:avLst/>
          </a:prstGeom>
          <a:noFill/>
          <a:ln w="25400">
            <a:solidFill>
              <a:srgbClr val="5C4DB7"/>
            </a:solidFill>
            <a:prstDash val="solid"/>
            <a:headEnd type="none"/>
            <a:tailEnd type="none"/>
          </a:ln>
        </p:spPr>
      </p:sp>
      <p:sp>
        <p:nvSpPr>
          <p:cNvPr id="126" name="Shape 124"/>
          <p:cNvSpPr/>
          <p:nvPr/>
        </p:nvSpPr>
        <p:spPr>
          <a:xfrm>
            <a:off x="9354312" y="4572616"/>
            <a:ext cx="176479" cy="0"/>
          </a:xfrm>
          <a:prstGeom prst="line">
            <a:avLst/>
          </a:prstGeom>
          <a:noFill/>
          <a:ln w="25400">
            <a:solidFill>
              <a:srgbClr val="5C4DB7"/>
            </a:solidFill>
            <a:prstDash val="solid"/>
            <a:headEnd type="none"/>
            <a:tailEnd type="none"/>
          </a:ln>
        </p:spPr>
      </p:sp>
      <p:sp>
        <p:nvSpPr>
          <p:cNvPr id="127" name="Shape 125"/>
          <p:cNvSpPr/>
          <p:nvPr/>
        </p:nvSpPr>
        <p:spPr>
          <a:xfrm>
            <a:off x="9528048" y="4569873"/>
            <a:ext cx="0" cy="44035"/>
          </a:xfrm>
          <a:prstGeom prst="line">
            <a:avLst/>
          </a:prstGeom>
          <a:noFill/>
          <a:ln w="25400">
            <a:solidFill>
              <a:srgbClr val="5C4DB7"/>
            </a:solidFill>
            <a:prstDash val="solid"/>
            <a:headEnd type="none"/>
            <a:tailEnd type="none"/>
          </a:ln>
        </p:spPr>
      </p:sp>
      <p:sp>
        <p:nvSpPr>
          <p:cNvPr id="128" name="Shape 126"/>
          <p:cNvSpPr/>
          <p:nvPr/>
        </p:nvSpPr>
        <p:spPr>
          <a:xfrm>
            <a:off x="9528048" y="4611164"/>
            <a:ext cx="176480" cy="0"/>
          </a:xfrm>
          <a:prstGeom prst="line">
            <a:avLst/>
          </a:prstGeom>
          <a:noFill/>
          <a:ln w="25400">
            <a:solidFill>
              <a:srgbClr val="5C4DB7"/>
            </a:solidFill>
            <a:prstDash val="solid"/>
            <a:headEnd type="none"/>
            <a:tailEnd type="none"/>
          </a:ln>
        </p:spPr>
      </p:sp>
      <p:sp>
        <p:nvSpPr>
          <p:cNvPr id="129" name="Shape 127"/>
          <p:cNvSpPr/>
          <p:nvPr/>
        </p:nvSpPr>
        <p:spPr>
          <a:xfrm>
            <a:off x="9701784" y="4608421"/>
            <a:ext cx="0" cy="42919"/>
          </a:xfrm>
          <a:prstGeom prst="line">
            <a:avLst/>
          </a:prstGeom>
          <a:noFill/>
          <a:ln w="25400">
            <a:solidFill>
              <a:srgbClr val="5C4DB7"/>
            </a:solidFill>
            <a:prstDash val="solid"/>
            <a:headEnd type="none"/>
            <a:tailEnd type="none"/>
          </a:ln>
        </p:spPr>
      </p:sp>
      <p:sp>
        <p:nvSpPr>
          <p:cNvPr id="130" name="Shape 128"/>
          <p:cNvSpPr/>
          <p:nvPr/>
        </p:nvSpPr>
        <p:spPr>
          <a:xfrm>
            <a:off x="9701784" y="4648597"/>
            <a:ext cx="176480" cy="0"/>
          </a:xfrm>
          <a:prstGeom prst="line">
            <a:avLst/>
          </a:prstGeom>
          <a:noFill/>
          <a:ln w="25400">
            <a:solidFill>
              <a:srgbClr val="5C4DB7"/>
            </a:solidFill>
            <a:prstDash val="solid"/>
            <a:headEnd type="none"/>
            <a:tailEnd type="none"/>
          </a:ln>
        </p:spPr>
      </p:sp>
      <p:sp>
        <p:nvSpPr>
          <p:cNvPr id="131" name="Shape 129"/>
          <p:cNvSpPr/>
          <p:nvPr/>
        </p:nvSpPr>
        <p:spPr>
          <a:xfrm>
            <a:off x="9875520" y="4645854"/>
            <a:ext cx="0" cy="41931"/>
          </a:xfrm>
          <a:prstGeom prst="line">
            <a:avLst/>
          </a:prstGeom>
          <a:noFill/>
          <a:ln w="25400">
            <a:solidFill>
              <a:srgbClr val="5C4DB7"/>
            </a:solidFill>
            <a:prstDash val="solid"/>
            <a:headEnd type="none"/>
            <a:tailEnd type="none"/>
          </a:ln>
        </p:spPr>
      </p:sp>
      <p:sp>
        <p:nvSpPr>
          <p:cNvPr id="132" name="Shape 130"/>
          <p:cNvSpPr/>
          <p:nvPr/>
        </p:nvSpPr>
        <p:spPr>
          <a:xfrm>
            <a:off x="9875520" y="4685042"/>
            <a:ext cx="176479" cy="0"/>
          </a:xfrm>
          <a:prstGeom prst="line">
            <a:avLst/>
          </a:prstGeom>
          <a:noFill/>
          <a:ln w="25400">
            <a:solidFill>
              <a:srgbClr val="5C4DB7"/>
            </a:solidFill>
            <a:prstDash val="solid"/>
            <a:headEnd type="none"/>
            <a:tailEnd type="none"/>
          </a:ln>
        </p:spPr>
      </p:sp>
      <p:sp>
        <p:nvSpPr>
          <p:cNvPr id="133" name="Shape 131"/>
          <p:cNvSpPr/>
          <p:nvPr/>
        </p:nvSpPr>
        <p:spPr>
          <a:xfrm>
            <a:off x="10049256" y="4682299"/>
            <a:ext cx="0" cy="40845"/>
          </a:xfrm>
          <a:prstGeom prst="line">
            <a:avLst/>
          </a:prstGeom>
          <a:noFill/>
          <a:ln w="25400">
            <a:solidFill>
              <a:srgbClr val="5C4DB7"/>
            </a:solidFill>
            <a:prstDash val="solid"/>
            <a:headEnd type="none"/>
            <a:tailEnd type="none"/>
          </a:ln>
        </p:spPr>
      </p:sp>
      <p:sp>
        <p:nvSpPr>
          <p:cNvPr id="134" name="Shape 132"/>
          <p:cNvSpPr/>
          <p:nvPr/>
        </p:nvSpPr>
        <p:spPr>
          <a:xfrm>
            <a:off x="10049256" y="4720400"/>
            <a:ext cx="176480" cy="0"/>
          </a:xfrm>
          <a:prstGeom prst="line">
            <a:avLst/>
          </a:prstGeom>
          <a:noFill/>
          <a:ln w="25400">
            <a:solidFill>
              <a:srgbClr val="5C4DB7"/>
            </a:solidFill>
            <a:prstDash val="solid"/>
            <a:headEnd type="none"/>
            <a:tailEnd type="none"/>
          </a:ln>
        </p:spPr>
      </p:sp>
      <p:sp>
        <p:nvSpPr>
          <p:cNvPr id="135" name="Shape 133"/>
          <p:cNvSpPr/>
          <p:nvPr/>
        </p:nvSpPr>
        <p:spPr>
          <a:xfrm>
            <a:off x="10222992" y="4717657"/>
            <a:ext cx="0" cy="39171"/>
          </a:xfrm>
          <a:prstGeom prst="line">
            <a:avLst/>
          </a:prstGeom>
          <a:noFill/>
          <a:ln w="25400">
            <a:solidFill>
              <a:srgbClr val="5C4DB7"/>
            </a:solidFill>
            <a:prstDash val="solid"/>
            <a:headEnd type="none"/>
            <a:tailEnd type="none"/>
          </a:ln>
        </p:spPr>
      </p:sp>
      <p:sp>
        <p:nvSpPr>
          <p:cNvPr id="136" name="Shape 134"/>
          <p:cNvSpPr/>
          <p:nvPr/>
        </p:nvSpPr>
        <p:spPr>
          <a:xfrm>
            <a:off x="10222992" y="4754085"/>
            <a:ext cx="176480" cy="0"/>
          </a:xfrm>
          <a:prstGeom prst="line">
            <a:avLst/>
          </a:prstGeom>
          <a:noFill/>
          <a:ln w="25400">
            <a:solidFill>
              <a:srgbClr val="5C4DB7"/>
            </a:solidFill>
            <a:prstDash val="solid"/>
            <a:headEnd type="none"/>
            <a:tailEnd type="none"/>
          </a:ln>
        </p:spPr>
      </p:sp>
      <p:sp>
        <p:nvSpPr>
          <p:cNvPr id="137" name="Shape 135"/>
          <p:cNvSpPr/>
          <p:nvPr/>
        </p:nvSpPr>
        <p:spPr>
          <a:xfrm>
            <a:off x="10396728" y="4751342"/>
            <a:ext cx="0" cy="36678"/>
          </a:xfrm>
          <a:prstGeom prst="line">
            <a:avLst/>
          </a:prstGeom>
          <a:noFill/>
          <a:ln w="25400">
            <a:solidFill>
              <a:srgbClr val="5C4DB7"/>
            </a:solidFill>
            <a:prstDash val="solid"/>
            <a:headEnd type="none"/>
            <a:tailEnd type="none"/>
          </a:ln>
        </p:spPr>
      </p:sp>
      <p:sp>
        <p:nvSpPr>
          <p:cNvPr id="138" name="Shape 136"/>
          <p:cNvSpPr/>
          <p:nvPr/>
        </p:nvSpPr>
        <p:spPr>
          <a:xfrm>
            <a:off x="10396728" y="4785277"/>
            <a:ext cx="176479" cy="0"/>
          </a:xfrm>
          <a:prstGeom prst="line">
            <a:avLst/>
          </a:prstGeom>
          <a:noFill/>
          <a:ln w="25400">
            <a:solidFill>
              <a:srgbClr val="5C4DB7"/>
            </a:solidFill>
            <a:prstDash val="solid"/>
            <a:headEnd type="none"/>
            <a:tailEnd type="none"/>
          </a:ln>
        </p:spPr>
      </p:sp>
      <p:sp>
        <p:nvSpPr>
          <p:cNvPr id="139" name="Shape 137"/>
          <p:cNvSpPr/>
          <p:nvPr/>
        </p:nvSpPr>
        <p:spPr>
          <a:xfrm>
            <a:off x="10570464" y="4782533"/>
            <a:ext cx="0" cy="33713"/>
          </a:xfrm>
          <a:prstGeom prst="line">
            <a:avLst/>
          </a:prstGeom>
          <a:noFill/>
          <a:ln w="25400">
            <a:solidFill>
              <a:srgbClr val="5C4DB7"/>
            </a:solidFill>
            <a:prstDash val="solid"/>
            <a:headEnd type="none"/>
            <a:tailEnd type="none"/>
          </a:ln>
        </p:spPr>
      </p:sp>
      <p:sp>
        <p:nvSpPr>
          <p:cNvPr id="140" name="Shape 138"/>
          <p:cNvSpPr/>
          <p:nvPr/>
        </p:nvSpPr>
        <p:spPr>
          <a:xfrm>
            <a:off x="10570464" y="4813503"/>
            <a:ext cx="176480" cy="0"/>
          </a:xfrm>
          <a:prstGeom prst="line">
            <a:avLst/>
          </a:prstGeom>
          <a:noFill/>
          <a:ln w="25400">
            <a:solidFill>
              <a:srgbClr val="5C4DB7"/>
            </a:solidFill>
            <a:prstDash val="solid"/>
            <a:headEnd type="none"/>
            <a:tailEnd type="none"/>
          </a:ln>
        </p:spPr>
      </p:sp>
      <p:sp>
        <p:nvSpPr>
          <p:cNvPr id="141" name="Shape 139"/>
          <p:cNvSpPr/>
          <p:nvPr/>
        </p:nvSpPr>
        <p:spPr>
          <a:xfrm>
            <a:off x="10744200" y="4810760"/>
            <a:ext cx="0" cy="30652"/>
          </a:xfrm>
          <a:prstGeom prst="line">
            <a:avLst/>
          </a:prstGeom>
          <a:noFill/>
          <a:ln w="25400">
            <a:solidFill>
              <a:srgbClr val="5C4DB7"/>
            </a:solidFill>
            <a:prstDash val="solid"/>
            <a:headEnd type="none"/>
            <a:tailEnd type="none"/>
          </a:ln>
        </p:spPr>
      </p:sp>
      <p:sp>
        <p:nvSpPr>
          <p:cNvPr id="142" name="Shape 140"/>
          <p:cNvSpPr/>
          <p:nvPr/>
        </p:nvSpPr>
        <p:spPr>
          <a:xfrm>
            <a:off x="10744200" y="4838669"/>
            <a:ext cx="176480" cy="0"/>
          </a:xfrm>
          <a:prstGeom prst="line">
            <a:avLst/>
          </a:prstGeom>
          <a:noFill/>
          <a:ln w="25400">
            <a:solidFill>
              <a:srgbClr val="5C4DB7"/>
            </a:solidFill>
            <a:prstDash val="solid"/>
            <a:headEnd type="none"/>
            <a:tailEnd type="none"/>
          </a:ln>
        </p:spPr>
      </p:sp>
      <p:sp>
        <p:nvSpPr>
          <p:cNvPr id="143" name="Shape 141"/>
          <p:cNvSpPr/>
          <p:nvPr/>
        </p:nvSpPr>
        <p:spPr>
          <a:xfrm>
            <a:off x="10917936" y="4835926"/>
            <a:ext cx="0" cy="27584"/>
          </a:xfrm>
          <a:prstGeom prst="line">
            <a:avLst/>
          </a:prstGeom>
          <a:noFill/>
          <a:ln w="25400">
            <a:solidFill>
              <a:srgbClr val="5C4DB7"/>
            </a:solidFill>
            <a:prstDash val="solid"/>
            <a:headEnd type="none"/>
            <a:tailEnd type="none"/>
          </a:ln>
        </p:spPr>
      </p:sp>
      <p:sp>
        <p:nvSpPr>
          <p:cNvPr id="144" name="Shape 142"/>
          <p:cNvSpPr/>
          <p:nvPr/>
        </p:nvSpPr>
        <p:spPr>
          <a:xfrm>
            <a:off x="10917936" y="4860766"/>
            <a:ext cx="176479" cy="0"/>
          </a:xfrm>
          <a:prstGeom prst="line">
            <a:avLst/>
          </a:prstGeom>
          <a:noFill/>
          <a:ln w="25400">
            <a:solidFill>
              <a:srgbClr val="5C4DB7"/>
            </a:solidFill>
            <a:prstDash val="solid"/>
            <a:headEnd type="none"/>
            <a:tailEnd type="none"/>
          </a:ln>
        </p:spPr>
      </p:sp>
      <p:sp>
        <p:nvSpPr>
          <p:cNvPr id="145" name="Shape 143"/>
          <p:cNvSpPr/>
          <p:nvPr/>
        </p:nvSpPr>
        <p:spPr>
          <a:xfrm>
            <a:off x="11091672" y="4858023"/>
            <a:ext cx="0" cy="24638"/>
          </a:xfrm>
          <a:prstGeom prst="line">
            <a:avLst/>
          </a:prstGeom>
          <a:noFill/>
          <a:ln w="25400">
            <a:solidFill>
              <a:srgbClr val="5C4DB7"/>
            </a:solidFill>
            <a:prstDash val="solid"/>
            <a:headEnd type="none"/>
            <a:tailEnd type="none"/>
          </a:ln>
        </p:spPr>
      </p:sp>
      <p:sp>
        <p:nvSpPr>
          <p:cNvPr id="146" name="Shape 144"/>
          <p:cNvSpPr/>
          <p:nvPr/>
        </p:nvSpPr>
        <p:spPr>
          <a:xfrm>
            <a:off x="11091672" y="4879918"/>
            <a:ext cx="176480" cy="0"/>
          </a:xfrm>
          <a:prstGeom prst="line">
            <a:avLst/>
          </a:prstGeom>
          <a:noFill/>
          <a:ln w="25400">
            <a:solidFill>
              <a:srgbClr val="5C4DB7"/>
            </a:solidFill>
            <a:prstDash val="solid"/>
            <a:headEnd type="none"/>
            <a:tailEnd type="none"/>
          </a:ln>
        </p:spPr>
      </p:sp>
      <p:sp>
        <p:nvSpPr>
          <p:cNvPr id="147" name="Shape 145"/>
          <p:cNvSpPr/>
          <p:nvPr/>
        </p:nvSpPr>
        <p:spPr>
          <a:xfrm>
            <a:off x="11265408" y="4877175"/>
            <a:ext cx="0" cy="21765"/>
          </a:xfrm>
          <a:prstGeom prst="line">
            <a:avLst/>
          </a:prstGeom>
          <a:noFill/>
          <a:ln w="25400">
            <a:solidFill>
              <a:srgbClr val="5C4DB7"/>
            </a:solidFill>
            <a:prstDash val="solid"/>
            <a:headEnd type="none"/>
            <a:tailEnd type="none"/>
          </a:ln>
        </p:spPr>
      </p:sp>
      <p:sp>
        <p:nvSpPr>
          <p:cNvPr id="148" name="Shape 146"/>
          <p:cNvSpPr/>
          <p:nvPr/>
        </p:nvSpPr>
        <p:spPr>
          <a:xfrm>
            <a:off x="868680" y="1792224"/>
            <a:ext cx="256032" cy="0"/>
          </a:xfrm>
          <a:prstGeom prst="line">
            <a:avLst/>
          </a:prstGeom>
          <a:noFill/>
          <a:ln w="27940">
            <a:solidFill>
              <a:srgbClr val="5C4DB7"/>
            </a:solidFill>
            <a:prstDash val="solid"/>
          </a:ln>
        </p:spPr>
      </p:sp>
      <p:sp>
        <p:nvSpPr>
          <p:cNvPr id="149" name="Text 147"/>
          <p:cNvSpPr/>
          <p:nvPr/>
        </p:nvSpPr>
        <p:spPr>
          <a:xfrm>
            <a:off x="1197864" y="1719072"/>
            <a:ext cx="2011680"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MFR</a:t>
            </a:r>
            <a:endParaRPr lang="en-US" sz="920" dirty="0"/>
          </a:p>
        </p:txBody>
      </p:sp>
      <p:sp>
        <p:nvSpPr>
          <p:cNvPr id="150" name="Shape 148"/>
          <p:cNvSpPr/>
          <p:nvPr/>
        </p:nvSpPr>
        <p:spPr>
          <a:xfrm>
            <a:off x="841248" y="4864808"/>
            <a:ext cx="176480" cy="0"/>
          </a:xfrm>
          <a:prstGeom prst="line">
            <a:avLst/>
          </a:prstGeom>
          <a:noFill/>
          <a:ln w="38100">
            <a:solidFill>
              <a:srgbClr val="168B83"/>
            </a:solidFill>
            <a:prstDash val="solid"/>
            <a:headEnd type="none"/>
            <a:tailEnd type="none"/>
          </a:ln>
        </p:spPr>
      </p:sp>
      <p:sp>
        <p:nvSpPr>
          <p:cNvPr id="151" name="Shape 149"/>
          <p:cNvSpPr/>
          <p:nvPr/>
        </p:nvSpPr>
        <p:spPr>
          <a:xfrm>
            <a:off x="1014984" y="4862064"/>
            <a:ext cx="0" cy="35711"/>
          </a:xfrm>
          <a:prstGeom prst="line">
            <a:avLst/>
          </a:prstGeom>
          <a:noFill/>
          <a:ln w="38100">
            <a:solidFill>
              <a:srgbClr val="168B83"/>
            </a:solidFill>
            <a:prstDash val="solid"/>
            <a:headEnd type="none"/>
            <a:tailEnd type="none"/>
          </a:ln>
        </p:spPr>
      </p:sp>
      <p:sp>
        <p:nvSpPr>
          <p:cNvPr id="152" name="Shape 150"/>
          <p:cNvSpPr/>
          <p:nvPr/>
        </p:nvSpPr>
        <p:spPr>
          <a:xfrm>
            <a:off x="1014984" y="4895032"/>
            <a:ext cx="176479" cy="0"/>
          </a:xfrm>
          <a:prstGeom prst="line">
            <a:avLst/>
          </a:prstGeom>
          <a:noFill/>
          <a:ln w="38100">
            <a:solidFill>
              <a:srgbClr val="168B83"/>
            </a:solidFill>
            <a:prstDash val="solid"/>
            <a:headEnd type="none"/>
            <a:tailEnd type="none"/>
          </a:ln>
        </p:spPr>
      </p:sp>
      <p:sp>
        <p:nvSpPr>
          <p:cNvPr id="153" name="Shape 151"/>
          <p:cNvSpPr/>
          <p:nvPr/>
        </p:nvSpPr>
        <p:spPr>
          <a:xfrm>
            <a:off x="1188720" y="4868124"/>
            <a:ext cx="0" cy="29651"/>
          </a:xfrm>
          <a:prstGeom prst="line">
            <a:avLst/>
          </a:prstGeom>
          <a:noFill/>
          <a:ln w="38100">
            <a:solidFill>
              <a:srgbClr val="168B83"/>
            </a:solidFill>
            <a:prstDash val="solid"/>
            <a:headEnd type="none"/>
            <a:tailEnd type="none"/>
          </a:ln>
        </p:spPr>
      </p:sp>
      <p:sp>
        <p:nvSpPr>
          <p:cNvPr id="154" name="Shape 152"/>
          <p:cNvSpPr/>
          <p:nvPr/>
        </p:nvSpPr>
        <p:spPr>
          <a:xfrm>
            <a:off x="1188720" y="4870867"/>
            <a:ext cx="176480" cy="0"/>
          </a:xfrm>
          <a:prstGeom prst="line">
            <a:avLst/>
          </a:prstGeom>
          <a:noFill/>
          <a:ln w="38100">
            <a:solidFill>
              <a:srgbClr val="168B83"/>
            </a:solidFill>
            <a:prstDash val="solid"/>
            <a:headEnd type="none"/>
            <a:tailEnd type="none"/>
          </a:ln>
        </p:spPr>
      </p:sp>
      <p:sp>
        <p:nvSpPr>
          <p:cNvPr id="155" name="Shape 153"/>
          <p:cNvSpPr/>
          <p:nvPr/>
        </p:nvSpPr>
        <p:spPr>
          <a:xfrm>
            <a:off x="1362456" y="4795948"/>
            <a:ext cx="0" cy="77662"/>
          </a:xfrm>
          <a:prstGeom prst="line">
            <a:avLst/>
          </a:prstGeom>
          <a:noFill/>
          <a:ln w="38100">
            <a:solidFill>
              <a:srgbClr val="168B83"/>
            </a:solidFill>
            <a:prstDash val="solid"/>
            <a:headEnd type="none"/>
            <a:tailEnd type="none"/>
          </a:ln>
        </p:spPr>
      </p:sp>
      <p:sp>
        <p:nvSpPr>
          <p:cNvPr id="156" name="Shape 154"/>
          <p:cNvSpPr/>
          <p:nvPr/>
        </p:nvSpPr>
        <p:spPr>
          <a:xfrm>
            <a:off x="1362456" y="4798691"/>
            <a:ext cx="176480" cy="0"/>
          </a:xfrm>
          <a:prstGeom prst="line">
            <a:avLst/>
          </a:prstGeom>
          <a:noFill/>
          <a:ln w="38100">
            <a:solidFill>
              <a:srgbClr val="168B83"/>
            </a:solidFill>
            <a:prstDash val="solid"/>
            <a:headEnd type="none"/>
            <a:tailEnd type="none"/>
          </a:ln>
        </p:spPr>
      </p:sp>
      <p:sp>
        <p:nvSpPr>
          <p:cNvPr id="157" name="Shape 155"/>
          <p:cNvSpPr/>
          <p:nvPr/>
        </p:nvSpPr>
        <p:spPr>
          <a:xfrm>
            <a:off x="1536192" y="4670219"/>
            <a:ext cx="0" cy="131216"/>
          </a:xfrm>
          <a:prstGeom prst="line">
            <a:avLst/>
          </a:prstGeom>
          <a:noFill/>
          <a:ln w="38100">
            <a:solidFill>
              <a:srgbClr val="168B83"/>
            </a:solidFill>
            <a:prstDash val="solid"/>
            <a:headEnd type="none"/>
            <a:tailEnd type="none"/>
          </a:ln>
        </p:spPr>
      </p:sp>
      <p:sp>
        <p:nvSpPr>
          <p:cNvPr id="158" name="Shape 156"/>
          <p:cNvSpPr/>
          <p:nvPr/>
        </p:nvSpPr>
        <p:spPr>
          <a:xfrm>
            <a:off x="1536192" y="4672962"/>
            <a:ext cx="176479" cy="0"/>
          </a:xfrm>
          <a:prstGeom prst="line">
            <a:avLst/>
          </a:prstGeom>
          <a:noFill/>
          <a:ln w="38100">
            <a:solidFill>
              <a:srgbClr val="168B83"/>
            </a:solidFill>
            <a:prstDash val="solid"/>
            <a:headEnd type="none"/>
            <a:tailEnd type="none"/>
          </a:ln>
        </p:spPr>
      </p:sp>
      <p:sp>
        <p:nvSpPr>
          <p:cNvPr id="159" name="Shape 157"/>
          <p:cNvSpPr/>
          <p:nvPr/>
        </p:nvSpPr>
        <p:spPr>
          <a:xfrm>
            <a:off x="1709928" y="4499591"/>
            <a:ext cx="0" cy="176114"/>
          </a:xfrm>
          <a:prstGeom prst="line">
            <a:avLst/>
          </a:prstGeom>
          <a:noFill/>
          <a:ln w="38100">
            <a:solidFill>
              <a:srgbClr val="168B83"/>
            </a:solidFill>
            <a:prstDash val="solid"/>
            <a:headEnd type="none"/>
            <a:tailEnd type="none"/>
          </a:ln>
        </p:spPr>
      </p:sp>
      <p:sp>
        <p:nvSpPr>
          <p:cNvPr id="160" name="Shape 158"/>
          <p:cNvSpPr/>
          <p:nvPr/>
        </p:nvSpPr>
        <p:spPr>
          <a:xfrm>
            <a:off x="1709928" y="4502334"/>
            <a:ext cx="176480" cy="0"/>
          </a:xfrm>
          <a:prstGeom prst="line">
            <a:avLst/>
          </a:prstGeom>
          <a:noFill/>
          <a:ln w="38100">
            <a:solidFill>
              <a:srgbClr val="168B83"/>
            </a:solidFill>
            <a:prstDash val="solid"/>
            <a:headEnd type="none"/>
            <a:tailEnd type="none"/>
          </a:ln>
        </p:spPr>
      </p:sp>
      <p:sp>
        <p:nvSpPr>
          <p:cNvPr id="161" name="Shape 159"/>
          <p:cNvSpPr/>
          <p:nvPr/>
        </p:nvSpPr>
        <p:spPr>
          <a:xfrm>
            <a:off x="1883664" y="4299560"/>
            <a:ext cx="0" cy="205518"/>
          </a:xfrm>
          <a:prstGeom prst="line">
            <a:avLst/>
          </a:prstGeom>
          <a:noFill/>
          <a:ln w="38100">
            <a:solidFill>
              <a:srgbClr val="168B83"/>
            </a:solidFill>
            <a:prstDash val="solid"/>
            <a:headEnd type="none"/>
            <a:tailEnd type="none"/>
          </a:ln>
        </p:spPr>
      </p:sp>
      <p:sp>
        <p:nvSpPr>
          <p:cNvPr id="162" name="Shape 160"/>
          <p:cNvSpPr/>
          <p:nvPr/>
        </p:nvSpPr>
        <p:spPr>
          <a:xfrm>
            <a:off x="1883664" y="4302303"/>
            <a:ext cx="176480" cy="0"/>
          </a:xfrm>
          <a:prstGeom prst="line">
            <a:avLst/>
          </a:prstGeom>
          <a:noFill/>
          <a:ln w="38100">
            <a:solidFill>
              <a:srgbClr val="168B83"/>
            </a:solidFill>
            <a:prstDash val="solid"/>
            <a:headEnd type="none"/>
            <a:tailEnd type="none"/>
          </a:ln>
        </p:spPr>
      </p:sp>
      <p:sp>
        <p:nvSpPr>
          <p:cNvPr id="163" name="Shape 161"/>
          <p:cNvSpPr/>
          <p:nvPr/>
        </p:nvSpPr>
        <p:spPr>
          <a:xfrm>
            <a:off x="2057400" y="4085783"/>
            <a:ext cx="0" cy="219263"/>
          </a:xfrm>
          <a:prstGeom prst="line">
            <a:avLst/>
          </a:prstGeom>
          <a:noFill/>
          <a:ln w="38100">
            <a:solidFill>
              <a:srgbClr val="168B83"/>
            </a:solidFill>
            <a:prstDash val="solid"/>
            <a:headEnd type="none"/>
            <a:tailEnd type="none"/>
          </a:ln>
        </p:spPr>
      </p:sp>
      <p:sp>
        <p:nvSpPr>
          <p:cNvPr id="164" name="Shape 162"/>
          <p:cNvSpPr/>
          <p:nvPr/>
        </p:nvSpPr>
        <p:spPr>
          <a:xfrm>
            <a:off x="2057400" y="4088527"/>
            <a:ext cx="176479" cy="0"/>
          </a:xfrm>
          <a:prstGeom prst="line">
            <a:avLst/>
          </a:prstGeom>
          <a:noFill/>
          <a:ln w="38100">
            <a:solidFill>
              <a:srgbClr val="168B83"/>
            </a:solidFill>
            <a:prstDash val="solid"/>
            <a:headEnd type="none"/>
            <a:tailEnd type="none"/>
          </a:ln>
        </p:spPr>
      </p:sp>
      <p:sp>
        <p:nvSpPr>
          <p:cNvPr id="165" name="Shape 163"/>
          <p:cNvSpPr/>
          <p:nvPr/>
        </p:nvSpPr>
        <p:spPr>
          <a:xfrm>
            <a:off x="2231136" y="3873375"/>
            <a:ext cx="0" cy="217894"/>
          </a:xfrm>
          <a:prstGeom prst="line">
            <a:avLst/>
          </a:prstGeom>
          <a:noFill/>
          <a:ln w="38100">
            <a:solidFill>
              <a:srgbClr val="168B83"/>
            </a:solidFill>
            <a:prstDash val="solid"/>
            <a:headEnd type="none"/>
            <a:tailEnd type="none"/>
          </a:ln>
        </p:spPr>
      </p:sp>
      <p:sp>
        <p:nvSpPr>
          <p:cNvPr id="166" name="Shape 164"/>
          <p:cNvSpPr/>
          <p:nvPr/>
        </p:nvSpPr>
        <p:spPr>
          <a:xfrm>
            <a:off x="2231136" y="3876118"/>
            <a:ext cx="176480" cy="0"/>
          </a:xfrm>
          <a:prstGeom prst="line">
            <a:avLst/>
          </a:prstGeom>
          <a:noFill/>
          <a:ln w="38100">
            <a:solidFill>
              <a:srgbClr val="168B83"/>
            </a:solidFill>
            <a:prstDash val="solid"/>
            <a:headEnd type="none"/>
            <a:tailEnd type="none"/>
          </a:ln>
        </p:spPr>
      </p:sp>
      <p:sp>
        <p:nvSpPr>
          <p:cNvPr id="167" name="Shape 165"/>
          <p:cNvSpPr/>
          <p:nvPr/>
        </p:nvSpPr>
        <p:spPr>
          <a:xfrm>
            <a:off x="2404872" y="3674090"/>
            <a:ext cx="0" cy="204772"/>
          </a:xfrm>
          <a:prstGeom prst="line">
            <a:avLst/>
          </a:prstGeom>
          <a:noFill/>
          <a:ln w="38100">
            <a:solidFill>
              <a:srgbClr val="168B83"/>
            </a:solidFill>
            <a:prstDash val="solid"/>
            <a:headEnd type="none"/>
            <a:tailEnd type="none"/>
          </a:ln>
        </p:spPr>
      </p:sp>
      <p:sp>
        <p:nvSpPr>
          <p:cNvPr id="168" name="Shape 166"/>
          <p:cNvSpPr/>
          <p:nvPr/>
        </p:nvSpPr>
        <p:spPr>
          <a:xfrm>
            <a:off x="2404872" y="3676833"/>
            <a:ext cx="176480" cy="0"/>
          </a:xfrm>
          <a:prstGeom prst="line">
            <a:avLst/>
          </a:prstGeom>
          <a:noFill/>
          <a:ln w="38100">
            <a:solidFill>
              <a:srgbClr val="168B83"/>
            </a:solidFill>
            <a:prstDash val="solid"/>
            <a:headEnd type="none"/>
            <a:tailEnd type="none"/>
          </a:ln>
        </p:spPr>
      </p:sp>
      <p:sp>
        <p:nvSpPr>
          <p:cNvPr id="169" name="Shape 167"/>
          <p:cNvSpPr/>
          <p:nvPr/>
        </p:nvSpPr>
        <p:spPr>
          <a:xfrm>
            <a:off x="2578608" y="3494614"/>
            <a:ext cx="0" cy="184962"/>
          </a:xfrm>
          <a:prstGeom prst="line">
            <a:avLst/>
          </a:prstGeom>
          <a:noFill/>
          <a:ln w="38100">
            <a:solidFill>
              <a:srgbClr val="168B83"/>
            </a:solidFill>
            <a:prstDash val="solid"/>
            <a:headEnd type="none"/>
            <a:tailEnd type="none"/>
          </a:ln>
        </p:spPr>
      </p:sp>
      <p:sp>
        <p:nvSpPr>
          <p:cNvPr id="170" name="Shape 168"/>
          <p:cNvSpPr/>
          <p:nvPr/>
        </p:nvSpPr>
        <p:spPr>
          <a:xfrm>
            <a:off x="2578608" y="3497358"/>
            <a:ext cx="176479" cy="0"/>
          </a:xfrm>
          <a:prstGeom prst="line">
            <a:avLst/>
          </a:prstGeom>
          <a:noFill/>
          <a:ln w="38100">
            <a:solidFill>
              <a:srgbClr val="168B83"/>
            </a:solidFill>
            <a:prstDash val="solid"/>
            <a:headEnd type="none"/>
            <a:tailEnd type="none"/>
          </a:ln>
        </p:spPr>
      </p:sp>
      <p:sp>
        <p:nvSpPr>
          <p:cNvPr id="171" name="Shape 169"/>
          <p:cNvSpPr/>
          <p:nvPr/>
        </p:nvSpPr>
        <p:spPr>
          <a:xfrm>
            <a:off x="2752344" y="3338623"/>
            <a:ext cx="0" cy="161478"/>
          </a:xfrm>
          <a:prstGeom prst="line">
            <a:avLst/>
          </a:prstGeom>
          <a:noFill/>
          <a:ln w="38100">
            <a:solidFill>
              <a:srgbClr val="168B83"/>
            </a:solidFill>
            <a:prstDash val="solid"/>
            <a:headEnd type="none"/>
            <a:tailEnd type="none"/>
          </a:ln>
        </p:spPr>
      </p:sp>
      <p:sp>
        <p:nvSpPr>
          <p:cNvPr id="172" name="Shape 170"/>
          <p:cNvSpPr/>
          <p:nvPr/>
        </p:nvSpPr>
        <p:spPr>
          <a:xfrm>
            <a:off x="2752344" y="3341366"/>
            <a:ext cx="176480" cy="0"/>
          </a:xfrm>
          <a:prstGeom prst="line">
            <a:avLst/>
          </a:prstGeom>
          <a:noFill/>
          <a:ln w="38100">
            <a:solidFill>
              <a:srgbClr val="168B83"/>
            </a:solidFill>
            <a:prstDash val="solid"/>
            <a:headEnd type="none"/>
            <a:tailEnd type="none"/>
          </a:ln>
        </p:spPr>
      </p:sp>
      <p:sp>
        <p:nvSpPr>
          <p:cNvPr id="173" name="Shape 171"/>
          <p:cNvSpPr/>
          <p:nvPr/>
        </p:nvSpPr>
        <p:spPr>
          <a:xfrm>
            <a:off x="2926080" y="3206574"/>
            <a:ext cx="0" cy="137536"/>
          </a:xfrm>
          <a:prstGeom prst="line">
            <a:avLst/>
          </a:prstGeom>
          <a:noFill/>
          <a:ln w="38100">
            <a:solidFill>
              <a:srgbClr val="168B83"/>
            </a:solidFill>
            <a:prstDash val="solid"/>
            <a:headEnd type="none"/>
            <a:tailEnd type="none"/>
          </a:ln>
        </p:spPr>
      </p:sp>
      <p:sp>
        <p:nvSpPr>
          <p:cNvPr id="174" name="Shape 172"/>
          <p:cNvSpPr/>
          <p:nvPr/>
        </p:nvSpPr>
        <p:spPr>
          <a:xfrm>
            <a:off x="2926080" y="3209317"/>
            <a:ext cx="176480" cy="0"/>
          </a:xfrm>
          <a:prstGeom prst="line">
            <a:avLst/>
          </a:prstGeom>
          <a:noFill/>
          <a:ln w="38100">
            <a:solidFill>
              <a:srgbClr val="168B83"/>
            </a:solidFill>
            <a:prstDash val="solid"/>
            <a:headEnd type="none"/>
            <a:tailEnd type="none"/>
          </a:ln>
        </p:spPr>
      </p:sp>
      <p:sp>
        <p:nvSpPr>
          <p:cNvPr id="175" name="Shape 173"/>
          <p:cNvSpPr/>
          <p:nvPr/>
        </p:nvSpPr>
        <p:spPr>
          <a:xfrm>
            <a:off x="3099816" y="3090124"/>
            <a:ext cx="0" cy="121936"/>
          </a:xfrm>
          <a:prstGeom prst="line">
            <a:avLst/>
          </a:prstGeom>
          <a:noFill/>
          <a:ln w="38100">
            <a:solidFill>
              <a:srgbClr val="168B83"/>
            </a:solidFill>
            <a:prstDash val="solid"/>
            <a:headEnd type="none"/>
            <a:tailEnd type="none"/>
          </a:ln>
        </p:spPr>
      </p:sp>
      <p:sp>
        <p:nvSpPr>
          <p:cNvPr id="176" name="Shape 174"/>
          <p:cNvSpPr/>
          <p:nvPr/>
        </p:nvSpPr>
        <p:spPr>
          <a:xfrm>
            <a:off x="3099816" y="3092868"/>
            <a:ext cx="176479" cy="0"/>
          </a:xfrm>
          <a:prstGeom prst="line">
            <a:avLst/>
          </a:prstGeom>
          <a:noFill/>
          <a:ln w="38100">
            <a:solidFill>
              <a:srgbClr val="168B83"/>
            </a:solidFill>
            <a:prstDash val="solid"/>
            <a:headEnd type="none"/>
            <a:tailEnd type="none"/>
          </a:ln>
        </p:spPr>
      </p:sp>
      <p:sp>
        <p:nvSpPr>
          <p:cNvPr id="177" name="Shape 175"/>
          <p:cNvSpPr/>
          <p:nvPr/>
        </p:nvSpPr>
        <p:spPr>
          <a:xfrm>
            <a:off x="3273552" y="2998210"/>
            <a:ext cx="0" cy="97401"/>
          </a:xfrm>
          <a:prstGeom prst="line">
            <a:avLst/>
          </a:prstGeom>
          <a:noFill/>
          <a:ln w="38100">
            <a:solidFill>
              <a:srgbClr val="168B83"/>
            </a:solidFill>
            <a:prstDash val="solid"/>
            <a:headEnd type="none"/>
            <a:tailEnd type="none"/>
          </a:ln>
        </p:spPr>
      </p:sp>
      <p:sp>
        <p:nvSpPr>
          <p:cNvPr id="178" name="Shape 176"/>
          <p:cNvSpPr/>
          <p:nvPr/>
        </p:nvSpPr>
        <p:spPr>
          <a:xfrm>
            <a:off x="3273552" y="3000953"/>
            <a:ext cx="176480" cy="0"/>
          </a:xfrm>
          <a:prstGeom prst="line">
            <a:avLst/>
          </a:prstGeom>
          <a:noFill/>
          <a:ln w="38100">
            <a:solidFill>
              <a:srgbClr val="168B83"/>
            </a:solidFill>
            <a:prstDash val="solid"/>
            <a:headEnd type="none"/>
            <a:tailEnd type="none"/>
          </a:ln>
        </p:spPr>
      </p:sp>
      <p:sp>
        <p:nvSpPr>
          <p:cNvPr id="179" name="Shape 177"/>
          <p:cNvSpPr/>
          <p:nvPr/>
        </p:nvSpPr>
        <p:spPr>
          <a:xfrm>
            <a:off x="3447288" y="2921524"/>
            <a:ext cx="0" cy="82172"/>
          </a:xfrm>
          <a:prstGeom prst="line">
            <a:avLst/>
          </a:prstGeom>
          <a:noFill/>
          <a:ln w="38100">
            <a:solidFill>
              <a:srgbClr val="168B83"/>
            </a:solidFill>
            <a:prstDash val="solid"/>
            <a:headEnd type="none"/>
            <a:tailEnd type="none"/>
          </a:ln>
        </p:spPr>
      </p:sp>
      <p:sp>
        <p:nvSpPr>
          <p:cNvPr id="180" name="Shape 178"/>
          <p:cNvSpPr/>
          <p:nvPr/>
        </p:nvSpPr>
        <p:spPr>
          <a:xfrm>
            <a:off x="3447288" y="2924267"/>
            <a:ext cx="176480" cy="0"/>
          </a:xfrm>
          <a:prstGeom prst="line">
            <a:avLst/>
          </a:prstGeom>
          <a:noFill/>
          <a:ln w="38100">
            <a:solidFill>
              <a:srgbClr val="168B83"/>
            </a:solidFill>
            <a:prstDash val="solid"/>
            <a:headEnd type="none"/>
            <a:tailEnd type="none"/>
          </a:ln>
        </p:spPr>
      </p:sp>
      <p:sp>
        <p:nvSpPr>
          <p:cNvPr id="181" name="Shape 179"/>
          <p:cNvSpPr/>
          <p:nvPr/>
        </p:nvSpPr>
        <p:spPr>
          <a:xfrm>
            <a:off x="3621024" y="2856437"/>
            <a:ext cx="0" cy="70574"/>
          </a:xfrm>
          <a:prstGeom prst="line">
            <a:avLst/>
          </a:prstGeom>
          <a:noFill/>
          <a:ln w="38100">
            <a:solidFill>
              <a:srgbClr val="168B83"/>
            </a:solidFill>
            <a:prstDash val="solid"/>
            <a:headEnd type="none"/>
            <a:tailEnd type="none"/>
          </a:ln>
        </p:spPr>
      </p:sp>
      <p:sp>
        <p:nvSpPr>
          <p:cNvPr id="182" name="Shape 180"/>
          <p:cNvSpPr/>
          <p:nvPr/>
        </p:nvSpPr>
        <p:spPr>
          <a:xfrm>
            <a:off x="3621024" y="2859180"/>
            <a:ext cx="176479" cy="0"/>
          </a:xfrm>
          <a:prstGeom prst="line">
            <a:avLst/>
          </a:prstGeom>
          <a:noFill/>
          <a:ln w="38100">
            <a:solidFill>
              <a:srgbClr val="168B83"/>
            </a:solidFill>
            <a:prstDash val="solid"/>
            <a:headEnd type="none"/>
            <a:tailEnd type="none"/>
          </a:ln>
        </p:spPr>
      </p:sp>
      <p:sp>
        <p:nvSpPr>
          <p:cNvPr id="183" name="Shape 181"/>
          <p:cNvSpPr/>
          <p:nvPr/>
        </p:nvSpPr>
        <p:spPr>
          <a:xfrm>
            <a:off x="3794760" y="2799951"/>
            <a:ext cx="0" cy="61972"/>
          </a:xfrm>
          <a:prstGeom prst="line">
            <a:avLst/>
          </a:prstGeom>
          <a:noFill/>
          <a:ln w="38100">
            <a:solidFill>
              <a:srgbClr val="168B83"/>
            </a:solidFill>
            <a:prstDash val="solid"/>
            <a:headEnd type="none"/>
            <a:tailEnd type="none"/>
          </a:ln>
        </p:spPr>
      </p:sp>
      <p:sp>
        <p:nvSpPr>
          <p:cNvPr id="184" name="Shape 182"/>
          <p:cNvSpPr/>
          <p:nvPr/>
        </p:nvSpPr>
        <p:spPr>
          <a:xfrm>
            <a:off x="3794760" y="2802694"/>
            <a:ext cx="176480" cy="0"/>
          </a:xfrm>
          <a:prstGeom prst="line">
            <a:avLst/>
          </a:prstGeom>
          <a:noFill/>
          <a:ln w="38100">
            <a:solidFill>
              <a:srgbClr val="168B83"/>
            </a:solidFill>
            <a:prstDash val="solid"/>
            <a:headEnd type="none"/>
            <a:tailEnd type="none"/>
          </a:ln>
        </p:spPr>
      </p:sp>
      <p:sp>
        <p:nvSpPr>
          <p:cNvPr id="185" name="Shape 183"/>
          <p:cNvSpPr/>
          <p:nvPr/>
        </p:nvSpPr>
        <p:spPr>
          <a:xfrm>
            <a:off x="3968496" y="2749685"/>
            <a:ext cx="0" cy="55752"/>
          </a:xfrm>
          <a:prstGeom prst="line">
            <a:avLst/>
          </a:prstGeom>
          <a:noFill/>
          <a:ln w="38100">
            <a:solidFill>
              <a:srgbClr val="168B83"/>
            </a:solidFill>
            <a:prstDash val="solid"/>
            <a:headEnd type="none"/>
            <a:tailEnd type="none"/>
          </a:ln>
        </p:spPr>
      </p:sp>
      <p:sp>
        <p:nvSpPr>
          <p:cNvPr id="186" name="Shape 184"/>
          <p:cNvSpPr/>
          <p:nvPr/>
        </p:nvSpPr>
        <p:spPr>
          <a:xfrm>
            <a:off x="3968496" y="2752429"/>
            <a:ext cx="176480" cy="0"/>
          </a:xfrm>
          <a:prstGeom prst="line">
            <a:avLst/>
          </a:prstGeom>
          <a:noFill/>
          <a:ln w="38100">
            <a:solidFill>
              <a:srgbClr val="168B83"/>
            </a:solidFill>
            <a:prstDash val="solid"/>
            <a:headEnd type="none"/>
            <a:tailEnd type="none"/>
          </a:ln>
        </p:spPr>
      </p:sp>
      <p:sp>
        <p:nvSpPr>
          <p:cNvPr id="187" name="Shape 185"/>
          <p:cNvSpPr/>
          <p:nvPr/>
        </p:nvSpPr>
        <p:spPr>
          <a:xfrm>
            <a:off x="4142232" y="2703201"/>
            <a:ext cx="0" cy="51971"/>
          </a:xfrm>
          <a:prstGeom prst="line">
            <a:avLst/>
          </a:prstGeom>
          <a:noFill/>
          <a:ln w="38100">
            <a:solidFill>
              <a:srgbClr val="168B83"/>
            </a:solidFill>
            <a:prstDash val="solid"/>
            <a:headEnd type="none"/>
            <a:tailEnd type="none"/>
          </a:ln>
        </p:spPr>
      </p:sp>
      <p:sp>
        <p:nvSpPr>
          <p:cNvPr id="188" name="Shape 186"/>
          <p:cNvSpPr/>
          <p:nvPr/>
        </p:nvSpPr>
        <p:spPr>
          <a:xfrm>
            <a:off x="4142232" y="2705944"/>
            <a:ext cx="176479" cy="0"/>
          </a:xfrm>
          <a:prstGeom prst="line">
            <a:avLst/>
          </a:prstGeom>
          <a:noFill/>
          <a:ln w="38100">
            <a:solidFill>
              <a:srgbClr val="168B83"/>
            </a:solidFill>
            <a:prstDash val="solid"/>
            <a:headEnd type="none"/>
            <a:tailEnd type="none"/>
          </a:ln>
        </p:spPr>
      </p:sp>
      <p:sp>
        <p:nvSpPr>
          <p:cNvPr id="189" name="Shape 187"/>
          <p:cNvSpPr/>
          <p:nvPr/>
        </p:nvSpPr>
        <p:spPr>
          <a:xfrm>
            <a:off x="4315968" y="2659016"/>
            <a:ext cx="0" cy="49671"/>
          </a:xfrm>
          <a:prstGeom prst="line">
            <a:avLst/>
          </a:prstGeom>
          <a:noFill/>
          <a:ln w="38100">
            <a:solidFill>
              <a:srgbClr val="168B83"/>
            </a:solidFill>
            <a:prstDash val="solid"/>
            <a:headEnd type="none"/>
            <a:tailEnd type="none"/>
          </a:ln>
        </p:spPr>
      </p:sp>
      <p:sp>
        <p:nvSpPr>
          <p:cNvPr id="190" name="Shape 188"/>
          <p:cNvSpPr/>
          <p:nvPr/>
        </p:nvSpPr>
        <p:spPr>
          <a:xfrm>
            <a:off x="4315968" y="2661760"/>
            <a:ext cx="176480" cy="0"/>
          </a:xfrm>
          <a:prstGeom prst="line">
            <a:avLst/>
          </a:prstGeom>
          <a:noFill/>
          <a:ln w="38100">
            <a:solidFill>
              <a:srgbClr val="168B83"/>
            </a:solidFill>
            <a:prstDash val="solid"/>
            <a:headEnd type="none"/>
            <a:tailEnd type="none"/>
          </a:ln>
        </p:spPr>
      </p:sp>
      <p:sp>
        <p:nvSpPr>
          <p:cNvPr id="191" name="Shape 189"/>
          <p:cNvSpPr/>
          <p:nvPr/>
        </p:nvSpPr>
        <p:spPr>
          <a:xfrm>
            <a:off x="4489704" y="2616783"/>
            <a:ext cx="0" cy="47720"/>
          </a:xfrm>
          <a:prstGeom prst="line">
            <a:avLst/>
          </a:prstGeom>
          <a:noFill/>
          <a:ln w="38100">
            <a:solidFill>
              <a:srgbClr val="168B83"/>
            </a:solidFill>
            <a:prstDash val="solid"/>
            <a:headEnd type="none"/>
            <a:tailEnd type="none"/>
          </a:ln>
        </p:spPr>
      </p:sp>
      <p:sp>
        <p:nvSpPr>
          <p:cNvPr id="192" name="Shape 190"/>
          <p:cNvSpPr/>
          <p:nvPr/>
        </p:nvSpPr>
        <p:spPr>
          <a:xfrm>
            <a:off x="4489704" y="2619526"/>
            <a:ext cx="176480" cy="0"/>
          </a:xfrm>
          <a:prstGeom prst="line">
            <a:avLst/>
          </a:prstGeom>
          <a:noFill/>
          <a:ln w="38100">
            <a:solidFill>
              <a:srgbClr val="168B83"/>
            </a:solidFill>
            <a:prstDash val="solid"/>
            <a:headEnd type="none"/>
            <a:tailEnd type="none"/>
          </a:ln>
        </p:spPr>
      </p:sp>
      <p:sp>
        <p:nvSpPr>
          <p:cNvPr id="193" name="Shape 191"/>
          <p:cNvSpPr/>
          <p:nvPr/>
        </p:nvSpPr>
        <p:spPr>
          <a:xfrm>
            <a:off x="4663440" y="2577056"/>
            <a:ext cx="0" cy="45213"/>
          </a:xfrm>
          <a:prstGeom prst="line">
            <a:avLst/>
          </a:prstGeom>
          <a:noFill/>
          <a:ln w="38100">
            <a:solidFill>
              <a:srgbClr val="168B83"/>
            </a:solidFill>
            <a:prstDash val="solid"/>
            <a:headEnd type="none"/>
            <a:tailEnd type="none"/>
          </a:ln>
        </p:spPr>
      </p:sp>
      <p:sp>
        <p:nvSpPr>
          <p:cNvPr id="194" name="Shape 192"/>
          <p:cNvSpPr/>
          <p:nvPr/>
        </p:nvSpPr>
        <p:spPr>
          <a:xfrm>
            <a:off x="4663440" y="2579799"/>
            <a:ext cx="176479" cy="0"/>
          </a:xfrm>
          <a:prstGeom prst="line">
            <a:avLst/>
          </a:prstGeom>
          <a:noFill/>
          <a:ln w="38100">
            <a:solidFill>
              <a:srgbClr val="168B83"/>
            </a:solidFill>
            <a:prstDash val="solid"/>
            <a:headEnd type="none"/>
            <a:tailEnd type="none"/>
          </a:ln>
        </p:spPr>
      </p:sp>
      <p:sp>
        <p:nvSpPr>
          <p:cNvPr id="195" name="Shape 193"/>
          <p:cNvSpPr/>
          <p:nvPr/>
        </p:nvSpPr>
        <p:spPr>
          <a:xfrm>
            <a:off x="4837176" y="2540079"/>
            <a:ext cx="0" cy="42463"/>
          </a:xfrm>
          <a:prstGeom prst="line">
            <a:avLst/>
          </a:prstGeom>
          <a:noFill/>
          <a:ln w="38100">
            <a:solidFill>
              <a:srgbClr val="168B83"/>
            </a:solidFill>
            <a:prstDash val="solid"/>
            <a:headEnd type="none"/>
            <a:tailEnd type="none"/>
          </a:ln>
        </p:spPr>
      </p:sp>
      <p:sp>
        <p:nvSpPr>
          <p:cNvPr id="196" name="Shape 194"/>
          <p:cNvSpPr/>
          <p:nvPr/>
        </p:nvSpPr>
        <p:spPr>
          <a:xfrm>
            <a:off x="4837176" y="2542822"/>
            <a:ext cx="176480" cy="0"/>
          </a:xfrm>
          <a:prstGeom prst="line">
            <a:avLst/>
          </a:prstGeom>
          <a:noFill/>
          <a:ln w="38100">
            <a:solidFill>
              <a:srgbClr val="168B83"/>
            </a:solidFill>
            <a:prstDash val="solid"/>
            <a:headEnd type="none"/>
            <a:tailEnd type="none"/>
          </a:ln>
        </p:spPr>
      </p:sp>
      <p:sp>
        <p:nvSpPr>
          <p:cNvPr id="197" name="Shape 195"/>
          <p:cNvSpPr/>
          <p:nvPr/>
        </p:nvSpPr>
        <p:spPr>
          <a:xfrm>
            <a:off x="5010912" y="2507052"/>
            <a:ext cx="0" cy="38514"/>
          </a:xfrm>
          <a:prstGeom prst="line">
            <a:avLst/>
          </a:prstGeom>
          <a:noFill/>
          <a:ln w="38100">
            <a:solidFill>
              <a:srgbClr val="168B83"/>
            </a:solidFill>
            <a:prstDash val="solid"/>
            <a:headEnd type="none"/>
            <a:tailEnd type="none"/>
          </a:ln>
        </p:spPr>
      </p:sp>
      <p:sp>
        <p:nvSpPr>
          <p:cNvPr id="198" name="Shape 196"/>
          <p:cNvSpPr/>
          <p:nvPr/>
        </p:nvSpPr>
        <p:spPr>
          <a:xfrm>
            <a:off x="5010912" y="2509795"/>
            <a:ext cx="176480" cy="0"/>
          </a:xfrm>
          <a:prstGeom prst="line">
            <a:avLst/>
          </a:prstGeom>
          <a:noFill/>
          <a:ln w="38100">
            <a:solidFill>
              <a:srgbClr val="168B83"/>
            </a:solidFill>
            <a:prstDash val="solid"/>
            <a:headEnd type="none"/>
            <a:tailEnd type="none"/>
          </a:ln>
        </p:spPr>
      </p:sp>
      <p:sp>
        <p:nvSpPr>
          <p:cNvPr id="199" name="Shape 197"/>
          <p:cNvSpPr/>
          <p:nvPr/>
        </p:nvSpPr>
        <p:spPr>
          <a:xfrm>
            <a:off x="5184648" y="2364344"/>
            <a:ext cx="0" cy="148194"/>
          </a:xfrm>
          <a:prstGeom prst="line">
            <a:avLst/>
          </a:prstGeom>
          <a:noFill/>
          <a:ln w="38100">
            <a:solidFill>
              <a:srgbClr val="168B83"/>
            </a:solidFill>
            <a:prstDash val="solid"/>
            <a:headEnd type="none"/>
            <a:tailEnd type="none"/>
          </a:ln>
        </p:spPr>
      </p:sp>
      <p:sp>
        <p:nvSpPr>
          <p:cNvPr id="200" name="Shape 198"/>
          <p:cNvSpPr/>
          <p:nvPr/>
        </p:nvSpPr>
        <p:spPr>
          <a:xfrm>
            <a:off x="5184648" y="2367087"/>
            <a:ext cx="176479" cy="0"/>
          </a:xfrm>
          <a:prstGeom prst="line">
            <a:avLst/>
          </a:prstGeom>
          <a:noFill/>
          <a:ln w="38100">
            <a:solidFill>
              <a:srgbClr val="168B83"/>
            </a:solidFill>
            <a:prstDash val="solid"/>
            <a:headEnd type="none"/>
            <a:tailEnd type="none"/>
          </a:ln>
        </p:spPr>
      </p:sp>
      <p:sp>
        <p:nvSpPr>
          <p:cNvPr id="201" name="Shape 199"/>
          <p:cNvSpPr/>
          <p:nvPr/>
        </p:nvSpPr>
        <p:spPr>
          <a:xfrm>
            <a:off x="5358384" y="2338147"/>
            <a:ext cx="0" cy="31683"/>
          </a:xfrm>
          <a:prstGeom prst="line">
            <a:avLst/>
          </a:prstGeom>
          <a:noFill/>
          <a:ln w="38100">
            <a:solidFill>
              <a:srgbClr val="168B83"/>
            </a:solidFill>
            <a:prstDash val="solid"/>
            <a:headEnd type="none"/>
            <a:tailEnd type="none"/>
          </a:ln>
        </p:spPr>
      </p:sp>
      <p:sp>
        <p:nvSpPr>
          <p:cNvPr id="202" name="Shape 200"/>
          <p:cNvSpPr/>
          <p:nvPr/>
        </p:nvSpPr>
        <p:spPr>
          <a:xfrm>
            <a:off x="5358384" y="2340890"/>
            <a:ext cx="176480" cy="0"/>
          </a:xfrm>
          <a:prstGeom prst="line">
            <a:avLst/>
          </a:prstGeom>
          <a:noFill/>
          <a:ln w="38100">
            <a:solidFill>
              <a:srgbClr val="168B83"/>
            </a:solidFill>
            <a:prstDash val="solid"/>
            <a:headEnd type="none"/>
            <a:tailEnd type="none"/>
          </a:ln>
        </p:spPr>
      </p:sp>
      <p:sp>
        <p:nvSpPr>
          <p:cNvPr id="203" name="Shape 201"/>
          <p:cNvSpPr/>
          <p:nvPr/>
        </p:nvSpPr>
        <p:spPr>
          <a:xfrm>
            <a:off x="5532120" y="2317211"/>
            <a:ext cx="0" cy="26423"/>
          </a:xfrm>
          <a:prstGeom prst="line">
            <a:avLst/>
          </a:prstGeom>
          <a:noFill/>
          <a:ln w="38100">
            <a:solidFill>
              <a:srgbClr val="168B83"/>
            </a:solidFill>
            <a:prstDash val="solid"/>
            <a:headEnd type="none"/>
            <a:tailEnd type="none"/>
          </a:ln>
        </p:spPr>
      </p:sp>
      <p:sp>
        <p:nvSpPr>
          <p:cNvPr id="204" name="Shape 202"/>
          <p:cNvSpPr/>
          <p:nvPr/>
        </p:nvSpPr>
        <p:spPr>
          <a:xfrm>
            <a:off x="5532120" y="2319954"/>
            <a:ext cx="176480" cy="0"/>
          </a:xfrm>
          <a:prstGeom prst="line">
            <a:avLst/>
          </a:prstGeom>
          <a:noFill/>
          <a:ln w="38100">
            <a:solidFill>
              <a:srgbClr val="168B83"/>
            </a:solidFill>
            <a:prstDash val="solid"/>
            <a:headEnd type="none"/>
            <a:tailEnd type="none"/>
          </a:ln>
        </p:spPr>
      </p:sp>
      <p:sp>
        <p:nvSpPr>
          <p:cNvPr id="205" name="Shape 203"/>
          <p:cNvSpPr/>
          <p:nvPr/>
        </p:nvSpPr>
        <p:spPr>
          <a:xfrm>
            <a:off x="5705856" y="2302528"/>
            <a:ext cx="0" cy="20169"/>
          </a:xfrm>
          <a:prstGeom prst="line">
            <a:avLst/>
          </a:prstGeom>
          <a:noFill/>
          <a:ln w="38100">
            <a:solidFill>
              <a:srgbClr val="168B83"/>
            </a:solidFill>
            <a:prstDash val="solid"/>
            <a:headEnd type="none"/>
            <a:tailEnd type="none"/>
          </a:ln>
        </p:spPr>
      </p:sp>
      <p:sp>
        <p:nvSpPr>
          <p:cNvPr id="206" name="Shape 204"/>
          <p:cNvSpPr/>
          <p:nvPr/>
        </p:nvSpPr>
        <p:spPr>
          <a:xfrm>
            <a:off x="5705856" y="2305271"/>
            <a:ext cx="176479" cy="0"/>
          </a:xfrm>
          <a:prstGeom prst="line">
            <a:avLst/>
          </a:prstGeom>
          <a:noFill/>
          <a:ln w="38100">
            <a:solidFill>
              <a:srgbClr val="168B83"/>
            </a:solidFill>
            <a:prstDash val="solid"/>
            <a:headEnd type="none"/>
            <a:tailEnd type="none"/>
          </a:ln>
        </p:spPr>
      </p:sp>
      <p:sp>
        <p:nvSpPr>
          <p:cNvPr id="207" name="Shape 205"/>
          <p:cNvSpPr/>
          <p:nvPr/>
        </p:nvSpPr>
        <p:spPr>
          <a:xfrm>
            <a:off x="5879592" y="2294020"/>
            <a:ext cx="0" cy="13995"/>
          </a:xfrm>
          <a:prstGeom prst="line">
            <a:avLst/>
          </a:prstGeom>
          <a:noFill/>
          <a:ln w="38100">
            <a:solidFill>
              <a:srgbClr val="168B83"/>
            </a:solidFill>
            <a:prstDash val="solid"/>
            <a:headEnd type="none"/>
            <a:tailEnd type="none"/>
          </a:ln>
        </p:spPr>
      </p:sp>
      <p:sp>
        <p:nvSpPr>
          <p:cNvPr id="208" name="Shape 206"/>
          <p:cNvSpPr/>
          <p:nvPr/>
        </p:nvSpPr>
        <p:spPr>
          <a:xfrm>
            <a:off x="5879592" y="2296763"/>
            <a:ext cx="176480" cy="0"/>
          </a:xfrm>
          <a:prstGeom prst="line">
            <a:avLst/>
          </a:prstGeom>
          <a:noFill/>
          <a:ln w="38100">
            <a:solidFill>
              <a:srgbClr val="168B83"/>
            </a:solidFill>
            <a:prstDash val="solid"/>
            <a:headEnd type="none"/>
            <a:tailEnd type="none"/>
          </a:ln>
        </p:spPr>
      </p:sp>
      <p:sp>
        <p:nvSpPr>
          <p:cNvPr id="209" name="Shape 207"/>
          <p:cNvSpPr/>
          <p:nvPr/>
        </p:nvSpPr>
        <p:spPr>
          <a:xfrm>
            <a:off x="6053328" y="2289786"/>
            <a:ext cx="0" cy="9720"/>
          </a:xfrm>
          <a:prstGeom prst="line">
            <a:avLst/>
          </a:prstGeom>
          <a:noFill/>
          <a:ln w="38100">
            <a:solidFill>
              <a:srgbClr val="168B83"/>
            </a:solidFill>
            <a:prstDash val="solid"/>
            <a:headEnd type="none"/>
            <a:tailEnd type="none"/>
          </a:ln>
        </p:spPr>
      </p:sp>
      <p:sp>
        <p:nvSpPr>
          <p:cNvPr id="210" name="Shape 208"/>
          <p:cNvSpPr/>
          <p:nvPr/>
        </p:nvSpPr>
        <p:spPr>
          <a:xfrm>
            <a:off x="6053328" y="2292530"/>
            <a:ext cx="176480" cy="0"/>
          </a:xfrm>
          <a:prstGeom prst="line">
            <a:avLst/>
          </a:prstGeom>
          <a:noFill/>
          <a:ln w="38100">
            <a:solidFill>
              <a:srgbClr val="168B83"/>
            </a:solidFill>
            <a:prstDash val="solid"/>
            <a:headEnd type="none"/>
            <a:tailEnd type="none"/>
          </a:ln>
        </p:spPr>
      </p:sp>
      <p:sp>
        <p:nvSpPr>
          <p:cNvPr id="211" name="Shape 209"/>
          <p:cNvSpPr/>
          <p:nvPr/>
        </p:nvSpPr>
        <p:spPr>
          <a:xfrm>
            <a:off x="6227064" y="2288109"/>
            <a:ext cx="0" cy="7164"/>
          </a:xfrm>
          <a:prstGeom prst="line">
            <a:avLst/>
          </a:prstGeom>
          <a:noFill/>
          <a:ln w="38100">
            <a:solidFill>
              <a:srgbClr val="168B83"/>
            </a:solidFill>
            <a:prstDash val="solid"/>
            <a:headEnd type="none"/>
            <a:tailEnd type="none"/>
          </a:ln>
        </p:spPr>
      </p:sp>
      <p:sp>
        <p:nvSpPr>
          <p:cNvPr id="212" name="Shape 210"/>
          <p:cNvSpPr/>
          <p:nvPr/>
        </p:nvSpPr>
        <p:spPr>
          <a:xfrm>
            <a:off x="6227064" y="2290852"/>
            <a:ext cx="176479" cy="0"/>
          </a:xfrm>
          <a:prstGeom prst="line">
            <a:avLst/>
          </a:prstGeom>
          <a:noFill/>
          <a:ln w="38100">
            <a:solidFill>
              <a:srgbClr val="168B83"/>
            </a:solidFill>
            <a:prstDash val="solid"/>
            <a:headEnd type="none"/>
            <a:tailEnd type="none"/>
          </a:ln>
        </p:spPr>
      </p:sp>
      <p:sp>
        <p:nvSpPr>
          <p:cNvPr id="213" name="Shape 211"/>
          <p:cNvSpPr/>
          <p:nvPr/>
        </p:nvSpPr>
        <p:spPr>
          <a:xfrm>
            <a:off x="6400800" y="2287940"/>
            <a:ext cx="0" cy="5655"/>
          </a:xfrm>
          <a:prstGeom prst="line">
            <a:avLst/>
          </a:prstGeom>
          <a:noFill/>
          <a:ln w="38100">
            <a:solidFill>
              <a:srgbClr val="168B83"/>
            </a:solidFill>
            <a:prstDash val="solid"/>
            <a:headEnd type="none"/>
            <a:tailEnd type="none"/>
          </a:ln>
        </p:spPr>
      </p:sp>
      <p:sp>
        <p:nvSpPr>
          <p:cNvPr id="214" name="Shape 212"/>
          <p:cNvSpPr/>
          <p:nvPr/>
        </p:nvSpPr>
        <p:spPr>
          <a:xfrm>
            <a:off x="6400800" y="2290683"/>
            <a:ext cx="176480" cy="0"/>
          </a:xfrm>
          <a:prstGeom prst="line">
            <a:avLst/>
          </a:prstGeom>
          <a:noFill/>
          <a:ln w="38100">
            <a:solidFill>
              <a:srgbClr val="168B83"/>
            </a:solidFill>
            <a:prstDash val="solid"/>
            <a:headEnd type="none"/>
            <a:tailEnd type="none"/>
          </a:ln>
        </p:spPr>
      </p:sp>
      <p:sp>
        <p:nvSpPr>
          <p:cNvPr id="215" name="Shape 213"/>
          <p:cNvSpPr/>
          <p:nvPr/>
        </p:nvSpPr>
        <p:spPr>
          <a:xfrm>
            <a:off x="6574536" y="2287940"/>
            <a:ext cx="0" cy="5916"/>
          </a:xfrm>
          <a:prstGeom prst="line">
            <a:avLst/>
          </a:prstGeom>
          <a:noFill/>
          <a:ln w="38100">
            <a:solidFill>
              <a:srgbClr val="168B83"/>
            </a:solidFill>
            <a:prstDash val="solid"/>
            <a:headEnd type="none"/>
            <a:tailEnd type="none"/>
          </a:ln>
        </p:spPr>
      </p:sp>
      <p:sp>
        <p:nvSpPr>
          <p:cNvPr id="216" name="Shape 214"/>
          <p:cNvSpPr/>
          <p:nvPr/>
        </p:nvSpPr>
        <p:spPr>
          <a:xfrm>
            <a:off x="6574536" y="2291113"/>
            <a:ext cx="176480" cy="0"/>
          </a:xfrm>
          <a:prstGeom prst="line">
            <a:avLst/>
          </a:prstGeom>
          <a:noFill/>
          <a:ln w="38100">
            <a:solidFill>
              <a:srgbClr val="168B83"/>
            </a:solidFill>
            <a:prstDash val="solid"/>
            <a:headEnd type="none"/>
            <a:tailEnd type="none"/>
          </a:ln>
        </p:spPr>
      </p:sp>
      <p:sp>
        <p:nvSpPr>
          <p:cNvPr id="217" name="Shape 215"/>
          <p:cNvSpPr/>
          <p:nvPr/>
        </p:nvSpPr>
        <p:spPr>
          <a:xfrm>
            <a:off x="6748272" y="2288025"/>
            <a:ext cx="0" cy="5831"/>
          </a:xfrm>
          <a:prstGeom prst="line">
            <a:avLst/>
          </a:prstGeom>
          <a:noFill/>
          <a:ln w="38100">
            <a:solidFill>
              <a:srgbClr val="168B83"/>
            </a:solidFill>
            <a:prstDash val="solid"/>
            <a:headEnd type="none"/>
            <a:tailEnd type="none"/>
          </a:ln>
        </p:spPr>
      </p:sp>
      <p:sp>
        <p:nvSpPr>
          <p:cNvPr id="218" name="Shape 216"/>
          <p:cNvSpPr/>
          <p:nvPr/>
        </p:nvSpPr>
        <p:spPr>
          <a:xfrm>
            <a:off x="6748272" y="2290768"/>
            <a:ext cx="176479" cy="0"/>
          </a:xfrm>
          <a:prstGeom prst="line">
            <a:avLst/>
          </a:prstGeom>
          <a:noFill/>
          <a:ln w="38100">
            <a:solidFill>
              <a:srgbClr val="168B83"/>
            </a:solidFill>
            <a:prstDash val="solid"/>
            <a:headEnd type="none"/>
            <a:tailEnd type="none"/>
          </a:ln>
        </p:spPr>
      </p:sp>
      <p:sp>
        <p:nvSpPr>
          <p:cNvPr id="219" name="Shape 217"/>
          <p:cNvSpPr/>
          <p:nvPr/>
        </p:nvSpPr>
        <p:spPr>
          <a:xfrm>
            <a:off x="6922008" y="2286526"/>
            <a:ext cx="0" cy="6986"/>
          </a:xfrm>
          <a:prstGeom prst="line">
            <a:avLst/>
          </a:prstGeom>
          <a:noFill/>
          <a:ln w="38100">
            <a:solidFill>
              <a:srgbClr val="168B83"/>
            </a:solidFill>
            <a:prstDash val="solid"/>
            <a:headEnd type="none"/>
            <a:tailEnd type="none"/>
          </a:ln>
        </p:spPr>
      </p:sp>
      <p:sp>
        <p:nvSpPr>
          <p:cNvPr id="220" name="Shape 218"/>
          <p:cNvSpPr/>
          <p:nvPr/>
        </p:nvSpPr>
        <p:spPr>
          <a:xfrm>
            <a:off x="6922008" y="2289269"/>
            <a:ext cx="176480" cy="0"/>
          </a:xfrm>
          <a:prstGeom prst="line">
            <a:avLst/>
          </a:prstGeom>
          <a:noFill/>
          <a:ln w="38100">
            <a:solidFill>
              <a:srgbClr val="168B83"/>
            </a:solidFill>
            <a:prstDash val="solid"/>
            <a:headEnd type="none"/>
            <a:tailEnd type="none"/>
          </a:ln>
        </p:spPr>
      </p:sp>
      <p:sp>
        <p:nvSpPr>
          <p:cNvPr id="221" name="Shape 219"/>
          <p:cNvSpPr/>
          <p:nvPr/>
        </p:nvSpPr>
        <p:spPr>
          <a:xfrm>
            <a:off x="7095744" y="2284302"/>
            <a:ext cx="0" cy="7710"/>
          </a:xfrm>
          <a:prstGeom prst="line">
            <a:avLst/>
          </a:prstGeom>
          <a:noFill/>
          <a:ln w="38100">
            <a:solidFill>
              <a:srgbClr val="168B83"/>
            </a:solidFill>
            <a:prstDash val="solid"/>
            <a:headEnd type="none"/>
            <a:tailEnd type="none"/>
          </a:ln>
        </p:spPr>
      </p:sp>
      <p:sp>
        <p:nvSpPr>
          <p:cNvPr id="222" name="Shape 220"/>
          <p:cNvSpPr/>
          <p:nvPr/>
        </p:nvSpPr>
        <p:spPr>
          <a:xfrm>
            <a:off x="7095744" y="2287046"/>
            <a:ext cx="176480" cy="0"/>
          </a:xfrm>
          <a:prstGeom prst="line">
            <a:avLst/>
          </a:prstGeom>
          <a:noFill/>
          <a:ln w="38100">
            <a:solidFill>
              <a:srgbClr val="168B83"/>
            </a:solidFill>
            <a:prstDash val="solid"/>
            <a:headEnd type="none"/>
            <a:tailEnd type="none"/>
          </a:ln>
        </p:spPr>
      </p:sp>
      <p:sp>
        <p:nvSpPr>
          <p:cNvPr id="223" name="Shape 221"/>
          <p:cNvSpPr/>
          <p:nvPr/>
        </p:nvSpPr>
        <p:spPr>
          <a:xfrm>
            <a:off x="7269480" y="2284302"/>
            <a:ext cx="0" cy="69104"/>
          </a:xfrm>
          <a:prstGeom prst="line">
            <a:avLst/>
          </a:prstGeom>
          <a:noFill/>
          <a:ln w="38100">
            <a:solidFill>
              <a:srgbClr val="168B83"/>
            </a:solidFill>
            <a:prstDash val="solid"/>
            <a:headEnd type="none"/>
            <a:tailEnd type="none"/>
          </a:ln>
        </p:spPr>
      </p:sp>
      <p:sp>
        <p:nvSpPr>
          <p:cNvPr id="224" name="Shape 222"/>
          <p:cNvSpPr/>
          <p:nvPr/>
        </p:nvSpPr>
        <p:spPr>
          <a:xfrm>
            <a:off x="7269480" y="2350663"/>
            <a:ext cx="176479" cy="0"/>
          </a:xfrm>
          <a:prstGeom prst="line">
            <a:avLst/>
          </a:prstGeom>
          <a:noFill/>
          <a:ln w="38100">
            <a:solidFill>
              <a:srgbClr val="168B83"/>
            </a:solidFill>
            <a:prstDash val="solid"/>
            <a:headEnd type="none"/>
            <a:tailEnd type="none"/>
          </a:ln>
        </p:spPr>
      </p:sp>
      <p:sp>
        <p:nvSpPr>
          <p:cNvPr id="225" name="Shape 223"/>
          <p:cNvSpPr/>
          <p:nvPr/>
        </p:nvSpPr>
        <p:spPr>
          <a:xfrm>
            <a:off x="7443216" y="2344536"/>
            <a:ext cx="0" cy="8870"/>
          </a:xfrm>
          <a:prstGeom prst="line">
            <a:avLst/>
          </a:prstGeom>
          <a:noFill/>
          <a:ln w="38100">
            <a:solidFill>
              <a:srgbClr val="168B83"/>
            </a:solidFill>
            <a:prstDash val="solid"/>
            <a:headEnd type="none"/>
            <a:tailEnd type="none"/>
          </a:ln>
        </p:spPr>
      </p:sp>
      <p:sp>
        <p:nvSpPr>
          <p:cNvPr id="226" name="Shape 224"/>
          <p:cNvSpPr/>
          <p:nvPr/>
        </p:nvSpPr>
        <p:spPr>
          <a:xfrm>
            <a:off x="7443216" y="2347280"/>
            <a:ext cx="176480" cy="0"/>
          </a:xfrm>
          <a:prstGeom prst="line">
            <a:avLst/>
          </a:prstGeom>
          <a:noFill/>
          <a:ln w="38100">
            <a:solidFill>
              <a:srgbClr val="168B83"/>
            </a:solidFill>
            <a:prstDash val="solid"/>
            <a:headEnd type="none"/>
            <a:tailEnd type="none"/>
          </a:ln>
        </p:spPr>
      </p:sp>
      <p:sp>
        <p:nvSpPr>
          <p:cNvPr id="227" name="Shape 225"/>
          <p:cNvSpPr/>
          <p:nvPr/>
        </p:nvSpPr>
        <p:spPr>
          <a:xfrm>
            <a:off x="7616952" y="2340161"/>
            <a:ext cx="0" cy="9861"/>
          </a:xfrm>
          <a:prstGeom prst="line">
            <a:avLst/>
          </a:prstGeom>
          <a:noFill/>
          <a:ln w="38100">
            <a:solidFill>
              <a:srgbClr val="168B83"/>
            </a:solidFill>
            <a:prstDash val="solid"/>
            <a:headEnd type="none"/>
            <a:tailEnd type="none"/>
          </a:ln>
        </p:spPr>
      </p:sp>
      <p:sp>
        <p:nvSpPr>
          <p:cNvPr id="228" name="Shape 226"/>
          <p:cNvSpPr/>
          <p:nvPr/>
        </p:nvSpPr>
        <p:spPr>
          <a:xfrm>
            <a:off x="7616952" y="2342904"/>
            <a:ext cx="176480" cy="0"/>
          </a:xfrm>
          <a:prstGeom prst="line">
            <a:avLst/>
          </a:prstGeom>
          <a:noFill/>
          <a:ln w="38100">
            <a:solidFill>
              <a:srgbClr val="168B83"/>
            </a:solidFill>
            <a:prstDash val="solid"/>
            <a:headEnd type="none"/>
            <a:tailEnd type="none"/>
          </a:ln>
        </p:spPr>
      </p:sp>
      <p:sp>
        <p:nvSpPr>
          <p:cNvPr id="229" name="Shape 227"/>
          <p:cNvSpPr/>
          <p:nvPr/>
        </p:nvSpPr>
        <p:spPr>
          <a:xfrm>
            <a:off x="7790688" y="2335380"/>
            <a:ext cx="0" cy="10268"/>
          </a:xfrm>
          <a:prstGeom prst="line">
            <a:avLst/>
          </a:prstGeom>
          <a:noFill/>
          <a:ln w="38100">
            <a:solidFill>
              <a:srgbClr val="168B83"/>
            </a:solidFill>
            <a:prstDash val="solid"/>
            <a:headEnd type="none"/>
            <a:tailEnd type="none"/>
          </a:ln>
        </p:spPr>
      </p:sp>
      <p:sp>
        <p:nvSpPr>
          <p:cNvPr id="230" name="Shape 228"/>
          <p:cNvSpPr/>
          <p:nvPr/>
        </p:nvSpPr>
        <p:spPr>
          <a:xfrm>
            <a:off x="7790688" y="2338123"/>
            <a:ext cx="176479" cy="0"/>
          </a:xfrm>
          <a:prstGeom prst="line">
            <a:avLst/>
          </a:prstGeom>
          <a:noFill/>
          <a:ln w="38100">
            <a:solidFill>
              <a:srgbClr val="168B83"/>
            </a:solidFill>
            <a:prstDash val="solid"/>
            <a:headEnd type="none"/>
            <a:tailEnd type="none"/>
          </a:ln>
        </p:spPr>
      </p:sp>
      <p:sp>
        <p:nvSpPr>
          <p:cNvPr id="231" name="Shape 229"/>
          <p:cNvSpPr/>
          <p:nvPr/>
        </p:nvSpPr>
        <p:spPr>
          <a:xfrm>
            <a:off x="7964424" y="2329508"/>
            <a:ext cx="0" cy="11358"/>
          </a:xfrm>
          <a:prstGeom prst="line">
            <a:avLst/>
          </a:prstGeom>
          <a:noFill/>
          <a:ln w="38100">
            <a:solidFill>
              <a:srgbClr val="168B83"/>
            </a:solidFill>
            <a:prstDash val="solid"/>
            <a:headEnd type="none"/>
            <a:tailEnd type="none"/>
          </a:ln>
        </p:spPr>
      </p:sp>
      <p:sp>
        <p:nvSpPr>
          <p:cNvPr id="232" name="Shape 230"/>
          <p:cNvSpPr/>
          <p:nvPr/>
        </p:nvSpPr>
        <p:spPr>
          <a:xfrm>
            <a:off x="7964424" y="2332251"/>
            <a:ext cx="176480" cy="0"/>
          </a:xfrm>
          <a:prstGeom prst="line">
            <a:avLst/>
          </a:prstGeom>
          <a:noFill/>
          <a:ln w="38100">
            <a:solidFill>
              <a:srgbClr val="168B83"/>
            </a:solidFill>
            <a:prstDash val="solid"/>
            <a:headEnd type="none"/>
            <a:tailEnd type="none"/>
          </a:ln>
        </p:spPr>
      </p:sp>
      <p:sp>
        <p:nvSpPr>
          <p:cNvPr id="233" name="Shape 231"/>
          <p:cNvSpPr/>
          <p:nvPr/>
        </p:nvSpPr>
        <p:spPr>
          <a:xfrm>
            <a:off x="8138160" y="2322738"/>
            <a:ext cx="0" cy="12256"/>
          </a:xfrm>
          <a:prstGeom prst="line">
            <a:avLst/>
          </a:prstGeom>
          <a:noFill/>
          <a:ln w="38100">
            <a:solidFill>
              <a:srgbClr val="168B83"/>
            </a:solidFill>
            <a:prstDash val="solid"/>
            <a:headEnd type="none"/>
            <a:tailEnd type="none"/>
          </a:ln>
        </p:spPr>
      </p:sp>
      <p:sp>
        <p:nvSpPr>
          <p:cNvPr id="234" name="Shape 232"/>
          <p:cNvSpPr/>
          <p:nvPr/>
        </p:nvSpPr>
        <p:spPr>
          <a:xfrm>
            <a:off x="8138160" y="2325481"/>
            <a:ext cx="176480" cy="0"/>
          </a:xfrm>
          <a:prstGeom prst="line">
            <a:avLst/>
          </a:prstGeom>
          <a:noFill/>
          <a:ln w="38100">
            <a:solidFill>
              <a:srgbClr val="168B83"/>
            </a:solidFill>
            <a:prstDash val="solid"/>
            <a:headEnd type="none"/>
            <a:tailEnd type="none"/>
          </a:ln>
        </p:spPr>
      </p:sp>
      <p:sp>
        <p:nvSpPr>
          <p:cNvPr id="235" name="Shape 233"/>
          <p:cNvSpPr/>
          <p:nvPr/>
        </p:nvSpPr>
        <p:spPr>
          <a:xfrm>
            <a:off x="8311896" y="2315745"/>
            <a:ext cx="0" cy="12479"/>
          </a:xfrm>
          <a:prstGeom prst="line">
            <a:avLst/>
          </a:prstGeom>
          <a:noFill/>
          <a:ln w="38100">
            <a:solidFill>
              <a:srgbClr val="168B83"/>
            </a:solidFill>
            <a:prstDash val="solid"/>
            <a:headEnd type="none"/>
            <a:tailEnd type="none"/>
          </a:ln>
        </p:spPr>
      </p:sp>
      <p:sp>
        <p:nvSpPr>
          <p:cNvPr id="236" name="Shape 234"/>
          <p:cNvSpPr/>
          <p:nvPr/>
        </p:nvSpPr>
        <p:spPr>
          <a:xfrm>
            <a:off x="8311896" y="2318488"/>
            <a:ext cx="176479" cy="0"/>
          </a:xfrm>
          <a:prstGeom prst="line">
            <a:avLst/>
          </a:prstGeom>
          <a:noFill/>
          <a:ln w="38100">
            <a:solidFill>
              <a:srgbClr val="168B83"/>
            </a:solidFill>
            <a:prstDash val="solid"/>
            <a:headEnd type="none"/>
            <a:tailEnd type="none"/>
          </a:ln>
        </p:spPr>
      </p:sp>
      <p:sp>
        <p:nvSpPr>
          <p:cNvPr id="237" name="Shape 235"/>
          <p:cNvSpPr/>
          <p:nvPr/>
        </p:nvSpPr>
        <p:spPr>
          <a:xfrm>
            <a:off x="8485632" y="2309022"/>
            <a:ext cx="0" cy="12209"/>
          </a:xfrm>
          <a:prstGeom prst="line">
            <a:avLst/>
          </a:prstGeom>
          <a:noFill/>
          <a:ln w="38100">
            <a:solidFill>
              <a:srgbClr val="168B83"/>
            </a:solidFill>
            <a:prstDash val="solid"/>
            <a:headEnd type="none"/>
            <a:tailEnd type="none"/>
          </a:ln>
        </p:spPr>
      </p:sp>
      <p:sp>
        <p:nvSpPr>
          <p:cNvPr id="238" name="Shape 236"/>
          <p:cNvSpPr/>
          <p:nvPr/>
        </p:nvSpPr>
        <p:spPr>
          <a:xfrm>
            <a:off x="8485632" y="2311766"/>
            <a:ext cx="176480" cy="0"/>
          </a:xfrm>
          <a:prstGeom prst="line">
            <a:avLst/>
          </a:prstGeom>
          <a:noFill/>
          <a:ln w="38100">
            <a:solidFill>
              <a:srgbClr val="168B83"/>
            </a:solidFill>
            <a:prstDash val="solid"/>
            <a:headEnd type="none"/>
            <a:tailEnd type="none"/>
          </a:ln>
        </p:spPr>
      </p:sp>
      <p:sp>
        <p:nvSpPr>
          <p:cNvPr id="239" name="Shape 237"/>
          <p:cNvSpPr/>
          <p:nvPr/>
        </p:nvSpPr>
        <p:spPr>
          <a:xfrm>
            <a:off x="8659368" y="2303368"/>
            <a:ext cx="0" cy="11141"/>
          </a:xfrm>
          <a:prstGeom prst="line">
            <a:avLst/>
          </a:prstGeom>
          <a:noFill/>
          <a:ln w="38100">
            <a:solidFill>
              <a:srgbClr val="168B83"/>
            </a:solidFill>
            <a:prstDash val="solid"/>
            <a:headEnd type="none"/>
            <a:tailEnd type="none"/>
          </a:ln>
        </p:spPr>
      </p:sp>
      <p:sp>
        <p:nvSpPr>
          <p:cNvPr id="240" name="Shape 238"/>
          <p:cNvSpPr/>
          <p:nvPr/>
        </p:nvSpPr>
        <p:spPr>
          <a:xfrm>
            <a:off x="8659368" y="2306111"/>
            <a:ext cx="176480" cy="0"/>
          </a:xfrm>
          <a:prstGeom prst="line">
            <a:avLst/>
          </a:prstGeom>
          <a:noFill/>
          <a:ln w="38100">
            <a:solidFill>
              <a:srgbClr val="168B83"/>
            </a:solidFill>
            <a:prstDash val="solid"/>
            <a:headEnd type="none"/>
            <a:tailEnd type="none"/>
          </a:ln>
        </p:spPr>
      </p:sp>
      <p:sp>
        <p:nvSpPr>
          <p:cNvPr id="241" name="Shape 239"/>
          <p:cNvSpPr/>
          <p:nvPr/>
        </p:nvSpPr>
        <p:spPr>
          <a:xfrm>
            <a:off x="8833104" y="2299606"/>
            <a:ext cx="0" cy="9248"/>
          </a:xfrm>
          <a:prstGeom prst="line">
            <a:avLst/>
          </a:prstGeom>
          <a:noFill/>
          <a:ln w="38100">
            <a:solidFill>
              <a:srgbClr val="168B83"/>
            </a:solidFill>
            <a:prstDash val="solid"/>
            <a:headEnd type="none"/>
            <a:tailEnd type="none"/>
          </a:ln>
        </p:spPr>
      </p:sp>
      <p:sp>
        <p:nvSpPr>
          <p:cNvPr id="242" name="Shape 240"/>
          <p:cNvSpPr/>
          <p:nvPr/>
        </p:nvSpPr>
        <p:spPr>
          <a:xfrm>
            <a:off x="8833104" y="2302350"/>
            <a:ext cx="176479" cy="0"/>
          </a:xfrm>
          <a:prstGeom prst="line">
            <a:avLst/>
          </a:prstGeom>
          <a:noFill/>
          <a:ln w="38100">
            <a:solidFill>
              <a:srgbClr val="168B83"/>
            </a:solidFill>
            <a:prstDash val="solid"/>
            <a:headEnd type="none"/>
            <a:tailEnd type="none"/>
          </a:ln>
        </p:spPr>
      </p:sp>
      <p:sp>
        <p:nvSpPr>
          <p:cNvPr id="243" name="Shape 241"/>
          <p:cNvSpPr/>
          <p:nvPr/>
        </p:nvSpPr>
        <p:spPr>
          <a:xfrm>
            <a:off x="9006840" y="2296860"/>
            <a:ext cx="0" cy="8232"/>
          </a:xfrm>
          <a:prstGeom prst="line">
            <a:avLst/>
          </a:prstGeom>
          <a:noFill/>
          <a:ln w="38100">
            <a:solidFill>
              <a:srgbClr val="168B83"/>
            </a:solidFill>
            <a:prstDash val="solid"/>
            <a:headEnd type="none"/>
            <a:tailEnd type="none"/>
          </a:ln>
        </p:spPr>
      </p:sp>
      <p:sp>
        <p:nvSpPr>
          <p:cNvPr id="244" name="Shape 242"/>
          <p:cNvSpPr/>
          <p:nvPr/>
        </p:nvSpPr>
        <p:spPr>
          <a:xfrm>
            <a:off x="9006840" y="2299603"/>
            <a:ext cx="176480" cy="0"/>
          </a:xfrm>
          <a:prstGeom prst="line">
            <a:avLst/>
          </a:prstGeom>
          <a:noFill/>
          <a:ln w="38100">
            <a:solidFill>
              <a:srgbClr val="168B83"/>
            </a:solidFill>
            <a:prstDash val="solid"/>
            <a:headEnd type="none"/>
            <a:tailEnd type="none"/>
          </a:ln>
        </p:spPr>
      </p:sp>
      <p:sp>
        <p:nvSpPr>
          <p:cNvPr id="245" name="Shape 243"/>
          <p:cNvSpPr/>
          <p:nvPr/>
        </p:nvSpPr>
        <p:spPr>
          <a:xfrm>
            <a:off x="9180576" y="2294776"/>
            <a:ext cx="0" cy="7571"/>
          </a:xfrm>
          <a:prstGeom prst="line">
            <a:avLst/>
          </a:prstGeom>
          <a:noFill/>
          <a:ln w="38100">
            <a:solidFill>
              <a:srgbClr val="168B83"/>
            </a:solidFill>
            <a:prstDash val="solid"/>
            <a:headEnd type="none"/>
            <a:tailEnd type="none"/>
          </a:ln>
        </p:spPr>
      </p:sp>
      <p:sp>
        <p:nvSpPr>
          <p:cNvPr id="246" name="Shape 244"/>
          <p:cNvSpPr/>
          <p:nvPr/>
        </p:nvSpPr>
        <p:spPr>
          <a:xfrm>
            <a:off x="9180576" y="2297519"/>
            <a:ext cx="176480" cy="0"/>
          </a:xfrm>
          <a:prstGeom prst="line">
            <a:avLst/>
          </a:prstGeom>
          <a:noFill/>
          <a:ln w="38100">
            <a:solidFill>
              <a:srgbClr val="168B83"/>
            </a:solidFill>
            <a:prstDash val="solid"/>
            <a:headEnd type="none"/>
            <a:tailEnd type="none"/>
          </a:ln>
        </p:spPr>
      </p:sp>
      <p:sp>
        <p:nvSpPr>
          <p:cNvPr id="247" name="Shape 245"/>
          <p:cNvSpPr/>
          <p:nvPr/>
        </p:nvSpPr>
        <p:spPr>
          <a:xfrm>
            <a:off x="9354312" y="2294776"/>
            <a:ext cx="0" cy="70132"/>
          </a:xfrm>
          <a:prstGeom prst="line">
            <a:avLst/>
          </a:prstGeom>
          <a:noFill/>
          <a:ln w="38100">
            <a:solidFill>
              <a:srgbClr val="168B83"/>
            </a:solidFill>
            <a:prstDash val="solid"/>
            <a:headEnd type="none"/>
            <a:tailEnd type="none"/>
          </a:ln>
        </p:spPr>
      </p:sp>
      <p:sp>
        <p:nvSpPr>
          <p:cNvPr id="248" name="Shape 246"/>
          <p:cNvSpPr/>
          <p:nvPr/>
        </p:nvSpPr>
        <p:spPr>
          <a:xfrm>
            <a:off x="9354312" y="2362165"/>
            <a:ext cx="176479" cy="0"/>
          </a:xfrm>
          <a:prstGeom prst="line">
            <a:avLst/>
          </a:prstGeom>
          <a:noFill/>
          <a:ln w="38100">
            <a:solidFill>
              <a:srgbClr val="168B83"/>
            </a:solidFill>
            <a:prstDash val="solid"/>
            <a:headEnd type="none"/>
            <a:tailEnd type="none"/>
          </a:ln>
        </p:spPr>
      </p:sp>
      <p:sp>
        <p:nvSpPr>
          <p:cNvPr id="249" name="Shape 247"/>
          <p:cNvSpPr/>
          <p:nvPr/>
        </p:nvSpPr>
        <p:spPr>
          <a:xfrm>
            <a:off x="9528048" y="2357186"/>
            <a:ext cx="0" cy="7722"/>
          </a:xfrm>
          <a:prstGeom prst="line">
            <a:avLst/>
          </a:prstGeom>
          <a:noFill/>
          <a:ln w="38100">
            <a:solidFill>
              <a:srgbClr val="168B83"/>
            </a:solidFill>
            <a:prstDash val="solid"/>
            <a:headEnd type="none"/>
            <a:tailEnd type="none"/>
          </a:ln>
        </p:spPr>
      </p:sp>
      <p:sp>
        <p:nvSpPr>
          <p:cNvPr id="250" name="Shape 248"/>
          <p:cNvSpPr/>
          <p:nvPr/>
        </p:nvSpPr>
        <p:spPr>
          <a:xfrm>
            <a:off x="9528048" y="2359929"/>
            <a:ext cx="176480" cy="0"/>
          </a:xfrm>
          <a:prstGeom prst="line">
            <a:avLst/>
          </a:prstGeom>
          <a:noFill/>
          <a:ln w="38100">
            <a:solidFill>
              <a:srgbClr val="168B83"/>
            </a:solidFill>
            <a:prstDash val="solid"/>
            <a:headEnd type="none"/>
            <a:tailEnd type="none"/>
          </a:ln>
        </p:spPr>
      </p:sp>
      <p:sp>
        <p:nvSpPr>
          <p:cNvPr id="251" name="Shape 249"/>
          <p:cNvSpPr/>
          <p:nvPr/>
        </p:nvSpPr>
        <p:spPr>
          <a:xfrm>
            <a:off x="9701784" y="2353262"/>
            <a:ext cx="0" cy="9410"/>
          </a:xfrm>
          <a:prstGeom prst="line">
            <a:avLst/>
          </a:prstGeom>
          <a:noFill/>
          <a:ln w="38100">
            <a:solidFill>
              <a:srgbClr val="168B83"/>
            </a:solidFill>
            <a:prstDash val="solid"/>
            <a:headEnd type="none"/>
            <a:tailEnd type="none"/>
          </a:ln>
        </p:spPr>
      </p:sp>
      <p:sp>
        <p:nvSpPr>
          <p:cNvPr id="252" name="Shape 250"/>
          <p:cNvSpPr/>
          <p:nvPr/>
        </p:nvSpPr>
        <p:spPr>
          <a:xfrm>
            <a:off x="9701784" y="2356005"/>
            <a:ext cx="176480" cy="0"/>
          </a:xfrm>
          <a:prstGeom prst="line">
            <a:avLst/>
          </a:prstGeom>
          <a:noFill/>
          <a:ln w="38100">
            <a:solidFill>
              <a:srgbClr val="168B83"/>
            </a:solidFill>
            <a:prstDash val="solid"/>
            <a:headEnd type="none"/>
            <a:tailEnd type="none"/>
          </a:ln>
        </p:spPr>
      </p:sp>
      <p:sp>
        <p:nvSpPr>
          <p:cNvPr id="253" name="Shape 251"/>
          <p:cNvSpPr/>
          <p:nvPr/>
        </p:nvSpPr>
        <p:spPr>
          <a:xfrm>
            <a:off x="9875520" y="2346935"/>
            <a:ext cx="0" cy="11813"/>
          </a:xfrm>
          <a:prstGeom prst="line">
            <a:avLst/>
          </a:prstGeom>
          <a:noFill/>
          <a:ln w="38100">
            <a:solidFill>
              <a:srgbClr val="168B83"/>
            </a:solidFill>
            <a:prstDash val="solid"/>
            <a:headEnd type="none"/>
            <a:tailEnd type="none"/>
          </a:ln>
        </p:spPr>
      </p:sp>
      <p:sp>
        <p:nvSpPr>
          <p:cNvPr id="254" name="Shape 252"/>
          <p:cNvSpPr/>
          <p:nvPr/>
        </p:nvSpPr>
        <p:spPr>
          <a:xfrm>
            <a:off x="9875520" y="2349678"/>
            <a:ext cx="176479" cy="0"/>
          </a:xfrm>
          <a:prstGeom prst="line">
            <a:avLst/>
          </a:prstGeom>
          <a:noFill/>
          <a:ln w="38100">
            <a:solidFill>
              <a:srgbClr val="168B83"/>
            </a:solidFill>
            <a:prstDash val="solid"/>
            <a:headEnd type="none"/>
            <a:tailEnd type="none"/>
          </a:ln>
        </p:spPr>
      </p:sp>
      <p:sp>
        <p:nvSpPr>
          <p:cNvPr id="255" name="Shape 253"/>
          <p:cNvSpPr/>
          <p:nvPr/>
        </p:nvSpPr>
        <p:spPr>
          <a:xfrm>
            <a:off x="10049256" y="2338596"/>
            <a:ext cx="0" cy="13826"/>
          </a:xfrm>
          <a:prstGeom prst="line">
            <a:avLst/>
          </a:prstGeom>
          <a:noFill/>
          <a:ln w="38100">
            <a:solidFill>
              <a:srgbClr val="168B83"/>
            </a:solidFill>
            <a:prstDash val="solid"/>
            <a:headEnd type="none"/>
            <a:tailEnd type="none"/>
          </a:ln>
        </p:spPr>
      </p:sp>
      <p:sp>
        <p:nvSpPr>
          <p:cNvPr id="256" name="Shape 254"/>
          <p:cNvSpPr/>
          <p:nvPr/>
        </p:nvSpPr>
        <p:spPr>
          <a:xfrm>
            <a:off x="10049256" y="2341339"/>
            <a:ext cx="176480" cy="0"/>
          </a:xfrm>
          <a:prstGeom prst="line">
            <a:avLst/>
          </a:prstGeom>
          <a:noFill/>
          <a:ln w="38100">
            <a:solidFill>
              <a:srgbClr val="168B83"/>
            </a:solidFill>
            <a:prstDash val="solid"/>
            <a:headEnd type="none"/>
            <a:tailEnd type="none"/>
          </a:ln>
        </p:spPr>
      </p:sp>
      <p:sp>
        <p:nvSpPr>
          <p:cNvPr id="257" name="Shape 255"/>
          <p:cNvSpPr/>
          <p:nvPr/>
        </p:nvSpPr>
        <p:spPr>
          <a:xfrm>
            <a:off x="10222992" y="2328311"/>
            <a:ext cx="0" cy="15771"/>
          </a:xfrm>
          <a:prstGeom prst="line">
            <a:avLst/>
          </a:prstGeom>
          <a:noFill/>
          <a:ln w="38100">
            <a:solidFill>
              <a:srgbClr val="168B83"/>
            </a:solidFill>
            <a:prstDash val="solid"/>
            <a:headEnd type="none"/>
            <a:tailEnd type="none"/>
          </a:ln>
        </p:spPr>
      </p:sp>
      <p:sp>
        <p:nvSpPr>
          <p:cNvPr id="258" name="Shape 256"/>
          <p:cNvSpPr/>
          <p:nvPr/>
        </p:nvSpPr>
        <p:spPr>
          <a:xfrm>
            <a:off x="10222992" y="2331054"/>
            <a:ext cx="176480" cy="0"/>
          </a:xfrm>
          <a:prstGeom prst="line">
            <a:avLst/>
          </a:prstGeom>
          <a:noFill/>
          <a:ln w="38100">
            <a:solidFill>
              <a:srgbClr val="168B83"/>
            </a:solidFill>
            <a:prstDash val="solid"/>
            <a:headEnd type="none"/>
            <a:tailEnd type="none"/>
          </a:ln>
        </p:spPr>
      </p:sp>
      <p:sp>
        <p:nvSpPr>
          <p:cNvPr id="259" name="Shape 257"/>
          <p:cNvSpPr/>
          <p:nvPr/>
        </p:nvSpPr>
        <p:spPr>
          <a:xfrm>
            <a:off x="10396728" y="2315778"/>
            <a:ext cx="0" cy="18020"/>
          </a:xfrm>
          <a:prstGeom prst="line">
            <a:avLst/>
          </a:prstGeom>
          <a:noFill/>
          <a:ln w="38100">
            <a:solidFill>
              <a:srgbClr val="168B83"/>
            </a:solidFill>
            <a:prstDash val="solid"/>
            <a:headEnd type="none"/>
            <a:tailEnd type="none"/>
          </a:ln>
        </p:spPr>
      </p:sp>
      <p:sp>
        <p:nvSpPr>
          <p:cNvPr id="260" name="Shape 258"/>
          <p:cNvSpPr/>
          <p:nvPr/>
        </p:nvSpPr>
        <p:spPr>
          <a:xfrm>
            <a:off x="10396728" y="2318521"/>
            <a:ext cx="176479" cy="0"/>
          </a:xfrm>
          <a:prstGeom prst="line">
            <a:avLst/>
          </a:prstGeom>
          <a:noFill/>
          <a:ln w="38100">
            <a:solidFill>
              <a:srgbClr val="168B83"/>
            </a:solidFill>
            <a:prstDash val="solid"/>
            <a:headEnd type="none"/>
            <a:tailEnd type="none"/>
          </a:ln>
        </p:spPr>
      </p:sp>
      <p:sp>
        <p:nvSpPr>
          <p:cNvPr id="261" name="Shape 259"/>
          <p:cNvSpPr/>
          <p:nvPr/>
        </p:nvSpPr>
        <p:spPr>
          <a:xfrm>
            <a:off x="10570464" y="2300779"/>
            <a:ext cx="0" cy="20485"/>
          </a:xfrm>
          <a:prstGeom prst="line">
            <a:avLst/>
          </a:prstGeom>
          <a:noFill/>
          <a:ln w="38100">
            <a:solidFill>
              <a:srgbClr val="168B83"/>
            </a:solidFill>
            <a:prstDash val="solid"/>
            <a:headEnd type="none"/>
            <a:tailEnd type="none"/>
          </a:ln>
        </p:spPr>
      </p:sp>
      <p:sp>
        <p:nvSpPr>
          <p:cNvPr id="262" name="Shape 260"/>
          <p:cNvSpPr/>
          <p:nvPr/>
        </p:nvSpPr>
        <p:spPr>
          <a:xfrm>
            <a:off x="10570464" y="2303522"/>
            <a:ext cx="176480" cy="0"/>
          </a:xfrm>
          <a:prstGeom prst="line">
            <a:avLst/>
          </a:prstGeom>
          <a:noFill/>
          <a:ln w="38100">
            <a:solidFill>
              <a:srgbClr val="168B83"/>
            </a:solidFill>
            <a:prstDash val="solid"/>
            <a:headEnd type="none"/>
            <a:tailEnd type="none"/>
          </a:ln>
        </p:spPr>
      </p:sp>
      <p:sp>
        <p:nvSpPr>
          <p:cNvPr id="263" name="Shape 261"/>
          <p:cNvSpPr/>
          <p:nvPr/>
        </p:nvSpPr>
        <p:spPr>
          <a:xfrm>
            <a:off x="10744200" y="2283412"/>
            <a:ext cx="0" cy="22853"/>
          </a:xfrm>
          <a:prstGeom prst="line">
            <a:avLst/>
          </a:prstGeom>
          <a:noFill/>
          <a:ln w="38100">
            <a:solidFill>
              <a:srgbClr val="168B83"/>
            </a:solidFill>
            <a:prstDash val="solid"/>
            <a:headEnd type="none"/>
            <a:tailEnd type="none"/>
          </a:ln>
        </p:spPr>
      </p:sp>
      <p:sp>
        <p:nvSpPr>
          <p:cNvPr id="264" name="Shape 262"/>
          <p:cNvSpPr/>
          <p:nvPr/>
        </p:nvSpPr>
        <p:spPr>
          <a:xfrm>
            <a:off x="10744200" y="2286155"/>
            <a:ext cx="176480" cy="0"/>
          </a:xfrm>
          <a:prstGeom prst="line">
            <a:avLst/>
          </a:prstGeom>
          <a:noFill/>
          <a:ln w="38100">
            <a:solidFill>
              <a:srgbClr val="168B83"/>
            </a:solidFill>
            <a:prstDash val="solid"/>
            <a:headEnd type="none"/>
            <a:tailEnd type="none"/>
          </a:ln>
        </p:spPr>
      </p:sp>
      <p:sp>
        <p:nvSpPr>
          <p:cNvPr id="265" name="Shape 263"/>
          <p:cNvSpPr/>
          <p:nvPr/>
        </p:nvSpPr>
        <p:spPr>
          <a:xfrm>
            <a:off x="10917936" y="2265111"/>
            <a:ext cx="0" cy="23788"/>
          </a:xfrm>
          <a:prstGeom prst="line">
            <a:avLst/>
          </a:prstGeom>
          <a:noFill/>
          <a:ln w="38100">
            <a:solidFill>
              <a:srgbClr val="168B83"/>
            </a:solidFill>
            <a:prstDash val="solid"/>
            <a:headEnd type="none"/>
            <a:tailEnd type="none"/>
          </a:ln>
        </p:spPr>
      </p:sp>
      <p:sp>
        <p:nvSpPr>
          <p:cNvPr id="266" name="Shape 264"/>
          <p:cNvSpPr/>
          <p:nvPr/>
        </p:nvSpPr>
        <p:spPr>
          <a:xfrm>
            <a:off x="10917936" y="2267854"/>
            <a:ext cx="176479" cy="0"/>
          </a:xfrm>
          <a:prstGeom prst="line">
            <a:avLst/>
          </a:prstGeom>
          <a:noFill/>
          <a:ln w="38100">
            <a:solidFill>
              <a:srgbClr val="168B83"/>
            </a:solidFill>
            <a:prstDash val="solid"/>
            <a:headEnd type="none"/>
            <a:tailEnd type="none"/>
          </a:ln>
        </p:spPr>
      </p:sp>
      <p:sp>
        <p:nvSpPr>
          <p:cNvPr id="267" name="Shape 265"/>
          <p:cNvSpPr/>
          <p:nvPr/>
        </p:nvSpPr>
        <p:spPr>
          <a:xfrm>
            <a:off x="11091672" y="2247666"/>
            <a:ext cx="0" cy="22931"/>
          </a:xfrm>
          <a:prstGeom prst="line">
            <a:avLst/>
          </a:prstGeom>
          <a:noFill/>
          <a:ln w="38100">
            <a:solidFill>
              <a:srgbClr val="168B83"/>
            </a:solidFill>
            <a:prstDash val="solid"/>
            <a:headEnd type="none"/>
            <a:tailEnd type="none"/>
          </a:ln>
        </p:spPr>
      </p:sp>
      <p:sp>
        <p:nvSpPr>
          <p:cNvPr id="268" name="Shape 266"/>
          <p:cNvSpPr/>
          <p:nvPr/>
        </p:nvSpPr>
        <p:spPr>
          <a:xfrm>
            <a:off x="11091672" y="2250409"/>
            <a:ext cx="176480" cy="0"/>
          </a:xfrm>
          <a:prstGeom prst="line">
            <a:avLst/>
          </a:prstGeom>
          <a:noFill/>
          <a:ln w="38100">
            <a:solidFill>
              <a:srgbClr val="168B83"/>
            </a:solidFill>
            <a:prstDash val="solid"/>
            <a:headEnd type="none"/>
            <a:tailEnd type="none"/>
          </a:ln>
        </p:spPr>
      </p:sp>
      <p:sp>
        <p:nvSpPr>
          <p:cNvPr id="269" name="Shape 267"/>
          <p:cNvSpPr/>
          <p:nvPr/>
        </p:nvSpPr>
        <p:spPr>
          <a:xfrm>
            <a:off x="11265408" y="2233380"/>
            <a:ext cx="0" cy="19772"/>
          </a:xfrm>
          <a:prstGeom prst="line">
            <a:avLst/>
          </a:prstGeom>
          <a:noFill/>
          <a:ln w="38100">
            <a:solidFill>
              <a:srgbClr val="168B83"/>
            </a:solidFill>
            <a:prstDash val="solid"/>
            <a:headEnd type="none"/>
            <a:tailEnd type="none"/>
          </a:ln>
        </p:spPr>
      </p:sp>
      <p:sp>
        <p:nvSpPr>
          <p:cNvPr id="270" name="Shape 268"/>
          <p:cNvSpPr/>
          <p:nvPr/>
        </p:nvSpPr>
        <p:spPr>
          <a:xfrm>
            <a:off x="3429000" y="1792224"/>
            <a:ext cx="256032" cy="0"/>
          </a:xfrm>
          <a:prstGeom prst="line">
            <a:avLst/>
          </a:prstGeom>
          <a:noFill/>
          <a:ln w="38100">
            <a:solidFill>
              <a:srgbClr val="168B83"/>
            </a:solidFill>
            <a:prstDash val="solid"/>
          </a:ln>
        </p:spPr>
      </p:sp>
      <p:sp>
        <p:nvSpPr>
          <p:cNvPr id="271" name="Text 269"/>
          <p:cNvSpPr/>
          <p:nvPr/>
        </p:nvSpPr>
        <p:spPr>
          <a:xfrm>
            <a:off x="3758184" y="1719072"/>
            <a:ext cx="2011680" cy="155448"/>
          </a:xfrm>
          <a:prstGeom prst="rect">
            <a:avLst/>
          </a:prstGeom>
          <a:noFill/>
          <a:ln/>
        </p:spPr>
        <p:txBody>
          <a:bodyPr wrap="square" lIns="0" tIns="0" rIns="0" bIns="0" rtlCol="0" anchor="ctr">
            <a:normAutofit/>
          </a:bodyPr>
          <a:lstStyle/>
          <a:p>
            <a:pPr indent="0" marL="0">
              <a:buNone/>
            </a:pPr>
            <a:r>
              <a:rPr lang="en-US" sz="920" b="1" dirty="0">
                <a:solidFill>
                  <a:srgbClr val="168B83"/>
                </a:solidFill>
              </a:rPr>
              <a:t>DENSITY</a:t>
            </a:r>
            <a:endParaRPr lang="en-US" sz="920" dirty="0"/>
          </a:p>
        </p:txBody>
      </p:sp>
      <p:sp>
        <p:nvSpPr>
          <p:cNvPr id="272" name="Shape 270"/>
          <p:cNvSpPr/>
          <p:nvPr/>
        </p:nvSpPr>
        <p:spPr>
          <a:xfrm>
            <a:off x="0" y="0"/>
            <a:ext cx="12191695" cy="502920"/>
          </a:xfrm>
          <a:prstGeom prst="rect">
            <a:avLst/>
          </a:prstGeom>
          <a:solidFill>
            <a:srgbClr val="263746"/>
          </a:solidFill>
          <a:ln w="12700">
            <a:solidFill>
              <a:srgbClr val="263746"/>
            </a:solidFill>
            <a:prstDash val="solid"/>
          </a:ln>
        </p:spPr>
      </p:sp>
      <p:sp>
        <p:nvSpPr>
          <p:cNvPr id="273" name="Shape 271"/>
          <p:cNvSpPr/>
          <p:nvPr/>
        </p:nvSpPr>
        <p:spPr>
          <a:xfrm>
            <a:off x="0" y="484632"/>
            <a:ext cx="12191695" cy="22860"/>
          </a:xfrm>
          <a:prstGeom prst="rect">
            <a:avLst/>
          </a:prstGeom>
          <a:solidFill>
            <a:srgbClr val="5C4DB7"/>
          </a:solidFill>
          <a:ln w="12700">
            <a:solidFill>
              <a:srgbClr val="5C4DB7"/>
            </a:solidFill>
            <a:prstDash val="solid"/>
          </a:ln>
        </p:spPr>
      </p:sp>
      <p:sp>
        <p:nvSpPr>
          <p:cNvPr id="274" name="Text 272"/>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275" name="Text 273"/>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F1F4"/>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263746"/>
          </a:solidFill>
          <a:ln w="12700">
            <a:solidFill>
              <a:srgbClr val="263746"/>
            </a:solidFill>
            <a:prstDash val="solid"/>
          </a:ln>
        </p:spPr>
      </p:sp>
      <p:sp>
        <p:nvSpPr>
          <p:cNvPr id="3" name="Shape 1"/>
          <p:cNvSpPr/>
          <p:nvPr/>
        </p:nvSpPr>
        <p:spPr>
          <a:xfrm>
            <a:off x="0" y="484632"/>
            <a:ext cx="12191695" cy="22860"/>
          </a:xfrm>
          <a:prstGeom prst="rect">
            <a:avLst/>
          </a:prstGeom>
          <a:solidFill>
            <a:srgbClr val="5C4DB7"/>
          </a:solidFill>
          <a:ln w="12700">
            <a:solidFill>
              <a:srgbClr val="5C4DB7"/>
            </a:solidFill>
            <a:prstDash val="solid"/>
          </a:ln>
        </p:spPr>
      </p:sp>
      <p:sp>
        <p:nvSpPr>
          <p:cNvPr id="4" name="Text 2"/>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5" name="Text 3"/>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
        <p:nvSpPr>
          <p:cNvPr id="6" name="Text 4"/>
          <p:cNvSpPr/>
          <p:nvPr/>
        </p:nvSpPr>
        <p:spPr>
          <a:xfrm>
            <a:off x="11292840" y="6510528"/>
            <a:ext cx="347472" cy="164592"/>
          </a:xfrm>
          <a:prstGeom prst="rect">
            <a:avLst/>
          </a:prstGeom>
          <a:noFill/>
          <a:ln/>
        </p:spPr>
        <p:txBody>
          <a:bodyPr wrap="square" lIns="0" tIns="0" rIns="0" bIns="0" rtlCol="0" anchor="ctr"/>
          <a:lstStyle/>
          <a:p>
            <a:pPr algn="r" indent="0" marL="0">
              <a:buNone/>
            </a:pPr>
            <a:r>
              <a:rPr lang="en-US" sz="900" dirty="0">
                <a:solidFill>
                  <a:srgbClr val="657782"/>
                </a:solidFill>
                <a:latin typeface="Aptos" pitchFamily="34" charset="0"/>
                <a:ea typeface="Aptos" pitchFamily="34" charset="-122"/>
                <a:cs typeface="Aptos" pitchFamily="34" charset="-120"/>
              </a:rPr>
              <a:t>3</a:t>
            </a:r>
            <a:endParaRPr lang="en-US" sz="900" dirty="0"/>
          </a:p>
        </p:txBody>
      </p:sp>
      <p:sp>
        <p:nvSpPr>
          <p:cNvPr id="7" name="Text 5"/>
          <p:cNvSpPr/>
          <p:nvPr/>
        </p:nvSpPr>
        <p:spPr>
          <a:xfrm>
            <a:off x="566928" y="694944"/>
            <a:ext cx="11018520" cy="658368"/>
          </a:xfrm>
          <a:prstGeom prst="rect">
            <a:avLst/>
          </a:prstGeom>
          <a:noFill/>
          <a:ln/>
        </p:spPr>
        <p:txBody>
          <a:bodyPr wrap="square" lIns="0" tIns="0" rIns="0" bIns="0" rtlCol="0" anchor="ctr"/>
          <a:lstStyle/>
          <a:p>
            <a:pPr indent="0" marL="0">
              <a:buNone/>
            </a:pPr>
            <a:r>
              <a:rPr lang="en-US" sz="2600" b="1" dirty="0">
                <a:solidFill>
                  <a:srgbClr val="263746"/>
                </a:solidFill>
                <a:latin typeface="Aptos Display" pitchFamily="34" charset="0"/>
                <a:ea typeface="Aptos Display" pitchFamily="34" charset="-122"/>
                <a:cs typeface="Aptos Display" pitchFamily="34" charset="-120"/>
              </a:rPr>
              <a:t>Coupled dynamics make transition analysis difficult</a:t>
            </a:r>
            <a:endParaRPr lang="en-US" sz="2600" dirty="0"/>
          </a:p>
        </p:txBody>
      </p:sp>
      <p:sp>
        <p:nvSpPr>
          <p:cNvPr id="8" name="Text 6"/>
          <p:cNvSpPr/>
          <p:nvPr/>
        </p:nvSpPr>
        <p:spPr>
          <a:xfrm>
            <a:off x="594360" y="1399032"/>
            <a:ext cx="4480560" cy="182880"/>
          </a:xfrm>
          <a:prstGeom prst="rect">
            <a:avLst/>
          </a:prstGeom>
          <a:noFill/>
          <a:ln/>
        </p:spPr>
        <p:txBody>
          <a:bodyPr wrap="square" lIns="0" tIns="0" rIns="0" bIns="0" rtlCol="0" anchor="ctr"/>
          <a:lstStyle/>
          <a:p>
            <a:pPr indent="0" marL="0">
              <a:buNone/>
            </a:pPr>
            <a:r>
              <a:rPr lang="en-US" sz="1050" b="1" spc="150" kern="0" dirty="0">
                <a:solidFill>
                  <a:srgbClr val="C44F4F"/>
                </a:solidFill>
                <a:latin typeface="Aptos" pitchFamily="34" charset="0"/>
                <a:ea typeface="Aptos" pitchFamily="34" charset="-122"/>
                <a:cs typeface="Aptos" pitchFamily="34" charset="-120"/>
              </a:rPr>
              <a:t>NORMALIZED ACROSS EACH SIGNAL'S OBSERVED RANGE</a:t>
            </a:r>
            <a:endParaRPr lang="en-US" sz="1050" dirty="0"/>
          </a:p>
        </p:txBody>
      </p:sp>
      <p:sp>
        <p:nvSpPr>
          <p:cNvPr id="9" name="Shape 7"/>
          <p:cNvSpPr/>
          <p:nvPr/>
        </p:nvSpPr>
        <p:spPr>
          <a:xfrm>
            <a:off x="841248" y="4896196"/>
            <a:ext cx="10424160" cy="0"/>
          </a:xfrm>
          <a:prstGeom prst="line">
            <a:avLst/>
          </a:prstGeom>
          <a:noFill/>
          <a:ln w="12700">
            <a:solidFill>
              <a:srgbClr val="DCE2E7"/>
            </a:solidFill>
            <a:prstDash val="solid"/>
          </a:ln>
        </p:spPr>
      </p:sp>
      <p:sp>
        <p:nvSpPr>
          <p:cNvPr id="10" name="Text 8"/>
          <p:cNvSpPr/>
          <p:nvPr/>
        </p:nvSpPr>
        <p:spPr>
          <a:xfrm>
            <a:off x="457200" y="4823044"/>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0%</a:t>
            </a:r>
            <a:endParaRPr lang="en-US" sz="900" dirty="0"/>
          </a:p>
        </p:txBody>
      </p:sp>
      <p:sp>
        <p:nvSpPr>
          <p:cNvPr id="11" name="Shape 9"/>
          <p:cNvSpPr/>
          <p:nvPr/>
        </p:nvSpPr>
        <p:spPr>
          <a:xfrm>
            <a:off x="841248" y="3566160"/>
            <a:ext cx="10424160" cy="0"/>
          </a:xfrm>
          <a:prstGeom prst="line">
            <a:avLst/>
          </a:prstGeom>
          <a:noFill/>
          <a:ln w="12700">
            <a:solidFill>
              <a:srgbClr val="DCE2E7"/>
            </a:solidFill>
            <a:prstDash val="solid"/>
          </a:ln>
        </p:spPr>
      </p:sp>
      <p:sp>
        <p:nvSpPr>
          <p:cNvPr id="12" name="Text 10"/>
          <p:cNvSpPr/>
          <p:nvPr/>
        </p:nvSpPr>
        <p:spPr>
          <a:xfrm>
            <a:off x="457200" y="3493008"/>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50%</a:t>
            </a:r>
            <a:endParaRPr lang="en-US" sz="900" dirty="0"/>
          </a:p>
        </p:txBody>
      </p:sp>
      <p:sp>
        <p:nvSpPr>
          <p:cNvPr id="13" name="Shape 11"/>
          <p:cNvSpPr/>
          <p:nvPr/>
        </p:nvSpPr>
        <p:spPr>
          <a:xfrm>
            <a:off x="841248" y="2236124"/>
            <a:ext cx="10424160" cy="0"/>
          </a:xfrm>
          <a:prstGeom prst="line">
            <a:avLst/>
          </a:prstGeom>
          <a:noFill/>
          <a:ln w="12700">
            <a:solidFill>
              <a:srgbClr val="DCE2E7"/>
            </a:solidFill>
            <a:prstDash val="solid"/>
          </a:ln>
        </p:spPr>
      </p:sp>
      <p:sp>
        <p:nvSpPr>
          <p:cNvPr id="14" name="Text 12"/>
          <p:cNvSpPr/>
          <p:nvPr/>
        </p:nvSpPr>
        <p:spPr>
          <a:xfrm>
            <a:off x="457200" y="2162972"/>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100%</a:t>
            </a:r>
            <a:endParaRPr lang="en-US" sz="900" dirty="0"/>
          </a:p>
        </p:txBody>
      </p:sp>
      <p:sp>
        <p:nvSpPr>
          <p:cNvPr id="15" name="Shape 13"/>
          <p:cNvSpPr/>
          <p:nvPr/>
        </p:nvSpPr>
        <p:spPr>
          <a:xfrm>
            <a:off x="841248" y="2103120"/>
            <a:ext cx="0" cy="2926080"/>
          </a:xfrm>
          <a:prstGeom prst="line">
            <a:avLst/>
          </a:prstGeom>
          <a:noFill/>
          <a:ln w="8890">
            <a:solidFill>
              <a:srgbClr val="DCE2E7">
                <a:alpha val="80000"/>
              </a:srgbClr>
            </a:solidFill>
            <a:prstDash val="solid"/>
          </a:ln>
        </p:spPr>
      </p:sp>
      <p:sp>
        <p:nvSpPr>
          <p:cNvPr id="16" name="Text 14"/>
          <p:cNvSpPr/>
          <p:nvPr/>
        </p:nvSpPr>
        <p:spPr>
          <a:xfrm>
            <a:off x="731520"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0</a:t>
            </a:r>
            <a:endParaRPr lang="en-US" sz="900" dirty="0"/>
          </a:p>
        </p:txBody>
      </p:sp>
      <p:sp>
        <p:nvSpPr>
          <p:cNvPr id="17" name="Shape 15"/>
          <p:cNvSpPr/>
          <p:nvPr/>
        </p:nvSpPr>
        <p:spPr>
          <a:xfrm>
            <a:off x="2926080" y="2103120"/>
            <a:ext cx="0" cy="2926080"/>
          </a:xfrm>
          <a:prstGeom prst="line">
            <a:avLst/>
          </a:prstGeom>
          <a:noFill/>
          <a:ln w="8890">
            <a:solidFill>
              <a:srgbClr val="DCE2E7">
                <a:alpha val="80000"/>
              </a:srgbClr>
            </a:solidFill>
            <a:prstDash val="solid"/>
          </a:ln>
        </p:spPr>
      </p:sp>
      <p:sp>
        <p:nvSpPr>
          <p:cNvPr id="18" name="Text 16"/>
          <p:cNvSpPr/>
          <p:nvPr/>
        </p:nvSpPr>
        <p:spPr>
          <a:xfrm>
            <a:off x="2816352"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2</a:t>
            </a:r>
            <a:endParaRPr lang="en-US" sz="900" dirty="0"/>
          </a:p>
        </p:txBody>
      </p:sp>
      <p:sp>
        <p:nvSpPr>
          <p:cNvPr id="19" name="Shape 17"/>
          <p:cNvSpPr/>
          <p:nvPr/>
        </p:nvSpPr>
        <p:spPr>
          <a:xfrm>
            <a:off x="5010912" y="2103120"/>
            <a:ext cx="0" cy="2926080"/>
          </a:xfrm>
          <a:prstGeom prst="line">
            <a:avLst/>
          </a:prstGeom>
          <a:noFill/>
          <a:ln w="8890">
            <a:solidFill>
              <a:srgbClr val="DCE2E7">
                <a:alpha val="80000"/>
              </a:srgbClr>
            </a:solidFill>
            <a:prstDash val="solid"/>
          </a:ln>
        </p:spPr>
      </p:sp>
      <p:sp>
        <p:nvSpPr>
          <p:cNvPr id="20" name="Text 18"/>
          <p:cNvSpPr/>
          <p:nvPr/>
        </p:nvSpPr>
        <p:spPr>
          <a:xfrm>
            <a:off x="4901184"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4</a:t>
            </a:r>
            <a:endParaRPr lang="en-US" sz="900" dirty="0"/>
          </a:p>
        </p:txBody>
      </p:sp>
      <p:sp>
        <p:nvSpPr>
          <p:cNvPr id="21" name="Shape 19"/>
          <p:cNvSpPr/>
          <p:nvPr/>
        </p:nvSpPr>
        <p:spPr>
          <a:xfrm>
            <a:off x="7095744" y="2103120"/>
            <a:ext cx="0" cy="2926080"/>
          </a:xfrm>
          <a:prstGeom prst="line">
            <a:avLst/>
          </a:prstGeom>
          <a:noFill/>
          <a:ln w="8890">
            <a:solidFill>
              <a:srgbClr val="DCE2E7">
                <a:alpha val="80000"/>
              </a:srgbClr>
            </a:solidFill>
            <a:prstDash val="solid"/>
          </a:ln>
        </p:spPr>
      </p:sp>
      <p:sp>
        <p:nvSpPr>
          <p:cNvPr id="22" name="Text 20"/>
          <p:cNvSpPr/>
          <p:nvPr/>
        </p:nvSpPr>
        <p:spPr>
          <a:xfrm>
            <a:off x="6986016"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6</a:t>
            </a:r>
            <a:endParaRPr lang="en-US" sz="900" dirty="0"/>
          </a:p>
        </p:txBody>
      </p:sp>
      <p:sp>
        <p:nvSpPr>
          <p:cNvPr id="23" name="Shape 21"/>
          <p:cNvSpPr/>
          <p:nvPr/>
        </p:nvSpPr>
        <p:spPr>
          <a:xfrm>
            <a:off x="9180576" y="2103120"/>
            <a:ext cx="0" cy="2926080"/>
          </a:xfrm>
          <a:prstGeom prst="line">
            <a:avLst/>
          </a:prstGeom>
          <a:noFill/>
          <a:ln w="8890">
            <a:solidFill>
              <a:srgbClr val="DCE2E7">
                <a:alpha val="80000"/>
              </a:srgbClr>
            </a:solidFill>
            <a:prstDash val="solid"/>
          </a:ln>
        </p:spPr>
      </p:sp>
      <p:sp>
        <p:nvSpPr>
          <p:cNvPr id="24" name="Text 22"/>
          <p:cNvSpPr/>
          <p:nvPr/>
        </p:nvSpPr>
        <p:spPr>
          <a:xfrm>
            <a:off x="9070848"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8</a:t>
            </a:r>
            <a:endParaRPr lang="en-US" sz="900" dirty="0"/>
          </a:p>
        </p:txBody>
      </p:sp>
      <p:sp>
        <p:nvSpPr>
          <p:cNvPr id="25" name="Shape 23"/>
          <p:cNvSpPr/>
          <p:nvPr/>
        </p:nvSpPr>
        <p:spPr>
          <a:xfrm>
            <a:off x="11265408" y="2103120"/>
            <a:ext cx="0" cy="2926080"/>
          </a:xfrm>
          <a:prstGeom prst="line">
            <a:avLst/>
          </a:prstGeom>
          <a:noFill/>
          <a:ln w="8890">
            <a:solidFill>
              <a:srgbClr val="DCE2E7">
                <a:alpha val="80000"/>
              </a:srgbClr>
            </a:solidFill>
            <a:prstDash val="solid"/>
          </a:ln>
        </p:spPr>
      </p:sp>
      <p:sp>
        <p:nvSpPr>
          <p:cNvPr id="26" name="Text 24"/>
          <p:cNvSpPr/>
          <p:nvPr/>
        </p:nvSpPr>
        <p:spPr>
          <a:xfrm>
            <a:off x="11155680"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10</a:t>
            </a:r>
            <a:endParaRPr lang="en-US" sz="900" dirty="0"/>
          </a:p>
        </p:txBody>
      </p:sp>
      <p:sp>
        <p:nvSpPr>
          <p:cNvPr id="27" name="Text 25"/>
          <p:cNvSpPr/>
          <p:nvPr/>
        </p:nvSpPr>
        <p:spPr>
          <a:xfrm>
            <a:off x="4841748" y="5404104"/>
            <a:ext cx="2423160" cy="164592"/>
          </a:xfrm>
          <a:prstGeom prst="rect">
            <a:avLst/>
          </a:prstGeom>
          <a:noFill/>
          <a:ln/>
        </p:spPr>
        <p:txBody>
          <a:bodyPr wrap="square" lIns="0" tIns="0" rIns="0" bIns="0" rtlCol="0" anchor="ctr"/>
          <a:lstStyle/>
          <a:p>
            <a:pPr algn="ctr" indent="0" marL="0">
              <a:buNone/>
            </a:pPr>
            <a:r>
              <a:rPr lang="en-US" sz="920" b="1" spc="70" kern="0" dirty="0">
                <a:solidFill>
                  <a:srgbClr val="657782"/>
                </a:solidFill>
              </a:rPr>
              <a:t>HOURS FROM GRADE CHANGE</a:t>
            </a:r>
            <a:endParaRPr lang="en-US" sz="920" dirty="0"/>
          </a:p>
        </p:txBody>
      </p:sp>
      <p:sp>
        <p:nvSpPr>
          <p:cNvPr id="28" name="Shape 26"/>
          <p:cNvSpPr/>
          <p:nvPr/>
        </p:nvSpPr>
        <p:spPr>
          <a:xfrm>
            <a:off x="841248" y="2254211"/>
            <a:ext cx="176480" cy="0"/>
          </a:xfrm>
          <a:prstGeom prst="line">
            <a:avLst/>
          </a:prstGeom>
          <a:noFill/>
          <a:ln w="25400">
            <a:solidFill>
              <a:srgbClr val="5C4DB7"/>
            </a:solidFill>
            <a:prstDash val="solid"/>
            <a:headEnd type="none"/>
            <a:tailEnd type="none"/>
          </a:ln>
        </p:spPr>
      </p:sp>
      <p:sp>
        <p:nvSpPr>
          <p:cNvPr id="29" name="Shape 27"/>
          <p:cNvSpPr/>
          <p:nvPr/>
        </p:nvSpPr>
        <p:spPr>
          <a:xfrm>
            <a:off x="1014984" y="2235633"/>
            <a:ext cx="0" cy="21320"/>
          </a:xfrm>
          <a:prstGeom prst="line">
            <a:avLst/>
          </a:prstGeom>
          <a:noFill/>
          <a:ln w="25400">
            <a:solidFill>
              <a:srgbClr val="5C4DB7"/>
            </a:solidFill>
            <a:prstDash val="solid"/>
            <a:headEnd type="none"/>
            <a:tailEnd type="none"/>
          </a:ln>
        </p:spPr>
      </p:sp>
      <p:sp>
        <p:nvSpPr>
          <p:cNvPr id="30" name="Shape 28"/>
          <p:cNvSpPr/>
          <p:nvPr/>
        </p:nvSpPr>
        <p:spPr>
          <a:xfrm>
            <a:off x="1014984" y="2238377"/>
            <a:ext cx="176479" cy="0"/>
          </a:xfrm>
          <a:prstGeom prst="line">
            <a:avLst/>
          </a:prstGeom>
          <a:noFill/>
          <a:ln w="25400">
            <a:solidFill>
              <a:srgbClr val="5C4DB7"/>
            </a:solidFill>
            <a:prstDash val="solid"/>
            <a:headEnd type="none"/>
            <a:tailEnd type="none"/>
          </a:ln>
        </p:spPr>
      </p:sp>
      <p:sp>
        <p:nvSpPr>
          <p:cNvPr id="31" name="Shape 29"/>
          <p:cNvSpPr/>
          <p:nvPr/>
        </p:nvSpPr>
        <p:spPr>
          <a:xfrm>
            <a:off x="1188720" y="2235633"/>
            <a:ext cx="0" cy="14004"/>
          </a:xfrm>
          <a:prstGeom prst="line">
            <a:avLst/>
          </a:prstGeom>
          <a:noFill/>
          <a:ln w="25400">
            <a:solidFill>
              <a:srgbClr val="5C4DB7"/>
            </a:solidFill>
            <a:prstDash val="solid"/>
            <a:headEnd type="none"/>
            <a:tailEnd type="none"/>
          </a:ln>
        </p:spPr>
      </p:sp>
      <p:sp>
        <p:nvSpPr>
          <p:cNvPr id="32" name="Shape 30"/>
          <p:cNvSpPr/>
          <p:nvPr/>
        </p:nvSpPr>
        <p:spPr>
          <a:xfrm>
            <a:off x="1188720" y="2246894"/>
            <a:ext cx="176480" cy="0"/>
          </a:xfrm>
          <a:prstGeom prst="line">
            <a:avLst/>
          </a:prstGeom>
          <a:noFill/>
          <a:ln w="25400">
            <a:solidFill>
              <a:srgbClr val="5C4DB7"/>
            </a:solidFill>
            <a:prstDash val="solid"/>
            <a:headEnd type="none"/>
            <a:tailEnd type="none"/>
          </a:ln>
        </p:spPr>
      </p:sp>
      <p:sp>
        <p:nvSpPr>
          <p:cNvPr id="33" name="Shape 31"/>
          <p:cNvSpPr/>
          <p:nvPr/>
        </p:nvSpPr>
        <p:spPr>
          <a:xfrm>
            <a:off x="1362456" y="2244151"/>
            <a:ext cx="0" cy="20311"/>
          </a:xfrm>
          <a:prstGeom prst="line">
            <a:avLst/>
          </a:prstGeom>
          <a:noFill/>
          <a:ln w="25400">
            <a:solidFill>
              <a:srgbClr val="5C4DB7"/>
            </a:solidFill>
            <a:prstDash val="solid"/>
            <a:headEnd type="none"/>
            <a:tailEnd type="none"/>
          </a:ln>
        </p:spPr>
      </p:sp>
      <p:sp>
        <p:nvSpPr>
          <p:cNvPr id="34" name="Shape 32"/>
          <p:cNvSpPr/>
          <p:nvPr/>
        </p:nvSpPr>
        <p:spPr>
          <a:xfrm>
            <a:off x="1362456" y="2261719"/>
            <a:ext cx="176480" cy="0"/>
          </a:xfrm>
          <a:prstGeom prst="line">
            <a:avLst/>
          </a:prstGeom>
          <a:noFill/>
          <a:ln w="25400">
            <a:solidFill>
              <a:srgbClr val="5C4DB7"/>
            </a:solidFill>
            <a:prstDash val="solid"/>
            <a:headEnd type="none"/>
            <a:tailEnd type="none"/>
          </a:ln>
        </p:spPr>
      </p:sp>
      <p:sp>
        <p:nvSpPr>
          <p:cNvPr id="35" name="Shape 33"/>
          <p:cNvSpPr/>
          <p:nvPr/>
        </p:nvSpPr>
        <p:spPr>
          <a:xfrm>
            <a:off x="1536192" y="2258976"/>
            <a:ext cx="0" cy="26650"/>
          </a:xfrm>
          <a:prstGeom prst="line">
            <a:avLst/>
          </a:prstGeom>
          <a:noFill/>
          <a:ln w="25400">
            <a:solidFill>
              <a:srgbClr val="5C4DB7"/>
            </a:solidFill>
            <a:prstDash val="solid"/>
            <a:headEnd type="none"/>
            <a:tailEnd type="none"/>
          </a:ln>
        </p:spPr>
      </p:sp>
      <p:sp>
        <p:nvSpPr>
          <p:cNvPr id="36" name="Shape 34"/>
          <p:cNvSpPr/>
          <p:nvPr/>
        </p:nvSpPr>
        <p:spPr>
          <a:xfrm>
            <a:off x="1536192" y="2282883"/>
            <a:ext cx="176479" cy="0"/>
          </a:xfrm>
          <a:prstGeom prst="line">
            <a:avLst/>
          </a:prstGeom>
          <a:noFill/>
          <a:ln w="25400">
            <a:solidFill>
              <a:srgbClr val="5C4DB7"/>
            </a:solidFill>
            <a:prstDash val="solid"/>
            <a:headEnd type="none"/>
            <a:tailEnd type="none"/>
          </a:ln>
        </p:spPr>
      </p:sp>
      <p:sp>
        <p:nvSpPr>
          <p:cNvPr id="37" name="Shape 35"/>
          <p:cNvSpPr/>
          <p:nvPr/>
        </p:nvSpPr>
        <p:spPr>
          <a:xfrm>
            <a:off x="1709928" y="2280140"/>
            <a:ext cx="0" cy="32664"/>
          </a:xfrm>
          <a:prstGeom prst="line">
            <a:avLst/>
          </a:prstGeom>
          <a:noFill/>
          <a:ln w="25400">
            <a:solidFill>
              <a:srgbClr val="5C4DB7"/>
            </a:solidFill>
            <a:prstDash val="solid"/>
            <a:headEnd type="none"/>
            <a:tailEnd type="none"/>
          </a:ln>
        </p:spPr>
      </p:sp>
      <p:sp>
        <p:nvSpPr>
          <p:cNvPr id="38" name="Shape 36"/>
          <p:cNvSpPr/>
          <p:nvPr/>
        </p:nvSpPr>
        <p:spPr>
          <a:xfrm>
            <a:off x="1709928" y="2310060"/>
            <a:ext cx="176480" cy="0"/>
          </a:xfrm>
          <a:prstGeom prst="line">
            <a:avLst/>
          </a:prstGeom>
          <a:noFill/>
          <a:ln w="25400">
            <a:solidFill>
              <a:srgbClr val="5C4DB7"/>
            </a:solidFill>
            <a:prstDash val="solid"/>
            <a:headEnd type="none"/>
            <a:tailEnd type="none"/>
          </a:ln>
        </p:spPr>
      </p:sp>
      <p:sp>
        <p:nvSpPr>
          <p:cNvPr id="39" name="Shape 37"/>
          <p:cNvSpPr/>
          <p:nvPr/>
        </p:nvSpPr>
        <p:spPr>
          <a:xfrm>
            <a:off x="1883664" y="2307317"/>
            <a:ext cx="0" cy="37595"/>
          </a:xfrm>
          <a:prstGeom prst="line">
            <a:avLst/>
          </a:prstGeom>
          <a:noFill/>
          <a:ln w="25400">
            <a:solidFill>
              <a:srgbClr val="5C4DB7"/>
            </a:solidFill>
            <a:prstDash val="solid"/>
            <a:headEnd type="none"/>
            <a:tailEnd type="none"/>
          </a:ln>
        </p:spPr>
      </p:sp>
      <p:sp>
        <p:nvSpPr>
          <p:cNvPr id="40" name="Shape 38"/>
          <p:cNvSpPr/>
          <p:nvPr/>
        </p:nvSpPr>
        <p:spPr>
          <a:xfrm>
            <a:off x="1883664" y="2342169"/>
            <a:ext cx="176480" cy="0"/>
          </a:xfrm>
          <a:prstGeom prst="line">
            <a:avLst/>
          </a:prstGeom>
          <a:noFill/>
          <a:ln w="25400">
            <a:solidFill>
              <a:srgbClr val="5C4DB7"/>
            </a:solidFill>
            <a:prstDash val="solid"/>
            <a:headEnd type="none"/>
            <a:tailEnd type="none"/>
          </a:ln>
        </p:spPr>
      </p:sp>
      <p:sp>
        <p:nvSpPr>
          <p:cNvPr id="41" name="Shape 39"/>
          <p:cNvSpPr/>
          <p:nvPr/>
        </p:nvSpPr>
        <p:spPr>
          <a:xfrm>
            <a:off x="2057400" y="2339426"/>
            <a:ext cx="0" cy="42447"/>
          </a:xfrm>
          <a:prstGeom prst="line">
            <a:avLst/>
          </a:prstGeom>
          <a:noFill/>
          <a:ln w="25400">
            <a:solidFill>
              <a:srgbClr val="5C4DB7"/>
            </a:solidFill>
            <a:prstDash val="solid"/>
            <a:headEnd type="none"/>
            <a:tailEnd type="none"/>
          </a:ln>
        </p:spPr>
      </p:sp>
      <p:sp>
        <p:nvSpPr>
          <p:cNvPr id="42" name="Shape 40"/>
          <p:cNvSpPr/>
          <p:nvPr/>
        </p:nvSpPr>
        <p:spPr>
          <a:xfrm>
            <a:off x="2057400" y="2379130"/>
            <a:ext cx="176479" cy="0"/>
          </a:xfrm>
          <a:prstGeom prst="line">
            <a:avLst/>
          </a:prstGeom>
          <a:noFill/>
          <a:ln w="25400">
            <a:solidFill>
              <a:srgbClr val="5C4DB7"/>
            </a:solidFill>
            <a:prstDash val="solid"/>
            <a:headEnd type="none"/>
            <a:tailEnd type="none"/>
          </a:ln>
        </p:spPr>
      </p:sp>
      <p:sp>
        <p:nvSpPr>
          <p:cNvPr id="43" name="Shape 41"/>
          <p:cNvSpPr/>
          <p:nvPr/>
        </p:nvSpPr>
        <p:spPr>
          <a:xfrm>
            <a:off x="2231136" y="2376387"/>
            <a:ext cx="0" cy="46836"/>
          </a:xfrm>
          <a:prstGeom prst="line">
            <a:avLst/>
          </a:prstGeom>
          <a:noFill/>
          <a:ln w="25400">
            <a:solidFill>
              <a:srgbClr val="5C4DB7"/>
            </a:solidFill>
            <a:prstDash val="solid"/>
            <a:headEnd type="none"/>
            <a:tailEnd type="none"/>
          </a:ln>
        </p:spPr>
      </p:sp>
      <p:sp>
        <p:nvSpPr>
          <p:cNvPr id="44" name="Shape 42"/>
          <p:cNvSpPr/>
          <p:nvPr/>
        </p:nvSpPr>
        <p:spPr>
          <a:xfrm>
            <a:off x="2231136" y="2420479"/>
            <a:ext cx="176480" cy="0"/>
          </a:xfrm>
          <a:prstGeom prst="line">
            <a:avLst/>
          </a:prstGeom>
          <a:noFill/>
          <a:ln w="25400">
            <a:solidFill>
              <a:srgbClr val="5C4DB7"/>
            </a:solidFill>
            <a:prstDash val="solid"/>
            <a:headEnd type="none"/>
            <a:tailEnd type="none"/>
          </a:ln>
        </p:spPr>
      </p:sp>
      <p:sp>
        <p:nvSpPr>
          <p:cNvPr id="45" name="Shape 43"/>
          <p:cNvSpPr/>
          <p:nvPr/>
        </p:nvSpPr>
        <p:spPr>
          <a:xfrm>
            <a:off x="2404872" y="2417736"/>
            <a:ext cx="0" cy="50506"/>
          </a:xfrm>
          <a:prstGeom prst="line">
            <a:avLst/>
          </a:prstGeom>
          <a:noFill/>
          <a:ln w="25400">
            <a:solidFill>
              <a:srgbClr val="5C4DB7"/>
            </a:solidFill>
            <a:prstDash val="solid"/>
            <a:headEnd type="none"/>
            <a:tailEnd type="none"/>
          </a:ln>
        </p:spPr>
      </p:sp>
      <p:sp>
        <p:nvSpPr>
          <p:cNvPr id="46" name="Shape 44"/>
          <p:cNvSpPr/>
          <p:nvPr/>
        </p:nvSpPr>
        <p:spPr>
          <a:xfrm>
            <a:off x="2404872" y="2465499"/>
            <a:ext cx="176480" cy="0"/>
          </a:xfrm>
          <a:prstGeom prst="line">
            <a:avLst/>
          </a:prstGeom>
          <a:noFill/>
          <a:ln w="25400">
            <a:solidFill>
              <a:srgbClr val="5C4DB7"/>
            </a:solidFill>
            <a:prstDash val="solid"/>
            <a:headEnd type="none"/>
            <a:tailEnd type="none"/>
          </a:ln>
        </p:spPr>
      </p:sp>
      <p:sp>
        <p:nvSpPr>
          <p:cNvPr id="47" name="Shape 45"/>
          <p:cNvSpPr/>
          <p:nvPr/>
        </p:nvSpPr>
        <p:spPr>
          <a:xfrm>
            <a:off x="2578608" y="2462756"/>
            <a:ext cx="0" cy="54152"/>
          </a:xfrm>
          <a:prstGeom prst="line">
            <a:avLst/>
          </a:prstGeom>
          <a:noFill/>
          <a:ln w="25400">
            <a:solidFill>
              <a:srgbClr val="5C4DB7"/>
            </a:solidFill>
            <a:prstDash val="solid"/>
            <a:headEnd type="none"/>
            <a:tailEnd type="none"/>
          </a:ln>
        </p:spPr>
      </p:sp>
      <p:sp>
        <p:nvSpPr>
          <p:cNvPr id="48" name="Shape 46"/>
          <p:cNvSpPr/>
          <p:nvPr/>
        </p:nvSpPr>
        <p:spPr>
          <a:xfrm>
            <a:off x="2578608" y="2514165"/>
            <a:ext cx="176479" cy="0"/>
          </a:xfrm>
          <a:prstGeom prst="line">
            <a:avLst/>
          </a:prstGeom>
          <a:noFill/>
          <a:ln w="25400">
            <a:solidFill>
              <a:srgbClr val="5C4DB7"/>
            </a:solidFill>
            <a:prstDash val="solid"/>
            <a:headEnd type="none"/>
            <a:tailEnd type="none"/>
          </a:ln>
        </p:spPr>
      </p:sp>
      <p:sp>
        <p:nvSpPr>
          <p:cNvPr id="49" name="Shape 47"/>
          <p:cNvSpPr/>
          <p:nvPr/>
        </p:nvSpPr>
        <p:spPr>
          <a:xfrm>
            <a:off x="2752344" y="2511422"/>
            <a:ext cx="0" cy="57203"/>
          </a:xfrm>
          <a:prstGeom prst="line">
            <a:avLst/>
          </a:prstGeom>
          <a:noFill/>
          <a:ln w="25400">
            <a:solidFill>
              <a:srgbClr val="5C4DB7"/>
            </a:solidFill>
            <a:prstDash val="solid"/>
            <a:headEnd type="none"/>
            <a:tailEnd type="none"/>
          </a:ln>
        </p:spPr>
      </p:sp>
      <p:sp>
        <p:nvSpPr>
          <p:cNvPr id="50" name="Shape 48"/>
          <p:cNvSpPr/>
          <p:nvPr/>
        </p:nvSpPr>
        <p:spPr>
          <a:xfrm>
            <a:off x="2752344" y="2565882"/>
            <a:ext cx="176480" cy="0"/>
          </a:xfrm>
          <a:prstGeom prst="line">
            <a:avLst/>
          </a:prstGeom>
          <a:noFill/>
          <a:ln w="25400">
            <a:solidFill>
              <a:srgbClr val="5C4DB7"/>
            </a:solidFill>
            <a:prstDash val="solid"/>
            <a:headEnd type="none"/>
            <a:tailEnd type="none"/>
          </a:ln>
        </p:spPr>
      </p:sp>
      <p:sp>
        <p:nvSpPr>
          <p:cNvPr id="51" name="Shape 49"/>
          <p:cNvSpPr/>
          <p:nvPr/>
        </p:nvSpPr>
        <p:spPr>
          <a:xfrm>
            <a:off x="2926080" y="2563139"/>
            <a:ext cx="0" cy="59553"/>
          </a:xfrm>
          <a:prstGeom prst="line">
            <a:avLst/>
          </a:prstGeom>
          <a:noFill/>
          <a:ln w="25400">
            <a:solidFill>
              <a:srgbClr val="5C4DB7"/>
            </a:solidFill>
            <a:prstDash val="solid"/>
            <a:headEnd type="none"/>
            <a:tailEnd type="none"/>
          </a:ln>
        </p:spPr>
      </p:sp>
      <p:sp>
        <p:nvSpPr>
          <p:cNvPr id="52" name="Shape 50"/>
          <p:cNvSpPr/>
          <p:nvPr/>
        </p:nvSpPr>
        <p:spPr>
          <a:xfrm>
            <a:off x="2926080" y="2619948"/>
            <a:ext cx="176480" cy="0"/>
          </a:xfrm>
          <a:prstGeom prst="line">
            <a:avLst/>
          </a:prstGeom>
          <a:noFill/>
          <a:ln w="25400">
            <a:solidFill>
              <a:srgbClr val="5C4DB7"/>
            </a:solidFill>
            <a:prstDash val="solid"/>
            <a:headEnd type="none"/>
            <a:tailEnd type="none"/>
          </a:ln>
        </p:spPr>
      </p:sp>
      <p:sp>
        <p:nvSpPr>
          <p:cNvPr id="53" name="Shape 51"/>
          <p:cNvSpPr/>
          <p:nvPr/>
        </p:nvSpPr>
        <p:spPr>
          <a:xfrm>
            <a:off x="3099816" y="2617205"/>
            <a:ext cx="0" cy="71978"/>
          </a:xfrm>
          <a:prstGeom prst="line">
            <a:avLst/>
          </a:prstGeom>
          <a:noFill/>
          <a:ln w="25400">
            <a:solidFill>
              <a:srgbClr val="5C4DB7"/>
            </a:solidFill>
            <a:prstDash val="solid"/>
            <a:headEnd type="none"/>
            <a:tailEnd type="none"/>
          </a:ln>
        </p:spPr>
      </p:sp>
      <p:sp>
        <p:nvSpPr>
          <p:cNvPr id="54" name="Shape 52"/>
          <p:cNvSpPr/>
          <p:nvPr/>
        </p:nvSpPr>
        <p:spPr>
          <a:xfrm>
            <a:off x="3099816" y="2686440"/>
            <a:ext cx="176479" cy="0"/>
          </a:xfrm>
          <a:prstGeom prst="line">
            <a:avLst/>
          </a:prstGeom>
          <a:noFill/>
          <a:ln w="25400">
            <a:solidFill>
              <a:srgbClr val="5C4DB7"/>
            </a:solidFill>
            <a:prstDash val="solid"/>
            <a:headEnd type="none"/>
            <a:tailEnd type="none"/>
          </a:ln>
        </p:spPr>
      </p:sp>
      <p:sp>
        <p:nvSpPr>
          <p:cNvPr id="55" name="Shape 53"/>
          <p:cNvSpPr/>
          <p:nvPr/>
        </p:nvSpPr>
        <p:spPr>
          <a:xfrm>
            <a:off x="3273552" y="2683697"/>
            <a:ext cx="0" cy="63026"/>
          </a:xfrm>
          <a:prstGeom prst="line">
            <a:avLst/>
          </a:prstGeom>
          <a:noFill/>
          <a:ln w="25400">
            <a:solidFill>
              <a:srgbClr val="5C4DB7"/>
            </a:solidFill>
            <a:prstDash val="solid"/>
            <a:headEnd type="none"/>
            <a:tailEnd type="none"/>
          </a:ln>
        </p:spPr>
      </p:sp>
      <p:sp>
        <p:nvSpPr>
          <p:cNvPr id="56" name="Shape 54"/>
          <p:cNvSpPr/>
          <p:nvPr/>
        </p:nvSpPr>
        <p:spPr>
          <a:xfrm>
            <a:off x="3273552" y="2743980"/>
            <a:ext cx="176480" cy="0"/>
          </a:xfrm>
          <a:prstGeom prst="line">
            <a:avLst/>
          </a:prstGeom>
          <a:noFill/>
          <a:ln w="25400">
            <a:solidFill>
              <a:srgbClr val="5C4DB7"/>
            </a:solidFill>
            <a:prstDash val="solid"/>
            <a:headEnd type="none"/>
            <a:tailEnd type="none"/>
          </a:ln>
        </p:spPr>
      </p:sp>
      <p:sp>
        <p:nvSpPr>
          <p:cNvPr id="57" name="Shape 55"/>
          <p:cNvSpPr/>
          <p:nvPr/>
        </p:nvSpPr>
        <p:spPr>
          <a:xfrm>
            <a:off x="3447288" y="2741236"/>
            <a:ext cx="0" cy="63943"/>
          </a:xfrm>
          <a:prstGeom prst="line">
            <a:avLst/>
          </a:prstGeom>
          <a:noFill/>
          <a:ln w="25400">
            <a:solidFill>
              <a:srgbClr val="5C4DB7"/>
            </a:solidFill>
            <a:prstDash val="solid"/>
            <a:headEnd type="none"/>
            <a:tailEnd type="none"/>
          </a:ln>
        </p:spPr>
      </p:sp>
      <p:sp>
        <p:nvSpPr>
          <p:cNvPr id="58" name="Shape 56"/>
          <p:cNvSpPr/>
          <p:nvPr/>
        </p:nvSpPr>
        <p:spPr>
          <a:xfrm>
            <a:off x="3447288" y="2802436"/>
            <a:ext cx="176480" cy="0"/>
          </a:xfrm>
          <a:prstGeom prst="line">
            <a:avLst/>
          </a:prstGeom>
          <a:noFill/>
          <a:ln w="25400">
            <a:solidFill>
              <a:srgbClr val="5C4DB7"/>
            </a:solidFill>
            <a:prstDash val="solid"/>
            <a:headEnd type="none"/>
            <a:tailEnd type="none"/>
          </a:ln>
        </p:spPr>
      </p:sp>
      <p:sp>
        <p:nvSpPr>
          <p:cNvPr id="59" name="Shape 57"/>
          <p:cNvSpPr/>
          <p:nvPr/>
        </p:nvSpPr>
        <p:spPr>
          <a:xfrm>
            <a:off x="3621024" y="2799693"/>
            <a:ext cx="0" cy="64504"/>
          </a:xfrm>
          <a:prstGeom prst="line">
            <a:avLst/>
          </a:prstGeom>
          <a:noFill/>
          <a:ln w="25400">
            <a:solidFill>
              <a:srgbClr val="5C4DB7"/>
            </a:solidFill>
            <a:prstDash val="solid"/>
            <a:headEnd type="none"/>
            <a:tailEnd type="none"/>
          </a:ln>
        </p:spPr>
      </p:sp>
      <p:sp>
        <p:nvSpPr>
          <p:cNvPr id="60" name="Shape 58"/>
          <p:cNvSpPr/>
          <p:nvPr/>
        </p:nvSpPr>
        <p:spPr>
          <a:xfrm>
            <a:off x="3621024" y="2861454"/>
            <a:ext cx="176479" cy="0"/>
          </a:xfrm>
          <a:prstGeom prst="line">
            <a:avLst/>
          </a:prstGeom>
          <a:noFill/>
          <a:ln w="25400">
            <a:solidFill>
              <a:srgbClr val="5C4DB7"/>
            </a:solidFill>
            <a:prstDash val="solid"/>
            <a:headEnd type="none"/>
            <a:tailEnd type="none"/>
          </a:ln>
        </p:spPr>
      </p:sp>
      <p:sp>
        <p:nvSpPr>
          <p:cNvPr id="61" name="Shape 59"/>
          <p:cNvSpPr/>
          <p:nvPr/>
        </p:nvSpPr>
        <p:spPr>
          <a:xfrm>
            <a:off x="3794760" y="2858711"/>
            <a:ext cx="0" cy="64640"/>
          </a:xfrm>
          <a:prstGeom prst="line">
            <a:avLst/>
          </a:prstGeom>
          <a:noFill/>
          <a:ln w="25400">
            <a:solidFill>
              <a:srgbClr val="5C4DB7"/>
            </a:solidFill>
            <a:prstDash val="solid"/>
            <a:headEnd type="none"/>
            <a:tailEnd type="none"/>
          </a:ln>
        </p:spPr>
      </p:sp>
      <p:sp>
        <p:nvSpPr>
          <p:cNvPr id="62" name="Shape 60"/>
          <p:cNvSpPr/>
          <p:nvPr/>
        </p:nvSpPr>
        <p:spPr>
          <a:xfrm>
            <a:off x="3794760" y="2920607"/>
            <a:ext cx="176480" cy="0"/>
          </a:xfrm>
          <a:prstGeom prst="line">
            <a:avLst/>
          </a:prstGeom>
          <a:noFill/>
          <a:ln w="25400">
            <a:solidFill>
              <a:srgbClr val="5C4DB7"/>
            </a:solidFill>
            <a:prstDash val="solid"/>
            <a:headEnd type="none"/>
            <a:tailEnd type="none"/>
          </a:ln>
        </p:spPr>
      </p:sp>
      <p:sp>
        <p:nvSpPr>
          <p:cNvPr id="63" name="Shape 61"/>
          <p:cNvSpPr/>
          <p:nvPr/>
        </p:nvSpPr>
        <p:spPr>
          <a:xfrm>
            <a:off x="3968496" y="2917864"/>
            <a:ext cx="0" cy="64331"/>
          </a:xfrm>
          <a:prstGeom prst="line">
            <a:avLst/>
          </a:prstGeom>
          <a:noFill/>
          <a:ln w="25400">
            <a:solidFill>
              <a:srgbClr val="5C4DB7"/>
            </a:solidFill>
            <a:prstDash val="solid"/>
            <a:headEnd type="none"/>
            <a:tailEnd type="none"/>
          </a:ln>
        </p:spPr>
      </p:sp>
      <p:sp>
        <p:nvSpPr>
          <p:cNvPr id="64" name="Shape 62"/>
          <p:cNvSpPr/>
          <p:nvPr/>
        </p:nvSpPr>
        <p:spPr>
          <a:xfrm>
            <a:off x="3968496" y="2979451"/>
            <a:ext cx="176480" cy="0"/>
          </a:xfrm>
          <a:prstGeom prst="line">
            <a:avLst/>
          </a:prstGeom>
          <a:noFill/>
          <a:ln w="25400">
            <a:solidFill>
              <a:srgbClr val="5C4DB7"/>
            </a:solidFill>
            <a:prstDash val="solid"/>
            <a:headEnd type="none"/>
            <a:tailEnd type="none"/>
          </a:ln>
        </p:spPr>
      </p:sp>
      <p:sp>
        <p:nvSpPr>
          <p:cNvPr id="65" name="Shape 63"/>
          <p:cNvSpPr/>
          <p:nvPr/>
        </p:nvSpPr>
        <p:spPr>
          <a:xfrm>
            <a:off x="4142232" y="2976708"/>
            <a:ext cx="0" cy="64067"/>
          </a:xfrm>
          <a:prstGeom prst="line">
            <a:avLst/>
          </a:prstGeom>
          <a:noFill/>
          <a:ln w="25400">
            <a:solidFill>
              <a:srgbClr val="5C4DB7"/>
            </a:solidFill>
            <a:prstDash val="solid"/>
            <a:headEnd type="none"/>
            <a:tailEnd type="none"/>
          </a:ln>
        </p:spPr>
      </p:sp>
      <p:sp>
        <p:nvSpPr>
          <p:cNvPr id="66" name="Shape 64"/>
          <p:cNvSpPr/>
          <p:nvPr/>
        </p:nvSpPr>
        <p:spPr>
          <a:xfrm>
            <a:off x="4142232" y="3038032"/>
            <a:ext cx="176479" cy="0"/>
          </a:xfrm>
          <a:prstGeom prst="line">
            <a:avLst/>
          </a:prstGeom>
          <a:noFill/>
          <a:ln w="25400">
            <a:solidFill>
              <a:srgbClr val="5C4DB7"/>
            </a:solidFill>
            <a:prstDash val="solid"/>
            <a:headEnd type="none"/>
            <a:tailEnd type="none"/>
          </a:ln>
        </p:spPr>
      </p:sp>
      <p:sp>
        <p:nvSpPr>
          <p:cNvPr id="67" name="Shape 65"/>
          <p:cNvSpPr/>
          <p:nvPr/>
        </p:nvSpPr>
        <p:spPr>
          <a:xfrm>
            <a:off x="4315968" y="3035289"/>
            <a:ext cx="0" cy="63965"/>
          </a:xfrm>
          <a:prstGeom prst="line">
            <a:avLst/>
          </a:prstGeom>
          <a:noFill/>
          <a:ln w="25400">
            <a:solidFill>
              <a:srgbClr val="5C4DB7"/>
            </a:solidFill>
            <a:prstDash val="solid"/>
            <a:headEnd type="none"/>
            <a:tailEnd type="none"/>
          </a:ln>
        </p:spPr>
      </p:sp>
      <p:sp>
        <p:nvSpPr>
          <p:cNvPr id="68" name="Shape 66"/>
          <p:cNvSpPr/>
          <p:nvPr/>
        </p:nvSpPr>
        <p:spPr>
          <a:xfrm>
            <a:off x="4315968" y="3096510"/>
            <a:ext cx="176480" cy="0"/>
          </a:xfrm>
          <a:prstGeom prst="line">
            <a:avLst/>
          </a:prstGeom>
          <a:noFill/>
          <a:ln w="25400">
            <a:solidFill>
              <a:srgbClr val="5C4DB7"/>
            </a:solidFill>
            <a:prstDash val="solid"/>
            <a:headEnd type="none"/>
            <a:tailEnd type="none"/>
          </a:ln>
        </p:spPr>
      </p:sp>
      <p:sp>
        <p:nvSpPr>
          <p:cNvPr id="69" name="Shape 67"/>
          <p:cNvSpPr/>
          <p:nvPr/>
        </p:nvSpPr>
        <p:spPr>
          <a:xfrm>
            <a:off x="4489704" y="3093767"/>
            <a:ext cx="0" cy="64035"/>
          </a:xfrm>
          <a:prstGeom prst="line">
            <a:avLst/>
          </a:prstGeom>
          <a:noFill/>
          <a:ln w="25400">
            <a:solidFill>
              <a:srgbClr val="5C4DB7"/>
            </a:solidFill>
            <a:prstDash val="solid"/>
            <a:headEnd type="none"/>
            <a:tailEnd type="none"/>
          </a:ln>
        </p:spPr>
      </p:sp>
      <p:sp>
        <p:nvSpPr>
          <p:cNvPr id="70" name="Shape 68"/>
          <p:cNvSpPr/>
          <p:nvPr/>
        </p:nvSpPr>
        <p:spPr>
          <a:xfrm>
            <a:off x="4489704" y="3155059"/>
            <a:ext cx="176480" cy="0"/>
          </a:xfrm>
          <a:prstGeom prst="line">
            <a:avLst/>
          </a:prstGeom>
          <a:noFill/>
          <a:ln w="25400">
            <a:solidFill>
              <a:srgbClr val="5C4DB7"/>
            </a:solidFill>
            <a:prstDash val="solid"/>
            <a:headEnd type="none"/>
            <a:tailEnd type="none"/>
          </a:ln>
        </p:spPr>
      </p:sp>
      <p:sp>
        <p:nvSpPr>
          <p:cNvPr id="71" name="Shape 69"/>
          <p:cNvSpPr/>
          <p:nvPr/>
        </p:nvSpPr>
        <p:spPr>
          <a:xfrm>
            <a:off x="4663440" y="3152316"/>
            <a:ext cx="0" cy="63998"/>
          </a:xfrm>
          <a:prstGeom prst="line">
            <a:avLst/>
          </a:prstGeom>
          <a:noFill/>
          <a:ln w="25400">
            <a:solidFill>
              <a:srgbClr val="5C4DB7"/>
            </a:solidFill>
            <a:prstDash val="solid"/>
            <a:headEnd type="none"/>
            <a:tailEnd type="none"/>
          </a:ln>
        </p:spPr>
      </p:sp>
      <p:sp>
        <p:nvSpPr>
          <p:cNvPr id="72" name="Shape 70"/>
          <p:cNvSpPr/>
          <p:nvPr/>
        </p:nvSpPr>
        <p:spPr>
          <a:xfrm>
            <a:off x="4663440" y="3213570"/>
            <a:ext cx="176479" cy="0"/>
          </a:xfrm>
          <a:prstGeom prst="line">
            <a:avLst/>
          </a:prstGeom>
          <a:noFill/>
          <a:ln w="25400">
            <a:solidFill>
              <a:srgbClr val="5C4DB7"/>
            </a:solidFill>
            <a:prstDash val="solid"/>
            <a:headEnd type="none"/>
            <a:tailEnd type="none"/>
          </a:ln>
        </p:spPr>
      </p:sp>
      <p:sp>
        <p:nvSpPr>
          <p:cNvPr id="73" name="Shape 71"/>
          <p:cNvSpPr/>
          <p:nvPr/>
        </p:nvSpPr>
        <p:spPr>
          <a:xfrm>
            <a:off x="4837176" y="3210827"/>
            <a:ext cx="0" cy="64129"/>
          </a:xfrm>
          <a:prstGeom prst="line">
            <a:avLst/>
          </a:prstGeom>
          <a:noFill/>
          <a:ln w="25400">
            <a:solidFill>
              <a:srgbClr val="5C4DB7"/>
            </a:solidFill>
            <a:prstDash val="solid"/>
            <a:headEnd type="none"/>
            <a:tailEnd type="none"/>
          </a:ln>
        </p:spPr>
      </p:sp>
      <p:sp>
        <p:nvSpPr>
          <p:cNvPr id="74" name="Shape 72"/>
          <p:cNvSpPr/>
          <p:nvPr/>
        </p:nvSpPr>
        <p:spPr>
          <a:xfrm>
            <a:off x="4837176" y="3272213"/>
            <a:ext cx="176480" cy="0"/>
          </a:xfrm>
          <a:prstGeom prst="line">
            <a:avLst/>
          </a:prstGeom>
          <a:noFill/>
          <a:ln w="25400">
            <a:solidFill>
              <a:srgbClr val="5C4DB7"/>
            </a:solidFill>
            <a:prstDash val="solid"/>
            <a:headEnd type="none"/>
            <a:tailEnd type="none"/>
          </a:ln>
        </p:spPr>
      </p:sp>
      <p:sp>
        <p:nvSpPr>
          <p:cNvPr id="75" name="Shape 73"/>
          <p:cNvSpPr/>
          <p:nvPr/>
        </p:nvSpPr>
        <p:spPr>
          <a:xfrm>
            <a:off x="5010912" y="3269470"/>
            <a:ext cx="0" cy="63827"/>
          </a:xfrm>
          <a:prstGeom prst="line">
            <a:avLst/>
          </a:prstGeom>
          <a:noFill/>
          <a:ln w="25400">
            <a:solidFill>
              <a:srgbClr val="5C4DB7"/>
            </a:solidFill>
            <a:prstDash val="solid"/>
            <a:headEnd type="none"/>
            <a:tailEnd type="none"/>
          </a:ln>
        </p:spPr>
      </p:sp>
      <p:sp>
        <p:nvSpPr>
          <p:cNvPr id="76" name="Shape 74"/>
          <p:cNvSpPr/>
          <p:nvPr/>
        </p:nvSpPr>
        <p:spPr>
          <a:xfrm>
            <a:off x="5010912" y="3330553"/>
            <a:ext cx="176480" cy="0"/>
          </a:xfrm>
          <a:prstGeom prst="line">
            <a:avLst/>
          </a:prstGeom>
          <a:noFill/>
          <a:ln w="25400">
            <a:solidFill>
              <a:srgbClr val="5C4DB7"/>
            </a:solidFill>
            <a:prstDash val="solid"/>
            <a:headEnd type="none"/>
            <a:tailEnd type="none"/>
          </a:ln>
        </p:spPr>
      </p:sp>
      <p:sp>
        <p:nvSpPr>
          <p:cNvPr id="77" name="Shape 75"/>
          <p:cNvSpPr/>
          <p:nvPr/>
        </p:nvSpPr>
        <p:spPr>
          <a:xfrm>
            <a:off x="5184648" y="3327810"/>
            <a:ext cx="0" cy="68937"/>
          </a:xfrm>
          <a:prstGeom prst="line">
            <a:avLst/>
          </a:prstGeom>
          <a:noFill/>
          <a:ln w="25400">
            <a:solidFill>
              <a:srgbClr val="5C4DB7"/>
            </a:solidFill>
            <a:prstDash val="solid"/>
            <a:headEnd type="none"/>
            <a:tailEnd type="none"/>
          </a:ln>
        </p:spPr>
      </p:sp>
      <p:sp>
        <p:nvSpPr>
          <p:cNvPr id="78" name="Shape 76"/>
          <p:cNvSpPr/>
          <p:nvPr/>
        </p:nvSpPr>
        <p:spPr>
          <a:xfrm>
            <a:off x="5184648" y="3394004"/>
            <a:ext cx="176479" cy="0"/>
          </a:xfrm>
          <a:prstGeom prst="line">
            <a:avLst/>
          </a:prstGeom>
          <a:noFill/>
          <a:ln w="25400">
            <a:solidFill>
              <a:srgbClr val="5C4DB7"/>
            </a:solidFill>
            <a:prstDash val="solid"/>
            <a:headEnd type="none"/>
            <a:tailEnd type="none"/>
          </a:ln>
        </p:spPr>
      </p:sp>
      <p:sp>
        <p:nvSpPr>
          <p:cNvPr id="79" name="Shape 77"/>
          <p:cNvSpPr/>
          <p:nvPr/>
        </p:nvSpPr>
        <p:spPr>
          <a:xfrm>
            <a:off x="5358384" y="3391261"/>
            <a:ext cx="0" cy="63366"/>
          </a:xfrm>
          <a:prstGeom prst="line">
            <a:avLst/>
          </a:prstGeom>
          <a:noFill/>
          <a:ln w="25400">
            <a:solidFill>
              <a:srgbClr val="5C4DB7"/>
            </a:solidFill>
            <a:prstDash val="solid"/>
            <a:headEnd type="none"/>
            <a:tailEnd type="none"/>
          </a:ln>
        </p:spPr>
      </p:sp>
      <p:sp>
        <p:nvSpPr>
          <p:cNvPr id="80" name="Shape 78"/>
          <p:cNvSpPr/>
          <p:nvPr/>
        </p:nvSpPr>
        <p:spPr>
          <a:xfrm>
            <a:off x="5358384" y="3451883"/>
            <a:ext cx="176480" cy="0"/>
          </a:xfrm>
          <a:prstGeom prst="line">
            <a:avLst/>
          </a:prstGeom>
          <a:noFill/>
          <a:ln w="25400">
            <a:solidFill>
              <a:srgbClr val="5C4DB7"/>
            </a:solidFill>
            <a:prstDash val="solid"/>
            <a:headEnd type="none"/>
            <a:tailEnd type="none"/>
          </a:ln>
        </p:spPr>
      </p:sp>
      <p:sp>
        <p:nvSpPr>
          <p:cNvPr id="81" name="Shape 79"/>
          <p:cNvSpPr/>
          <p:nvPr/>
        </p:nvSpPr>
        <p:spPr>
          <a:xfrm>
            <a:off x="5532120" y="3449140"/>
            <a:ext cx="0" cy="63487"/>
          </a:xfrm>
          <a:prstGeom prst="line">
            <a:avLst/>
          </a:prstGeom>
          <a:noFill/>
          <a:ln w="25400">
            <a:solidFill>
              <a:srgbClr val="5C4DB7"/>
            </a:solidFill>
            <a:prstDash val="solid"/>
            <a:headEnd type="none"/>
            <a:tailEnd type="none"/>
          </a:ln>
        </p:spPr>
      </p:sp>
      <p:sp>
        <p:nvSpPr>
          <p:cNvPr id="82" name="Shape 80"/>
          <p:cNvSpPr/>
          <p:nvPr/>
        </p:nvSpPr>
        <p:spPr>
          <a:xfrm>
            <a:off x="5532120" y="3509884"/>
            <a:ext cx="176480" cy="0"/>
          </a:xfrm>
          <a:prstGeom prst="line">
            <a:avLst/>
          </a:prstGeom>
          <a:noFill/>
          <a:ln w="25400">
            <a:solidFill>
              <a:srgbClr val="5C4DB7"/>
            </a:solidFill>
            <a:prstDash val="solid"/>
            <a:headEnd type="none"/>
            <a:tailEnd type="none"/>
          </a:ln>
        </p:spPr>
      </p:sp>
      <p:sp>
        <p:nvSpPr>
          <p:cNvPr id="83" name="Shape 81"/>
          <p:cNvSpPr/>
          <p:nvPr/>
        </p:nvSpPr>
        <p:spPr>
          <a:xfrm>
            <a:off x="5705856" y="3507140"/>
            <a:ext cx="0" cy="63280"/>
          </a:xfrm>
          <a:prstGeom prst="line">
            <a:avLst/>
          </a:prstGeom>
          <a:noFill/>
          <a:ln w="25400">
            <a:solidFill>
              <a:srgbClr val="5C4DB7"/>
            </a:solidFill>
            <a:prstDash val="solid"/>
            <a:headEnd type="none"/>
            <a:tailEnd type="none"/>
          </a:ln>
        </p:spPr>
      </p:sp>
      <p:sp>
        <p:nvSpPr>
          <p:cNvPr id="84" name="Shape 82"/>
          <p:cNvSpPr/>
          <p:nvPr/>
        </p:nvSpPr>
        <p:spPr>
          <a:xfrm>
            <a:off x="5705856" y="3567677"/>
            <a:ext cx="176479" cy="0"/>
          </a:xfrm>
          <a:prstGeom prst="line">
            <a:avLst/>
          </a:prstGeom>
          <a:noFill/>
          <a:ln w="25400">
            <a:solidFill>
              <a:srgbClr val="5C4DB7"/>
            </a:solidFill>
            <a:prstDash val="solid"/>
            <a:headEnd type="none"/>
            <a:tailEnd type="none"/>
          </a:ln>
        </p:spPr>
      </p:sp>
      <p:sp>
        <p:nvSpPr>
          <p:cNvPr id="85" name="Shape 83"/>
          <p:cNvSpPr/>
          <p:nvPr/>
        </p:nvSpPr>
        <p:spPr>
          <a:xfrm>
            <a:off x="5879592" y="3564934"/>
            <a:ext cx="0" cy="62592"/>
          </a:xfrm>
          <a:prstGeom prst="line">
            <a:avLst/>
          </a:prstGeom>
          <a:noFill/>
          <a:ln w="25400">
            <a:solidFill>
              <a:srgbClr val="5C4DB7"/>
            </a:solidFill>
            <a:prstDash val="solid"/>
            <a:headEnd type="none"/>
            <a:tailEnd type="none"/>
          </a:ln>
        </p:spPr>
      </p:sp>
      <p:sp>
        <p:nvSpPr>
          <p:cNvPr id="86" name="Shape 84"/>
          <p:cNvSpPr/>
          <p:nvPr/>
        </p:nvSpPr>
        <p:spPr>
          <a:xfrm>
            <a:off x="5879592" y="3624783"/>
            <a:ext cx="176480" cy="0"/>
          </a:xfrm>
          <a:prstGeom prst="line">
            <a:avLst/>
          </a:prstGeom>
          <a:noFill/>
          <a:ln w="25400">
            <a:solidFill>
              <a:srgbClr val="5C4DB7"/>
            </a:solidFill>
            <a:prstDash val="solid"/>
            <a:headEnd type="none"/>
            <a:tailEnd type="none"/>
          </a:ln>
        </p:spPr>
      </p:sp>
      <p:sp>
        <p:nvSpPr>
          <p:cNvPr id="87" name="Shape 85"/>
          <p:cNvSpPr/>
          <p:nvPr/>
        </p:nvSpPr>
        <p:spPr>
          <a:xfrm>
            <a:off x="6053328" y="3622040"/>
            <a:ext cx="0" cy="61866"/>
          </a:xfrm>
          <a:prstGeom prst="line">
            <a:avLst/>
          </a:prstGeom>
          <a:noFill/>
          <a:ln w="25400">
            <a:solidFill>
              <a:srgbClr val="5C4DB7"/>
            </a:solidFill>
            <a:prstDash val="solid"/>
            <a:headEnd type="none"/>
            <a:tailEnd type="none"/>
          </a:ln>
        </p:spPr>
      </p:sp>
      <p:sp>
        <p:nvSpPr>
          <p:cNvPr id="88" name="Shape 86"/>
          <p:cNvSpPr/>
          <p:nvPr/>
        </p:nvSpPr>
        <p:spPr>
          <a:xfrm>
            <a:off x="6053328" y="3681163"/>
            <a:ext cx="176480" cy="0"/>
          </a:xfrm>
          <a:prstGeom prst="line">
            <a:avLst/>
          </a:prstGeom>
          <a:noFill/>
          <a:ln w="25400">
            <a:solidFill>
              <a:srgbClr val="5C4DB7"/>
            </a:solidFill>
            <a:prstDash val="solid"/>
            <a:headEnd type="none"/>
            <a:tailEnd type="none"/>
          </a:ln>
        </p:spPr>
      </p:sp>
      <p:sp>
        <p:nvSpPr>
          <p:cNvPr id="89" name="Shape 87"/>
          <p:cNvSpPr/>
          <p:nvPr/>
        </p:nvSpPr>
        <p:spPr>
          <a:xfrm>
            <a:off x="6227064" y="3678420"/>
            <a:ext cx="0" cy="61108"/>
          </a:xfrm>
          <a:prstGeom prst="line">
            <a:avLst/>
          </a:prstGeom>
          <a:noFill/>
          <a:ln w="25400">
            <a:solidFill>
              <a:srgbClr val="5C4DB7"/>
            </a:solidFill>
            <a:prstDash val="solid"/>
            <a:headEnd type="none"/>
            <a:tailEnd type="none"/>
          </a:ln>
        </p:spPr>
      </p:sp>
      <p:sp>
        <p:nvSpPr>
          <p:cNvPr id="90" name="Shape 88"/>
          <p:cNvSpPr/>
          <p:nvPr/>
        </p:nvSpPr>
        <p:spPr>
          <a:xfrm>
            <a:off x="6227064" y="3736785"/>
            <a:ext cx="176479" cy="0"/>
          </a:xfrm>
          <a:prstGeom prst="line">
            <a:avLst/>
          </a:prstGeom>
          <a:noFill/>
          <a:ln w="25400">
            <a:solidFill>
              <a:srgbClr val="5C4DB7"/>
            </a:solidFill>
            <a:prstDash val="solid"/>
            <a:headEnd type="none"/>
            <a:tailEnd type="none"/>
          </a:ln>
        </p:spPr>
      </p:sp>
      <p:sp>
        <p:nvSpPr>
          <p:cNvPr id="91" name="Shape 89"/>
          <p:cNvSpPr/>
          <p:nvPr/>
        </p:nvSpPr>
        <p:spPr>
          <a:xfrm>
            <a:off x="6400800" y="3734042"/>
            <a:ext cx="0" cy="60199"/>
          </a:xfrm>
          <a:prstGeom prst="line">
            <a:avLst/>
          </a:prstGeom>
          <a:noFill/>
          <a:ln w="25400">
            <a:solidFill>
              <a:srgbClr val="5C4DB7"/>
            </a:solidFill>
            <a:prstDash val="solid"/>
            <a:headEnd type="none"/>
            <a:tailEnd type="none"/>
          </a:ln>
        </p:spPr>
      </p:sp>
      <p:sp>
        <p:nvSpPr>
          <p:cNvPr id="92" name="Shape 90"/>
          <p:cNvSpPr/>
          <p:nvPr/>
        </p:nvSpPr>
        <p:spPr>
          <a:xfrm>
            <a:off x="6400800" y="3791498"/>
            <a:ext cx="176480" cy="0"/>
          </a:xfrm>
          <a:prstGeom prst="line">
            <a:avLst/>
          </a:prstGeom>
          <a:noFill/>
          <a:ln w="25400">
            <a:solidFill>
              <a:srgbClr val="5C4DB7"/>
            </a:solidFill>
            <a:prstDash val="solid"/>
            <a:headEnd type="none"/>
            <a:tailEnd type="none"/>
          </a:ln>
        </p:spPr>
      </p:sp>
      <p:sp>
        <p:nvSpPr>
          <p:cNvPr id="93" name="Shape 91"/>
          <p:cNvSpPr/>
          <p:nvPr/>
        </p:nvSpPr>
        <p:spPr>
          <a:xfrm>
            <a:off x="6574536" y="3788754"/>
            <a:ext cx="0" cy="59087"/>
          </a:xfrm>
          <a:prstGeom prst="line">
            <a:avLst/>
          </a:prstGeom>
          <a:noFill/>
          <a:ln w="25400">
            <a:solidFill>
              <a:srgbClr val="5C4DB7"/>
            </a:solidFill>
            <a:prstDash val="solid"/>
            <a:headEnd type="none"/>
            <a:tailEnd type="none"/>
          </a:ln>
        </p:spPr>
      </p:sp>
      <p:sp>
        <p:nvSpPr>
          <p:cNvPr id="94" name="Shape 92"/>
          <p:cNvSpPr/>
          <p:nvPr/>
        </p:nvSpPr>
        <p:spPr>
          <a:xfrm>
            <a:off x="6574536" y="3845099"/>
            <a:ext cx="176480" cy="0"/>
          </a:xfrm>
          <a:prstGeom prst="line">
            <a:avLst/>
          </a:prstGeom>
          <a:noFill/>
          <a:ln w="25400">
            <a:solidFill>
              <a:srgbClr val="5C4DB7"/>
            </a:solidFill>
            <a:prstDash val="solid"/>
            <a:headEnd type="none"/>
            <a:tailEnd type="none"/>
          </a:ln>
        </p:spPr>
      </p:sp>
      <p:sp>
        <p:nvSpPr>
          <p:cNvPr id="95" name="Shape 93"/>
          <p:cNvSpPr/>
          <p:nvPr/>
        </p:nvSpPr>
        <p:spPr>
          <a:xfrm>
            <a:off x="6748272" y="3842356"/>
            <a:ext cx="0" cy="58157"/>
          </a:xfrm>
          <a:prstGeom prst="line">
            <a:avLst/>
          </a:prstGeom>
          <a:noFill/>
          <a:ln w="25400">
            <a:solidFill>
              <a:srgbClr val="5C4DB7"/>
            </a:solidFill>
            <a:prstDash val="solid"/>
            <a:headEnd type="none"/>
            <a:tailEnd type="none"/>
          </a:ln>
        </p:spPr>
      </p:sp>
      <p:sp>
        <p:nvSpPr>
          <p:cNvPr id="96" name="Shape 94"/>
          <p:cNvSpPr/>
          <p:nvPr/>
        </p:nvSpPr>
        <p:spPr>
          <a:xfrm>
            <a:off x="6748272" y="3897769"/>
            <a:ext cx="176479" cy="0"/>
          </a:xfrm>
          <a:prstGeom prst="line">
            <a:avLst/>
          </a:prstGeom>
          <a:noFill/>
          <a:ln w="25400">
            <a:solidFill>
              <a:srgbClr val="5C4DB7"/>
            </a:solidFill>
            <a:prstDash val="solid"/>
            <a:headEnd type="none"/>
            <a:tailEnd type="none"/>
          </a:ln>
        </p:spPr>
      </p:sp>
      <p:sp>
        <p:nvSpPr>
          <p:cNvPr id="97" name="Shape 95"/>
          <p:cNvSpPr/>
          <p:nvPr/>
        </p:nvSpPr>
        <p:spPr>
          <a:xfrm>
            <a:off x="6922008" y="3895026"/>
            <a:ext cx="0" cy="57345"/>
          </a:xfrm>
          <a:prstGeom prst="line">
            <a:avLst/>
          </a:prstGeom>
          <a:noFill/>
          <a:ln w="25400">
            <a:solidFill>
              <a:srgbClr val="5C4DB7"/>
            </a:solidFill>
            <a:prstDash val="solid"/>
            <a:headEnd type="none"/>
            <a:tailEnd type="none"/>
          </a:ln>
        </p:spPr>
      </p:sp>
      <p:sp>
        <p:nvSpPr>
          <p:cNvPr id="98" name="Shape 96"/>
          <p:cNvSpPr/>
          <p:nvPr/>
        </p:nvSpPr>
        <p:spPr>
          <a:xfrm>
            <a:off x="6922008" y="3949628"/>
            <a:ext cx="176480" cy="0"/>
          </a:xfrm>
          <a:prstGeom prst="line">
            <a:avLst/>
          </a:prstGeom>
          <a:noFill/>
          <a:ln w="25400">
            <a:solidFill>
              <a:srgbClr val="5C4DB7"/>
            </a:solidFill>
            <a:prstDash val="solid"/>
            <a:headEnd type="none"/>
            <a:tailEnd type="none"/>
          </a:ln>
        </p:spPr>
      </p:sp>
      <p:sp>
        <p:nvSpPr>
          <p:cNvPr id="99" name="Shape 97"/>
          <p:cNvSpPr/>
          <p:nvPr/>
        </p:nvSpPr>
        <p:spPr>
          <a:xfrm>
            <a:off x="7095744" y="3946885"/>
            <a:ext cx="0" cy="56465"/>
          </a:xfrm>
          <a:prstGeom prst="line">
            <a:avLst/>
          </a:prstGeom>
          <a:noFill/>
          <a:ln w="25400">
            <a:solidFill>
              <a:srgbClr val="5C4DB7"/>
            </a:solidFill>
            <a:prstDash val="solid"/>
            <a:headEnd type="none"/>
            <a:tailEnd type="none"/>
          </a:ln>
        </p:spPr>
      </p:sp>
      <p:sp>
        <p:nvSpPr>
          <p:cNvPr id="100" name="Shape 98"/>
          <p:cNvSpPr/>
          <p:nvPr/>
        </p:nvSpPr>
        <p:spPr>
          <a:xfrm>
            <a:off x="7095744" y="4000606"/>
            <a:ext cx="176480" cy="0"/>
          </a:xfrm>
          <a:prstGeom prst="line">
            <a:avLst/>
          </a:prstGeom>
          <a:noFill/>
          <a:ln w="25400">
            <a:solidFill>
              <a:srgbClr val="5C4DB7"/>
            </a:solidFill>
            <a:prstDash val="solid"/>
            <a:headEnd type="none"/>
            <a:tailEnd type="none"/>
          </a:ln>
        </p:spPr>
      </p:sp>
      <p:sp>
        <p:nvSpPr>
          <p:cNvPr id="101" name="Shape 99"/>
          <p:cNvSpPr/>
          <p:nvPr/>
        </p:nvSpPr>
        <p:spPr>
          <a:xfrm>
            <a:off x="7269480" y="3997863"/>
            <a:ext cx="0" cy="50061"/>
          </a:xfrm>
          <a:prstGeom prst="line">
            <a:avLst/>
          </a:prstGeom>
          <a:noFill/>
          <a:ln w="25400">
            <a:solidFill>
              <a:srgbClr val="5C4DB7"/>
            </a:solidFill>
            <a:prstDash val="solid"/>
            <a:headEnd type="none"/>
            <a:tailEnd type="none"/>
          </a:ln>
        </p:spPr>
      </p:sp>
      <p:sp>
        <p:nvSpPr>
          <p:cNvPr id="102" name="Shape 100"/>
          <p:cNvSpPr/>
          <p:nvPr/>
        </p:nvSpPr>
        <p:spPr>
          <a:xfrm>
            <a:off x="7269480" y="4045181"/>
            <a:ext cx="176479" cy="0"/>
          </a:xfrm>
          <a:prstGeom prst="line">
            <a:avLst/>
          </a:prstGeom>
          <a:noFill/>
          <a:ln w="25400">
            <a:solidFill>
              <a:srgbClr val="5C4DB7"/>
            </a:solidFill>
            <a:prstDash val="solid"/>
            <a:headEnd type="none"/>
            <a:tailEnd type="none"/>
          </a:ln>
        </p:spPr>
      </p:sp>
      <p:sp>
        <p:nvSpPr>
          <p:cNvPr id="103" name="Shape 101"/>
          <p:cNvSpPr/>
          <p:nvPr/>
        </p:nvSpPr>
        <p:spPr>
          <a:xfrm>
            <a:off x="7443216" y="4042437"/>
            <a:ext cx="0" cy="55036"/>
          </a:xfrm>
          <a:prstGeom prst="line">
            <a:avLst/>
          </a:prstGeom>
          <a:noFill/>
          <a:ln w="25400">
            <a:solidFill>
              <a:srgbClr val="5C4DB7"/>
            </a:solidFill>
            <a:prstDash val="solid"/>
            <a:headEnd type="none"/>
            <a:tailEnd type="none"/>
          </a:ln>
        </p:spPr>
      </p:sp>
      <p:sp>
        <p:nvSpPr>
          <p:cNvPr id="104" name="Shape 102"/>
          <p:cNvSpPr/>
          <p:nvPr/>
        </p:nvSpPr>
        <p:spPr>
          <a:xfrm>
            <a:off x="7443216" y="4094730"/>
            <a:ext cx="176480" cy="0"/>
          </a:xfrm>
          <a:prstGeom prst="line">
            <a:avLst/>
          </a:prstGeom>
          <a:noFill/>
          <a:ln w="25400">
            <a:solidFill>
              <a:srgbClr val="5C4DB7"/>
            </a:solidFill>
            <a:prstDash val="solid"/>
            <a:headEnd type="none"/>
            <a:tailEnd type="none"/>
          </a:ln>
        </p:spPr>
      </p:sp>
      <p:sp>
        <p:nvSpPr>
          <p:cNvPr id="105" name="Shape 103"/>
          <p:cNvSpPr/>
          <p:nvPr/>
        </p:nvSpPr>
        <p:spPr>
          <a:xfrm>
            <a:off x="7616952" y="4091987"/>
            <a:ext cx="0" cy="54219"/>
          </a:xfrm>
          <a:prstGeom prst="line">
            <a:avLst/>
          </a:prstGeom>
          <a:noFill/>
          <a:ln w="25400">
            <a:solidFill>
              <a:srgbClr val="5C4DB7"/>
            </a:solidFill>
            <a:prstDash val="solid"/>
            <a:headEnd type="none"/>
            <a:tailEnd type="none"/>
          </a:ln>
        </p:spPr>
      </p:sp>
      <p:sp>
        <p:nvSpPr>
          <p:cNvPr id="106" name="Shape 104"/>
          <p:cNvSpPr/>
          <p:nvPr/>
        </p:nvSpPr>
        <p:spPr>
          <a:xfrm>
            <a:off x="7616952" y="4143462"/>
            <a:ext cx="176480" cy="0"/>
          </a:xfrm>
          <a:prstGeom prst="line">
            <a:avLst/>
          </a:prstGeom>
          <a:noFill/>
          <a:ln w="25400">
            <a:solidFill>
              <a:srgbClr val="5C4DB7"/>
            </a:solidFill>
            <a:prstDash val="solid"/>
            <a:headEnd type="none"/>
            <a:tailEnd type="none"/>
          </a:ln>
        </p:spPr>
      </p:sp>
      <p:sp>
        <p:nvSpPr>
          <p:cNvPr id="107" name="Shape 105"/>
          <p:cNvSpPr/>
          <p:nvPr/>
        </p:nvSpPr>
        <p:spPr>
          <a:xfrm>
            <a:off x="7790688" y="4140719"/>
            <a:ext cx="0" cy="53140"/>
          </a:xfrm>
          <a:prstGeom prst="line">
            <a:avLst/>
          </a:prstGeom>
          <a:noFill/>
          <a:ln w="25400">
            <a:solidFill>
              <a:srgbClr val="5C4DB7"/>
            </a:solidFill>
            <a:prstDash val="solid"/>
            <a:headEnd type="none"/>
            <a:tailEnd type="none"/>
          </a:ln>
        </p:spPr>
      </p:sp>
      <p:sp>
        <p:nvSpPr>
          <p:cNvPr id="108" name="Shape 106"/>
          <p:cNvSpPr/>
          <p:nvPr/>
        </p:nvSpPr>
        <p:spPr>
          <a:xfrm>
            <a:off x="7790688" y="4191116"/>
            <a:ext cx="176479" cy="0"/>
          </a:xfrm>
          <a:prstGeom prst="line">
            <a:avLst/>
          </a:prstGeom>
          <a:noFill/>
          <a:ln w="25400">
            <a:solidFill>
              <a:srgbClr val="5C4DB7"/>
            </a:solidFill>
            <a:prstDash val="solid"/>
            <a:headEnd type="none"/>
            <a:tailEnd type="none"/>
          </a:ln>
        </p:spPr>
      </p:sp>
      <p:sp>
        <p:nvSpPr>
          <p:cNvPr id="109" name="Shape 107"/>
          <p:cNvSpPr/>
          <p:nvPr/>
        </p:nvSpPr>
        <p:spPr>
          <a:xfrm>
            <a:off x="7964424" y="4188373"/>
            <a:ext cx="0" cy="52235"/>
          </a:xfrm>
          <a:prstGeom prst="line">
            <a:avLst/>
          </a:prstGeom>
          <a:noFill/>
          <a:ln w="25400">
            <a:solidFill>
              <a:srgbClr val="5C4DB7"/>
            </a:solidFill>
            <a:prstDash val="solid"/>
            <a:headEnd type="none"/>
            <a:tailEnd type="none"/>
          </a:ln>
        </p:spPr>
      </p:sp>
      <p:sp>
        <p:nvSpPr>
          <p:cNvPr id="110" name="Shape 108"/>
          <p:cNvSpPr/>
          <p:nvPr/>
        </p:nvSpPr>
        <p:spPr>
          <a:xfrm>
            <a:off x="7964424" y="4237865"/>
            <a:ext cx="176480" cy="0"/>
          </a:xfrm>
          <a:prstGeom prst="line">
            <a:avLst/>
          </a:prstGeom>
          <a:noFill/>
          <a:ln w="25400">
            <a:solidFill>
              <a:srgbClr val="5C4DB7"/>
            </a:solidFill>
            <a:prstDash val="solid"/>
            <a:headEnd type="none"/>
            <a:tailEnd type="none"/>
          </a:ln>
        </p:spPr>
      </p:sp>
      <p:sp>
        <p:nvSpPr>
          <p:cNvPr id="111" name="Shape 109"/>
          <p:cNvSpPr/>
          <p:nvPr/>
        </p:nvSpPr>
        <p:spPr>
          <a:xfrm>
            <a:off x="8138160" y="4235121"/>
            <a:ext cx="0" cy="51455"/>
          </a:xfrm>
          <a:prstGeom prst="line">
            <a:avLst/>
          </a:prstGeom>
          <a:noFill/>
          <a:ln w="25400">
            <a:solidFill>
              <a:srgbClr val="5C4DB7"/>
            </a:solidFill>
            <a:prstDash val="solid"/>
            <a:headEnd type="none"/>
            <a:tailEnd type="none"/>
          </a:ln>
        </p:spPr>
      </p:sp>
      <p:sp>
        <p:nvSpPr>
          <p:cNvPr id="112" name="Shape 110"/>
          <p:cNvSpPr/>
          <p:nvPr/>
        </p:nvSpPr>
        <p:spPr>
          <a:xfrm>
            <a:off x="8138160" y="4283833"/>
            <a:ext cx="176480" cy="0"/>
          </a:xfrm>
          <a:prstGeom prst="line">
            <a:avLst/>
          </a:prstGeom>
          <a:noFill/>
          <a:ln w="25400">
            <a:solidFill>
              <a:srgbClr val="5C4DB7"/>
            </a:solidFill>
            <a:prstDash val="solid"/>
            <a:headEnd type="none"/>
            <a:tailEnd type="none"/>
          </a:ln>
        </p:spPr>
      </p:sp>
      <p:sp>
        <p:nvSpPr>
          <p:cNvPr id="113" name="Shape 111"/>
          <p:cNvSpPr/>
          <p:nvPr/>
        </p:nvSpPr>
        <p:spPr>
          <a:xfrm>
            <a:off x="8311896" y="4281090"/>
            <a:ext cx="0" cy="50708"/>
          </a:xfrm>
          <a:prstGeom prst="line">
            <a:avLst/>
          </a:prstGeom>
          <a:noFill/>
          <a:ln w="25400">
            <a:solidFill>
              <a:srgbClr val="5C4DB7"/>
            </a:solidFill>
            <a:prstDash val="solid"/>
            <a:headEnd type="none"/>
            <a:tailEnd type="none"/>
          </a:ln>
        </p:spPr>
      </p:sp>
      <p:sp>
        <p:nvSpPr>
          <p:cNvPr id="114" name="Shape 112"/>
          <p:cNvSpPr/>
          <p:nvPr/>
        </p:nvSpPr>
        <p:spPr>
          <a:xfrm>
            <a:off x="8311896" y="4329055"/>
            <a:ext cx="176479" cy="0"/>
          </a:xfrm>
          <a:prstGeom prst="line">
            <a:avLst/>
          </a:prstGeom>
          <a:noFill/>
          <a:ln w="25400">
            <a:solidFill>
              <a:srgbClr val="5C4DB7"/>
            </a:solidFill>
            <a:prstDash val="solid"/>
            <a:headEnd type="none"/>
            <a:tailEnd type="none"/>
          </a:ln>
        </p:spPr>
      </p:sp>
      <p:sp>
        <p:nvSpPr>
          <p:cNvPr id="115" name="Shape 113"/>
          <p:cNvSpPr/>
          <p:nvPr/>
        </p:nvSpPr>
        <p:spPr>
          <a:xfrm>
            <a:off x="8485632" y="4326311"/>
            <a:ext cx="0" cy="50016"/>
          </a:xfrm>
          <a:prstGeom prst="line">
            <a:avLst/>
          </a:prstGeom>
          <a:noFill/>
          <a:ln w="25400">
            <a:solidFill>
              <a:srgbClr val="5C4DB7"/>
            </a:solidFill>
            <a:prstDash val="solid"/>
            <a:headEnd type="none"/>
            <a:tailEnd type="none"/>
          </a:ln>
        </p:spPr>
      </p:sp>
      <p:sp>
        <p:nvSpPr>
          <p:cNvPr id="116" name="Shape 114"/>
          <p:cNvSpPr/>
          <p:nvPr/>
        </p:nvSpPr>
        <p:spPr>
          <a:xfrm>
            <a:off x="8485632" y="4373585"/>
            <a:ext cx="176480" cy="0"/>
          </a:xfrm>
          <a:prstGeom prst="line">
            <a:avLst/>
          </a:prstGeom>
          <a:noFill/>
          <a:ln w="25400">
            <a:solidFill>
              <a:srgbClr val="5C4DB7"/>
            </a:solidFill>
            <a:prstDash val="solid"/>
            <a:headEnd type="none"/>
            <a:tailEnd type="none"/>
          </a:ln>
        </p:spPr>
      </p:sp>
      <p:sp>
        <p:nvSpPr>
          <p:cNvPr id="117" name="Shape 115"/>
          <p:cNvSpPr/>
          <p:nvPr/>
        </p:nvSpPr>
        <p:spPr>
          <a:xfrm>
            <a:off x="8659368" y="4370841"/>
            <a:ext cx="0" cy="49254"/>
          </a:xfrm>
          <a:prstGeom prst="line">
            <a:avLst/>
          </a:prstGeom>
          <a:noFill/>
          <a:ln w="25400">
            <a:solidFill>
              <a:srgbClr val="5C4DB7"/>
            </a:solidFill>
            <a:prstDash val="solid"/>
            <a:headEnd type="none"/>
            <a:tailEnd type="none"/>
          </a:ln>
        </p:spPr>
      </p:sp>
      <p:sp>
        <p:nvSpPr>
          <p:cNvPr id="118" name="Shape 116"/>
          <p:cNvSpPr/>
          <p:nvPr/>
        </p:nvSpPr>
        <p:spPr>
          <a:xfrm>
            <a:off x="8659368" y="4417352"/>
            <a:ext cx="176480" cy="0"/>
          </a:xfrm>
          <a:prstGeom prst="line">
            <a:avLst/>
          </a:prstGeom>
          <a:noFill/>
          <a:ln w="25400">
            <a:solidFill>
              <a:srgbClr val="5C4DB7"/>
            </a:solidFill>
            <a:prstDash val="solid"/>
            <a:headEnd type="none"/>
            <a:tailEnd type="none"/>
          </a:ln>
        </p:spPr>
      </p:sp>
      <p:sp>
        <p:nvSpPr>
          <p:cNvPr id="119" name="Shape 117"/>
          <p:cNvSpPr/>
          <p:nvPr/>
        </p:nvSpPr>
        <p:spPr>
          <a:xfrm>
            <a:off x="8833104" y="4414609"/>
            <a:ext cx="0" cy="48205"/>
          </a:xfrm>
          <a:prstGeom prst="line">
            <a:avLst/>
          </a:prstGeom>
          <a:noFill/>
          <a:ln w="25400">
            <a:solidFill>
              <a:srgbClr val="5C4DB7"/>
            </a:solidFill>
            <a:prstDash val="solid"/>
            <a:headEnd type="none"/>
            <a:tailEnd type="none"/>
          </a:ln>
        </p:spPr>
      </p:sp>
      <p:sp>
        <p:nvSpPr>
          <p:cNvPr id="120" name="Shape 118"/>
          <p:cNvSpPr/>
          <p:nvPr/>
        </p:nvSpPr>
        <p:spPr>
          <a:xfrm>
            <a:off x="8833104" y="4460071"/>
            <a:ext cx="176479" cy="0"/>
          </a:xfrm>
          <a:prstGeom prst="line">
            <a:avLst/>
          </a:prstGeom>
          <a:noFill/>
          <a:ln w="25400">
            <a:solidFill>
              <a:srgbClr val="5C4DB7"/>
            </a:solidFill>
            <a:prstDash val="solid"/>
            <a:headEnd type="none"/>
            <a:tailEnd type="none"/>
          </a:ln>
        </p:spPr>
      </p:sp>
      <p:sp>
        <p:nvSpPr>
          <p:cNvPr id="121" name="Shape 119"/>
          <p:cNvSpPr/>
          <p:nvPr/>
        </p:nvSpPr>
        <p:spPr>
          <a:xfrm>
            <a:off x="9006840" y="4457328"/>
            <a:ext cx="0" cy="47202"/>
          </a:xfrm>
          <a:prstGeom prst="line">
            <a:avLst/>
          </a:prstGeom>
          <a:noFill/>
          <a:ln w="25400">
            <a:solidFill>
              <a:srgbClr val="5C4DB7"/>
            </a:solidFill>
            <a:prstDash val="solid"/>
            <a:headEnd type="none"/>
            <a:tailEnd type="none"/>
          </a:ln>
        </p:spPr>
      </p:sp>
      <p:sp>
        <p:nvSpPr>
          <p:cNvPr id="122" name="Shape 120"/>
          <p:cNvSpPr/>
          <p:nvPr/>
        </p:nvSpPr>
        <p:spPr>
          <a:xfrm>
            <a:off x="9006840" y="4501786"/>
            <a:ext cx="176480" cy="0"/>
          </a:xfrm>
          <a:prstGeom prst="line">
            <a:avLst/>
          </a:prstGeom>
          <a:noFill/>
          <a:ln w="25400">
            <a:solidFill>
              <a:srgbClr val="5C4DB7"/>
            </a:solidFill>
            <a:prstDash val="solid"/>
            <a:headEnd type="none"/>
            <a:tailEnd type="none"/>
          </a:ln>
        </p:spPr>
      </p:sp>
      <p:sp>
        <p:nvSpPr>
          <p:cNvPr id="123" name="Shape 121"/>
          <p:cNvSpPr/>
          <p:nvPr/>
        </p:nvSpPr>
        <p:spPr>
          <a:xfrm>
            <a:off x="9180576" y="4499043"/>
            <a:ext cx="0" cy="46151"/>
          </a:xfrm>
          <a:prstGeom prst="line">
            <a:avLst/>
          </a:prstGeom>
          <a:noFill/>
          <a:ln w="25400">
            <a:solidFill>
              <a:srgbClr val="5C4DB7"/>
            </a:solidFill>
            <a:prstDash val="solid"/>
            <a:headEnd type="none"/>
            <a:tailEnd type="none"/>
          </a:ln>
        </p:spPr>
      </p:sp>
      <p:sp>
        <p:nvSpPr>
          <p:cNvPr id="124" name="Shape 122"/>
          <p:cNvSpPr/>
          <p:nvPr/>
        </p:nvSpPr>
        <p:spPr>
          <a:xfrm>
            <a:off x="9180576" y="4542451"/>
            <a:ext cx="176480" cy="0"/>
          </a:xfrm>
          <a:prstGeom prst="line">
            <a:avLst/>
          </a:prstGeom>
          <a:noFill/>
          <a:ln w="25400">
            <a:solidFill>
              <a:srgbClr val="5C4DB7"/>
            </a:solidFill>
            <a:prstDash val="solid"/>
            <a:headEnd type="none"/>
            <a:tailEnd type="none"/>
          </a:ln>
        </p:spPr>
      </p:sp>
      <p:sp>
        <p:nvSpPr>
          <p:cNvPr id="125" name="Shape 123"/>
          <p:cNvSpPr/>
          <p:nvPr/>
        </p:nvSpPr>
        <p:spPr>
          <a:xfrm>
            <a:off x="9354312" y="4539708"/>
            <a:ext cx="0" cy="35651"/>
          </a:xfrm>
          <a:prstGeom prst="line">
            <a:avLst/>
          </a:prstGeom>
          <a:noFill/>
          <a:ln w="25400">
            <a:solidFill>
              <a:srgbClr val="5C4DB7"/>
            </a:solidFill>
            <a:prstDash val="solid"/>
            <a:headEnd type="none"/>
            <a:tailEnd type="none"/>
          </a:ln>
        </p:spPr>
      </p:sp>
      <p:sp>
        <p:nvSpPr>
          <p:cNvPr id="126" name="Shape 124"/>
          <p:cNvSpPr/>
          <p:nvPr/>
        </p:nvSpPr>
        <p:spPr>
          <a:xfrm>
            <a:off x="9354312" y="4572616"/>
            <a:ext cx="176479" cy="0"/>
          </a:xfrm>
          <a:prstGeom prst="line">
            <a:avLst/>
          </a:prstGeom>
          <a:noFill/>
          <a:ln w="25400">
            <a:solidFill>
              <a:srgbClr val="5C4DB7"/>
            </a:solidFill>
            <a:prstDash val="solid"/>
            <a:headEnd type="none"/>
            <a:tailEnd type="none"/>
          </a:ln>
        </p:spPr>
      </p:sp>
      <p:sp>
        <p:nvSpPr>
          <p:cNvPr id="127" name="Shape 125"/>
          <p:cNvSpPr/>
          <p:nvPr/>
        </p:nvSpPr>
        <p:spPr>
          <a:xfrm>
            <a:off x="9528048" y="4569873"/>
            <a:ext cx="0" cy="44035"/>
          </a:xfrm>
          <a:prstGeom prst="line">
            <a:avLst/>
          </a:prstGeom>
          <a:noFill/>
          <a:ln w="25400">
            <a:solidFill>
              <a:srgbClr val="5C4DB7"/>
            </a:solidFill>
            <a:prstDash val="solid"/>
            <a:headEnd type="none"/>
            <a:tailEnd type="none"/>
          </a:ln>
        </p:spPr>
      </p:sp>
      <p:sp>
        <p:nvSpPr>
          <p:cNvPr id="128" name="Shape 126"/>
          <p:cNvSpPr/>
          <p:nvPr/>
        </p:nvSpPr>
        <p:spPr>
          <a:xfrm>
            <a:off x="9528048" y="4611164"/>
            <a:ext cx="176480" cy="0"/>
          </a:xfrm>
          <a:prstGeom prst="line">
            <a:avLst/>
          </a:prstGeom>
          <a:noFill/>
          <a:ln w="25400">
            <a:solidFill>
              <a:srgbClr val="5C4DB7"/>
            </a:solidFill>
            <a:prstDash val="solid"/>
            <a:headEnd type="none"/>
            <a:tailEnd type="none"/>
          </a:ln>
        </p:spPr>
      </p:sp>
      <p:sp>
        <p:nvSpPr>
          <p:cNvPr id="129" name="Shape 127"/>
          <p:cNvSpPr/>
          <p:nvPr/>
        </p:nvSpPr>
        <p:spPr>
          <a:xfrm>
            <a:off x="9701784" y="4608421"/>
            <a:ext cx="0" cy="42919"/>
          </a:xfrm>
          <a:prstGeom prst="line">
            <a:avLst/>
          </a:prstGeom>
          <a:noFill/>
          <a:ln w="25400">
            <a:solidFill>
              <a:srgbClr val="5C4DB7"/>
            </a:solidFill>
            <a:prstDash val="solid"/>
            <a:headEnd type="none"/>
            <a:tailEnd type="none"/>
          </a:ln>
        </p:spPr>
      </p:sp>
      <p:sp>
        <p:nvSpPr>
          <p:cNvPr id="130" name="Shape 128"/>
          <p:cNvSpPr/>
          <p:nvPr/>
        </p:nvSpPr>
        <p:spPr>
          <a:xfrm>
            <a:off x="9701784" y="4648597"/>
            <a:ext cx="176480" cy="0"/>
          </a:xfrm>
          <a:prstGeom prst="line">
            <a:avLst/>
          </a:prstGeom>
          <a:noFill/>
          <a:ln w="25400">
            <a:solidFill>
              <a:srgbClr val="5C4DB7"/>
            </a:solidFill>
            <a:prstDash val="solid"/>
            <a:headEnd type="none"/>
            <a:tailEnd type="none"/>
          </a:ln>
        </p:spPr>
      </p:sp>
      <p:sp>
        <p:nvSpPr>
          <p:cNvPr id="131" name="Shape 129"/>
          <p:cNvSpPr/>
          <p:nvPr/>
        </p:nvSpPr>
        <p:spPr>
          <a:xfrm>
            <a:off x="9875520" y="4645854"/>
            <a:ext cx="0" cy="41931"/>
          </a:xfrm>
          <a:prstGeom prst="line">
            <a:avLst/>
          </a:prstGeom>
          <a:noFill/>
          <a:ln w="25400">
            <a:solidFill>
              <a:srgbClr val="5C4DB7"/>
            </a:solidFill>
            <a:prstDash val="solid"/>
            <a:headEnd type="none"/>
            <a:tailEnd type="none"/>
          </a:ln>
        </p:spPr>
      </p:sp>
      <p:sp>
        <p:nvSpPr>
          <p:cNvPr id="132" name="Shape 130"/>
          <p:cNvSpPr/>
          <p:nvPr/>
        </p:nvSpPr>
        <p:spPr>
          <a:xfrm>
            <a:off x="9875520" y="4685042"/>
            <a:ext cx="176479" cy="0"/>
          </a:xfrm>
          <a:prstGeom prst="line">
            <a:avLst/>
          </a:prstGeom>
          <a:noFill/>
          <a:ln w="25400">
            <a:solidFill>
              <a:srgbClr val="5C4DB7"/>
            </a:solidFill>
            <a:prstDash val="solid"/>
            <a:headEnd type="none"/>
            <a:tailEnd type="none"/>
          </a:ln>
        </p:spPr>
      </p:sp>
      <p:sp>
        <p:nvSpPr>
          <p:cNvPr id="133" name="Shape 131"/>
          <p:cNvSpPr/>
          <p:nvPr/>
        </p:nvSpPr>
        <p:spPr>
          <a:xfrm>
            <a:off x="10049256" y="4682299"/>
            <a:ext cx="0" cy="40845"/>
          </a:xfrm>
          <a:prstGeom prst="line">
            <a:avLst/>
          </a:prstGeom>
          <a:noFill/>
          <a:ln w="25400">
            <a:solidFill>
              <a:srgbClr val="5C4DB7"/>
            </a:solidFill>
            <a:prstDash val="solid"/>
            <a:headEnd type="none"/>
            <a:tailEnd type="none"/>
          </a:ln>
        </p:spPr>
      </p:sp>
      <p:sp>
        <p:nvSpPr>
          <p:cNvPr id="134" name="Shape 132"/>
          <p:cNvSpPr/>
          <p:nvPr/>
        </p:nvSpPr>
        <p:spPr>
          <a:xfrm>
            <a:off x="10049256" y="4720400"/>
            <a:ext cx="176480" cy="0"/>
          </a:xfrm>
          <a:prstGeom prst="line">
            <a:avLst/>
          </a:prstGeom>
          <a:noFill/>
          <a:ln w="25400">
            <a:solidFill>
              <a:srgbClr val="5C4DB7"/>
            </a:solidFill>
            <a:prstDash val="solid"/>
            <a:headEnd type="none"/>
            <a:tailEnd type="none"/>
          </a:ln>
        </p:spPr>
      </p:sp>
      <p:sp>
        <p:nvSpPr>
          <p:cNvPr id="135" name="Shape 133"/>
          <p:cNvSpPr/>
          <p:nvPr/>
        </p:nvSpPr>
        <p:spPr>
          <a:xfrm>
            <a:off x="10222992" y="4717657"/>
            <a:ext cx="0" cy="39171"/>
          </a:xfrm>
          <a:prstGeom prst="line">
            <a:avLst/>
          </a:prstGeom>
          <a:noFill/>
          <a:ln w="25400">
            <a:solidFill>
              <a:srgbClr val="5C4DB7"/>
            </a:solidFill>
            <a:prstDash val="solid"/>
            <a:headEnd type="none"/>
            <a:tailEnd type="none"/>
          </a:ln>
        </p:spPr>
      </p:sp>
      <p:sp>
        <p:nvSpPr>
          <p:cNvPr id="136" name="Shape 134"/>
          <p:cNvSpPr/>
          <p:nvPr/>
        </p:nvSpPr>
        <p:spPr>
          <a:xfrm>
            <a:off x="10222992" y="4754085"/>
            <a:ext cx="176480" cy="0"/>
          </a:xfrm>
          <a:prstGeom prst="line">
            <a:avLst/>
          </a:prstGeom>
          <a:noFill/>
          <a:ln w="25400">
            <a:solidFill>
              <a:srgbClr val="5C4DB7"/>
            </a:solidFill>
            <a:prstDash val="solid"/>
            <a:headEnd type="none"/>
            <a:tailEnd type="none"/>
          </a:ln>
        </p:spPr>
      </p:sp>
      <p:sp>
        <p:nvSpPr>
          <p:cNvPr id="137" name="Shape 135"/>
          <p:cNvSpPr/>
          <p:nvPr/>
        </p:nvSpPr>
        <p:spPr>
          <a:xfrm>
            <a:off x="10396728" y="4751342"/>
            <a:ext cx="0" cy="36678"/>
          </a:xfrm>
          <a:prstGeom prst="line">
            <a:avLst/>
          </a:prstGeom>
          <a:noFill/>
          <a:ln w="25400">
            <a:solidFill>
              <a:srgbClr val="5C4DB7"/>
            </a:solidFill>
            <a:prstDash val="solid"/>
            <a:headEnd type="none"/>
            <a:tailEnd type="none"/>
          </a:ln>
        </p:spPr>
      </p:sp>
      <p:sp>
        <p:nvSpPr>
          <p:cNvPr id="138" name="Shape 136"/>
          <p:cNvSpPr/>
          <p:nvPr/>
        </p:nvSpPr>
        <p:spPr>
          <a:xfrm>
            <a:off x="10396728" y="4785277"/>
            <a:ext cx="176479" cy="0"/>
          </a:xfrm>
          <a:prstGeom prst="line">
            <a:avLst/>
          </a:prstGeom>
          <a:noFill/>
          <a:ln w="25400">
            <a:solidFill>
              <a:srgbClr val="5C4DB7"/>
            </a:solidFill>
            <a:prstDash val="solid"/>
            <a:headEnd type="none"/>
            <a:tailEnd type="none"/>
          </a:ln>
        </p:spPr>
      </p:sp>
      <p:sp>
        <p:nvSpPr>
          <p:cNvPr id="139" name="Shape 137"/>
          <p:cNvSpPr/>
          <p:nvPr/>
        </p:nvSpPr>
        <p:spPr>
          <a:xfrm>
            <a:off x="10570464" y="4782533"/>
            <a:ext cx="0" cy="33713"/>
          </a:xfrm>
          <a:prstGeom prst="line">
            <a:avLst/>
          </a:prstGeom>
          <a:noFill/>
          <a:ln w="25400">
            <a:solidFill>
              <a:srgbClr val="5C4DB7"/>
            </a:solidFill>
            <a:prstDash val="solid"/>
            <a:headEnd type="none"/>
            <a:tailEnd type="none"/>
          </a:ln>
        </p:spPr>
      </p:sp>
      <p:sp>
        <p:nvSpPr>
          <p:cNvPr id="140" name="Shape 138"/>
          <p:cNvSpPr/>
          <p:nvPr/>
        </p:nvSpPr>
        <p:spPr>
          <a:xfrm>
            <a:off x="10570464" y="4813503"/>
            <a:ext cx="176480" cy="0"/>
          </a:xfrm>
          <a:prstGeom prst="line">
            <a:avLst/>
          </a:prstGeom>
          <a:noFill/>
          <a:ln w="25400">
            <a:solidFill>
              <a:srgbClr val="5C4DB7"/>
            </a:solidFill>
            <a:prstDash val="solid"/>
            <a:headEnd type="none"/>
            <a:tailEnd type="none"/>
          </a:ln>
        </p:spPr>
      </p:sp>
      <p:sp>
        <p:nvSpPr>
          <p:cNvPr id="141" name="Shape 139"/>
          <p:cNvSpPr/>
          <p:nvPr/>
        </p:nvSpPr>
        <p:spPr>
          <a:xfrm>
            <a:off x="10744200" y="4810760"/>
            <a:ext cx="0" cy="30652"/>
          </a:xfrm>
          <a:prstGeom prst="line">
            <a:avLst/>
          </a:prstGeom>
          <a:noFill/>
          <a:ln w="25400">
            <a:solidFill>
              <a:srgbClr val="5C4DB7"/>
            </a:solidFill>
            <a:prstDash val="solid"/>
            <a:headEnd type="none"/>
            <a:tailEnd type="none"/>
          </a:ln>
        </p:spPr>
      </p:sp>
      <p:sp>
        <p:nvSpPr>
          <p:cNvPr id="142" name="Shape 140"/>
          <p:cNvSpPr/>
          <p:nvPr/>
        </p:nvSpPr>
        <p:spPr>
          <a:xfrm>
            <a:off x="10744200" y="4838669"/>
            <a:ext cx="176480" cy="0"/>
          </a:xfrm>
          <a:prstGeom prst="line">
            <a:avLst/>
          </a:prstGeom>
          <a:noFill/>
          <a:ln w="25400">
            <a:solidFill>
              <a:srgbClr val="5C4DB7"/>
            </a:solidFill>
            <a:prstDash val="solid"/>
            <a:headEnd type="none"/>
            <a:tailEnd type="none"/>
          </a:ln>
        </p:spPr>
      </p:sp>
      <p:sp>
        <p:nvSpPr>
          <p:cNvPr id="143" name="Shape 141"/>
          <p:cNvSpPr/>
          <p:nvPr/>
        </p:nvSpPr>
        <p:spPr>
          <a:xfrm>
            <a:off x="10917936" y="4835926"/>
            <a:ext cx="0" cy="27584"/>
          </a:xfrm>
          <a:prstGeom prst="line">
            <a:avLst/>
          </a:prstGeom>
          <a:noFill/>
          <a:ln w="25400">
            <a:solidFill>
              <a:srgbClr val="5C4DB7"/>
            </a:solidFill>
            <a:prstDash val="solid"/>
            <a:headEnd type="none"/>
            <a:tailEnd type="none"/>
          </a:ln>
        </p:spPr>
      </p:sp>
      <p:sp>
        <p:nvSpPr>
          <p:cNvPr id="144" name="Shape 142"/>
          <p:cNvSpPr/>
          <p:nvPr/>
        </p:nvSpPr>
        <p:spPr>
          <a:xfrm>
            <a:off x="10917936" y="4860766"/>
            <a:ext cx="176479" cy="0"/>
          </a:xfrm>
          <a:prstGeom prst="line">
            <a:avLst/>
          </a:prstGeom>
          <a:noFill/>
          <a:ln w="25400">
            <a:solidFill>
              <a:srgbClr val="5C4DB7"/>
            </a:solidFill>
            <a:prstDash val="solid"/>
            <a:headEnd type="none"/>
            <a:tailEnd type="none"/>
          </a:ln>
        </p:spPr>
      </p:sp>
      <p:sp>
        <p:nvSpPr>
          <p:cNvPr id="145" name="Shape 143"/>
          <p:cNvSpPr/>
          <p:nvPr/>
        </p:nvSpPr>
        <p:spPr>
          <a:xfrm>
            <a:off x="11091672" y="4858023"/>
            <a:ext cx="0" cy="24638"/>
          </a:xfrm>
          <a:prstGeom prst="line">
            <a:avLst/>
          </a:prstGeom>
          <a:noFill/>
          <a:ln w="25400">
            <a:solidFill>
              <a:srgbClr val="5C4DB7"/>
            </a:solidFill>
            <a:prstDash val="solid"/>
            <a:headEnd type="none"/>
            <a:tailEnd type="none"/>
          </a:ln>
        </p:spPr>
      </p:sp>
      <p:sp>
        <p:nvSpPr>
          <p:cNvPr id="146" name="Shape 144"/>
          <p:cNvSpPr/>
          <p:nvPr/>
        </p:nvSpPr>
        <p:spPr>
          <a:xfrm>
            <a:off x="11091672" y="4879918"/>
            <a:ext cx="176480" cy="0"/>
          </a:xfrm>
          <a:prstGeom prst="line">
            <a:avLst/>
          </a:prstGeom>
          <a:noFill/>
          <a:ln w="25400">
            <a:solidFill>
              <a:srgbClr val="5C4DB7"/>
            </a:solidFill>
            <a:prstDash val="solid"/>
            <a:headEnd type="none"/>
            <a:tailEnd type="none"/>
          </a:ln>
        </p:spPr>
      </p:sp>
      <p:sp>
        <p:nvSpPr>
          <p:cNvPr id="147" name="Shape 145"/>
          <p:cNvSpPr/>
          <p:nvPr/>
        </p:nvSpPr>
        <p:spPr>
          <a:xfrm>
            <a:off x="11265408" y="4877175"/>
            <a:ext cx="0" cy="21765"/>
          </a:xfrm>
          <a:prstGeom prst="line">
            <a:avLst/>
          </a:prstGeom>
          <a:noFill/>
          <a:ln w="25400">
            <a:solidFill>
              <a:srgbClr val="5C4DB7"/>
            </a:solidFill>
            <a:prstDash val="solid"/>
            <a:headEnd type="none"/>
            <a:tailEnd type="none"/>
          </a:ln>
        </p:spPr>
      </p:sp>
      <p:sp>
        <p:nvSpPr>
          <p:cNvPr id="148" name="Shape 146"/>
          <p:cNvSpPr/>
          <p:nvPr/>
        </p:nvSpPr>
        <p:spPr>
          <a:xfrm>
            <a:off x="868680" y="1792224"/>
            <a:ext cx="256032" cy="0"/>
          </a:xfrm>
          <a:prstGeom prst="line">
            <a:avLst/>
          </a:prstGeom>
          <a:noFill/>
          <a:ln w="27940">
            <a:solidFill>
              <a:srgbClr val="5C4DB7"/>
            </a:solidFill>
            <a:prstDash val="solid"/>
          </a:ln>
        </p:spPr>
      </p:sp>
      <p:sp>
        <p:nvSpPr>
          <p:cNvPr id="149" name="Text 147"/>
          <p:cNvSpPr/>
          <p:nvPr/>
        </p:nvSpPr>
        <p:spPr>
          <a:xfrm>
            <a:off x="1197864" y="1719072"/>
            <a:ext cx="2011680"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MFR</a:t>
            </a:r>
            <a:endParaRPr lang="en-US" sz="920" dirty="0"/>
          </a:p>
        </p:txBody>
      </p:sp>
      <p:sp>
        <p:nvSpPr>
          <p:cNvPr id="150" name="Shape 148"/>
          <p:cNvSpPr/>
          <p:nvPr/>
        </p:nvSpPr>
        <p:spPr>
          <a:xfrm>
            <a:off x="841248" y="4864808"/>
            <a:ext cx="176480" cy="0"/>
          </a:xfrm>
          <a:prstGeom prst="line">
            <a:avLst/>
          </a:prstGeom>
          <a:noFill/>
          <a:ln w="25400">
            <a:solidFill>
              <a:srgbClr val="168B83"/>
            </a:solidFill>
            <a:prstDash val="solid"/>
            <a:headEnd type="none"/>
            <a:tailEnd type="none"/>
          </a:ln>
        </p:spPr>
      </p:sp>
      <p:sp>
        <p:nvSpPr>
          <p:cNvPr id="151" name="Shape 149"/>
          <p:cNvSpPr/>
          <p:nvPr/>
        </p:nvSpPr>
        <p:spPr>
          <a:xfrm>
            <a:off x="1014984" y="4862064"/>
            <a:ext cx="0" cy="35711"/>
          </a:xfrm>
          <a:prstGeom prst="line">
            <a:avLst/>
          </a:prstGeom>
          <a:noFill/>
          <a:ln w="25400">
            <a:solidFill>
              <a:srgbClr val="168B83"/>
            </a:solidFill>
            <a:prstDash val="solid"/>
            <a:headEnd type="none"/>
            <a:tailEnd type="none"/>
          </a:ln>
        </p:spPr>
      </p:sp>
      <p:sp>
        <p:nvSpPr>
          <p:cNvPr id="152" name="Shape 150"/>
          <p:cNvSpPr/>
          <p:nvPr/>
        </p:nvSpPr>
        <p:spPr>
          <a:xfrm>
            <a:off x="1014984" y="4895032"/>
            <a:ext cx="176479" cy="0"/>
          </a:xfrm>
          <a:prstGeom prst="line">
            <a:avLst/>
          </a:prstGeom>
          <a:noFill/>
          <a:ln w="25400">
            <a:solidFill>
              <a:srgbClr val="168B83"/>
            </a:solidFill>
            <a:prstDash val="solid"/>
            <a:headEnd type="none"/>
            <a:tailEnd type="none"/>
          </a:ln>
        </p:spPr>
      </p:sp>
      <p:sp>
        <p:nvSpPr>
          <p:cNvPr id="153" name="Shape 151"/>
          <p:cNvSpPr/>
          <p:nvPr/>
        </p:nvSpPr>
        <p:spPr>
          <a:xfrm>
            <a:off x="1188720" y="4868124"/>
            <a:ext cx="0" cy="29651"/>
          </a:xfrm>
          <a:prstGeom prst="line">
            <a:avLst/>
          </a:prstGeom>
          <a:noFill/>
          <a:ln w="25400">
            <a:solidFill>
              <a:srgbClr val="168B83"/>
            </a:solidFill>
            <a:prstDash val="solid"/>
            <a:headEnd type="none"/>
            <a:tailEnd type="none"/>
          </a:ln>
        </p:spPr>
      </p:sp>
      <p:sp>
        <p:nvSpPr>
          <p:cNvPr id="154" name="Shape 152"/>
          <p:cNvSpPr/>
          <p:nvPr/>
        </p:nvSpPr>
        <p:spPr>
          <a:xfrm>
            <a:off x="1188720" y="4870867"/>
            <a:ext cx="176480" cy="0"/>
          </a:xfrm>
          <a:prstGeom prst="line">
            <a:avLst/>
          </a:prstGeom>
          <a:noFill/>
          <a:ln w="25400">
            <a:solidFill>
              <a:srgbClr val="168B83"/>
            </a:solidFill>
            <a:prstDash val="solid"/>
            <a:headEnd type="none"/>
            <a:tailEnd type="none"/>
          </a:ln>
        </p:spPr>
      </p:sp>
      <p:sp>
        <p:nvSpPr>
          <p:cNvPr id="155" name="Shape 153"/>
          <p:cNvSpPr/>
          <p:nvPr/>
        </p:nvSpPr>
        <p:spPr>
          <a:xfrm>
            <a:off x="1362456" y="4795948"/>
            <a:ext cx="0" cy="77662"/>
          </a:xfrm>
          <a:prstGeom prst="line">
            <a:avLst/>
          </a:prstGeom>
          <a:noFill/>
          <a:ln w="25400">
            <a:solidFill>
              <a:srgbClr val="168B83"/>
            </a:solidFill>
            <a:prstDash val="solid"/>
            <a:headEnd type="none"/>
            <a:tailEnd type="none"/>
          </a:ln>
        </p:spPr>
      </p:sp>
      <p:sp>
        <p:nvSpPr>
          <p:cNvPr id="156" name="Shape 154"/>
          <p:cNvSpPr/>
          <p:nvPr/>
        </p:nvSpPr>
        <p:spPr>
          <a:xfrm>
            <a:off x="1362456" y="4798691"/>
            <a:ext cx="176480" cy="0"/>
          </a:xfrm>
          <a:prstGeom prst="line">
            <a:avLst/>
          </a:prstGeom>
          <a:noFill/>
          <a:ln w="25400">
            <a:solidFill>
              <a:srgbClr val="168B83"/>
            </a:solidFill>
            <a:prstDash val="solid"/>
            <a:headEnd type="none"/>
            <a:tailEnd type="none"/>
          </a:ln>
        </p:spPr>
      </p:sp>
      <p:sp>
        <p:nvSpPr>
          <p:cNvPr id="157" name="Shape 155"/>
          <p:cNvSpPr/>
          <p:nvPr/>
        </p:nvSpPr>
        <p:spPr>
          <a:xfrm>
            <a:off x="1536192" y="4670219"/>
            <a:ext cx="0" cy="131216"/>
          </a:xfrm>
          <a:prstGeom prst="line">
            <a:avLst/>
          </a:prstGeom>
          <a:noFill/>
          <a:ln w="25400">
            <a:solidFill>
              <a:srgbClr val="168B83"/>
            </a:solidFill>
            <a:prstDash val="solid"/>
            <a:headEnd type="none"/>
            <a:tailEnd type="none"/>
          </a:ln>
        </p:spPr>
      </p:sp>
      <p:sp>
        <p:nvSpPr>
          <p:cNvPr id="158" name="Shape 156"/>
          <p:cNvSpPr/>
          <p:nvPr/>
        </p:nvSpPr>
        <p:spPr>
          <a:xfrm>
            <a:off x="1536192" y="4672962"/>
            <a:ext cx="176479" cy="0"/>
          </a:xfrm>
          <a:prstGeom prst="line">
            <a:avLst/>
          </a:prstGeom>
          <a:noFill/>
          <a:ln w="25400">
            <a:solidFill>
              <a:srgbClr val="168B83"/>
            </a:solidFill>
            <a:prstDash val="solid"/>
            <a:headEnd type="none"/>
            <a:tailEnd type="none"/>
          </a:ln>
        </p:spPr>
      </p:sp>
      <p:sp>
        <p:nvSpPr>
          <p:cNvPr id="159" name="Shape 157"/>
          <p:cNvSpPr/>
          <p:nvPr/>
        </p:nvSpPr>
        <p:spPr>
          <a:xfrm>
            <a:off x="1709928" y="4499591"/>
            <a:ext cx="0" cy="176114"/>
          </a:xfrm>
          <a:prstGeom prst="line">
            <a:avLst/>
          </a:prstGeom>
          <a:noFill/>
          <a:ln w="25400">
            <a:solidFill>
              <a:srgbClr val="168B83"/>
            </a:solidFill>
            <a:prstDash val="solid"/>
            <a:headEnd type="none"/>
            <a:tailEnd type="none"/>
          </a:ln>
        </p:spPr>
      </p:sp>
      <p:sp>
        <p:nvSpPr>
          <p:cNvPr id="160" name="Shape 158"/>
          <p:cNvSpPr/>
          <p:nvPr/>
        </p:nvSpPr>
        <p:spPr>
          <a:xfrm>
            <a:off x="1709928" y="4502334"/>
            <a:ext cx="176480" cy="0"/>
          </a:xfrm>
          <a:prstGeom prst="line">
            <a:avLst/>
          </a:prstGeom>
          <a:noFill/>
          <a:ln w="25400">
            <a:solidFill>
              <a:srgbClr val="168B83"/>
            </a:solidFill>
            <a:prstDash val="solid"/>
            <a:headEnd type="none"/>
            <a:tailEnd type="none"/>
          </a:ln>
        </p:spPr>
      </p:sp>
      <p:sp>
        <p:nvSpPr>
          <p:cNvPr id="161" name="Shape 159"/>
          <p:cNvSpPr/>
          <p:nvPr/>
        </p:nvSpPr>
        <p:spPr>
          <a:xfrm>
            <a:off x="1883664" y="4299560"/>
            <a:ext cx="0" cy="205518"/>
          </a:xfrm>
          <a:prstGeom prst="line">
            <a:avLst/>
          </a:prstGeom>
          <a:noFill/>
          <a:ln w="25400">
            <a:solidFill>
              <a:srgbClr val="168B83"/>
            </a:solidFill>
            <a:prstDash val="solid"/>
            <a:headEnd type="none"/>
            <a:tailEnd type="none"/>
          </a:ln>
        </p:spPr>
      </p:sp>
      <p:sp>
        <p:nvSpPr>
          <p:cNvPr id="162" name="Shape 160"/>
          <p:cNvSpPr/>
          <p:nvPr/>
        </p:nvSpPr>
        <p:spPr>
          <a:xfrm>
            <a:off x="1883664" y="4302303"/>
            <a:ext cx="176480" cy="0"/>
          </a:xfrm>
          <a:prstGeom prst="line">
            <a:avLst/>
          </a:prstGeom>
          <a:noFill/>
          <a:ln w="25400">
            <a:solidFill>
              <a:srgbClr val="168B83"/>
            </a:solidFill>
            <a:prstDash val="solid"/>
            <a:headEnd type="none"/>
            <a:tailEnd type="none"/>
          </a:ln>
        </p:spPr>
      </p:sp>
      <p:sp>
        <p:nvSpPr>
          <p:cNvPr id="163" name="Shape 161"/>
          <p:cNvSpPr/>
          <p:nvPr/>
        </p:nvSpPr>
        <p:spPr>
          <a:xfrm>
            <a:off x="2057400" y="4085783"/>
            <a:ext cx="0" cy="219263"/>
          </a:xfrm>
          <a:prstGeom prst="line">
            <a:avLst/>
          </a:prstGeom>
          <a:noFill/>
          <a:ln w="25400">
            <a:solidFill>
              <a:srgbClr val="168B83"/>
            </a:solidFill>
            <a:prstDash val="solid"/>
            <a:headEnd type="none"/>
            <a:tailEnd type="none"/>
          </a:ln>
        </p:spPr>
      </p:sp>
      <p:sp>
        <p:nvSpPr>
          <p:cNvPr id="164" name="Shape 162"/>
          <p:cNvSpPr/>
          <p:nvPr/>
        </p:nvSpPr>
        <p:spPr>
          <a:xfrm>
            <a:off x="2057400" y="4088527"/>
            <a:ext cx="176479" cy="0"/>
          </a:xfrm>
          <a:prstGeom prst="line">
            <a:avLst/>
          </a:prstGeom>
          <a:noFill/>
          <a:ln w="25400">
            <a:solidFill>
              <a:srgbClr val="168B83"/>
            </a:solidFill>
            <a:prstDash val="solid"/>
            <a:headEnd type="none"/>
            <a:tailEnd type="none"/>
          </a:ln>
        </p:spPr>
      </p:sp>
      <p:sp>
        <p:nvSpPr>
          <p:cNvPr id="165" name="Shape 163"/>
          <p:cNvSpPr/>
          <p:nvPr/>
        </p:nvSpPr>
        <p:spPr>
          <a:xfrm>
            <a:off x="2231136" y="3873375"/>
            <a:ext cx="0" cy="217894"/>
          </a:xfrm>
          <a:prstGeom prst="line">
            <a:avLst/>
          </a:prstGeom>
          <a:noFill/>
          <a:ln w="25400">
            <a:solidFill>
              <a:srgbClr val="168B83"/>
            </a:solidFill>
            <a:prstDash val="solid"/>
            <a:headEnd type="none"/>
            <a:tailEnd type="none"/>
          </a:ln>
        </p:spPr>
      </p:sp>
      <p:sp>
        <p:nvSpPr>
          <p:cNvPr id="166" name="Shape 164"/>
          <p:cNvSpPr/>
          <p:nvPr/>
        </p:nvSpPr>
        <p:spPr>
          <a:xfrm>
            <a:off x="2231136" y="3876118"/>
            <a:ext cx="176480" cy="0"/>
          </a:xfrm>
          <a:prstGeom prst="line">
            <a:avLst/>
          </a:prstGeom>
          <a:noFill/>
          <a:ln w="25400">
            <a:solidFill>
              <a:srgbClr val="168B83"/>
            </a:solidFill>
            <a:prstDash val="solid"/>
            <a:headEnd type="none"/>
            <a:tailEnd type="none"/>
          </a:ln>
        </p:spPr>
      </p:sp>
      <p:sp>
        <p:nvSpPr>
          <p:cNvPr id="167" name="Shape 165"/>
          <p:cNvSpPr/>
          <p:nvPr/>
        </p:nvSpPr>
        <p:spPr>
          <a:xfrm>
            <a:off x="2404872" y="3674090"/>
            <a:ext cx="0" cy="204772"/>
          </a:xfrm>
          <a:prstGeom prst="line">
            <a:avLst/>
          </a:prstGeom>
          <a:noFill/>
          <a:ln w="25400">
            <a:solidFill>
              <a:srgbClr val="168B83"/>
            </a:solidFill>
            <a:prstDash val="solid"/>
            <a:headEnd type="none"/>
            <a:tailEnd type="none"/>
          </a:ln>
        </p:spPr>
      </p:sp>
      <p:sp>
        <p:nvSpPr>
          <p:cNvPr id="168" name="Shape 166"/>
          <p:cNvSpPr/>
          <p:nvPr/>
        </p:nvSpPr>
        <p:spPr>
          <a:xfrm>
            <a:off x="2404872" y="3676833"/>
            <a:ext cx="176480" cy="0"/>
          </a:xfrm>
          <a:prstGeom prst="line">
            <a:avLst/>
          </a:prstGeom>
          <a:noFill/>
          <a:ln w="25400">
            <a:solidFill>
              <a:srgbClr val="168B83"/>
            </a:solidFill>
            <a:prstDash val="solid"/>
            <a:headEnd type="none"/>
            <a:tailEnd type="none"/>
          </a:ln>
        </p:spPr>
      </p:sp>
      <p:sp>
        <p:nvSpPr>
          <p:cNvPr id="169" name="Shape 167"/>
          <p:cNvSpPr/>
          <p:nvPr/>
        </p:nvSpPr>
        <p:spPr>
          <a:xfrm>
            <a:off x="2578608" y="3494614"/>
            <a:ext cx="0" cy="184962"/>
          </a:xfrm>
          <a:prstGeom prst="line">
            <a:avLst/>
          </a:prstGeom>
          <a:noFill/>
          <a:ln w="25400">
            <a:solidFill>
              <a:srgbClr val="168B83"/>
            </a:solidFill>
            <a:prstDash val="solid"/>
            <a:headEnd type="none"/>
            <a:tailEnd type="none"/>
          </a:ln>
        </p:spPr>
      </p:sp>
      <p:sp>
        <p:nvSpPr>
          <p:cNvPr id="170" name="Shape 168"/>
          <p:cNvSpPr/>
          <p:nvPr/>
        </p:nvSpPr>
        <p:spPr>
          <a:xfrm>
            <a:off x="2578608" y="3497358"/>
            <a:ext cx="176479" cy="0"/>
          </a:xfrm>
          <a:prstGeom prst="line">
            <a:avLst/>
          </a:prstGeom>
          <a:noFill/>
          <a:ln w="25400">
            <a:solidFill>
              <a:srgbClr val="168B83"/>
            </a:solidFill>
            <a:prstDash val="solid"/>
            <a:headEnd type="none"/>
            <a:tailEnd type="none"/>
          </a:ln>
        </p:spPr>
      </p:sp>
      <p:sp>
        <p:nvSpPr>
          <p:cNvPr id="171" name="Shape 169"/>
          <p:cNvSpPr/>
          <p:nvPr/>
        </p:nvSpPr>
        <p:spPr>
          <a:xfrm>
            <a:off x="2752344" y="3338623"/>
            <a:ext cx="0" cy="161478"/>
          </a:xfrm>
          <a:prstGeom prst="line">
            <a:avLst/>
          </a:prstGeom>
          <a:noFill/>
          <a:ln w="25400">
            <a:solidFill>
              <a:srgbClr val="168B83"/>
            </a:solidFill>
            <a:prstDash val="solid"/>
            <a:headEnd type="none"/>
            <a:tailEnd type="none"/>
          </a:ln>
        </p:spPr>
      </p:sp>
      <p:sp>
        <p:nvSpPr>
          <p:cNvPr id="172" name="Shape 170"/>
          <p:cNvSpPr/>
          <p:nvPr/>
        </p:nvSpPr>
        <p:spPr>
          <a:xfrm>
            <a:off x="2752344" y="3341366"/>
            <a:ext cx="176480" cy="0"/>
          </a:xfrm>
          <a:prstGeom prst="line">
            <a:avLst/>
          </a:prstGeom>
          <a:noFill/>
          <a:ln w="25400">
            <a:solidFill>
              <a:srgbClr val="168B83"/>
            </a:solidFill>
            <a:prstDash val="solid"/>
            <a:headEnd type="none"/>
            <a:tailEnd type="none"/>
          </a:ln>
        </p:spPr>
      </p:sp>
      <p:sp>
        <p:nvSpPr>
          <p:cNvPr id="173" name="Shape 171"/>
          <p:cNvSpPr/>
          <p:nvPr/>
        </p:nvSpPr>
        <p:spPr>
          <a:xfrm>
            <a:off x="2926080" y="3206574"/>
            <a:ext cx="0" cy="137536"/>
          </a:xfrm>
          <a:prstGeom prst="line">
            <a:avLst/>
          </a:prstGeom>
          <a:noFill/>
          <a:ln w="25400">
            <a:solidFill>
              <a:srgbClr val="168B83"/>
            </a:solidFill>
            <a:prstDash val="solid"/>
            <a:headEnd type="none"/>
            <a:tailEnd type="none"/>
          </a:ln>
        </p:spPr>
      </p:sp>
      <p:sp>
        <p:nvSpPr>
          <p:cNvPr id="174" name="Shape 172"/>
          <p:cNvSpPr/>
          <p:nvPr/>
        </p:nvSpPr>
        <p:spPr>
          <a:xfrm>
            <a:off x="2926080" y="3209317"/>
            <a:ext cx="176480" cy="0"/>
          </a:xfrm>
          <a:prstGeom prst="line">
            <a:avLst/>
          </a:prstGeom>
          <a:noFill/>
          <a:ln w="25400">
            <a:solidFill>
              <a:srgbClr val="168B83"/>
            </a:solidFill>
            <a:prstDash val="solid"/>
            <a:headEnd type="none"/>
            <a:tailEnd type="none"/>
          </a:ln>
        </p:spPr>
      </p:sp>
      <p:sp>
        <p:nvSpPr>
          <p:cNvPr id="175" name="Shape 173"/>
          <p:cNvSpPr/>
          <p:nvPr/>
        </p:nvSpPr>
        <p:spPr>
          <a:xfrm>
            <a:off x="3099816" y="3090124"/>
            <a:ext cx="0" cy="121936"/>
          </a:xfrm>
          <a:prstGeom prst="line">
            <a:avLst/>
          </a:prstGeom>
          <a:noFill/>
          <a:ln w="25400">
            <a:solidFill>
              <a:srgbClr val="168B83"/>
            </a:solidFill>
            <a:prstDash val="solid"/>
            <a:headEnd type="none"/>
            <a:tailEnd type="none"/>
          </a:ln>
        </p:spPr>
      </p:sp>
      <p:sp>
        <p:nvSpPr>
          <p:cNvPr id="176" name="Shape 174"/>
          <p:cNvSpPr/>
          <p:nvPr/>
        </p:nvSpPr>
        <p:spPr>
          <a:xfrm>
            <a:off x="3099816" y="3092868"/>
            <a:ext cx="176479" cy="0"/>
          </a:xfrm>
          <a:prstGeom prst="line">
            <a:avLst/>
          </a:prstGeom>
          <a:noFill/>
          <a:ln w="25400">
            <a:solidFill>
              <a:srgbClr val="168B83"/>
            </a:solidFill>
            <a:prstDash val="solid"/>
            <a:headEnd type="none"/>
            <a:tailEnd type="none"/>
          </a:ln>
        </p:spPr>
      </p:sp>
      <p:sp>
        <p:nvSpPr>
          <p:cNvPr id="177" name="Shape 175"/>
          <p:cNvSpPr/>
          <p:nvPr/>
        </p:nvSpPr>
        <p:spPr>
          <a:xfrm>
            <a:off x="3273552" y="2998210"/>
            <a:ext cx="0" cy="97401"/>
          </a:xfrm>
          <a:prstGeom prst="line">
            <a:avLst/>
          </a:prstGeom>
          <a:noFill/>
          <a:ln w="25400">
            <a:solidFill>
              <a:srgbClr val="168B83"/>
            </a:solidFill>
            <a:prstDash val="solid"/>
            <a:headEnd type="none"/>
            <a:tailEnd type="none"/>
          </a:ln>
        </p:spPr>
      </p:sp>
      <p:sp>
        <p:nvSpPr>
          <p:cNvPr id="178" name="Shape 176"/>
          <p:cNvSpPr/>
          <p:nvPr/>
        </p:nvSpPr>
        <p:spPr>
          <a:xfrm>
            <a:off x="3273552" y="3000953"/>
            <a:ext cx="176480" cy="0"/>
          </a:xfrm>
          <a:prstGeom prst="line">
            <a:avLst/>
          </a:prstGeom>
          <a:noFill/>
          <a:ln w="25400">
            <a:solidFill>
              <a:srgbClr val="168B83"/>
            </a:solidFill>
            <a:prstDash val="solid"/>
            <a:headEnd type="none"/>
            <a:tailEnd type="none"/>
          </a:ln>
        </p:spPr>
      </p:sp>
      <p:sp>
        <p:nvSpPr>
          <p:cNvPr id="179" name="Shape 177"/>
          <p:cNvSpPr/>
          <p:nvPr/>
        </p:nvSpPr>
        <p:spPr>
          <a:xfrm>
            <a:off x="3447288" y="2921524"/>
            <a:ext cx="0" cy="82172"/>
          </a:xfrm>
          <a:prstGeom prst="line">
            <a:avLst/>
          </a:prstGeom>
          <a:noFill/>
          <a:ln w="25400">
            <a:solidFill>
              <a:srgbClr val="168B83"/>
            </a:solidFill>
            <a:prstDash val="solid"/>
            <a:headEnd type="none"/>
            <a:tailEnd type="none"/>
          </a:ln>
        </p:spPr>
      </p:sp>
      <p:sp>
        <p:nvSpPr>
          <p:cNvPr id="180" name="Shape 178"/>
          <p:cNvSpPr/>
          <p:nvPr/>
        </p:nvSpPr>
        <p:spPr>
          <a:xfrm>
            <a:off x="3447288" y="2924267"/>
            <a:ext cx="176480" cy="0"/>
          </a:xfrm>
          <a:prstGeom prst="line">
            <a:avLst/>
          </a:prstGeom>
          <a:noFill/>
          <a:ln w="25400">
            <a:solidFill>
              <a:srgbClr val="168B83"/>
            </a:solidFill>
            <a:prstDash val="solid"/>
            <a:headEnd type="none"/>
            <a:tailEnd type="none"/>
          </a:ln>
        </p:spPr>
      </p:sp>
      <p:sp>
        <p:nvSpPr>
          <p:cNvPr id="181" name="Shape 179"/>
          <p:cNvSpPr/>
          <p:nvPr/>
        </p:nvSpPr>
        <p:spPr>
          <a:xfrm>
            <a:off x="3621024" y="2856437"/>
            <a:ext cx="0" cy="70574"/>
          </a:xfrm>
          <a:prstGeom prst="line">
            <a:avLst/>
          </a:prstGeom>
          <a:noFill/>
          <a:ln w="25400">
            <a:solidFill>
              <a:srgbClr val="168B83"/>
            </a:solidFill>
            <a:prstDash val="solid"/>
            <a:headEnd type="none"/>
            <a:tailEnd type="none"/>
          </a:ln>
        </p:spPr>
      </p:sp>
      <p:sp>
        <p:nvSpPr>
          <p:cNvPr id="182" name="Shape 180"/>
          <p:cNvSpPr/>
          <p:nvPr/>
        </p:nvSpPr>
        <p:spPr>
          <a:xfrm>
            <a:off x="3621024" y="2859180"/>
            <a:ext cx="176479" cy="0"/>
          </a:xfrm>
          <a:prstGeom prst="line">
            <a:avLst/>
          </a:prstGeom>
          <a:noFill/>
          <a:ln w="25400">
            <a:solidFill>
              <a:srgbClr val="168B83"/>
            </a:solidFill>
            <a:prstDash val="solid"/>
            <a:headEnd type="none"/>
            <a:tailEnd type="none"/>
          </a:ln>
        </p:spPr>
      </p:sp>
      <p:sp>
        <p:nvSpPr>
          <p:cNvPr id="183" name="Shape 181"/>
          <p:cNvSpPr/>
          <p:nvPr/>
        </p:nvSpPr>
        <p:spPr>
          <a:xfrm>
            <a:off x="3794760" y="2799951"/>
            <a:ext cx="0" cy="61972"/>
          </a:xfrm>
          <a:prstGeom prst="line">
            <a:avLst/>
          </a:prstGeom>
          <a:noFill/>
          <a:ln w="25400">
            <a:solidFill>
              <a:srgbClr val="168B83"/>
            </a:solidFill>
            <a:prstDash val="solid"/>
            <a:headEnd type="none"/>
            <a:tailEnd type="none"/>
          </a:ln>
        </p:spPr>
      </p:sp>
      <p:sp>
        <p:nvSpPr>
          <p:cNvPr id="184" name="Shape 182"/>
          <p:cNvSpPr/>
          <p:nvPr/>
        </p:nvSpPr>
        <p:spPr>
          <a:xfrm>
            <a:off x="3794760" y="2802694"/>
            <a:ext cx="176480" cy="0"/>
          </a:xfrm>
          <a:prstGeom prst="line">
            <a:avLst/>
          </a:prstGeom>
          <a:noFill/>
          <a:ln w="25400">
            <a:solidFill>
              <a:srgbClr val="168B83"/>
            </a:solidFill>
            <a:prstDash val="solid"/>
            <a:headEnd type="none"/>
            <a:tailEnd type="none"/>
          </a:ln>
        </p:spPr>
      </p:sp>
      <p:sp>
        <p:nvSpPr>
          <p:cNvPr id="185" name="Shape 183"/>
          <p:cNvSpPr/>
          <p:nvPr/>
        </p:nvSpPr>
        <p:spPr>
          <a:xfrm>
            <a:off x="3968496" y="2749685"/>
            <a:ext cx="0" cy="55752"/>
          </a:xfrm>
          <a:prstGeom prst="line">
            <a:avLst/>
          </a:prstGeom>
          <a:noFill/>
          <a:ln w="25400">
            <a:solidFill>
              <a:srgbClr val="168B83"/>
            </a:solidFill>
            <a:prstDash val="solid"/>
            <a:headEnd type="none"/>
            <a:tailEnd type="none"/>
          </a:ln>
        </p:spPr>
      </p:sp>
      <p:sp>
        <p:nvSpPr>
          <p:cNvPr id="186" name="Shape 184"/>
          <p:cNvSpPr/>
          <p:nvPr/>
        </p:nvSpPr>
        <p:spPr>
          <a:xfrm>
            <a:off x="3968496" y="2752429"/>
            <a:ext cx="176480" cy="0"/>
          </a:xfrm>
          <a:prstGeom prst="line">
            <a:avLst/>
          </a:prstGeom>
          <a:noFill/>
          <a:ln w="25400">
            <a:solidFill>
              <a:srgbClr val="168B83"/>
            </a:solidFill>
            <a:prstDash val="solid"/>
            <a:headEnd type="none"/>
            <a:tailEnd type="none"/>
          </a:ln>
        </p:spPr>
      </p:sp>
      <p:sp>
        <p:nvSpPr>
          <p:cNvPr id="187" name="Shape 185"/>
          <p:cNvSpPr/>
          <p:nvPr/>
        </p:nvSpPr>
        <p:spPr>
          <a:xfrm>
            <a:off x="4142232" y="2703201"/>
            <a:ext cx="0" cy="51971"/>
          </a:xfrm>
          <a:prstGeom prst="line">
            <a:avLst/>
          </a:prstGeom>
          <a:noFill/>
          <a:ln w="25400">
            <a:solidFill>
              <a:srgbClr val="168B83"/>
            </a:solidFill>
            <a:prstDash val="solid"/>
            <a:headEnd type="none"/>
            <a:tailEnd type="none"/>
          </a:ln>
        </p:spPr>
      </p:sp>
      <p:sp>
        <p:nvSpPr>
          <p:cNvPr id="188" name="Shape 186"/>
          <p:cNvSpPr/>
          <p:nvPr/>
        </p:nvSpPr>
        <p:spPr>
          <a:xfrm>
            <a:off x="4142232" y="2705944"/>
            <a:ext cx="176479" cy="0"/>
          </a:xfrm>
          <a:prstGeom prst="line">
            <a:avLst/>
          </a:prstGeom>
          <a:noFill/>
          <a:ln w="25400">
            <a:solidFill>
              <a:srgbClr val="168B83"/>
            </a:solidFill>
            <a:prstDash val="solid"/>
            <a:headEnd type="none"/>
            <a:tailEnd type="none"/>
          </a:ln>
        </p:spPr>
      </p:sp>
      <p:sp>
        <p:nvSpPr>
          <p:cNvPr id="189" name="Shape 187"/>
          <p:cNvSpPr/>
          <p:nvPr/>
        </p:nvSpPr>
        <p:spPr>
          <a:xfrm>
            <a:off x="4315968" y="2659016"/>
            <a:ext cx="0" cy="49671"/>
          </a:xfrm>
          <a:prstGeom prst="line">
            <a:avLst/>
          </a:prstGeom>
          <a:noFill/>
          <a:ln w="25400">
            <a:solidFill>
              <a:srgbClr val="168B83"/>
            </a:solidFill>
            <a:prstDash val="solid"/>
            <a:headEnd type="none"/>
            <a:tailEnd type="none"/>
          </a:ln>
        </p:spPr>
      </p:sp>
      <p:sp>
        <p:nvSpPr>
          <p:cNvPr id="190" name="Shape 188"/>
          <p:cNvSpPr/>
          <p:nvPr/>
        </p:nvSpPr>
        <p:spPr>
          <a:xfrm>
            <a:off x="4315968" y="2661760"/>
            <a:ext cx="176480" cy="0"/>
          </a:xfrm>
          <a:prstGeom prst="line">
            <a:avLst/>
          </a:prstGeom>
          <a:noFill/>
          <a:ln w="25400">
            <a:solidFill>
              <a:srgbClr val="168B83"/>
            </a:solidFill>
            <a:prstDash val="solid"/>
            <a:headEnd type="none"/>
            <a:tailEnd type="none"/>
          </a:ln>
        </p:spPr>
      </p:sp>
      <p:sp>
        <p:nvSpPr>
          <p:cNvPr id="191" name="Shape 189"/>
          <p:cNvSpPr/>
          <p:nvPr/>
        </p:nvSpPr>
        <p:spPr>
          <a:xfrm>
            <a:off x="4489704" y="2616783"/>
            <a:ext cx="0" cy="47720"/>
          </a:xfrm>
          <a:prstGeom prst="line">
            <a:avLst/>
          </a:prstGeom>
          <a:noFill/>
          <a:ln w="25400">
            <a:solidFill>
              <a:srgbClr val="168B83"/>
            </a:solidFill>
            <a:prstDash val="solid"/>
            <a:headEnd type="none"/>
            <a:tailEnd type="none"/>
          </a:ln>
        </p:spPr>
      </p:sp>
      <p:sp>
        <p:nvSpPr>
          <p:cNvPr id="192" name="Shape 190"/>
          <p:cNvSpPr/>
          <p:nvPr/>
        </p:nvSpPr>
        <p:spPr>
          <a:xfrm>
            <a:off x="4489704" y="2619526"/>
            <a:ext cx="176480" cy="0"/>
          </a:xfrm>
          <a:prstGeom prst="line">
            <a:avLst/>
          </a:prstGeom>
          <a:noFill/>
          <a:ln w="25400">
            <a:solidFill>
              <a:srgbClr val="168B83"/>
            </a:solidFill>
            <a:prstDash val="solid"/>
            <a:headEnd type="none"/>
            <a:tailEnd type="none"/>
          </a:ln>
        </p:spPr>
      </p:sp>
      <p:sp>
        <p:nvSpPr>
          <p:cNvPr id="193" name="Shape 191"/>
          <p:cNvSpPr/>
          <p:nvPr/>
        </p:nvSpPr>
        <p:spPr>
          <a:xfrm>
            <a:off x="4663440" y="2577056"/>
            <a:ext cx="0" cy="45213"/>
          </a:xfrm>
          <a:prstGeom prst="line">
            <a:avLst/>
          </a:prstGeom>
          <a:noFill/>
          <a:ln w="25400">
            <a:solidFill>
              <a:srgbClr val="168B83"/>
            </a:solidFill>
            <a:prstDash val="solid"/>
            <a:headEnd type="none"/>
            <a:tailEnd type="none"/>
          </a:ln>
        </p:spPr>
      </p:sp>
      <p:sp>
        <p:nvSpPr>
          <p:cNvPr id="194" name="Shape 192"/>
          <p:cNvSpPr/>
          <p:nvPr/>
        </p:nvSpPr>
        <p:spPr>
          <a:xfrm>
            <a:off x="4663440" y="2579799"/>
            <a:ext cx="176479" cy="0"/>
          </a:xfrm>
          <a:prstGeom prst="line">
            <a:avLst/>
          </a:prstGeom>
          <a:noFill/>
          <a:ln w="25400">
            <a:solidFill>
              <a:srgbClr val="168B83"/>
            </a:solidFill>
            <a:prstDash val="solid"/>
            <a:headEnd type="none"/>
            <a:tailEnd type="none"/>
          </a:ln>
        </p:spPr>
      </p:sp>
      <p:sp>
        <p:nvSpPr>
          <p:cNvPr id="195" name="Shape 193"/>
          <p:cNvSpPr/>
          <p:nvPr/>
        </p:nvSpPr>
        <p:spPr>
          <a:xfrm>
            <a:off x="4837176" y="2540079"/>
            <a:ext cx="0" cy="42463"/>
          </a:xfrm>
          <a:prstGeom prst="line">
            <a:avLst/>
          </a:prstGeom>
          <a:noFill/>
          <a:ln w="25400">
            <a:solidFill>
              <a:srgbClr val="168B83"/>
            </a:solidFill>
            <a:prstDash val="solid"/>
            <a:headEnd type="none"/>
            <a:tailEnd type="none"/>
          </a:ln>
        </p:spPr>
      </p:sp>
      <p:sp>
        <p:nvSpPr>
          <p:cNvPr id="196" name="Shape 194"/>
          <p:cNvSpPr/>
          <p:nvPr/>
        </p:nvSpPr>
        <p:spPr>
          <a:xfrm>
            <a:off x="4837176" y="2542822"/>
            <a:ext cx="176480" cy="0"/>
          </a:xfrm>
          <a:prstGeom prst="line">
            <a:avLst/>
          </a:prstGeom>
          <a:noFill/>
          <a:ln w="25400">
            <a:solidFill>
              <a:srgbClr val="168B83"/>
            </a:solidFill>
            <a:prstDash val="solid"/>
            <a:headEnd type="none"/>
            <a:tailEnd type="none"/>
          </a:ln>
        </p:spPr>
      </p:sp>
      <p:sp>
        <p:nvSpPr>
          <p:cNvPr id="197" name="Shape 195"/>
          <p:cNvSpPr/>
          <p:nvPr/>
        </p:nvSpPr>
        <p:spPr>
          <a:xfrm>
            <a:off x="5010912" y="2507052"/>
            <a:ext cx="0" cy="38514"/>
          </a:xfrm>
          <a:prstGeom prst="line">
            <a:avLst/>
          </a:prstGeom>
          <a:noFill/>
          <a:ln w="25400">
            <a:solidFill>
              <a:srgbClr val="168B83"/>
            </a:solidFill>
            <a:prstDash val="solid"/>
            <a:headEnd type="none"/>
            <a:tailEnd type="none"/>
          </a:ln>
        </p:spPr>
      </p:sp>
      <p:sp>
        <p:nvSpPr>
          <p:cNvPr id="198" name="Shape 196"/>
          <p:cNvSpPr/>
          <p:nvPr/>
        </p:nvSpPr>
        <p:spPr>
          <a:xfrm>
            <a:off x="5010912" y="2509795"/>
            <a:ext cx="176480" cy="0"/>
          </a:xfrm>
          <a:prstGeom prst="line">
            <a:avLst/>
          </a:prstGeom>
          <a:noFill/>
          <a:ln w="25400">
            <a:solidFill>
              <a:srgbClr val="168B83"/>
            </a:solidFill>
            <a:prstDash val="solid"/>
            <a:headEnd type="none"/>
            <a:tailEnd type="none"/>
          </a:ln>
        </p:spPr>
      </p:sp>
      <p:sp>
        <p:nvSpPr>
          <p:cNvPr id="199" name="Shape 197"/>
          <p:cNvSpPr/>
          <p:nvPr/>
        </p:nvSpPr>
        <p:spPr>
          <a:xfrm>
            <a:off x="5184648" y="2364344"/>
            <a:ext cx="0" cy="148194"/>
          </a:xfrm>
          <a:prstGeom prst="line">
            <a:avLst/>
          </a:prstGeom>
          <a:noFill/>
          <a:ln w="25400">
            <a:solidFill>
              <a:srgbClr val="168B83"/>
            </a:solidFill>
            <a:prstDash val="solid"/>
            <a:headEnd type="none"/>
            <a:tailEnd type="none"/>
          </a:ln>
        </p:spPr>
      </p:sp>
      <p:sp>
        <p:nvSpPr>
          <p:cNvPr id="200" name="Shape 198"/>
          <p:cNvSpPr/>
          <p:nvPr/>
        </p:nvSpPr>
        <p:spPr>
          <a:xfrm>
            <a:off x="5184648" y="2367087"/>
            <a:ext cx="176479" cy="0"/>
          </a:xfrm>
          <a:prstGeom prst="line">
            <a:avLst/>
          </a:prstGeom>
          <a:noFill/>
          <a:ln w="25400">
            <a:solidFill>
              <a:srgbClr val="168B83"/>
            </a:solidFill>
            <a:prstDash val="solid"/>
            <a:headEnd type="none"/>
            <a:tailEnd type="none"/>
          </a:ln>
        </p:spPr>
      </p:sp>
      <p:sp>
        <p:nvSpPr>
          <p:cNvPr id="201" name="Shape 199"/>
          <p:cNvSpPr/>
          <p:nvPr/>
        </p:nvSpPr>
        <p:spPr>
          <a:xfrm>
            <a:off x="5358384" y="2338147"/>
            <a:ext cx="0" cy="31683"/>
          </a:xfrm>
          <a:prstGeom prst="line">
            <a:avLst/>
          </a:prstGeom>
          <a:noFill/>
          <a:ln w="25400">
            <a:solidFill>
              <a:srgbClr val="168B83"/>
            </a:solidFill>
            <a:prstDash val="solid"/>
            <a:headEnd type="none"/>
            <a:tailEnd type="none"/>
          </a:ln>
        </p:spPr>
      </p:sp>
      <p:sp>
        <p:nvSpPr>
          <p:cNvPr id="202" name="Shape 200"/>
          <p:cNvSpPr/>
          <p:nvPr/>
        </p:nvSpPr>
        <p:spPr>
          <a:xfrm>
            <a:off x="5358384" y="2340890"/>
            <a:ext cx="176480" cy="0"/>
          </a:xfrm>
          <a:prstGeom prst="line">
            <a:avLst/>
          </a:prstGeom>
          <a:noFill/>
          <a:ln w="25400">
            <a:solidFill>
              <a:srgbClr val="168B83"/>
            </a:solidFill>
            <a:prstDash val="solid"/>
            <a:headEnd type="none"/>
            <a:tailEnd type="none"/>
          </a:ln>
        </p:spPr>
      </p:sp>
      <p:sp>
        <p:nvSpPr>
          <p:cNvPr id="203" name="Shape 201"/>
          <p:cNvSpPr/>
          <p:nvPr/>
        </p:nvSpPr>
        <p:spPr>
          <a:xfrm>
            <a:off x="5532120" y="2317211"/>
            <a:ext cx="0" cy="26423"/>
          </a:xfrm>
          <a:prstGeom prst="line">
            <a:avLst/>
          </a:prstGeom>
          <a:noFill/>
          <a:ln w="25400">
            <a:solidFill>
              <a:srgbClr val="168B83"/>
            </a:solidFill>
            <a:prstDash val="solid"/>
            <a:headEnd type="none"/>
            <a:tailEnd type="none"/>
          </a:ln>
        </p:spPr>
      </p:sp>
      <p:sp>
        <p:nvSpPr>
          <p:cNvPr id="204" name="Shape 202"/>
          <p:cNvSpPr/>
          <p:nvPr/>
        </p:nvSpPr>
        <p:spPr>
          <a:xfrm>
            <a:off x="5532120" y="2319954"/>
            <a:ext cx="176480" cy="0"/>
          </a:xfrm>
          <a:prstGeom prst="line">
            <a:avLst/>
          </a:prstGeom>
          <a:noFill/>
          <a:ln w="25400">
            <a:solidFill>
              <a:srgbClr val="168B83"/>
            </a:solidFill>
            <a:prstDash val="solid"/>
            <a:headEnd type="none"/>
            <a:tailEnd type="none"/>
          </a:ln>
        </p:spPr>
      </p:sp>
      <p:sp>
        <p:nvSpPr>
          <p:cNvPr id="205" name="Shape 203"/>
          <p:cNvSpPr/>
          <p:nvPr/>
        </p:nvSpPr>
        <p:spPr>
          <a:xfrm>
            <a:off x="5705856" y="2302528"/>
            <a:ext cx="0" cy="20169"/>
          </a:xfrm>
          <a:prstGeom prst="line">
            <a:avLst/>
          </a:prstGeom>
          <a:noFill/>
          <a:ln w="25400">
            <a:solidFill>
              <a:srgbClr val="168B83"/>
            </a:solidFill>
            <a:prstDash val="solid"/>
            <a:headEnd type="none"/>
            <a:tailEnd type="none"/>
          </a:ln>
        </p:spPr>
      </p:sp>
      <p:sp>
        <p:nvSpPr>
          <p:cNvPr id="206" name="Shape 204"/>
          <p:cNvSpPr/>
          <p:nvPr/>
        </p:nvSpPr>
        <p:spPr>
          <a:xfrm>
            <a:off x="5705856" y="2305271"/>
            <a:ext cx="176479" cy="0"/>
          </a:xfrm>
          <a:prstGeom prst="line">
            <a:avLst/>
          </a:prstGeom>
          <a:noFill/>
          <a:ln w="25400">
            <a:solidFill>
              <a:srgbClr val="168B83"/>
            </a:solidFill>
            <a:prstDash val="solid"/>
            <a:headEnd type="none"/>
            <a:tailEnd type="none"/>
          </a:ln>
        </p:spPr>
      </p:sp>
      <p:sp>
        <p:nvSpPr>
          <p:cNvPr id="207" name="Shape 205"/>
          <p:cNvSpPr/>
          <p:nvPr/>
        </p:nvSpPr>
        <p:spPr>
          <a:xfrm>
            <a:off x="5879592" y="2294020"/>
            <a:ext cx="0" cy="13995"/>
          </a:xfrm>
          <a:prstGeom prst="line">
            <a:avLst/>
          </a:prstGeom>
          <a:noFill/>
          <a:ln w="25400">
            <a:solidFill>
              <a:srgbClr val="168B83"/>
            </a:solidFill>
            <a:prstDash val="solid"/>
            <a:headEnd type="none"/>
            <a:tailEnd type="none"/>
          </a:ln>
        </p:spPr>
      </p:sp>
      <p:sp>
        <p:nvSpPr>
          <p:cNvPr id="208" name="Shape 206"/>
          <p:cNvSpPr/>
          <p:nvPr/>
        </p:nvSpPr>
        <p:spPr>
          <a:xfrm>
            <a:off x="5879592" y="2296763"/>
            <a:ext cx="176480" cy="0"/>
          </a:xfrm>
          <a:prstGeom prst="line">
            <a:avLst/>
          </a:prstGeom>
          <a:noFill/>
          <a:ln w="25400">
            <a:solidFill>
              <a:srgbClr val="168B83"/>
            </a:solidFill>
            <a:prstDash val="solid"/>
            <a:headEnd type="none"/>
            <a:tailEnd type="none"/>
          </a:ln>
        </p:spPr>
      </p:sp>
      <p:sp>
        <p:nvSpPr>
          <p:cNvPr id="209" name="Shape 207"/>
          <p:cNvSpPr/>
          <p:nvPr/>
        </p:nvSpPr>
        <p:spPr>
          <a:xfrm>
            <a:off x="6053328" y="2289786"/>
            <a:ext cx="0" cy="9720"/>
          </a:xfrm>
          <a:prstGeom prst="line">
            <a:avLst/>
          </a:prstGeom>
          <a:noFill/>
          <a:ln w="25400">
            <a:solidFill>
              <a:srgbClr val="168B83"/>
            </a:solidFill>
            <a:prstDash val="solid"/>
            <a:headEnd type="none"/>
            <a:tailEnd type="none"/>
          </a:ln>
        </p:spPr>
      </p:sp>
      <p:sp>
        <p:nvSpPr>
          <p:cNvPr id="210" name="Shape 208"/>
          <p:cNvSpPr/>
          <p:nvPr/>
        </p:nvSpPr>
        <p:spPr>
          <a:xfrm>
            <a:off x="6053328" y="2292530"/>
            <a:ext cx="176480" cy="0"/>
          </a:xfrm>
          <a:prstGeom prst="line">
            <a:avLst/>
          </a:prstGeom>
          <a:noFill/>
          <a:ln w="25400">
            <a:solidFill>
              <a:srgbClr val="168B83"/>
            </a:solidFill>
            <a:prstDash val="solid"/>
            <a:headEnd type="none"/>
            <a:tailEnd type="none"/>
          </a:ln>
        </p:spPr>
      </p:sp>
      <p:sp>
        <p:nvSpPr>
          <p:cNvPr id="211" name="Shape 209"/>
          <p:cNvSpPr/>
          <p:nvPr/>
        </p:nvSpPr>
        <p:spPr>
          <a:xfrm>
            <a:off x="6227064" y="2288109"/>
            <a:ext cx="0" cy="7164"/>
          </a:xfrm>
          <a:prstGeom prst="line">
            <a:avLst/>
          </a:prstGeom>
          <a:noFill/>
          <a:ln w="25400">
            <a:solidFill>
              <a:srgbClr val="168B83"/>
            </a:solidFill>
            <a:prstDash val="solid"/>
            <a:headEnd type="none"/>
            <a:tailEnd type="none"/>
          </a:ln>
        </p:spPr>
      </p:sp>
      <p:sp>
        <p:nvSpPr>
          <p:cNvPr id="212" name="Shape 210"/>
          <p:cNvSpPr/>
          <p:nvPr/>
        </p:nvSpPr>
        <p:spPr>
          <a:xfrm>
            <a:off x="6227064" y="2290852"/>
            <a:ext cx="176479" cy="0"/>
          </a:xfrm>
          <a:prstGeom prst="line">
            <a:avLst/>
          </a:prstGeom>
          <a:noFill/>
          <a:ln w="25400">
            <a:solidFill>
              <a:srgbClr val="168B83"/>
            </a:solidFill>
            <a:prstDash val="solid"/>
            <a:headEnd type="none"/>
            <a:tailEnd type="none"/>
          </a:ln>
        </p:spPr>
      </p:sp>
      <p:sp>
        <p:nvSpPr>
          <p:cNvPr id="213" name="Shape 211"/>
          <p:cNvSpPr/>
          <p:nvPr/>
        </p:nvSpPr>
        <p:spPr>
          <a:xfrm>
            <a:off x="6400800" y="2287940"/>
            <a:ext cx="0" cy="5655"/>
          </a:xfrm>
          <a:prstGeom prst="line">
            <a:avLst/>
          </a:prstGeom>
          <a:noFill/>
          <a:ln w="25400">
            <a:solidFill>
              <a:srgbClr val="168B83"/>
            </a:solidFill>
            <a:prstDash val="solid"/>
            <a:headEnd type="none"/>
            <a:tailEnd type="none"/>
          </a:ln>
        </p:spPr>
      </p:sp>
      <p:sp>
        <p:nvSpPr>
          <p:cNvPr id="214" name="Shape 212"/>
          <p:cNvSpPr/>
          <p:nvPr/>
        </p:nvSpPr>
        <p:spPr>
          <a:xfrm>
            <a:off x="6400800" y="2290683"/>
            <a:ext cx="176480" cy="0"/>
          </a:xfrm>
          <a:prstGeom prst="line">
            <a:avLst/>
          </a:prstGeom>
          <a:noFill/>
          <a:ln w="25400">
            <a:solidFill>
              <a:srgbClr val="168B83"/>
            </a:solidFill>
            <a:prstDash val="solid"/>
            <a:headEnd type="none"/>
            <a:tailEnd type="none"/>
          </a:ln>
        </p:spPr>
      </p:sp>
      <p:sp>
        <p:nvSpPr>
          <p:cNvPr id="215" name="Shape 213"/>
          <p:cNvSpPr/>
          <p:nvPr/>
        </p:nvSpPr>
        <p:spPr>
          <a:xfrm>
            <a:off x="6574536" y="2287940"/>
            <a:ext cx="0" cy="5916"/>
          </a:xfrm>
          <a:prstGeom prst="line">
            <a:avLst/>
          </a:prstGeom>
          <a:noFill/>
          <a:ln w="25400">
            <a:solidFill>
              <a:srgbClr val="168B83"/>
            </a:solidFill>
            <a:prstDash val="solid"/>
            <a:headEnd type="none"/>
            <a:tailEnd type="none"/>
          </a:ln>
        </p:spPr>
      </p:sp>
      <p:sp>
        <p:nvSpPr>
          <p:cNvPr id="216" name="Shape 214"/>
          <p:cNvSpPr/>
          <p:nvPr/>
        </p:nvSpPr>
        <p:spPr>
          <a:xfrm>
            <a:off x="6574536" y="2291113"/>
            <a:ext cx="176480" cy="0"/>
          </a:xfrm>
          <a:prstGeom prst="line">
            <a:avLst/>
          </a:prstGeom>
          <a:noFill/>
          <a:ln w="25400">
            <a:solidFill>
              <a:srgbClr val="168B83"/>
            </a:solidFill>
            <a:prstDash val="solid"/>
            <a:headEnd type="none"/>
            <a:tailEnd type="none"/>
          </a:ln>
        </p:spPr>
      </p:sp>
      <p:sp>
        <p:nvSpPr>
          <p:cNvPr id="217" name="Shape 215"/>
          <p:cNvSpPr/>
          <p:nvPr/>
        </p:nvSpPr>
        <p:spPr>
          <a:xfrm>
            <a:off x="6748272" y="2288025"/>
            <a:ext cx="0" cy="5831"/>
          </a:xfrm>
          <a:prstGeom prst="line">
            <a:avLst/>
          </a:prstGeom>
          <a:noFill/>
          <a:ln w="25400">
            <a:solidFill>
              <a:srgbClr val="168B83"/>
            </a:solidFill>
            <a:prstDash val="solid"/>
            <a:headEnd type="none"/>
            <a:tailEnd type="none"/>
          </a:ln>
        </p:spPr>
      </p:sp>
      <p:sp>
        <p:nvSpPr>
          <p:cNvPr id="218" name="Shape 216"/>
          <p:cNvSpPr/>
          <p:nvPr/>
        </p:nvSpPr>
        <p:spPr>
          <a:xfrm>
            <a:off x="6748272" y="2290768"/>
            <a:ext cx="176479" cy="0"/>
          </a:xfrm>
          <a:prstGeom prst="line">
            <a:avLst/>
          </a:prstGeom>
          <a:noFill/>
          <a:ln w="25400">
            <a:solidFill>
              <a:srgbClr val="168B83"/>
            </a:solidFill>
            <a:prstDash val="solid"/>
            <a:headEnd type="none"/>
            <a:tailEnd type="none"/>
          </a:ln>
        </p:spPr>
      </p:sp>
      <p:sp>
        <p:nvSpPr>
          <p:cNvPr id="219" name="Shape 217"/>
          <p:cNvSpPr/>
          <p:nvPr/>
        </p:nvSpPr>
        <p:spPr>
          <a:xfrm>
            <a:off x="6922008" y="2286526"/>
            <a:ext cx="0" cy="6986"/>
          </a:xfrm>
          <a:prstGeom prst="line">
            <a:avLst/>
          </a:prstGeom>
          <a:noFill/>
          <a:ln w="25400">
            <a:solidFill>
              <a:srgbClr val="168B83"/>
            </a:solidFill>
            <a:prstDash val="solid"/>
            <a:headEnd type="none"/>
            <a:tailEnd type="none"/>
          </a:ln>
        </p:spPr>
      </p:sp>
      <p:sp>
        <p:nvSpPr>
          <p:cNvPr id="220" name="Shape 218"/>
          <p:cNvSpPr/>
          <p:nvPr/>
        </p:nvSpPr>
        <p:spPr>
          <a:xfrm>
            <a:off x="6922008" y="2289269"/>
            <a:ext cx="176480" cy="0"/>
          </a:xfrm>
          <a:prstGeom prst="line">
            <a:avLst/>
          </a:prstGeom>
          <a:noFill/>
          <a:ln w="25400">
            <a:solidFill>
              <a:srgbClr val="168B83"/>
            </a:solidFill>
            <a:prstDash val="solid"/>
            <a:headEnd type="none"/>
            <a:tailEnd type="none"/>
          </a:ln>
        </p:spPr>
      </p:sp>
      <p:sp>
        <p:nvSpPr>
          <p:cNvPr id="221" name="Shape 219"/>
          <p:cNvSpPr/>
          <p:nvPr/>
        </p:nvSpPr>
        <p:spPr>
          <a:xfrm>
            <a:off x="7095744" y="2284302"/>
            <a:ext cx="0" cy="7710"/>
          </a:xfrm>
          <a:prstGeom prst="line">
            <a:avLst/>
          </a:prstGeom>
          <a:noFill/>
          <a:ln w="25400">
            <a:solidFill>
              <a:srgbClr val="168B83"/>
            </a:solidFill>
            <a:prstDash val="solid"/>
            <a:headEnd type="none"/>
            <a:tailEnd type="none"/>
          </a:ln>
        </p:spPr>
      </p:sp>
      <p:sp>
        <p:nvSpPr>
          <p:cNvPr id="222" name="Shape 220"/>
          <p:cNvSpPr/>
          <p:nvPr/>
        </p:nvSpPr>
        <p:spPr>
          <a:xfrm>
            <a:off x="7095744" y="2287046"/>
            <a:ext cx="176480" cy="0"/>
          </a:xfrm>
          <a:prstGeom prst="line">
            <a:avLst/>
          </a:prstGeom>
          <a:noFill/>
          <a:ln w="25400">
            <a:solidFill>
              <a:srgbClr val="168B83"/>
            </a:solidFill>
            <a:prstDash val="solid"/>
            <a:headEnd type="none"/>
            <a:tailEnd type="none"/>
          </a:ln>
        </p:spPr>
      </p:sp>
      <p:sp>
        <p:nvSpPr>
          <p:cNvPr id="223" name="Shape 221"/>
          <p:cNvSpPr/>
          <p:nvPr/>
        </p:nvSpPr>
        <p:spPr>
          <a:xfrm>
            <a:off x="7269480" y="2284302"/>
            <a:ext cx="0" cy="69104"/>
          </a:xfrm>
          <a:prstGeom prst="line">
            <a:avLst/>
          </a:prstGeom>
          <a:noFill/>
          <a:ln w="25400">
            <a:solidFill>
              <a:srgbClr val="168B83"/>
            </a:solidFill>
            <a:prstDash val="solid"/>
            <a:headEnd type="none"/>
            <a:tailEnd type="none"/>
          </a:ln>
        </p:spPr>
      </p:sp>
      <p:sp>
        <p:nvSpPr>
          <p:cNvPr id="224" name="Shape 222"/>
          <p:cNvSpPr/>
          <p:nvPr/>
        </p:nvSpPr>
        <p:spPr>
          <a:xfrm>
            <a:off x="7269480" y="2350663"/>
            <a:ext cx="176479" cy="0"/>
          </a:xfrm>
          <a:prstGeom prst="line">
            <a:avLst/>
          </a:prstGeom>
          <a:noFill/>
          <a:ln w="25400">
            <a:solidFill>
              <a:srgbClr val="168B83"/>
            </a:solidFill>
            <a:prstDash val="solid"/>
            <a:headEnd type="none"/>
            <a:tailEnd type="none"/>
          </a:ln>
        </p:spPr>
      </p:sp>
      <p:sp>
        <p:nvSpPr>
          <p:cNvPr id="225" name="Shape 223"/>
          <p:cNvSpPr/>
          <p:nvPr/>
        </p:nvSpPr>
        <p:spPr>
          <a:xfrm>
            <a:off x="7443216" y="2344536"/>
            <a:ext cx="0" cy="8870"/>
          </a:xfrm>
          <a:prstGeom prst="line">
            <a:avLst/>
          </a:prstGeom>
          <a:noFill/>
          <a:ln w="25400">
            <a:solidFill>
              <a:srgbClr val="168B83"/>
            </a:solidFill>
            <a:prstDash val="solid"/>
            <a:headEnd type="none"/>
            <a:tailEnd type="none"/>
          </a:ln>
        </p:spPr>
      </p:sp>
      <p:sp>
        <p:nvSpPr>
          <p:cNvPr id="226" name="Shape 224"/>
          <p:cNvSpPr/>
          <p:nvPr/>
        </p:nvSpPr>
        <p:spPr>
          <a:xfrm>
            <a:off x="7443216" y="2347280"/>
            <a:ext cx="176480" cy="0"/>
          </a:xfrm>
          <a:prstGeom prst="line">
            <a:avLst/>
          </a:prstGeom>
          <a:noFill/>
          <a:ln w="25400">
            <a:solidFill>
              <a:srgbClr val="168B83"/>
            </a:solidFill>
            <a:prstDash val="solid"/>
            <a:headEnd type="none"/>
            <a:tailEnd type="none"/>
          </a:ln>
        </p:spPr>
      </p:sp>
      <p:sp>
        <p:nvSpPr>
          <p:cNvPr id="227" name="Shape 225"/>
          <p:cNvSpPr/>
          <p:nvPr/>
        </p:nvSpPr>
        <p:spPr>
          <a:xfrm>
            <a:off x="7616952" y="2340161"/>
            <a:ext cx="0" cy="9861"/>
          </a:xfrm>
          <a:prstGeom prst="line">
            <a:avLst/>
          </a:prstGeom>
          <a:noFill/>
          <a:ln w="25400">
            <a:solidFill>
              <a:srgbClr val="168B83"/>
            </a:solidFill>
            <a:prstDash val="solid"/>
            <a:headEnd type="none"/>
            <a:tailEnd type="none"/>
          </a:ln>
        </p:spPr>
      </p:sp>
      <p:sp>
        <p:nvSpPr>
          <p:cNvPr id="228" name="Shape 226"/>
          <p:cNvSpPr/>
          <p:nvPr/>
        </p:nvSpPr>
        <p:spPr>
          <a:xfrm>
            <a:off x="7616952" y="2342904"/>
            <a:ext cx="176480" cy="0"/>
          </a:xfrm>
          <a:prstGeom prst="line">
            <a:avLst/>
          </a:prstGeom>
          <a:noFill/>
          <a:ln w="25400">
            <a:solidFill>
              <a:srgbClr val="168B83"/>
            </a:solidFill>
            <a:prstDash val="solid"/>
            <a:headEnd type="none"/>
            <a:tailEnd type="none"/>
          </a:ln>
        </p:spPr>
      </p:sp>
      <p:sp>
        <p:nvSpPr>
          <p:cNvPr id="229" name="Shape 227"/>
          <p:cNvSpPr/>
          <p:nvPr/>
        </p:nvSpPr>
        <p:spPr>
          <a:xfrm>
            <a:off x="7790688" y="2335380"/>
            <a:ext cx="0" cy="10268"/>
          </a:xfrm>
          <a:prstGeom prst="line">
            <a:avLst/>
          </a:prstGeom>
          <a:noFill/>
          <a:ln w="25400">
            <a:solidFill>
              <a:srgbClr val="168B83"/>
            </a:solidFill>
            <a:prstDash val="solid"/>
            <a:headEnd type="none"/>
            <a:tailEnd type="none"/>
          </a:ln>
        </p:spPr>
      </p:sp>
      <p:sp>
        <p:nvSpPr>
          <p:cNvPr id="230" name="Shape 228"/>
          <p:cNvSpPr/>
          <p:nvPr/>
        </p:nvSpPr>
        <p:spPr>
          <a:xfrm>
            <a:off x="7790688" y="2338123"/>
            <a:ext cx="176479" cy="0"/>
          </a:xfrm>
          <a:prstGeom prst="line">
            <a:avLst/>
          </a:prstGeom>
          <a:noFill/>
          <a:ln w="25400">
            <a:solidFill>
              <a:srgbClr val="168B83"/>
            </a:solidFill>
            <a:prstDash val="solid"/>
            <a:headEnd type="none"/>
            <a:tailEnd type="none"/>
          </a:ln>
        </p:spPr>
      </p:sp>
      <p:sp>
        <p:nvSpPr>
          <p:cNvPr id="231" name="Shape 229"/>
          <p:cNvSpPr/>
          <p:nvPr/>
        </p:nvSpPr>
        <p:spPr>
          <a:xfrm>
            <a:off x="7964424" y="2329508"/>
            <a:ext cx="0" cy="11358"/>
          </a:xfrm>
          <a:prstGeom prst="line">
            <a:avLst/>
          </a:prstGeom>
          <a:noFill/>
          <a:ln w="25400">
            <a:solidFill>
              <a:srgbClr val="168B83"/>
            </a:solidFill>
            <a:prstDash val="solid"/>
            <a:headEnd type="none"/>
            <a:tailEnd type="none"/>
          </a:ln>
        </p:spPr>
      </p:sp>
      <p:sp>
        <p:nvSpPr>
          <p:cNvPr id="232" name="Shape 230"/>
          <p:cNvSpPr/>
          <p:nvPr/>
        </p:nvSpPr>
        <p:spPr>
          <a:xfrm>
            <a:off x="7964424" y="2332251"/>
            <a:ext cx="176480" cy="0"/>
          </a:xfrm>
          <a:prstGeom prst="line">
            <a:avLst/>
          </a:prstGeom>
          <a:noFill/>
          <a:ln w="25400">
            <a:solidFill>
              <a:srgbClr val="168B83"/>
            </a:solidFill>
            <a:prstDash val="solid"/>
            <a:headEnd type="none"/>
            <a:tailEnd type="none"/>
          </a:ln>
        </p:spPr>
      </p:sp>
      <p:sp>
        <p:nvSpPr>
          <p:cNvPr id="233" name="Shape 231"/>
          <p:cNvSpPr/>
          <p:nvPr/>
        </p:nvSpPr>
        <p:spPr>
          <a:xfrm>
            <a:off x="8138160" y="2322738"/>
            <a:ext cx="0" cy="12256"/>
          </a:xfrm>
          <a:prstGeom prst="line">
            <a:avLst/>
          </a:prstGeom>
          <a:noFill/>
          <a:ln w="25400">
            <a:solidFill>
              <a:srgbClr val="168B83"/>
            </a:solidFill>
            <a:prstDash val="solid"/>
            <a:headEnd type="none"/>
            <a:tailEnd type="none"/>
          </a:ln>
        </p:spPr>
      </p:sp>
      <p:sp>
        <p:nvSpPr>
          <p:cNvPr id="234" name="Shape 232"/>
          <p:cNvSpPr/>
          <p:nvPr/>
        </p:nvSpPr>
        <p:spPr>
          <a:xfrm>
            <a:off x="8138160" y="2325481"/>
            <a:ext cx="176480" cy="0"/>
          </a:xfrm>
          <a:prstGeom prst="line">
            <a:avLst/>
          </a:prstGeom>
          <a:noFill/>
          <a:ln w="25400">
            <a:solidFill>
              <a:srgbClr val="168B83"/>
            </a:solidFill>
            <a:prstDash val="solid"/>
            <a:headEnd type="none"/>
            <a:tailEnd type="none"/>
          </a:ln>
        </p:spPr>
      </p:sp>
      <p:sp>
        <p:nvSpPr>
          <p:cNvPr id="235" name="Shape 233"/>
          <p:cNvSpPr/>
          <p:nvPr/>
        </p:nvSpPr>
        <p:spPr>
          <a:xfrm>
            <a:off x="8311896" y="2315745"/>
            <a:ext cx="0" cy="12479"/>
          </a:xfrm>
          <a:prstGeom prst="line">
            <a:avLst/>
          </a:prstGeom>
          <a:noFill/>
          <a:ln w="25400">
            <a:solidFill>
              <a:srgbClr val="168B83"/>
            </a:solidFill>
            <a:prstDash val="solid"/>
            <a:headEnd type="none"/>
            <a:tailEnd type="none"/>
          </a:ln>
        </p:spPr>
      </p:sp>
      <p:sp>
        <p:nvSpPr>
          <p:cNvPr id="236" name="Shape 234"/>
          <p:cNvSpPr/>
          <p:nvPr/>
        </p:nvSpPr>
        <p:spPr>
          <a:xfrm>
            <a:off x="8311896" y="2318488"/>
            <a:ext cx="176479" cy="0"/>
          </a:xfrm>
          <a:prstGeom prst="line">
            <a:avLst/>
          </a:prstGeom>
          <a:noFill/>
          <a:ln w="25400">
            <a:solidFill>
              <a:srgbClr val="168B83"/>
            </a:solidFill>
            <a:prstDash val="solid"/>
            <a:headEnd type="none"/>
            <a:tailEnd type="none"/>
          </a:ln>
        </p:spPr>
      </p:sp>
      <p:sp>
        <p:nvSpPr>
          <p:cNvPr id="237" name="Shape 235"/>
          <p:cNvSpPr/>
          <p:nvPr/>
        </p:nvSpPr>
        <p:spPr>
          <a:xfrm>
            <a:off x="8485632" y="2309022"/>
            <a:ext cx="0" cy="12209"/>
          </a:xfrm>
          <a:prstGeom prst="line">
            <a:avLst/>
          </a:prstGeom>
          <a:noFill/>
          <a:ln w="25400">
            <a:solidFill>
              <a:srgbClr val="168B83"/>
            </a:solidFill>
            <a:prstDash val="solid"/>
            <a:headEnd type="none"/>
            <a:tailEnd type="none"/>
          </a:ln>
        </p:spPr>
      </p:sp>
      <p:sp>
        <p:nvSpPr>
          <p:cNvPr id="238" name="Shape 236"/>
          <p:cNvSpPr/>
          <p:nvPr/>
        </p:nvSpPr>
        <p:spPr>
          <a:xfrm>
            <a:off x="8485632" y="2311766"/>
            <a:ext cx="176480" cy="0"/>
          </a:xfrm>
          <a:prstGeom prst="line">
            <a:avLst/>
          </a:prstGeom>
          <a:noFill/>
          <a:ln w="25400">
            <a:solidFill>
              <a:srgbClr val="168B83"/>
            </a:solidFill>
            <a:prstDash val="solid"/>
            <a:headEnd type="none"/>
            <a:tailEnd type="none"/>
          </a:ln>
        </p:spPr>
      </p:sp>
      <p:sp>
        <p:nvSpPr>
          <p:cNvPr id="239" name="Shape 237"/>
          <p:cNvSpPr/>
          <p:nvPr/>
        </p:nvSpPr>
        <p:spPr>
          <a:xfrm>
            <a:off x="8659368" y="2303368"/>
            <a:ext cx="0" cy="11141"/>
          </a:xfrm>
          <a:prstGeom prst="line">
            <a:avLst/>
          </a:prstGeom>
          <a:noFill/>
          <a:ln w="25400">
            <a:solidFill>
              <a:srgbClr val="168B83"/>
            </a:solidFill>
            <a:prstDash val="solid"/>
            <a:headEnd type="none"/>
            <a:tailEnd type="none"/>
          </a:ln>
        </p:spPr>
      </p:sp>
      <p:sp>
        <p:nvSpPr>
          <p:cNvPr id="240" name="Shape 238"/>
          <p:cNvSpPr/>
          <p:nvPr/>
        </p:nvSpPr>
        <p:spPr>
          <a:xfrm>
            <a:off x="8659368" y="2306111"/>
            <a:ext cx="176480" cy="0"/>
          </a:xfrm>
          <a:prstGeom prst="line">
            <a:avLst/>
          </a:prstGeom>
          <a:noFill/>
          <a:ln w="25400">
            <a:solidFill>
              <a:srgbClr val="168B83"/>
            </a:solidFill>
            <a:prstDash val="solid"/>
            <a:headEnd type="none"/>
            <a:tailEnd type="none"/>
          </a:ln>
        </p:spPr>
      </p:sp>
      <p:sp>
        <p:nvSpPr>
          <p:cNvPr id="241" name="Shape 239"/>
          <p:cNvSpPr/>
          <p:nvPr/>
        </p:nvSpPr>
        <p:spPr>
          <a:xfrm>
            <a:off x="8833104" y="2299606"/>
            <a:ext cx="0" cy="9248"/>
          </a:xfrm>
          <a:prstGeom prst="line">
            <a:avLst/>
          </a:prstGeom>
          <a:noFill/>
          <a:ln w="25400">
            <a:solidFill>
              <a:srgbClr val="168B83"/>
            </a:solidFill>
            <a:prstDash val="solid"/>
            <a:headEnd type="none"/>
            <a:tailEnd type="none"/>
          </a:ln>
        </p:spPr>
      </p:sp>
      <p:sp>
        <p:nvSpPr>
          <p:cNvPr id="242" name="Shape 240"/>
          <p:cNvSpPr/>
          <p:nvPr/>
        </p:nvSpPr>
        <p:spPr>
          <a:xfrm>
            <a:off x="8833104" y="2302350"/>
            <a:ext cx="176479" cy="0"/>
          </a:xfrm>
          <a:prstGeom prst="line">
            <a:avLst/>
          </a:prstGeom>
          <a:noFill/>
          <a:ln w="25400">
            <a:solidFill>
              <a:srgbClr val="168B83"/>
            </a:solidFill>
            <a:prstDash val="solid"/>
            <a:headEnd type="none"/>
            <a:tailEnd type="none"/>
          </a:ln>
        </p:spPr>
      </p:sp>
      <p:sp>
        <p:nvSpPr>
          <p:cNvPr id="243" name="Shape 241"/>
          <p:cNvSpPr/>
          <p:nvPr/>
        </p:nvSpPr>
        <p:spPr>
          <a:xfrm>
            <a:off x="9006840" y="2296860"/>
            <a:ext cx="0" cy="8232"/>
          </a:xfrm>
          <a:prstGeom prst="line">
            <a:avLst/>
          </a:prstGeom>
          <a:noFill/>
          <a:ln w="25400">
            <a:solidFill>
              <a:srgbClr val="168B83"/>
            </a:solidFill>
            <a:prstDash val="solid"/>
            <a:headEnd type="none"/>
            <a:tailEnd type="none"/>
          </a:ln>
        </p:spPr>
      </p:sp>
      <p:sp>
        <p:nvSpPr>
          <p:cNvPr id="244" name="Shape 242"/>
          <p:cNvSpPr/>
          <p:nvPr/>
        </p:nvSpPr>
        <p:spPr>
          <a:xfrm>
            <a:off x="9006840" y="2299603"/>
            <a:ext cx="176480" cy="0"/>
          </a:xfrm>
          <a:prstGeom prst="line">
            <a:avLst/>
          </a:prstGeom>
          <a:noFill/>
          <a:ln w="25400">
            <a:solidFill>
              <a:srgbClr val="168B83"/>
            </a:solidFill>
            <a:prstDash val="solid"/>
            <a:headEnd type="none"/>
            <a:tailEnd type="none"/>
          </a:ln>
        </p:spPr>
      </p:sp>
      <p:sp>
        <p:nvSpPr>
          <p:cNvPr id="245" name="Shape 243"/>
          <p:cNvSpPr/>
          <p:nvPr/>
        </p:nvSpPr>
        <p:spPr>
          <a:xfrm>
            <a:off x="9180576" y="2294776"/>
            <a:ext cx="0" cy="7571"/>
          </a:xfrm>
          <a:prstGeom prst="line">
            <a:avLst/>
          </a:prstGeom>
          <a:noFill/>
          <a:ln w="25400">
            <a:solidFill>
              <a:srgbClr val="168B83"/>
            </a:solidFill>
            <a:prstDash val="solid"/>
            <a:headEnd type="none"/>
            <a:tailEnd type="none"/>
          </a:ln>
        </p:spPr>
      </p:sp>
      <p:sp>
        <p:nvSpPr>
          <p:cNvPr id="246" name="Shape 244"/>
          <p:cNvSpPr/>
          <p:nvPr/>
        </p:nvSpPr>
        <p:spPr>
          <a:xfrm>
            <a:off x="9180576" y="2297519"/>
            <a:ext cx="176480" cy="0"/>
          </a:xfrm>
          <a:prstGeom prst="line">
            <a:avLst/>
          </a:prstGeom>
          <a:noFill/>
          <a:ln w="25400">
            <a:solidFill>
              <a:srgbClr val="168B83"/>
            </a:solidFill>
            <a:prstDash val="solid"/>
            <a:headEnd type="none"/>
            <a:tailEnd type="none"/>
          </a:ln>
        </p:spPr>
      </p:sp>
      <p:sp>
        <p:nvSpPr>
          <p:cNvPr id="247" name="Shape 245"/>
          <p:cNvSpPr/>
          <p:nvPr/>
        </p:nvSpPr>
        <p:spPr>
          <a:xfrm>
            <a:off x="9354312" y="2294776"/>
            <a:ext cx="0" cy="70132"/>
          </a:xfrm>
          <a:prstGeom prst="line">
            <a:avLst/>
          </a:prstGeom>
          <a:noFill/>
          <a:ln w="25400">
            <a:solidFill>
              <a:srgbClr val="168B83"/>
            </a:solidFill>
            <a:prstDash val="solid"/>
            <a:headEnd type="none"/>
            <a:tailEnd type="none"/>
          </a:ln>
        </p:spPr>
      </p:sp>
      <p:sp>
        <p:nvSpPr>
          <p:cNvPr id="248" name="Shape 246"/>
          <p:cNvSpPr/>
          <p:nvPr/>
        </p:nvSpPr>
        <p:spPr>
          <a:xfrm>
            <a:off x="9354312" y="2362165"/>
            <a:ext cx="176479" cy="0"/>
          </a:xfrm>
          <a:prstGeom prst="line">
            <a:avLst/>
          </a:prstGeom>
          <a:noFill/>
          <a:ln w="25400">
            <a:solidFill>
              <a:srgbClr val="168B83"/>
            </a:solidFill>
            <a:prstDash val="solid"/>
            <a:headEnd type="none"/>
            <a:tailEnd type="none"/>
          </a:ln>
        </p:spPr>
      </p:sp>
      <p:sp>
        <p:nvSpPr>
          <p:cNvPr id="249" name="Shape 247"/>
          <p:cNvSpPr/>
          <p:nvPr/>
        </p:nvSpPr>
        <p:spPr>
          <a:xfrm>
            <a:off x="9528048" y="2357186"/>
            <a:ext cx="0" cy="7722"/>
          </a:xfrm>
          <a:prstGeom prst="line">
            <a:avLst/>
          </a:prstGeom>
          <a:noFill/>
          <a:ln w="25400">
            <a:solidFill>
              <a:srgbClr val="168B83"/>
            </a:solidFill>
            <a:prstDash val="solid"/>
            <a:headEnd type="none"/>
            <a:tailEnd type="none"/>
          </a:ln>
        </p:spPr>
      </p:sp>
      <p:sp>
        <p:nvSpPr>
          <p:cNvPr id="250" name="Shape 248"/>
          <p:cNvSpPr/>
          <p:nvPr/>
        </p:nvSpPr>
        <p:spPr>
          <a:xfrm>
            <a:off x="9528048" y="2359929"/>
            <a:ext cx="176480" cy="0"/>
          </a:xfrm>
          <a:prstGeom prst="line">
            <a:avLst/>
          </a:prstGeom>
          <a:noFill/>
          <a:ln w="25400">
            <a:solidFill>
              <a:srgbClr val="168B83"/>
            </a:solidFill>
            <a:prstDash val="solid"/>
            <a:headEnd type="none"/>
            <a:tailEnd type="none"/>
          </a:ln>
        </p:spPr>
      </p:sp>
      <p:sp>
        <p:nvSpPr>
          <p:cNvPr id="251" name="Shape 249"/>
          <p:cNvSpPr/>
          <p:nvPr/>
        </p:nvSpPr>
        <p:spPr>
          <a:xfrm>
            <a:off x="9701784" y="2353262"/>
            <a:ext cx="0" cy="9410"/>
          </a:xfrm>
          <a:prstGeom prst="line">
            <a:avLst/>
          </a:prstGeom>
          <a:noFill/>
          <a:ln w="25400">
            <a:solidFill>
              <a:srgbClr val="168B83"/>
            </a:solidFill>
            <a:prstDash val="solid"/>
            <a:headEnd type="none"/>
            <a:tailEnd type="none"/>
          </a:ln>
        </p:spPr>
      </p:sp>
      <p:sp>
        <p:nvSpPr>
          <p:cNvPr id="252" name="Shape 250"/>
          <p:cNvSpPr/>
          <p:nvPr/>
        </p:nvSpPr>
        <p:spPr>
          <a:xfrm>
            <a:off x="9701784" y="2356005"/>
            <a:ext cx="176480" cy="0"/>
          </a:xfrm>
          <a:prstGeom prst="line">
            <a:avLst/>
          </a:prstGeom>
          <a:noFill/>
          <a:ln w="25400">
            <a:solidFill>
              <a:srgbClr val="168B83"/>
            </a:solidFill>
            <a:prstDash val="solid"/>
            <a:headEnd type="none"/>
            <a:tailEnd type="none"/>
          </a:ln>
        </p:spPr>
      </p:sp>
      <p:sp>
        <p:nvSpPr>
          <p:cNvPr id="253" name="Shape 251"/>
          <p:cNvSpPr/>
          <p:nvPr/>
        </p:nvSpPr>
        <p:spPr>
          <a:xfrm>
            <a:off x="9875520" y="2346935"/>
            <a:ext cx="0" cy="11813"/>
          </a:xfrm>
          <a:prstGeom prst="line">
            <a:avLst/>
          </a:prstGeom>
          <a:noFill/>
          <a:ln w="25400">
            <a:solidFill>
              <a:srgbClr val="168B83"/>
            </a:solidFill>
            <a:prstDash val="solid"/>
            <a:headEnd type="none"/>
            <a:tailEnd type="none"/>
          </a:ln>
        </p:spPr>
      </p:sp>
      <p:sp>
        <p:nvSpPr>
          <p:cNvPr id="254" name="Shape 252"/>
          <p:cNvSpPr/>
          <p:nvPr/>
        </p:nvSpPr>
        <p:spPr>
          <a:xfrm>
            <a:off x="9875520" y="2349678"/>
            <a:ext cx="176479" cy="0"/>
          </a:xfrm>
          <a:prstGeom prst="line">
            <a:avLst/>
          </a:prstGeom>
          <a:noFill/>
          <a:ln w="25400">
            <a:solidFill>
              <a:srgbClr val="168B83"/>
            </a:solidFill>
            <a:prstDash val="solid"/>
            <a:headEnd type="none"/>
            <a:tailEnd type="none"/>
          </a:ln>
        </p:spPr>
      </p:sp>
      <p:sp>
        <p:nvSpPr>
          <p:cNvPr id="255" name="Shape 253"/>
          <p:cNvSpPr/>
          <p:nvPr/>
        </p:nvSpPr>
        <p:spPr>
          <a:xfrm>
            <a:off x="10049256" y="2338596"/>
            <a:ext cx="0" cy="13826"/>
          </a:xfrm>
          <a:prstGeom prst="line">
            <a:avLst/>
          </a:prstGeom>
          <a:noFill/>
          <a:ln w="25400">
            <a:solidFill>
              <a:srgbClr val="168B83"/>
            </a:solidFill>
            <a:prstDash val="solid"/>
            <a:headEnd type="none"/>
            <a:tailEnd type="none"/>
          </a:ln>
        </p:spPr>
      </p:sp>
      <p:sp>
        <p:nvSpPr>
          <p:cNvPr id="256" name="Shape 254"/>
          <p:cNvSpPr/>
          <p:nvPr/>
        </p:nvSpPr>
        <p:spPr>
          <a:xfrm>
            <a:off x="10049256" y="2341339"/>
            <a:ext cx="176480" cy="0"/>
          </a:xfrm>
          <a:prstGeom prst="line">
            <a:avLst/>
          </a:prstGeom>
          <a:noFill/>
          <a:ln w="25400">
            <a:solidFill>
              <a:srgbClr val="168B83"/>
            </a:solidFill>
            <a:prstDash val="solid"/>
            <a:headEnd type="none"/>
            <a:tailEnd type="none"/>
          </a:ln>
        </p:spPr>
      </p:sp>
      <p:sp>
        <p:nvSpPr>
          <p:cNvPr id="257" name="Shape 255"/>
          <p:cNvSpPr/>
          <p:nvPr/>
        </p:nvSpPr>
        <p:spPr>
          <a:xfrm>
            <a:off x="10222992" y="2328311"/>
            <a:ext cx="0" cy="15771"/>
          </a:xfrm>
          <a:prstGeom prst="line">
            <a:avLst/>
          </a:prstGeom>
          <a:noFill/>
          <a:ln w="25400">
            <a:solidFill>
              <a:srgbClr val="168B83"/>
            </a:solidFill>
            <a:prstDash val="solid"/>
            <a:headEnd type="none"/>
            <a:tailEnd type="none"/>
          </a:ln>
        </p:spPr>
      </p:sp>
      <p:sp>
        <p:nvSpPr>
          <p:cNvPr id="258" name="Shape 256"/>
          <p:cNvSpPr/>
          <p:nvPr/>
        </p:nvSpPr>
        <p:spPr>
          <a:xfrm>
            <a:off x="10222992" y="2331054"/>
            <a:ext cx="176480" cy="0"/>
          </a:xfrm>
          <a:prstGeom prst="line">
            <a:avLst/>
          </a:prstGeom>
          <a:noFill/>
          <a:ln w="25400">
            <a:solidFill>
              <a:srgbClr val="168B83"/>
            </a:solidFill>
            <a:prstDash val="solid"/>
            <a:headEnd type="none"/>
            <a:tailEnd type="none"/>
          </a:ln>
        </p:spPr>
      </p:sp>
      <p:sp>
        <p:nvSpPr>
          <p:cNvPr id="259" name="Shape 257"/>
          <p:cNvSpPr/>
          <p:nvPr/>
        </p:nvSpPr>
        <p:spPr>
          <a:xfrm>
            <a:off x="10396728" y="2315778"/>
            <a:ext cx="0" cy="18020"/>
          </a:xfrm>
          <a:prstGeom prst="line">
            <a:avLst/>
          </a:prstGeom>
          <a:noFill/>
          <a:ln w="25400">
            <a:solidFill>
              <a:srgbClr val="168B83"/>
            </a:solidFill>
            <a:prstDash val="solid"/>
            <a:headEnd type="none"/>
            <a:tailEnd type="none"/>
          </a:ln>
        </p:spPr>
      </p:sp>
      <p:sp>
        <p:nvSpPr>
          <p:cNvPr id="260" name="Shape 258"/>
          <p:cNvSpPr/>
          <p:nvPr/>
        </p:nvSpPr>
        <p:spPr>
          <a:xfrm>
            <a:off x="10396728" y="2318521"/>
            <a:ext cx="176479" cy="0"/>
          </a:xfrm>
          <a:prstGeom prst="line">
            <a:avLst/>
          </a:prstGeom>
          <a:noFill/>
          <a:ln w="25400">
            <a:solidFill>
              <a:srgbClr val="168B83"/>
            </a:solidFill>
            <a:prstDash val="solid"/>
            <a:headEnd type="none"/>
            <a:tailEnd type="none"/>
          </a:ln>
        </p:spPr>
      </p:sp>
      <p:sp>
        <p:nvSpPr>
          <p:cNvPr id="261" name="Shape 259"/>
          <p:cNvSpPr/>
          <p:nvPr/>
        </p:nvSpPr>
        <p:spPr>
          <a:xfrm>
            <a:off x="10570464" y="2300779"/>
            <a:ext cx="0" cy="20485"/>
          </a:xfrm>
          <a:prstGeom prst="line">
            <a:avLst/>
          </a:prstGeom>
          <a:noFill/>
          <a:ln w="25400">
            <a:solidFill>
              <a:srgbClr val="168B83"/>
            </a:solidFill>
            <a:prstDash val="solid"/>
            <a:headEnd type="none"/>
            <a:tailEnd type="none"/>
          </a:ln>
        </p:spPr>
      </p:sp>
      <p:sp>
        <p:nvSpPr>
          <p:cNvPr id="262" name="Shape 260"/>
          <p:cNvSpPr/>
          <p:nvPr/>
        </p:nvSpPr>
        <p:spPr>
          <a:xfrm>
            <a:off x="10570464" y="2303522"/>
            <a:ext cx="176480" cy="0"/>
          </a:xfrm>
          <a:prstGeom prst="line">
            <a:avLst/>
          </a:prstGeom>
          <a:noFill/>
          <a:ln w="25400">
            <a:solidFill>
              <a:srgbClr val="168B83"/>
            </a:solidFill>
            <a:prstDash val="solid"/>
            <a:headEnd type="none"/>
            <a:tailEnd type="none"/>
          </a:ln>
        </p:spPr>
      </p:sp>
      <p:sp>
        <p:nvSpPr>
          <p:cNvPr id="263" name="Shape 261"/>
          <p:cNvSpPr/>
          <p:nvPr/>
        </p:nvSpPr>
        <p:spPr>
          <a:xfrm>
            <a:off x="10744200" y="2283412"/>
            <a:ext cx="0" cy="22853"/>
          </a:xfrm>
          <a:prstGeom prst="line">
            <a:avLst/>
          </a:prstGeom>
          <a:noFill/>
          <a:ln w="25400">
            <a:solidFill>
              <a:srgbClr val="168B83"/>
            </a:solidFill>
            <a:prstDash val="solid"/>
            <a:headEnd type="none"/>
            <a:tailEnd type="none"/>
          </a:ln>
        </p:spPr>
      </p:sp>
      <p:sp>
        <p:nvSpPr>
          <p:cNvPr id="264" name="Shape 262"/>
          <p:cNvSpPr/>
          <p:nvPr/>
        </p:nvSpPr>
        <p:spPr>
          <a:xfrm>
            <a:off x="10744200" y="2286155"/>
            <a:ext cx="176480" cy="0"/>
          </a:xfrm>
          <a:prstGeom prst="line">
            <a:avLst/>
          </a:prstGeom>
          <a:noFill/>
          <a:ln w="25400">
            <a:solidFill>
              <a:srgbClr val="168B83"/>
            </a:solidFill>
            <a:prstDash val="solid"/>
            <a:headEnd type="none"/>
            <a:tailEnd type="none"/>
          </a:ln>
        </p:spPr>
      </p:sp>
      <p:sp>
        <p:nvSpPr>
          <p:cNvPr id="265" name="Shape 263"/>
          <p:cNvSpPr/>
          <p:nvPr/>
        </p:nvSpPr>
        <p:spPr>
          <a:xfrm>
            <a:off x="10917936" y="2265111"/>
            <a:ext cx="0" cy="23788"/>
          </a:xfrm>
          <a:prstGeom prst="line">
            <a:avLst/>
          </a:prstGeom>
          <a:noFill/>
          <a:ln w="25400">
            <a:solidFill>
              <a:srgbClr val="168B83"/>
            </a:solidFill>
            <a:prstDash val="solid"/>
            <a:headEnd type="none"/>
            <a:tailEnd type="none"/>
          </a:ln>
        </p:spPr>
      </p:sp>
      <p:sp>
        <p:nvSpPr>
          <p:cNvPr id="266" name="Shape 264"/>
          <p:cNvSpPr/>
          <p:nvPr/>
        </p:nvSpPr>
        <p:spPr>
          <a:xfrm>
            <a:off x="10917936" y="2267854"/>
            <a:ext cx="176479" cy="0"/>
          </a:xfrm>
          <a:prstGeom prst="line">
            <a:avLst/>
          </a:prstGeom>
          <a:noFill/>
          <a:ln w="25400">
            <a:solidFill>
              <a:srgbClr val="168B83"/>
            </a:solidFill>
            <a:prstDash val="solid"/>
            <a:headEnd type="none"/>
            <a:tailEnd type="none"/>
          </a:ln>
        </p:spPr>
      </p:sp>
      <p:sp>
        <p:nvSpPr>
          <p:cNvPr id="267" name="Shape 265"/>
          <p:cNvSpPr/>
          <p:nvPr/>
        </p:nvSpPr>
        <p:spPr>
          <a:xfrm>
            <a:off x="11091672" y="2247666"/>
            <a:ext cx="0" cy="22931"/>
          </a:xfrm>
          <a:prstGeom prst="line">
            <a:avLst/>
          </a:prstGeom>
          <a:noFill/>
          <a:ln w="25400">
            <a:solidFill>
              <a:srgbClr val="168B83"/>
            </a:solidFill>
            <a:prstDash val="solid"/>
            <a:headEnd type="none"/>
            <a:tailEnd type="none"/>
          </a:ln>
        </p:spPr>
      </p:sp>
      <p:sp>
        <p:nvSpPr>
          <p:cNvPr id="268" name="Shape 266"/>
          <p:cNvSpPr/>
          <p:nvPr/>
        </p:nvSpPr>
        <p:spPr>
          <a:xfrm>
            <a:off x="11091672" y="2250409"/>
            <a:ext cx="176480" cy="0"/>
          </a:xfrm>
          <a:prstGeom prst="line">
            <a:avLst/>
          </a:prstGeom>
          <a:noFill/>
          <a:ln w="25400">
            <a:solidFill>
              <a:srgbClr val="168B83"/>
            </a:solidFill>
            <a:prstDash val="solid"/>
            <a:headEnd type="none"/>
            <a:tailEnd type="none"/>
          </a:ln>
        </p:spPr>
      </p:sp>
      <p:sp>
        <p:nvSpPr>
          <p:cNvPr id="269" name="Shape 267"/>
          <p:cNvSpPr/>
          <p:nvPr/>
        </p:nvSpPr>
        <p:spPr>
          <a:xfrm>
            <a:off x="11265408" y="2233380"/>
            <a:ext cx="0" cy="19772"/>
          </a:xfrm>
          <a:prstGeom prst="line">
            <a:avLst/>
          </a:prstGeom>
          <a:noFill/>
          <a:ln w="25400">
            <a:solidFill>
              <a:srgbClr val="168B83"/>
            </a:solidFill>
            <a:prstDash val="solid"/>
            <a:headEnd type="none"/>
            <a:tailEnd type="none"/>
          </a:ln>
        </p:spPr>
      </p:sp>
      <p:sp>
        <p:nvSpPr>
          <p:cNvPr id="270" name="Shape 268"/>
          <p:cNvSpPr/>
          <p:nvPr/>
        </p:nvSpPr>
        <p:spPr>
          <a:xfrm>
            <a:off x="3429000" y="1792224"/>
            <a:ext cx="256032" cy="0"/>
          </a:xfrm>
          <a:prstGeom prst="line">
            <a:avLst/>
          </a:prstGeom>
          <a:noFill/>
          <a:ln w="27940">
            <a:solidFill>
              <a:srgbClr val="168B83"/>
            </a:solidFill>
            <a:prstDash val="solid"/>
          </a:ln>
        </p:spPr>
      </p:sp>
      <p:sp>
        <p:nvSpPr>
          <p:cNvPr id="271" name="Text 269"/>
          <p:cNvSpPr/>
          <p:nvPr/>
        </p:nvSpPr>
        <p:spPr>
          <a:xfrm>
            <a:off x="3758184" y="1719072"/>
            <a:ext cx="2011680"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DENSITY</a:t>
            </a:r>
            <a:endParaRPr lang="en-US" sz="920" dirty="0"/>
          </a:p>
        </p:txBody>
      </p:sp>
      <p:sp>
        <p:nvSpPr>
          <p:cNvPr id="272" name="Shape 270"/>
          <p:cNvSpPr/>
          <p:nvPr/>
        </p:nvSpPr>
        <p:spPr>
          <a:xfrm>
            <a:off x="841248" y="2238126"/>
            <a:ext cx="176480" cy="0"/>
          </a:xfrm>
          <a:prstGeom prst="line">
            <a:avLst/>
          </a:prstGeom>
          <a:noFill/>
          <a:ln w="38100">
            <a:solidFill>
              <a:srgbClr val="C44F4F"/>
            </a:solidFill>
            <a:prstDash val="solid"/>
            <a:headEnd type="none"/>
            <a:tailEnd type="none"/>
          </a:ln>
        </p:spPr>
      </p:sp>
      <p:sp>
        <p:nvSpPr>
          <p:cNvPr id="273" name="Shape 271"/>
          <p:cNvSpPr/>
          <p:nvPr/>
        </p:nvSpPr>
        <p:spPr>
          <a:xfrm>
            <a:off x="1014984" y="2235382"/>
            <a:ext cx="0" cy="36583"/>
          </a:xfrm>
          <a:prstGeom prst="line">
            <a:avLst/>
          </a:prstGeom>
          <a:noFill/>
          <a:ln w="38100">
            <a:solidFill>
              <a:srgbClr val="C44F4F"/>
            </a:solidFill>
            <a:prstDash val="solid"/>
            <a:headEnd type="none"/>
            <a:tailEnd type="none"/>
          </a:ln>
        </p:spPr>
      </p:sp>
      <p:sp>
        <p:nvSpPr>
          <p:cNvPr id="274" name="Shape 272"/>
          <p:cNvSpPr/>
          <p:nvPr/>
        </p:nvSpPr>
        <p:spPr>
          <a:xfrm>
            <a:off x="1014984" y="2269222"/>
            <a:ext cx="176479" cy="0"/>
          </a:xfrm>
          <a:prstGeom prst="line">
            <a:avLst/>
          </a:prstGeom>
          <a:noFill/>
          <a:ln w="38100">
            <a:solidFill>
              <a:srgbClr val="C44F4F"/>
            </a:solidFill>
            <a:prstDash val="solid"/>
            <a:headEnd type="none"/>
            <a:tailEnd type="none"/>
          </a:ln>
        </p:spPr>
      </p:sp>
      <p:sp>
        <p:nvSpPr>
          <p:cNvPr id="275" name="Shape 273"/>
          <p:cNvSpPr/>
          <p:nvPr/>
        </p:nvSpPr>
        <p:spPr>
          <a:xfrm>
            <a:off x="1188720" y="2266479"/>
            <a:ext cx="0" cy="53697"/>
          </a:xfrm>
          <a:prstGeom prst="line">
            <a:avLst/>
          </a:prstGeom>
          <a:noFill/>
          <a:ln w="38100">
            <a:solidFill>
              <a:srgbClr val="C44F4F"/>
            </a:solidFill>
            <a:prstDash val="solid"/>
            <a:headEnd type="none"/>
            <a:tailEnd type="none"/>
          </a:ln>
        </p:spPr>
      </p:sp>
      <p:sp>
        <p:nvSpPr>
          <p:cNvPr id="276" name="Shape 274"/>
          <p:cNvSpPr/>
          <p:nvPr/>
        </p:nvSpPr>
        <p:spPr>
          <a:xfrm>
            <a:off x="1188720" y="2317433"/>
            <a:ext cx="176480" cy="0"/>
          </a:xfrm>
          <a:prstGeom prst="line">
            <a:avLst/>
          </a:prstGeom>
          <a:noFill/>
          <a:ln w="38100">
            <a:solidFill>
              <a:srgbClr val="C44F4F"/>
            </a:solidFill>
            <a:prstDash val="solid"/>
            <a:headEnd type="none"/>
            <a:tailEnd type="none"/>
          </a:ln>
        </p:spPr>
      </p:sp>
      <p:sp>
        <p:nvSpPr>
          <p:cNvPr id="277" name="Shape 275"/>
          <p:cNvSpPr/>
          <p:nvPr/>
        </p:nvSpPr>
        <p:spPr>
          <a:xfrm>
            <a:off x="1362456" y="2314689"/>
            <a:ext cx="0" cy="54375"/>
          </a:xfrm>
          <a:prstGeom prst="line">
            <a:avLst/>
          </a:prstGeom>
          <a:noFill/>
          <a:ln w="38100">
            <a:solidFill>
              <a:srgbClr val="C44F4F"/>
            </a:solidFill>
            <a:prstDash val="solid"/>
            <a:headEnd type="none"/>
            <a:tailEnd type="none"/>
          </a:ln>
        </p:spPr>
      </p:sp>
      <p:sp>
        <p:nvSpPr>
          <p:cNvPr id="278" name="Shape 276"/>
          <p:cNvSpPr/>
          <p:nvPr/>
        </p:nvSpPr>
        <p:spPr>
          <a:xfrm>
            <a:off x="1362456" y="2366321"/>
            <a:ext cx="176480" cy="0"/>
          </a:xfrm>
          <a:prstGeom prst="line">
            <a:avLst/>
          </a:prstGeom>
          <a:noFill/>
          <a:ln w="38100">
            <a:solidFill>
              <a:srgbClr val="C44F4F"/>
            </a:solidFill>
            <a:prstDash val="solid"/>
            <a:headEnd type="none"/>
            <a:tailEnd type="none"/>
          </a:ln>
        </p:spPr>
      </p:sp>
      <p:sp>
        <p:nvSpPr>
          <p:cNvPr id="279" name="Shape 277"/>
          <p:cNvSpPr/>
          <p:nvPr/>
        </p:nvSpPr>
        <p:spPr>
          <a:xfrm>
            <a:off x="1536192" y="2363578"/>
            <a:ext cx="0" cy="58541"/>
          </a:xfrm>
          <a:prstGeom prst="line">
            <a:avLst/>
          </a:prstGeom>
          <a:noFill/>
          <a:ln w="38100">
            <a:solidFill>
              <a:srgbClr val="C44F4F"/>
            </a:solidFill>
            <a:prstDash val="solid"/>
            <a:headEnd type="none"/>
            <a:tailEnd type="none"/>
          </a:ln>
        </p:spPr>
      </p:sp>
      <p:sp>
        <p:nvSpPr>
          <p:cNvPr id="280" name="Shape 278"/>
          <p:cNvSpPr/>
          <p:nvPr/>
        </p:nvSpPr>
        <p:spPr>
          <a:xfrm>
            <a:off x="1536192" y="2419375"/>
            <a:ext cx="176479" cy="0"/>
          </a:xfrm>
          <a:prstGeom prst="line">
            <a:avLst/>
          </a:prstGeom>
          <a:noFill/>
          <a:ln w="38100">
            <a:solidFill>
              <a:srgbClr val="C44F4F"/>
            </a:solidFill>
            <a:prstDash val="solid"/>
            <a:headEnd type="none"/>
            <a:tailEnd type="none"/>
          </a:ln>
        </p:spPr>
      </p:sp>
      <p:sp>
        <p:nvSpPr>
          <p:cNvPr id="281" name="Shape 279"/>
          <p:cNvSpPr/>
          <p:nvPr/>
        </p:nvSpPr>
        <p:spPr>
          <a:xfrm>
            <a:off x="1709928" y="2416632"/>
            <a:ext cx="0" cy="58896"/>
          </a:xfrm>
          <a:prstGeom prst="line">
            <a:avLst/>
          </a:prstGeom>
          <a:noFill/>
          <a:ln w="38100">
            <a:solidFill>
              <a:srgbClr val="C44F4F"/>
            </a:solidFill>
            <a:prstDash val="solid"/>
            <a:headEnd type="none"/>
            <a:tailEnd type="none"/>
          </a:ln>
        </p:spPr>
      </p:sp>
      <p:sp>
        <p:nvSpPr>
          <p:cNvPr id="282" name="Shape 280"/>
          <p:cNvSpPr/>
          <p:nvPr/>
        </p:nvSpPr>
        <p:spPr>
          <a:xfrm>
            <a:off x="1709928" y="2472785"/>
            <a:ext cx="176480" cy="0"/>
          </a:xfrm>
          <a:prstGeom prst="line">
            <a:avLst/>
          </a:prstGeom>
          <a:noFill/>
          <a:ln w="38100">
            <a:solidFill>
              <a:srgbClr val="C44F4F"/>
            </a:solidFill>
            <a:prstDash val="solid"/>
            <a:headEnd type="none"/>
            <a:tailEnd type="none"/>
          </a:ln>
        </p:spPr>
      </p:sp>
      <p:sp>
        <p:nvSpPr>
          <p:cNvPr id="283" name="Shape 281"/>
          <p:cNvSpPr/>
          <p:nvPr/>
        </p:nvSpPr>
        <p:spPr>
          <a:xfrm>
            <a:off x="1883664" y="2470042"/>
            <a:ext cx="0" cy="59671"/>
          </a:xfrm>
          <a:prstGeom prst="line">
            <a:avLst/>
          </a:prstGeom>
          <a:noFill/>
          <a:ln w="38100">
            <a:solidFill>
              <a:srgbClr val="C44F4F"/>
            </a:solidFill>
            <a:prstDash val="solid"/>
            <a:headEnd type="none"/>
            <a:tailEnd type="none"/>
          </a:ln>
        </p:spPr>
      </p:sp>
      <p:sp>
        <p:nvSpPr>
          <p:cNvPr id="284" name="Shape 282"/>
          <p:cNvSpPr/>
          <p:nvPr/>
        </p:nvSpPr>
        <p:spPr>
          <a:xfrm>
            <a:off x="1883664" y="2526969"/>
            <a:ext cx="176480" cy="0"/>
          </a:xfrm>
          <a:prstGeom prst="line">
            <a:avLst/>
          </a:prstGeom>
          <a:noFill/>
          <a:ln w="38100">
            <a:solidFill>
              <a:srgbClr val="C44F4F"/>
            </a:solidFill>
            <a:prstDash val="solid"/>
            <a:headEnd type="none"/>
            <a:tailEnd type="none"/>
          </a:ln>
        </p:spPr>
      </p:sp>
      <p:sp>
        <p:nvSpPr>
          <p:cNvPr id="285" name="Shape 283"/>
          <p:cNvSpPr/>
          <p:nvPr/>
        </p:nvSpPr>
        <p:spPr>
          <a:xfrm>
            <a:off x="2057400" y="2524226"/>
            <a:ext cx="0" cy="64224"/>
          </a:xfrm>
          <a:prstGeom prst="line">
            <a:avLst/>
          </a:prstGeom>
          <a:noFill/>
          <a:ln w="38100">
            <a:solidFill>
              <a:srgbClr val="C44F4F"/>
            </a:solidFill>
            <a:prstDash val="solid"/>
            <a:headEnd type="none"/>
            <a:tailEnd type="none"/>
          </a:ln>
        </p:spPr>
      </p:sp>
      <p:sp>
        <p:nvSpPr>
          <p:cNvPr id="286" name="Shape 284"/>
          <p:cNvSpPr/>
          <p:nvPr/>
        </p:nvSpPr>
        <p:spPr>
          <a:xfrm>
            <a:off x="2057400" y="2585707"/>
            <a:ext cx="176479" cy="0"/>
          </a:xfrm>
          <a:prstGeom prst="line">
            <a:avLst/>
          </a:prstGeom>
          <a:noFill/>
          <a:ln w="38100">
            <a:solidFill>
              <a:srgbClr val="C44F4F"/>
            </a:solidFill>
            <a:prstDash val="solid"/>
            <a:headEnd type="none"/>
            <a:tailEnd type="none"/>
          </a:ln>
        </p:spPr>
      </p:sp>
      <p:sp>
        <p:nvSpPr>
          <p:cNvPr id="287" name="Shape 285"/>
          <p:cNvSpPr/>
          <p:nvPr/>
        </p:nvSpPr>
        <p:spPr>
          <a:xfrm>
            <a:off x="2231136" y="2582963"/>
            <a:ext cx="0" cy="65709"/>
          </a:xfrm>
          <a:prstGeom prst="line">
            <a:avLst/>
          </a:prstGeom>
          <a:noFill/>
          <a:ln w="38100">
            <a:solidFill>
              <a:srgbClr val="C44F4F"/>
            </a:solidFill>
            <a:prstDash val="solid"/>
            <a:headEnd type="none"/>
            <a:tailEnd type="none"/>
          </a:ln>
        </p:spPr>
      </p:sp>
      <p:sp>
        <p:nvSpPr>
          <p:cNvPr id="288" name="Shape 286"/>
          <p:cNvSpPr/>
          <p:nvPr/>
        </p:nvSpPr>
        <p:spPr>
          <a:xfrm>
            <a:off x="2231136" y="2645929"/>
            <a:ext cx="176480" cy="0"/>
          </a:xfrm>
          <a:prstGeom prst="line">
            <a:avLst/>
          </a:prstGeom>
          <a:noFill/>
          <a:ln w="38100">
            <a:solidFill>
              <a:srgbClr val="C44F4F"/>
            </a:solidFill>
            <a:prstDash val="solid"/>
            <a:headEnd type="none"/>
            <a:tailEnd type="none"/>
          </a:ln>
        </p:spPr>
      </p:sp>
      <p:sp>
        <p:nvSpPr>
          <p:cNvPr id="289" name="Shape 287"/>
          <p:cNvSpPr/>
          <p:nvPr/>
        </p:nvSpPr>
        <p:spPr>
          <a:xfrm>
            <a:off x="2404872" y="2643186"/>
            <a:ext cx="0" cy="66452"/>
          </a:xfrm>
          <a:prstGeom prst="line">
            <a:avLst/>
          </a:prstGeom>
          <a:noFill/>
          <a:ln w="38100">
            <a:solidFill>
              <a:srgbClr val="C44F4F"/>
            </a:solidFill>
            <a:prstDash val="solid"/>
            <a:headEnd type="none"/>
            <a:tailEnd type="none"/>
          </a:ln>
        </p:spPr>
      </p:sp>
      <p:sp>
        <p:nvSpPr>
          <p:cNvPr id="290" name="Shape 288"/>
          <p:cNvSpPr/>
          <p:nvPr/>
        </p:nvSpPr>
        <p:spPr>
          <a:xfrm>
            <a:off x="2404872" y="2706895"/>
            <a:ext cx="176480" cy="0"/>
          </a:xfrm>
          <a:prstGeom prst="line">
            <a:avLst/>
          </a:prstGeom>
          <a:noFill/>
          <a:ln w="38100">
            <a:solidFill>
              <a:srgbClr val="C44F4F"/>
            </a:solidFill>
            <a:prstDash val="solid"/>
            <a:headEnd type="none"/>
            <a:tailEnd type="none"/>
          </a:ln>
        </p:spPr>
      </p:sp>
      <p:sp>
        <p:nvSpPr>
          <p:cNvPr id="291" name="Shape 289"/>
          <p:cNvSpPr/>
          <p:nvPr/>
        </p:nvSpPr>
        <p:spPr>
          <a:xfrm>
            <a:off x="2578608" y="2704152"/>
            <a:ext cx="0" cy="69229"/>
          </a:xfrm>
          <a:prstGeom prst="line">
            <a:avLst/>
          </a:prstGeom>
          <a:noFill/>
          <a:ln w="38100">
            <a:solidFill>
              <a:srgbClr val="C44F4F"/>
            </a:solidFill>
            <a:prstDash val="solid"/>
            <a:headEnd type="none"/>
            <a:tailEnd type="none"/>
          </a:ln>
        </p:spPr>
      </p:sp>
      <p:sp>
        <p:nvSpPr>
          <p:cNvPr id="292" name="Shape 290"/>
          <p:cNvSpPr/>
          <p:nvPr/>
        </p:nvSpPr>
        <p:spPr>
          <a:xfrm>
            <a:off x="2578608" y="2770638"/>
            <a:ext cx="176479" cy="0"/>
          </a:xfrm>
          <a:prstGeom prst="line">
            <a:avLst/>
          </a:prstGeom>
          <a:noFill/>
          <a:ln w="38100">
            <a:solidFill>
              <a:srgbClr val="C44F4F"/>
            </a:solidFill>
            <a:prstDash val="solid"/>
            <a:headEnd type="none"/>
            <a:tailEnd type="none"/>
          </a:ln>
        </p:spPr>
      </p:sp>
      <p:sp>
        <p:nvSpPr>
          <p:cNvPr id="293" name="Shape 291"/>
          <p:cNvSpPr/>
          <p:nvPr/>
        </p:nvSpPr>
        <p:spPr>
          <a:xfrm>
            <a:off x="2752344" y="2767894"/>
            <a:ext cx="0" cy="67065"/>
          </a:xfrm>
          <a:prstGeom prst="line">
            <a:avLst/>
          </a:prstGeom>
          <a:noFill/>
          <a:ln w="38100">
            <a:solidFill>
              <a:srgbClr val="C44F4F"/>
            </a:solidFill>
            <a:prstDash val="solid"/>
            <a:headEnd type="none"/>
            <a:tailEnd type="none"/>
          </a:ln>
        </p:spPr>
      </p:sp>
      <p:sp>
        <p:nvSpPr>
          <p:cNvPr id="294" name="Shape 292"/>
          <p:cNvSpPr/>
          <p:nvPr/>
        </p:nvSpPr>
        <p:spPr>
          <a:xfrm>
            <a:off x="2752344" y="2832217"/>
            <a:ext cx="176480" cy="0"/>
          </a:xfrm>
          <a:prstGeom prst="line">
            <a:avLst/>
          </a:prstGeom>
          <a:noFill/>
          <a:ln w="38100">
            <a:solidFill>
              <a:srgbClr val="C44F4F"/>
            </a:solidFill>
            <a:prstDash val="solid"/>
            <a:headEnd type="none"/>
            <a:tailEnd type="none"/>
          </a:ln>
        </p:spPr>
      </p:sp>
      <p:sp>
        <p:nvSpPr>
          <p:cNvPr id="295" name="Shape 293"/>
          <p:cNvSpPr/>
          <p:nvPr/>
        </p:nvSpPr>
        <p:spPr>
          <a:xfrm>
            <a:off x="2926080" y="2829473"/>
            <a:ext cx="0" cy="65580"/>
          </a:xfrm>
          <a:prstGeom prst="line">
            <a:avLst/>
          </a:prstGeom>
          <a:noFill/>
          <a:ln w="38100">
            <a:solidFill>
              <a:srgbClr val="C44F4F"/>
            </a:solidFill>
            <a:prstDash val="solid"/>
            <a:headEnd type="none"/>
            <a:tailEnd type="none"/>
          </a:ln>
        </p:spPr>
      </p:sp>
      <p:sp>
        <p:nvSpPr>
          <p:cNvPr id="296" name="Shape 294"/>
          <p:cNvSpPr/>
          <p:nvPr/>
        </p:nvSpPr>
        <p:spPr>
          <a:xfrm>
            <a:off x="2926080" y="2892310"/>
            <a:ext cx="176480" cy="0"/>
          </a:xfrm>
          <a:prstGeom prst="line">
            <a:avLst/>
          </a:prstGeom>
          <a:noFill/>
          <a:ln w="38100">
            <a:solidFill>
              <a:srgbClr val="C44F4F"/>
            </a:solidFill>
            <a:prstDash val="solid"/>
            <a:headEnd type="none"/>
            <a:tailEnd type="none"/>
          </a:ln>
        </p:spPr>
      </p:sp>
      <p:sp>
        <p:nvSpPr>
          <p:cNvPr id="297" name="Shape 295"/>
          <p:cNvSpPr/>
          <p:nvPr/>
        </p:nvSpPr>
        <p:spPr>
          <a:xfrm>
            <a:off x="3099816" y="2889567"/>
            <a:ext cx="0" cy="65451"/>
          </a:xfrm>
          <a:prstGeom prst="line">
            <a:avLst/>
          </a:prstGeom>
          <a:noFill/>
          <a:ln w="38100">
            <a:solidFill>
              <a:srgbClr val="C44F4F"/>
            </a:solidFill>
            <a:prstDash val="solid"/>
            <a:headEnd type="none"/>
            <a:tailEnd type="none"/>
          </a:ln>
        </p:spPr>
      </p:sp>
      <p:sp>
        <p:nvSpPr>
          <p:cNvPr id="298" name="Shape 296"/>
          <p:cNvSpPr/>
          <p:nvPr/>
        </p:nvSpPr>
        <p:spPr>
          <a:xfrm>
            <a:off x="3099816" y="2952275"/>
            <a:ext cx="176479" cy="0"/>
          </a:xfrm>
          <a:prstGeom prst="line">
            <a:avLst/>
          </a:prstGeom>
          <a:noFill/>
          <a:ln w="38100">
            <a:solidFill>
              <a:srgbClr val="C44F4F"/>
            </a:solidFill>
            <a:prstDash val="solid"/>
            <a:headEnd type="none"/>
            <a:tailEnd type="none"/>
          </a:ln>
        </p:spPr>
      </p:sp>
      <p:sp>
        <p:nvSpPr>
          <p:cNvPr id="299" name="Shape 297"/>
          <p:cNvSpPr/>
          <p:nvPr/>
        </p:nvSpPr>
        <p:spPr>
          <a:xfrm>
            <a:off x="3273552" y="2949532"/>
            <a:ext cx="0" cy="62803"/>
          </a:xfrm>
          <a:prstGeom prst="line">
            <a:avLst/>
          </a:prstGeom>
          <a:noFill/>
          <a:ln w="38100">
            <a:solidFill>
              <a:srgbClr val="C44F4F"/>
            </a:solidFill>
            <a:prstDash val="solid"/>
            <a:headEnd type="none"/>
            <a:tailEnd type="none"/>
          </a:ln>
        </p:spPr>
      </p:sp>
      <p:sp>
        <p:nvSpPr>
          <p:cNvPr id="300" name="Shape 298"/>
          <p:cNvSpPr/>
          <p:nvPr/>
        </p:nvSpPr>
        <p:spPr>
          <a:xfrm>
            <a:off x="3273552" y="3009591"/>
            <a:ext cx="176480" cy="0"/>
          </a:xfrm>
          <a:prstGeom prst="line">
            <a:avLst/>
          </a:prstGeom>
          <a:noFill/>
          <a:ln w="38100">
            <a:solidFill>
              <a:srgbClr val="C44F4F"/>
            </a:solidFill>
            <a:prstDash val="solid"/>
            <a:headEnd type="none"/>
            <a:tailEnd type="none"/>
          </a:ln>
        </p:spPr>
      </p:sp>
      <p:sp>
        <p:nvSpPr>
          <p:cNvPr id="301" name="Shape 299"/>
          <p:cNvSpPr/>
          <p:nvPr/>
        </p:nvSpPr>
        <p:spPr>
          <a:xfrm>
            <a:off x="3447288" y="3006848"/>
            <a:ext cx="0" cy="60091"/>
          </a:xfrm>
          <a:prstGeom prst="line">
            <a:avLst/>
          </a:prstGeom>
          <a:noFill/>
          <a:ln w="38100">
            <a:solidFill>
              <a:srgbClr val="C44F4F"/>
            </a:solidFill>
            <a:prstDash val="solid"/>
            <a:headEnd type="none"/>
            <a:tailEnd type="none"/>
          </a:ln>
        </p:spPr>
      </p:sp>
      <p:sp>
        <p:nvSpPr>
          <p:cNvPr id="302" name="Shape 300"/>
          <p:cNvSpPr/>
          <p:nvPr/>
        </p:nvSpPr>
        <p:spPr>
          <a:xfrm>
            <a:off x="3447288" y="3064196"/>
            <a:ext cx="176480" cy="0"/>
          </a:xfrm>
          <a:prstGeom prst="line">
            <a:avLst/>
          </a:prstGeom>
          <a:noFill/>
          <a:ln w="38100">
            <a:solidFill>
              <a:srgbClr val="C44F4F"/>
            </a:solidFill>
            <a:prstDash val="solid"/>
            <a:headEnd type="none"/>
            <a:tailEnd type="none"/>
          </a:ln>
        </p:spPr>
      </p:sp>
      <p:sp>
        <p:nvSpPr>
          <p:cNvPr id="303" name="Shape 301"/>
          <p:cNvSpPr/>
          <p:nvPr/>
        </p:nvSpPr>
        <p:spPr>
          <a:xfrm>
            <a:off x="3621024" y="3061452"/>
            <a:ext cx="0" cy="58637"/>
          </a:xfrm>
          <a:prstGeom prst="line">
            <a:avLst/>
          </a:prstGeom>
          <a:noFill/>
          <a:ln w="38100">
            <a:solidFill>
              <a:srgbClr val="C44F4F"/>
            </a:solidFill>
            <a:prstDash val="solid"/>
            <a:headEnd type="none"/>
            <a:tailEnd type="none"/>
          </a:ln>
        </p:spPr>
      </p:sp>
      <p:sp>
        <p:nvSpPr>
          <p:cNvPr id="304" name="Shape 302"/>
          <p:cNvSpPr/>
          <p:nvPr/>
        </p:nvSpPr>
        <p:spPr>
          <a:xfrm>
            <a:off x="3621024" y="3117347"/>
            <a:ext cx="176479" cy="0"/>
          </a:xfrm>
          <a:prstGeom prst="line">
            <a:avLst/>
          </a:prstGeom>
          <a:noFill/>
          <a:ln w="38100">
            <a:solidFill>
              <a:srgbClr val="C44F4F"/>
            </a:solidFill>
            <a:prstDash val="solid"/>
            <a:headEnd type="none"/>
            <a:tailEnd type="none"/>
          </a:ln>
        </p:spPr>
      </p:sp>
      <p:sp>
        <p:nvSpPr>
          <p:cNvPr id="305" name="Shape 303"/>
          <p:cNvSpPr/>
          <p:nvPr/>
        </p:nvSpPr>
        <p:spPr>
          <a:xfrm>
            <a:off x="3794760" y="3114603"/>
            <a:ext cx="0" cy="54246"/>
          </a:xfrm>
          <a:prstGeom prst="line">
            <a:avLst/>
          </a:prstGeom>
          <a:noFill/>
          <a:ln w="38100">
            <a:solidFill>
              <a:srgbClr val="C44F4F"/>
            </a:solidFill>
            <a:prstDash val="solid"/>
            <a:headEnd type="none"/>
            <a:tailEnd type="none"/>
          </a:ln>
        </p:spPr>
      </p:sp>
      <p:sp>
        <p:nvSpPr>
          <p:cNvPr id="306" name="Shape 304"/>
          <p:cNvSpPr/>
          <p:nvPr/>
        </p:nvSpPr>
        <p:spPr>
          <a:xfrm>
            <a:off x="3794760" y="3166106"/>
            <a:ext cx="176480" cy="0"/>
          </a:xfrm>
          <a:prstGeom prst="line">
            <a:avLst/>
          </a:prstGeom>
          <a:noFill/>
          <a:ln w="38100">
            <a:solidFill>
              <a:srgbClr val="C44F4F"/>
            </a:solidFill>
            <a:prstDash val="solid"/>
            <a:headEnd type="none"/>
            <a:tailEnd type="none"/>
          </a:ln>
        </p:spPr>
      </p:sp>
      <p:sp>
        <p:nvSpPr>
          <p:cNvPr id="307" name="Shape 305"/>
          <p:cNvSpPr/>
          <p:nvPr/>
        </p:nvSpPr>
        <p:spPr>
          <a:xfrm>
            <a:off x="3968496" y="3163363"/>
            <a:ext cx="0" cy="52082"/>
          </a:xfrm>
          <a:prstGeom prst="line">
            <a:avLst/>
          </a:prstGeom>
          <a:noFill/>
          <a:ln w="38100">
            <a:solidFill>
              <a:srgbClr val="C44F4F"/>
            </a:solidFill>
            <a:prstDash val="solid"/>
            <a:headEnd type="none"/>
            <a:tailEnd type="none"/>
          </a:ln>
        </p:spPr>
      </p:sp>
      <p:sp>
        <p:nvSpPr>
          <p:cNvPr id="308" name="Shape 306"/>
          <p:cNvSpPr/>
          <p:nvPr/>
        </p:nvSpPr>
        <p:spPr>
          <a:xfrm>
            <a:off x="3968496" y="3212702"/>
            <a:ext cx="176480" cy="0"/>
          </a:xfrm>
          <a:prstGeom prst="line">
            <a:avLst/>
          </a:prstGeom>
          <a:noFill/>
          <a:ln w="38100">
            <a:solidFill>
              <a:srgbClr val="C44F4F"/>
            </a:solidFill>
            <a:prstDash val="solid"/>
            <a:headEnd type="none"/>
            <a:tailEnd type="none"/>
          </a:ln>
        </p:spPr>
      </p:sp>
      <p:sp>
        <p:nvSpPr>
          <p:cNvPr id="309" name="Shape 307"/>
          <p:cNvSpPr/>
          <p:nvPr/>
        </p:nvSpPr>
        <p:spPr>
          <a:xfrm>
            <a:off x="4142232" y="3209959"/>
            <a:ext cx="0" cy="53794"/>
          </a:xfrm>
          <a:prstGeom prst="line">
            <a:avLst/>
          </a:prstGeom>
          <a:noFill/>
          <a:ln w="38100">
            <a:solidFill>
              <a:srgbClr val="C44F4F"/>
            </a:solidFill>
            <a:prstDash val="solid"/>
            <a:headEnd type="none"/>
            <a:tailEnd type="none"/>
          </a:ln>
        </p:spPr>
      </p:sp>
      <p:sp>
        <p:nvSpPr>
          <p:cNvPr id="310" name="Shape 308"/>
          <p:cNvSpPr/>
          <p:nvPr/>
        </p:nvSpPr>
        <p:spPr>
          <a:xfrm>
            <a:off x="4142232" y="3261010"/>
            <a:ext cx="176479" cy="0"/>
          </a:xfrm>
          <a:prstGeom prst="line">
            <a:avLst/>
          </a:prstGeom>
          <a:noFill/>
          <a:ln w="38100">
            <a:solidFill>
              <a:srgbClr val="C44F4F"/>
            </a:solidFill>
            <a:prstDash val="solid"/>
            <a:headEnd type="none"/>
            <a:tailEnd type="none"/>
          </a:ln>
        </p:spPr>
      </p:sp>
      <p:sp>
        <p:nvSpPr>
          <p:cNvPr id="311" name="Shape 309"/>
          <p:cNvSpPr/>
          <p:nvPr/>
        </p:nvSpPr>
        <p:spPr>
          <a:xfrm>
            <a:off x="4315968" y="3258266"/>
            <a:ext cx="0" cy="56732"/>
          </a:xfrm>
          <a:prstGeom prst="line">
            <a:avLst/>
          </a:prstGeom>
          <a:noFill/>
          <a:ln w="38100">
            <a:solidFill>
              <a:srgbClr val="C44F4F"/>
            </a:solidFill>
            <a:prstDash val="solid"/>
            <a:headEnd type="none"/>
            <a:tailEnd type="none"/>
          </a:ln>
        </p:spPr>
      </p:sp>
      <p:sp>
        <p:nvSpPr>
          <p:cNvPr id="312" name="Shape 310"/>
          <p:cNvSpPr/>
          <p:nvPr/>
        </p:nvSpPr>
        <p:spPr>
          <a:xfrm>
            <a:off x="4315968" y="3312255"/>
            <a:ext cx="176480" cy="0"/>
          </a:xfrm>
          <a:prstGeom prst="line">
            <a:avLst/>
          </a:prstGeom>
          <a:noFill/>
          <a:ln w="38100">
            <a:solidFill>
              <a:srgbClr val="C44F4F"/>
            </a:solidFill>
            <a:prstDash val="solid"/>
            <a:headEnd type="none"/>
            <a:tailEnd type="none"/>
          </a:ln>
        </p:spPr>
      </p:sp>
      <p:sp>
        <p:nvSpPr>
          <p:cNvPr id="313" name="Shape 311"/>
          <p:cNvSpPr/>
          <p:nvPr/>
        </p:nvSpPr>
        <p:spPr>
          <a:xfrm>
            <a:off x="4489704" y="3309512"/>
            <a:ext cx="0" cy="56926"/>
          </a:xfrm>
          <a:prstGeom prst="line">
            <a:avLst/>
          </a:prstGeom>
          <a:noFill/>
          <a:ln w="38100">
            <a:solidFill>
              <a:srgbClr val="C44F4F"/>
            </a:solidFill>
            <a:prstDash val="solid"/>
            <a:headEnd type="none"/>
            <a:tailEnd type="none"/>
          </a:ln>
        </p:spPr>
      </p:sp>
      <p:sp>
        <p:nvSpPr>
          <p:cNvPr id="314" name="Shape 312"/>
          <p:cNvSpPr/>
          <p:nvPr/>
        </p:nvSpPr>
        <p:spPr>
          <a:xfrm>
            <a:off x="4489704" y="3363695"/>
            <a:ext cx="176480" cy="0"/>
          </a:xfrm>
          <a:prstGeom prst="line">
            <a:avLst/>
          </a:prstGeom>
          <a:noFill/>
          <a:ln w="38100">
            <a:solidFill>
              <a:srgbClr val="C44F4F"/>
            </a:solidFill>
            <a:prstDash val="solid"/>
            <a:headEnd type="none"/>
            <a:tailEnd type="none"/>
          </a:ln>
        </p:spPr>
      </p:sp>
      <p:sp>
        <p:nvSpPr>
          <p:cNvPr id="315" name="Shape 313"/>
          <p:cNvSpPr/>
          <p:nvPr/>
        </p:nvSpPr>
        <p:spPr>
          <a:xfrm>
            <a:off x="4663440" y="3360952"/>
            <a:ext cx="0" cy="57507"/>
          </a:xfrm>
          <a:prstGeom prst="line">
            <a:avLst/>
          </a:prstGeom>
          <a:noFill/>
          <a:ln w="38100">
            <a:solidFill>
              <a:srgbClr val="C44F4F"/>
            </a:solidFill>
            <a:prstDash val="solid"/>
            <a:headEnd type="none"/>
            <a:tailEnd type="none"/>
          </a:ln>
        </p:spPr>
      </p:sp>
      <p:sp>
        <p:nvSpPr>
          <p:cNvPr id="316" name="Shape 314"/>
          <p:cNvSpPr/>
          <p:nvPr/>
        </p:nvSpPr>
        <p:spPr>
          <a:xfrm>
            <a:off x="4663440" y="3415716"/>
            <a:ext cx="176479" cy="0"/>
          </a:xfrm>
          <a:prstGeom prst="line">
            <a:avLst/>
          </a:prstGeom>
          <a:noFill/>
          <a:ln w="38100">
            <a:solidFill>
              <a:srgbClr val="C44F4F"/>
            </a:solidFill>
            <a:prstDash val="solid"/>
            <a:headEnd type="none"/>
            <a:tailEnd type="none"/>
          </a:ln>
        </p:spPr>
      </p:sp>
      <p:sp>
        <p:nvSpPr>
          <p:cNvPr id="317" name="Shape 315"/>
          <p:cNvSpPr/>
          <p:nvPr/>
        </p:nvSpPr>
        <p:spPr>
          <a:xfrm>
            <a:off x="4837176" y="3412973"/>
            <a:ext cx="0" cy="58960"/>
          </a:xfrm>
          <a:prstGeom prst="line">
            <a:avLst/>
          </a:prstGeom>
          <a:noFill/>
          <a:ln w="38100">
            <a:solidFill>
              <a:srgbClr val="C44F4F"/>
            </a:solidFill>
            <a:prstDash val="solid"/>
            <a:headEnd type="none"/>
            <a:tailEnd type="none"/>
          </a:ln>
        </p:spPr>
      </p:sp>
      <p:sp>
        <p:nvSpPr>
          <p:cNvPr id="318" name="Shape 316"/>
          <p:cNvSpPr/>
          <p:nvPr/>
        </p:nvSpPr>
        <p:spPr>
          <a:xfrm>
            <a:off x="4837176" y="3469190"/>
            <a:ext cx="176480" cy="0"/>
          </a:xfrm>
          <a:prstGeom prst="line">
            <a:avLst/>
          </a:prstGeom>
          <a:noFill/>
          <a:ln w="38100">
            <a:solidFill>
              <a:srgbClr val="C44F4F"/>
            </a:solidFill>
            <a:prstDash val="solid"/>
            <a:headEnd type="none"/>
            <a:tailEnd type="none"/>
          </a:ln>
        </p:spPr>
      </p:sp>
      <p:sp>
        <p:nvSpPr>
          <p:cNvPr id="319" name="Shape 317"/>
          <p:cNvSpPr/>
          <p:nvPr/>
        </p:nvSpPr>
        <p:spPr>
          <a:xfrm>
            <a:off x="5010912" y="3466447"/>
            <a:ext cx="0" cy="55602"/>
          </a:xfrm>
          <a:prstGeom prst="line">
            <a:avLst/>
          </a:prstGeom>
          <a:noFill/>
          <a:ln w="38100">
            <a:solidFill>
              <a:srgbClr val="C44F4F"/>
            </a:solidFill>
            <a:prstDash val="solid"/>
            <a:headEnd type="none"/>
            <a:tailEnd type="none"/>
          </a:ln>
        </p:spPr>
      </p:sp>
      <p:sp>
        <p:nvSpPr>
          <p:cNvPr id="320" name="Shape 318"/>
          <p:cNvSpPr/>
          <p:nvPr/>
        </p:nvSpPr>
        <p:spPr>
          <a:xfrm>
            <a:off x="5010912" y="3519306"/>
            <a:ext cx="176480" cy="0"/>
          </a:xfrm>
          <a:prstGeom prst="line">
            <a:avLst/>
          </a:prstGeom>
          <a:noFill/>
          <a:ln w="38100">
            <a:solidFill>
              <a:srgbClr val="C44F4F"/>
            </a:solidFill>
            <a:prstDash val="solid"/>
            <a:headEnd type="none"/>
            <a:tailEnd type="none"/>
          </a:ln>
        </p:spPr>
      </p:sp>
      <p:sp>
        <p:nvSpPr>
          <p:cNvPr id="321" name="Shape 319"/>
          <p:cNvSpPr/>
          <p:nvPr/>
        </p:nvSpPr>
        <p:spPr>
          <a:xfrm>
            <a:off x="5184648" y="3516562"/>
            <a:ext cx="0" cy="56861"/>
          </a:xfrm>
          <a:prstGeom prst="line">
            <a:avLst/>
          </a:prstGeom>
          <a:noFill/>
          <a:ln w="38100">
            <a:solidFill>
              <a:srgbClr val="C44F4F"/>
            </a:solidFill>
            <a:prstDash val="solid"/>
            <a:headEnd type="none"/>
            <a:tailEnd type="none"/>
          </a:ln>
        </p:spPr>
      </p:sp>
      <p:sp>
        <p:nvSpPr>
          <p:cNvPr id="322" name="Shape 320"/>
          <p:cNvSpPr/>
          <p:nvPr/>
        </p:nvSpPr>
        <p:spPr>
          <a:xfrm>
            <a:off x="5184648" y="3570681"/>
            <a:ext cx="176479" cy="0"/>
          </a:xfrm>
          <a:prstGeom prst="line">
            <a:avLst/>
          </a:prstGeom>
          <a:noFill/>
          <a:ln w="38100">
            <a:solidFill>
              <a:srgbClr val="C44F4F"/>
            </a:solidFill>
            <a:prstDash val="solid"/>
            <a:headEnd type="none"/>
            <a:tailEnd type="none"/>
          </a:ln>
        </p:spPr>
      </p:sp>
      <p:sp>
        <p:nvSpPr>
          <p:cNvPr id="323" name="Shape 321"/>
          <p:cNvSpPr/>
          <p:nvPr/>
        </p:nvSpPr>
        <p:spPr>
          <a:xfrm>
            <a:off x="5358384" y="3567938"/>
            <a:ext cx="0" cy="61673"/>
          </a:xfrm>
          <a:prstGeom prst="line">
            <a:avLst/>
          </a:prstGeom>
          <a:noFill/>
          <a:ln w="38100">
            <a:solidFill>
              <a:srgbClr val="C44F4F"/>
            </a:solidFill>
            <a:prstDash val="solid"/>
            <a:headEnd type="none"/>
            <a:tailEnd type="none"/>
          </a:ln>
        </p:spPr>
      </p:sp>
      <p:sp>
        <p:nvSpPr>
          <p:cNvPr id="324" name="Shape 322"/>
          <p:cNvSpPr/>
          <p:nvPr/>
        </p:nvSpPr>
        <p:spPr>
          <a:xfrm>
            <a:off x="5358384" y="3626867"/>
            <a:ext cx="176480" cy="0"/>
          </a:xfrm>
          <a:prstGeom prst="line">
            <a:avLst/>
          </a:prstGeom>
          <a:noFill/>
          <a:ln w="38100">
            <a:solidFill>
              <a:srgbClr val="C44F4F"/>
            </a:solidFill>
            <a:prstDash val="solid"/>
            <a:headEnd type="none"/>
            <a:tailEnd type="none"/>
          </a:ln>
        </p:spPr>
      </p:sp>
      <p:sp>
        <p:nvSpPr>
          <p:cNvPr id="325" name="Shape 323"/>
          <p:cNvSpPr/>
          <p:nvPr/>
        </p:nvSpPr>
        <p:spPr>
          <a:xfrm>
            <a:off x="5532120" y="3624124"/>
            <a:ext cx="0" cy="62448"/>
          </a:xfrm>
          <a:prstGeom prst="line">
            <a:avLst/>
          </a:prstGeom>
          <a:noFill/>
          <a:ln w="38100">
            <a:solidFill>
              <a:srgbClr val="C44F4F"/>
            </a:solidFill>
            <a:prstDash val="solid"/>
            <a:headEnd type="none"/>
            <a:tailEnd type="none"/>
          </a:ln>
        </p:spPr>
      </p:sp>
      <p:sp>
        <p:nvSpPr>
          <p:cNvPr id="326" name="Shape 324"/>
          <p:cNvSpPr/>
          <p:nvPr/>
        </p:nvSpPr>
        <p:spPr>
          <a:xfrm>
            <a:off x="5532120" y="3683829"/>
            <a:ext cx="176480" cy="0"/>
          </a:xfrm>
          <a:prstGeom prst="line">
            <a:avLst/>
          </a:prstGeom>
          <a:noFill/>
          <a:ln w="38100">
            <a:solidFill>
              <a:srgbClr val="C44F4F"/>
            </a:solidFill>
            <a:prstDash val="solid"/>
            <a:headEnd type="none"/>
            <a:tailEnd type="none"/>
          </a:ln>
        </p:spPr>
      </p:sp>
      <p:sp>
        <p:nvSpPr>
          <p:cNvPr id="327" name="Shape 325"/>
          <p:cNvSpPr/>
          <p:nvPr/>
        </p:nvSpPr>
        <p:spPr>
          <a:xfrm>
            <a:off x="5705856" y="3681085"/>
            <a:ext cx="0" cy="59380"/>
          </a:xfrm>
          <a:prstGeom prst="line">
            <a:avLst/>
          </a:prstGeom>
          <a:noFill/>
          <a:ln w="38100">
            <a:solidFill>
              <a:srgbClr val="C44F4F"/>
            </a:solidFill>
            <a:prstDash val="solid"/>
            <a:headEnd type="none"/>
            <a:tailEnd type="none"/>
          </a:ln>
        </p:spPr>
      </p:sp>
      <p:sp>
        <p:nvSpPr>
          <p:cNvPr id="328" name="Shape 326"/>
          <p:cNvSpPr/>
          <p:nvPr/>
        </p:nvSpPr>
        <p:spPr>
          <a:xfrm>
            <a:off x="5705856" y="3737722"/>
            <a:ext cx="176479" cy="0"/>
          </a:xfrm>
          <a:prstGeom prst="line">
            <a:avLst/>
          </a:prstGeom>
          <a:noFill/>
          <a:ln w="38100">
            <a:solidFill>
              <a:srgbClr val="C44F4F"/>
            </a:solidFill>
            <a:prstDash val="solid"/>
            <a:headEnd type="none"/>
            <a:tailEnd type="none"/>
          </a:ln>
        </p:spPr>
      </p:sp>
      <p:sp>
        <p:nvSpPr>
          <p:cNvPr id="329" name="Shape 327"/>
          <p:cNvSpPr/>
          <p:nvPr/>
        </p:nvSpPr>
        <p:spPr>
          <a:xfrm>
            <a:off x="5879592" y="3734979"/>
            <a:ext cx="0" cy="56054"/>
          </a:xfrm>
          <a:prstGeom prst="line">
            <a:avLst/>
          </a:prstGeom>
          <a:noFill/>
          <a:ln w="38100">
            <a:solidFill>
              <a:srgbClr val="C44F4F"/>
            </a:solidFill>
            <a:prstDash val="solid"/>
            <a:headEnd type="none"/>
            <a:tailEnd type="none"/>
          </a:ln>
        </p:spPr>
      </p:sp>
      <p:sp>
        <p:nvSpPr>
          <p:cNvPr id="330" name="Shape 328"/>
          <p:cNvSpPr/>
          <p:nvPr/>
        </p:nvSpPr>
        <p:spPr>
          <a:xfrm>
            <a:off x="5879592" y="3788290"/>
            <a:ext cx="176480" cy="0"/>
          </a:xfrm>
          <a:prstGeom prst="line">
            <a:avLst/>
          </a:prstGeom>
          <a:noFill/>
          <a:ln w="38100">
            <a:solidFill>
              <a:srgbClr val="C44F4F"/>
            </a:solidFill>
            <a:prstDash val="solid"/>
            <a:headEnd type="none"/>
            <a:tailEnd type="none"/>
          </a:ln>
        </p:spPr>
      </p:sp>
      <p:sp>
        <p:nvSpPr>
          <p:cNvPr id="331" name="Shape 329"/>
          <p:cNvSpPr/>
          <p:nvPr/>
        </p:nvSpPr>
        <p:spPr>
          <a:xfrm>
            <a:off x="6053328" y="3785547"/>
            <a:ext cx="0" cy="56248"/>
          </a:xfrm>
          <a:prstGeom prst="line">
            <a:avLst/>
          </a:prstGeom>
          <a:noFill/>
          <a:ln w="38100">
            <a:solidFill>
              <a:srgbClr val="C44F4F"/>
            </a:solidFill>
            <a:prstDash val="solid"/>
            <a:headEnd type="none"/>
            <a:tailEnd type="none"/>
          </a:ln>
        </p:spPr>
      </p:sp>
      <p:sp>
        <p:nvSpPr>
          <p:cNvPr id="332" name="Shape 330"/>
          <p:cNvSpPr/>
          <p:nvPr/>
        </p:nvSpPr>
        <p:spPr>
          <a:xfrm>
            <a:off x="6053328" y="3839052"/>
            <a:ext cx="176480" cy="0"/>
          </a:xfrm>
          <a:prstGeom prst="line">
            <a:avLst/>
          </a:prstGeom>
          <a:noFill/>
          <a:ln w="38100">
            <a:solidFill>
              <a:srgbClr val="C44F4F"/>
            </a:solidFill>
            <a:prstDash val="solid"/>
            <a:headEnd type="none"/>
            <a:tailEnd type="none"/>
          </a:ln>
        </p:spPr>
      </p:sp>
      <p:sp>
        <p:nvSpPr>
          <p:cNvPr id="333" name="Shape 331"/>
          <p:cNvSpPr/>
          <p:nvPr/>
        </p:nvSpPr>
        <p:spPr>
          <a:xfrm>
            <a:off x="6227064" y="3836309"/>
            <a:ext cx="0" cy="55796"/>
          </a:xfrm>
          <a:prstGeom prst="line">
            <a:avLst/>
          </a:prstGeom>
          <a:noFill/>
          <a:ln w="38100">
            <a:solidFill>
              <a:srgbClr val="C44F4F"/>
            </a:solidFill>
            <a:prstDash val="solid"/>
            <a:headEnd type="none"/>
            <a:tailEnd type="none"/>
          </a:ln>
        </p:spPr>
      </p:sp>
      <p:sp>
        <p:nvSpPr>
          <p:cNvPr id="334" name="Shape 332"/>
          <p:cNvSpPr/>
          <p:nvPr/>
        </p:nvSpPr>
        <p:spPr>
          <a:xfrm>
            <a:off x="6227064" y="3889361"/>
            <a:ext cx="176479" cy="0"/>
          </a:xfrm>
          <a:prstGeom prst="line">
            <a:avLst/>
          </a:prstGeom>
          <a:noFill/>
          <a:ln w="38100">
            <a:solidFill>
              <a:srgbClr val="C44F4F"/>
            </a:solidFill>
            <a:prstDash val="solid"/>
            <a:headEnd type="none"/>
            <a:tailEnd type="none"/>
          </a:ln>
        </p:spPr>
      </p:sp>
      <p:sp>
        <p:nvSpPr>
          <p:cNvPr id="335" name="Shape 333"/>
          <p:cNvSpPr/>
          <p:nvPr/>
        </p:nvSpPr>
        <p:spPr>
          <a:xfrm>
            <a:off x="6400800" y="3886618"/>
            <a:ext cx="0" cy="51889"/>
          </a:xfrm>
          <a:prstGeom prst="line">
            <a:avLst/>
          </a:prstGeom>
          <a:noFill/>
          <a:ln w="38100">
            <a:solidFill>
              <a:srgbClr val="C44F4F"/>
            </a:solidFill>
            <a:prstDash val="solid"/>
            <a:headEnd type="none"/>
            <a:tailEnd type="none"/>
          </a:ln>
        </p:spPr>
      </p:sp>
      <p:sp>
        <p:nvSpPr>
          <p:cNvPr id="336" name="Shape 334"/>
          <p:cNvSpPr/>
          <p:nvPr/>
        </p:nvSpPr>
        <p:spPr>
          <a:xfrm>
            <a:off x="6400800" y="3935763"/>
            <a:ext cx="176480" cy="0"/>
          </a:xfrm>
          <a:prstGeom prst="line">
            <a:avLst/>
          </a:prstGeom>
          <a:noFill/>
          <a:ln w="38100">
            <a:solidFill>
              <a:srgbClr val="C44F4F"/>
            </a:solidFill>
            <a:prstDash val="solid"/>
            <a:headEnd type="none"/>
            <a:tailEnd type="none"/>
          </a:ln>
        </p:spPr>
      </p:sp>
      <p:sp>
        <p:nvSpPr>
          <p:cNvPr id="337" name="Shape 335"/>
          <p:cNvSpPr/>
          <p:nvPr/>
        </p:nvSpPr>
        <p:spPr>
          <a:xfrm>
            <a:off x="6574536" y="3933020"/>
            <a:ext cx="0" cy="52922"/>
          </a:xfrm>
          <a:prstGeom prst="line">
            <a:avLst/>
          </a:prstGeom>
          <a:noFill/>
          <a:ln w="38100">
            <a:solidFill>
              <a:srgbClr val="C44F4F"/>
            </a:solidFill>
            <a:prstDash val="solid"/>
            <a:headEnd type="none"/>
            <a:tailEnd type="none"/>
          </a:ln>
        </p:spPr>
      </p:sp>
      <p:sp>
        <p:nvSpPr>
          <p:cNvPr id="338" name="Shape 336"/>
          <p:cNvSpPr/>
          <p:nvPr/>
        </p:nvSpPr>
        <p:spPr>
          <a:xfrm>
            <a:off x="6574536" y="3983199"/>
            <a:ext cx="176480" cy="0"/>
          </a:xfrm>
          <a:prstGeom prst="line">
            <a:avLst/>
          </a:prstGeom>
          <a:noFill/>
          <a:ln w="38100">
            <a:solidFill>
              <a:srgbClr val="C44F4F"/>
            </a:solidFill>
            <a:prstDash val="solid"/>
            <a:headEnd type="none"/>
            <a:tailEnd type="none"/>
          </a:ln>
        </p:spPr>
      </p:sp>
      <p:sp>
        <p:nvSpPr>
          <p:cNvPr id="339" name="Shape 337"/>
          <p:cNvSpPr/>
          <p:nvPr/>
        </p:nvSpPr>
        <p:spPr>
          <a:xfrm>
            <a:off x="6748272" y="3980456"/>
            <a:ext cx="0" cy="53568"/>
          </a:xfrm>
          <a:prstGeom prst="line">
            <a:avLst/>
          </a:prstGeom>
          <a:noFill/>
          <a:ln w="38100">
            <a:solidFill>
              <a:srgbClr val="C44F4F"/>
            </a:solidFill>
            <a:prstDash val="solid"/>
            <a:headEnd type="none"/>
            <a:tailEnd type="none"/>
          </a:ln>
        </p:spPr>
      </p:sp>
      <p:sp>
        <p:nvSpPr>
          <p:cNvPr id="340" name="Shape 338"/>
          <p:cNvSpPr/>
          <p:nvPr/>
        </p:nvSpPr>
        <p:spPr>
          <a:xfrm>
            <a:off x="6748272" y="4031280"/>
            <a:ext cx="176479" cy="0"/>
          </a:xfrm>
          <a:prstGeom prst="line">
            <a:avLst/>
          </a:prstGeom>
          <a:noFill/>
          <a:ln w="38100">
            <a:solidFill>
              <a:srgbClr val="C44F4F"/>
            </a:solidFill>
            <a:prstDash val="solid"/>
            <a:headEnd type="none"/>
            <a:tailEnd type="none"/>
          </a:ln>
        </p:spPr>
      </p:sp>
      <p:sp>
        <p:nvSpPr>
          <p:cNvPr id="341" name="Shape 339"/>
          <p:cNvSpPr/>
          <p:nvPr/>
        </p:nvSpPr>
        <p:spPr>
          <a:xfrm>
            <a:off x="6922008" y="4028537"/>
            <a:ext cx="0" cy="52825"/>
          </a:xfrm>
          <a:prstGeom prst="line">
            <a:avLst/>
          </a:prstGeom>
          <a:noFill/>
          <a:ln w="38100">
            <a:solidFill>
              <a:srgbClr val="C44F4F"/>
            </a:solidFill>
            <a:prstDash val="solid"/>
            <a:headEnd type="none"/>
            <a:tailEnd type="none"/>
          </a:ln>
        </p:spPr>
      </p:sp>
      <p:sp>
        <p:nvSpPr>
          <p:cNvPr id="342" name="Shape 340"/>
          <p:cNvSpPr/>
          <p:nvPr/>
        </p:nvSpPr>
        <p:spPr>
          <a:xfrm>
            <a:off x="6922008" y="4078619"/>
            <a:ext cx="176480" cy="0"/>
          </a:xfrm>
          <a:prstGeom prst="line">
            <a:avLst/>
          </a:prstGeom>
          <a:noFill/>
          <a:ln w="38100">
            <a:solidFill>
              <a:srgbClr val="C44F4F"/>
            </a:solidFill>
            <a:prstDash val="solid"/>
            <a:headEnd type="none"/>
            <a:tailEnd type="none"/>
          </a:ln>
        </p:spPr>
      </p:sp>
      <p:sp>
        <p:nvSpPr>
          <p:cNvPr id="343" name="Shape 341"/>
          <p:cNvSpPr/>
          <p:nvPr/>
        </p:nvSpPr>
        <p:spPr>
          <a:xfrm>
            <a:off x="7095744" y="4075876"/>
            <a:ext cx="0" cy="53632"/>
          </a:xfrm>
          <a:prstGeom prst="line">
            <a:avLst/>
          </a:prstGeom>
          <a:noFill/>
          <a:ln w="38100">
            <a:solidFill>
              <a:srgbClr val="C44F4F"/>
            </a:solidFill>
            <a:prstDash val="solid"/>
            <a:headEnd type="none"/>
            <a:tailEnd type="none"/>
          </a:ln>
        </p:spPr>
      </p:sp>
      <p:sp>
        <p:nvSpPr>
          <p:cNvPr id="344" name="Shape 342"/>
          <p:cNvSpPr/>
          <p:nvPr/>
        </p:nvSpPr>
        <p:spPr>
          <a:xfrm>
            <a:off x="7095744" y="4126765"/>
            <a:ext cx="176480" cy="0"/>
          </a:xfrm>
          <a:prstGeom prst="line">
            <a:avLst/>
          </a:prstGeom>
          <a:noFill/>
          <a:ln w="38100">
            <a:solidFill>
              <a:srgbClr val="C44F4F"/>
            </a:solidFill>
            <a:prstDash val="solid"/>
            <a:headEnd type="none"/>
            <a:tailEnd type="none"/>
          </a:ln>
        </p:spPr>
      </p:sp>
      <p:sp>
        <p:nvSpPr>
          <p:cNvPr id="345" name="Shape 343"/>
          <p:cNvSpPr/>
          <p:nvPr/>
        </p:nvSpPr>
        <p:spPr>
          <a:xfrm>
            <a:off x="7269480" y="4124022"/>
            <a:ext cx="0" cy="54989"/>
          </a:xfrm>
          <a:prstGeom prst="line">
            <a:avLst/>
          </a:prstGeom>
          <a:noFill/>
          <a:ln w="38100">
            <a:solidFill>
              <a:srgbClr val="C44F4F"/>
            </a:solidFill>
            <a:prstDash val="solid"/>
            <a:headEnd type="none"/>
            <a:tailEnd type="none"/>
          </a:ln>
        </p:spPr>
      </p:sp>
      <p:sp>
        <p:nvSpPr>
          <p:cNvPr id="346" name="Shape 344"/>
          <p:cNvSpPr/>
          <p:nvPr/>
        </p:nvSpPr>
        <p:spPr>
          <a:xfrm>
            <a:off x="7269480" y="4176267"/>
            <a:ext cx="176479" cy="0"/>
          </a:xfrm>
          <a:prstGeom prst="line">
            <a:avLst/>
          </a:prstGeom>
          <a:noFill/>
          <a:ln w="38100">
            <a:solidFill>
              <a:srgbClr val="C44F4F"/>
            </a:solidFill>
            <a:prstDash val="solid"/>
            <a:headEnd type="none"/>
            <a:tailEnd type="none"/>
          </a:ln>
        </p:spPr>
      </p:sp>
      <p:sp>
        <p:nvSpPr>
          <p:cNvPr id="347" name="Shape 345"/>
          <p:cNvSpPr/>
          <p:nvPr/>
        </p:nvSpPr>
        <p:spPr>
          <a:xfrm>
            <a:off x="7443216" y="4173524"/>
            <a:ext cx="0" cy="53245"/>
          </a:xfrm>
          <a:prstGeom prst="line">
            <a:avLst/>
          </a:prstGeom>
          <a:noFill/>
          <a:ln w="38100">
            <a:solidFill>
              <a:srgbClr val="C44F4F"/>
            </a:solidFill>
            <a:prstDash val="solid"/>
            <a:headEnd type="none"/>
            <a:tailEnd type="none"/>
          </a:ln>
        </p:spPr>
      </p:sp>
      <p:sp>
        <p:nvSpPr>
          <p:cNvPr id="348" name="Shape 346"/>
          <p:cNvSpPr/>
          <p:nvPr/>
        </p:nvSpPr>
        <p:spPr>
          <a:xfrm>
            <a:off x="7443216" y="4224026"/>
            <a:ext cx="176480" cy="0"/>
          </a:xfrm>
          <a:prstGeom prst="line">
            <a:avLst/>
          </a:prstGeom>
          <a:noFill/>
          <a:ln w="38100">
            <a:solidFill>
              <a:srgbClr val="C44F4F"/>
            </a:solidFill>
            <a:prstDash val="solid"/>
            <a:headEnd type="none"/>
            <a:tailEnd type="none"/>
          </a:ln>
        </p:spPr>
      </p:sp>
      <p:sp>
        <p:nvSpPr>
          <p:cNvPr id="349" name="Shape 347"/>
          <p:cNvSpPr/>
          <p:nvPr/>
        </p:nvSpPr>
        <p:spPr>
          <a:xfrm>
            <a:off x="7616952" y="4221283"/>
            <a:ext cx="0" cy="52502"/>
          </a:xfrm>
          <a:prstGeom prst="line">
            <a:avLst/>
          </a:prstGeom>
          <a:noFill/>
          <a:ln w="38100">
            <a:solidFill>
              <a:srgbClr val="C44F4F"/>
            </a:solidFill>
            <a:prstDash val="solid"/>
            <a:headEnd type="none"/>
            <a:tailEnd type="none"/>
          </a:ln>
        </p:spPr>
      </p:sp>
      <p:sp>
        <p:nvSpPr>
          <p:cNvPr id="350" name="Shape 348"/>
          <p:cNvSpPr/>
          <p:nvPr/>
        </p:nvSpPr>
        <p:spPr>
          <a:xfrm>
            <a:off x="7616952" y="4271041"/>
            <a:ext cx="176480" cy="0"/>
          </a:xfrm>
          <a:prstGeom prst="line">
            <a:avLst/>
          </a:prstGeom>
          <a:noFill/>
          <a:ln w="38100">
            <a:solidFill>
              <a:srgbClr val="C44F4F"/>
            </a:solidFill>
            <a:prstDash val="solid"/>
            <a:headEnd type="none"/>
            <a:tailEnd type="none"/>
          </a:ln>
        </p:spPr>
      </p:sp>
      <p:sp>
        <p:nvSpPr>
          <p:cNvPr id="351" name="Shape 349"/>
          <p:cNvSpPr/>
          <p:nvPr/>
        </p:nvSpPr>
        <p:spPr>
          <a:xfrm>
            <a:off x="7790688" y="4268298"/>
            <a:ext cx="0" cy="49596"/>
          </a:xfrm>
          <a:prstGeom prst="line">
            <a:avLst/>
          </a:prstGeom>
          <a:noFill/>
          <a:ln w="38100">
            <a:solidFill>
              <a:srgbClr val="C44F4F"/>
            </a:solidFill>
            <a:prstDash val="solid"/>
            <a:headEnd type="none"/>
            <a:tailEnd type="none"/>
          </a:ln>
        </p:spPr>
      </p:sp>
      <p:sp>
        <p:nvSpPr>
          <p:cNvPr id="352" name="Shape 350"/>
          <p:cNvSpPr/>
          <p:nvPr/>
        </p:nvSpPr>
        <p:spPr>
          <a:xfrm>
            <a:off x="7790688" y="4315151"/>
            <a:ext cx="176479" cy="0"/>
          </a:xfrm>
          <a:prstGeom prst="line">
            <a:avLst/>
          </a:prstGeom>
          <a:noFill/>
          <a:ln w="38100">
            <a:solidFill>
              <a:srgbClr val="C44F4F"/>
            </a:solidFill>
            <a:prstDash val="solid"/>
            <a:headEnd type="none"/>
            <a:tailEnd type="none"/>
          </a:ln>
        </p:spPr>
      </p:sp>
      <p:sp>
        <p:nvSpPr>
          <p:cNvPr id="353" name="Shape 351"/>
          <p:cNvSpPr/>
          <p:nvPr/>
        </p:nvSpPr>
        <p:spPr>
          <a:xfrm>
            <a:off x="7964424" y="4312408"/>
            <a:ext cx="0" cy="52276"/>
          </a:xfrm>
          <a:prstGeom prst="line">
            <a:avLst/>
          </a:prstGeom>
          <a:noFill/>
          <a:ln w="38100">
            <a:solidFill>
              <a:srgbClr val="C44F4F"/>
            </a:solidFill>
            <a:prstDash val="solid"/>
            <a:headEnd type="none"/>
            <a:tailEnd type="none"/>
          </a:ln>
        </p:spPr>
      </p:sp>
      <p:sp>
        <p:nvSpPr>
          <p:cNvPr id="354" name="Shape 352"/>
          <p:cNvSpPr/>
          <p:nvPr/>
        </p:nvSpPr>
        <p:spPr>
          <a:xfrm>
            <a:off x="7964424" y="4361941"/>
            <a:ext cx="176480" cy="0"/>
          </a:xfrm>
          <a:prstGeom prst="line">
            <a:avLst/>
          </a:prstGeom>
          <a:noFill/>
          <a:ln w="38100">
            <a:solidFill>
              <a:srgbClr val="C44F4F"/>
            </a:solidFill>
            <a:prstDash val="solid"/>
            <a:headEnd type="none"/>
            <a:tailEnd type="none"/>
          </a:ln>
        </p:spPr>
      </p:sp>
      <p:sp>
        <p:nvSpPr>
          <p:cNvPr id="355" name="Shape 353"/>
          <p:cNvSpPr/>
          <p:nvPr/>
        </p:nvSpPr>
        <p:spPr>
          <a:xfrm>
            <a:off x="8138160" y="4359198"/>
            <a:ext cx="0" cy="53116"/>
          </a:xfrm>
          <a:prstGeom prst="line">
            <a:avLst/>
          </a:prstGeom>
          <a:noFill/>
          <a:ln w="38100">
            <a:solidFill>
              <a:srgbClr val="C44F4F"/>
            </a:solidFill>
            <a:prstDash val="solid"/>
            <a:headEnd type="none"/>
            <a:tailEnd type="none"/>
          </a:ln>
        </p:spPr>
      </p:sp>
      <p:sp>
        <p:nvSpPr>
          <p:cNvPr id="356" name="Shape 354"/>
          <p:cNvSpPr/>
          <p:nvPr/>
        </p:nvSpPr>
        <p:spPr>
          <a:xfrm>
            <a:off x="8138160" y="4409570"/>
            <a:ext cx="176480" cy="0"/>
          </a:xfrm>
          <a:prstGeom prst="line">
            <a:avLst/>
          </a:prstGeom>
          <a:noFill/>
          <a:ln w="38100">
            <a:solidFill>
              <a:srgbClr val="C44F4F"/>
            </a:solidFill>
            <a:prstDash val="solid"/>
            <a:headEnd type="none"/>
            <a:tailEnd type="none"/>
          </a:ln>
        </p:spPr>
      </p:sp>
      <p:sp>
        <p:nvSpPr>
          <p:cNvPr id="357" name="Shape 355"/>
          <p:cNvSpPr/>
          <p:nvPr/>
        </p:nvSpPr>
        <p:spPr>
          <a:xfrm>
            <a:off x="8311896" y="4406827"/>
            <a:ext cx="0" cy="52179"/>
          </a:xfrm>
          <a:prstGeom prst="line">
            <a:avLst/>
          </a:prstGeom>
          <a:noFill/>
          <a:ln w="38100">
            <a:solidFill>
              <a:srgbClr val="C44F4F"/>
            </a:solidFill>
            <a:prstDash val="solid"/>
            <a:headEnd type="none"/>
            <a:tailEnd type="none"/>
          </a:ln>
        </p:spPr>
      </p:sp>
      <p:sp>
        <p:nvSpPr>
          <p:cNvPr id="358" name="Shape 356"/>
          <p:cNvSpPr/>
          <p:nvPr/>
        </p:nvSpPr>
        <p:spPr>
          <a:xfrm>
            <a:off x="8311896" y="4456263"/>
            <a:ext cx="176479" cy="0"/>
          </a:xfrm>
          <a:prstGeom prst="line">
            <a:avLst/>
          </a:prstGeom>
          <a:noFill/>
          <a:ln w="38100">
            <a:solidFill>
              <a:srgbClr val="C44F4F"/>
            </a:solidFill>
            <a:prstDash val="solid"/>
            <a:headEnd type="none"/>
            <a:tailEnd type="none"/>
          </a:ln>
        </p:spPr>
      </p:sp>
      <p:sp>
        <p:nvSpPr>
          <p:cNvPr id="359" name="Shape 357"/>
          <p:cNvSpPr/>
          <p:nvPr/>
        </p:nvSpPr>
        <p:spPr>
          <a:xfrm>
            <a:off x="8485632" y="4453520"/>
            <a:ext cx="0" cy="54375"/>
          </a:xfrm>
          <a:prstGeom prst="line">
            <a:avLst/>
          </a:prstGeom>
          <a:noFill/>
          <a:ln w="38100">
            <a:solidFill>
              <a:srgbClr val="C44F4F"/>
            </a:solidFill>
            <a:prstDash val="solid"/>
            <a:headEnd type="none"/>
            <a:tailEnd type="none"/>
          </a:ln>
        </p:spPr>
      </p:sp>
      <p:sp>
        <p:nvSpPr>
          <p:cNvPr id="360" name="Shape 358"/>
          <p:cNvSpPr/>
          <p:nvPr/>
        </p:nvSpPr>
        <p:spPr>
          <a:xfrm>
            <a:off x="8485632" y="4505152"/>
            <a:ext cx="176480" cy="0"/>
          </a:xfrm>
          <a:prstGeom prst="line">
            <a:avLst/>
          </a:prstGeom>
          <a:noFill/>
          <a:ln w="38100">
            <a:solidFill>
              <a:srgbClr val="C44F4F"/>
            </a:solidFill>
            <a:prstDash val="solid"/>
            <a:headEnd type="none"/>
            <a:tailEnd type="none"/>
          </a:ln>
        </p:spPr>
      </p:sp>
      <p:sp>
        <p:nvSpPr>
          <p:cNvPr id="361" name="Shape 359"/>
          <p:cNvSpPr/>
          <p:nvPr/>
        </p:nvSpPr>
        <p:spPr>
          <a:xfrm>
            <a:off x="8659368" y="4502408"/>
            <a:ext cx="0" cy="50984"/>
          </a:xfrm>
          <a:prstGeom prst="line">
            <a:avLst/>
          </a:prstGeom>
          <a:noFill/>
          <a:ln w="38100">
            <a:solidFill>
              <a:srgbClr val="C44F4F"/>
            </a:solidFill>
            <a:prstDash val="solid"/>
            <a:headEnd type="none"/>
            <a:tailEnd type="none"/>
          </a:ln>
        </p:spPr>
      </p:sp>
      <p:sp>
        <p:nvSpPr>
          <p:cNvPr id="362" name="Shape 360"/>
          <p:cNvSpPr/>
          <p:nvPr/>
        </p:nvSpPr>
        <p:spPr>
          <a:xfrm>
            <a:off x="8659368" y="4550650"/>
            <a:ext cx="176480" cy="0"/>
          </a:xfrm>
          <a:prstGeom prst="line">
            <a:avLst/>
          </a:prstGeom>
          <a:noFill/>
          <a:ln w="38100">
            <a:solidFill>
              <a:srgbClr val="C44F4F"/>
            </a:solidFill>
            <a:prstDash val="solid"/>
            <a:headEnd type="none"/>
            <a:tailEnd type="none"/>
          </a:ln>
        </p:spPr>
      </p:sp>
      <p:sp>
        <p:nvSpPr>
          <p:cNvPr id="363" name="Shape 361"/>
          <p:cNvSpPr/>
          <p:nvPr/>
        </p:nvSpPr>
        <p:spPr>
          <a:xfrm>
            <a:off x="8833104" y="4547907"/>
            <a:ext cx="0" cy="48595"/>
          </a:xfrm>
          <a:prstGeom prst="line">
            <a:avLst/>
          </a:prstGeom>
          <a:noFill/>
          <a:ln w="38100">
            <a:solidFill>
              <a:srgbClr val="C44F4F"/>
            </a:solidFill>
            <a:prstDash val="solid"/>
            <a:headEnd type="none"/>
            <a:tailEnd type="none"/>
          </a:ln>
        </p:spPr>
      </p:sp>
      <p:sp>
        <p:nvSpPr>
          <p:cNvPr id="364" name="Shape 362"/>
          <p:cNvSpPr/>
          <p:nvPr/>
        </p:nvSpPr>
        <p:spPr>
          <a:xfrm>
            <a:off x="8833104" y="4593758"/>
            <a:ext cx="176479" cy="0"/>
          </a:xfrm>
          <a:prstGeom prst="line">
            <a:avLst/>
          </a:prstGeom>
          <a:noFill/>
          <a:ln w="38100">
            <a:solidFill>
              <a:srgbClr val="C44F4F"/>
            </a:solidFill>
            <a:prstDash val="solid"/>
            <a:headEnd type="none"/>
            <a:tailEnd type="none"/>
          </a:ln>
        </p:spPr>
      </p:sp>
      <p:sp>
        <p:nvSpPr>
          <p:cNvPr id="365" name="Shape 363"/>
          <p:cNvSpPr/>
          <p:nvPr/>
        </p:nvSpPr>
        <p:spPr>
          <a:xfrm>
            <a:off x="9006840" y="4591015"/>
            <a:ext cx="0" cy="48530"/>
          </a:xfrm>
          <a:prstGeom prst="line">
            <a:avLst/>
          </a:prstGeom>
          <a:noFill/>
          <a:ln w="38100">
            <a:solidFill>
              <a:srgbClr val="C44F4F"/>
            </a:solidFill>
            <a:prstDash val="solid"/>
            <a:headEnd type="none"/>
            <a:tailEnd type="none"/>
          </a:ln>
        </p:spPr>
      </p:sp>
      <p:sp>
        <p:nvSpPr>
          <p:cNvPr id="366" name="Shape 364"/>
          <p:cNvSpPr/>
          <p:nvPr/>
        </p:nvSpPr>
        <p:spPr>
          <a:xfrm>
            <a:off x="9006840" y="4636802"/>
            <a:ext cx="176480" cy="0"/>
          </a:xfrm>
          <a:prstGeom prst="line">
            <a:avLst/>
          </a:prstGeom>
          <a:noFill/>
          <a:ln w="38100">
            <a:solidFill>
              <a:srgbClr val="C44F4F"/>
            </a:solidFill>
            <a:prstDash val="solid"/>
            <a:headEnd type="none"/>
            <a:tailEnd type="none"/>
          </a:ln>
        </p:spPr>
      </p:sp>
      <p:sp>
        <p:nvSpPr>
          <p:cNvPr id="367" name="Shape 365"/>
          <p:cNvSpPr/>
          <p:nvPr/>
        </p:nvSpPr>
        <p:spPr>
          <a:xfrm>
            <a:off x="9180576" y="4634059"/>
            <a:ext cx="0" cy="47013"/>
          </a:xfrm>
          <a:prstGeom prst="line">
            <a:avLst/>
          </a:prstGeom>
          <a:noFill/>
          <a:ln w="38100">
            <a:solidFill>
              <a:srgbClr val="C44F4F"/>
            </a:solidFill>
            <a:prstDash val="solid"/>
            <a:headEnd type="none"/>
            <a:tailEnd type="none"/>
          </a:ln>
        </p:spPr>
      </p:sp>
      <p:sp>
        <p:nvSpPr>
          <p:cNvPr id="368" name="Shape 366"/>
          <p:cNvSpPr/>
          <p:nvPr/>
        </p:nvSpPr>
        <p:spPr>
          <a:xfrm>
            <a:off x="9180576" y="4678329"/>
            <a:ext cx="176480" cy="0"/>
          </a:xfrm>
          <a:prstGeom prst="line">
            <a:avLst/>
          </a:prstGeom>
          <a:noFill/>
          <a:ln w="38100">
            <a:solidFill>
              <a:srgbClr val="C44F4F"/>
            </a:solidFill>
            <a:prstDash val="solid"/>
            <a:headEnd type="none"/>
            <a:tailEnd type="none"/>
          </a:ln>
        </p:spPr>
      </p:sp>
      <p:sp>
        <p:nvSpPr>
          <p:cNvPr id="369" name="Shape 367"/>
          <p:cNvSpPr/>
          <p:nvPr/>
        </p:nvSpPr>
        <p:spPr>
          <a:xfrm>
            <a:off x="9354312" y="4675585"/>
            <a:ext cx="0" cy="45463"/>
          </a:xfrm>
          <a:prstGeom prst="line">
            <a:avLst/>
          </a:prstGeom>
          <a:noFill/>
          <a:ln w="38100">
            <a:solidFill>
              <a:srgbClr val="C44F4F"/>
            </a:solidFill>
            <a:prstDash val="solid"/>
            <a:headEnd type="none"/>
            <a:tailEnd type="none"/>
          </a:ln>
        </p:spPr>
      </p:sp>
      <p:sp>
        <p:nvSpPr>
          <p:cNvPr id="370" name="Shape 368"/>
          <p:cNvSpPr/>
          <p:nvPr/>
        </p:nvSpPr>
        <p:spPr>
          <a:xfrm>
            <a:off x="9354312" y="4718305"/>
            <a:ext cx="176479" cy="0"/>
          </a:xfrm>
          <a:prstGeom prst="line">
            <a:avLst/>
          </a:prstGeom>
          <a:noFill/>
          <a:ln w="38100">
            <a:solidFill>
              <a:srgbClr val="C44F4F"/>
            </a:solidFill>
            <a:prstDash val="solid"/>
            <a:headEnd type="none"/>
            <a:tailEnd type="none"/>
          </a:ln>
        </p:spPr>
      </p:sp>
      <p:sp>
        <p:nvSpPr>
          <p:cNvPr id="371" name="Shape 369"/>
          <p:cNvSpPr/>
          <p:nvPr/>
        </p:nvSpPr>
        <p:spPr>
          <a:xfrm>
            <a:off x="9528048" y="4715562"/>
            <a:ext cx="0" cy="44300"/>
          </a:xfrm>
          <a:prstGeom prst="line">
            <a:avLst/>
          </a:prstGeom>
          <a:noFill/>
          <a:ln w="38100">
            <a:solidFill>
              <a:srgbClr val="C44F4F"/>
            </a:solidFill>
            <a:prstDash val="solid"/>
            <a:headEnd type="none"/>
            <a:tailEnd type="none"/>
          </a:ln>
        </p:spPr>
      </p:sp>
      <p:sp>
        <p:nvSpPr>
          <p:cNvPr id="372" name="Shape 370"/>
          <p:cNvSpPr/>
          <p:nvPr/>
        </p:nvSpPr>
        <p:spPr>
          <a:xfrm>
            <a:off x="9528048" y="4757119"/>
            <a:ext cx="176480" cy="0"/>
          </a:xfrm>
          <a:prstGeom prst="line">
            <a:avLst/>
          </a:prstGeom>
          <a:noFill/>
          <a:ln w="38100">
            <a:solidFill>
              <a:srgbClr val="C44F4F"/>
            </a:solidFill>
            <a:prstDash val="solid"/>
            <a:headEnd type="none"/>
            <a:tailEnd type="none"/>
          </a:ln>
        </p:spPr>
      </p:sp>
      <p:sp>
        <p:nvSpPr>
          <p:cNvPr id="373" name="Shape 371"/>
          <p:cNvSpPr/>
          <p:nvPr/>
        </p:nvSpPr>
        <p:spPr>
          <a:xfrm>
            <a:off x="9701784" y="4754376"/>
            <a:ext cx="0" cy="42944"/>
          </a:xfrm>
          <a:prstGeom prst="line">
            <a:avLst/>
          </a:prstGeom>
          <a:noFill/>
          <a:ln w="38100">
            <a:solidFill>
              <a:srgbClr val="C44F4F"/>
            </a:solidFill>
            <a:prstDash val="solid"/>
            <a:headEnd type="none"/>
            <a:tailEnd type="none"/>
          </a:ln>
        </p:spPr>
      </p:sp>
      <p:sp>
        <p:nvSpPr>
          <p:cNvPr id="374" name="Shape 372"/>
          <p:cNvSpPr/>
          <p:nvPr/>
        </p:nvSpPr>
        <p:spPr>
          <a:xfrm>
            <a:off x="9701784" y="4794576"/>
            <a:ext cx="176480" cy="0"/>
          </a:xfrm>
          <a:prstGeom prst="line">
            <a:avLst/>
          </a:prstGeom>
          <a:noFill/>
          <a:ln w="38100">
            <a:solidFill>
              <a:srgbClr val="C44F4F"/>
            </a:solidFill>
            <a:prstDash val="solid"/>
            <a:headEnd type="none"/>
            <a:tailEnd type="none"/>
          </a:ln>
        </p:spPr>
      </p:sp>
      <p:sp>
        <p:nvSpPr>
          <p:cNvPr id="375" name="Shape 373"/>
          <p:cNvSpPr/>
          <p:nvPr/>
        </p:nvSpPr>
        <p:spPr>
          <a:xfrm>
            <a:off x="9875520" y="4791833"/>
            <a:ext cx="0" cy="44042"/>
          </a:xfrm>
          <a:prstGeom prst="line">
            <a:avLst/>
          </a:prstGeom>
          <a:noFill/>
          <a:ln w="38100">
            <a:solidFill>
              <a:srgbClr val="C44F4F"/>
            </a:solidFill>
            <a:prstDash val="solid"/>
            <a:headEnd type="none"/>
            <a:tailEnd type="none"/>
          </a:ln>
        </p:spPr>
      </p:sp>
      <p:sp>
        <p:nvSpPr>
          <p:cNvPr id="376" name="Shape 374"/>
          <p:cNvSpPr/>
          <p:nvPr/>
        </p:nvSpPr>
        <p:spPr>
          <a:xfrm>
            <a:off x="9875520" y="4833132"/>
            <a:ext cx="176479" cy="0"/>
          </a:xfrm>
          <a:prstGeom prst="line">
            <a:avLst/>
          </a:prstGeom>
          <a:noFill/>
          <a:ln w="38100">
            <a:solidFill>
              <a:srgbClr val="C44F4F"/>
            </a:solidFill>
            <a:prstDash val="solid"/>
            <a:headEnd type="none"/>
            <a:tailEnd type="none"/>
          </a:ln>
        </p:spPr>
      </p:sp>
      <p:sp>
        <p:nvSpPr>
          <p:cNvPr id="377" name="Shape 375"/>
          <p:cNvSpPr/>
          <p:nvPr/>
        </p:nvSpPr>
        <p:spPr>
          <a:xfrm>
            <a:off x="10049256" y="4830389"/>
            <a:ext cx="0" cy="39586"/>
          </a:xfrm>
          <a:prstGeom prst="line">
            <a:avLst/>
          </a:prstGeom>
          <a:noFill/>
          <a:ln w="38100">
            <a:solidFill>
              <a:srgbClr val="C44F4F"/>
            </a:solidFill>
            <a:prstDash val="solid"/>
            <a:headEnd type="none"/>
            <a:tailEnd type="none"/>
          </a:ln>
        </p:spPr>
      </p:sp>
      <p:sp>
        <p:nvSpPr>
          <p:cNvPr id="378" name="Shape 376"/>
          <p:cNvSpPr/>
          <p:nvPr/>
        </p:nvSpPr>
        <p:spPr>
          <a:xfrm>
            <a:off x="10049256" y="4867231"/>
            <a:ext cx="176480" cy="0"/>
          </a:xfrm>
          <a:prstGeom prst="line">
            <a:avLst/>
          </a:prstGeom>
          <a:noFill/>
          <a:ln w="38100">
            <a:solidFill>
              <a:srgbClr val="C44F4F"/>
            </a:solidFill>
            <a:prstDash val="solid"/>
            <a:headEnd type="none"/>
            <a:tailEnd type="none"/>
          </a:ln>
        </p:spPr>
      </p:sp>
      <p:sp>
        <p:nvSpPr>
          <p:cNvPr id="379" name="Shape 377"/>
          <p:cNvSpPr/>
          <p:nvPr/>
        </p:nvSpPr>
        <p:spPr>
          <a:xfrm>
            <a:off x="10222992" y="4864488"/>
            <a:ext cx="0" cy="26766"/>
          </a:xfrm>
          <a:prstGeom prst="line">
            <a:avLst/>
          </a:prstGeom>
          <a:noFill/>
          <a:ln w="38100">
            <a:solidFill>
              <a:srgbClr val="C44F4F"/>
            </a:solidFill>
            <a:prstDash val="solid"/>
            <a:headEnd type="none"/>
            <a:tailEnd type="none"/>
          </a:ln>
        </p:spPr>
      </p:sp>
      <p:sp>
        <p:nvSpPr>
          <p:cNvPr id="380" name="Shape 378"/>
          <p:cNvSpPr/>
          <p:nvPr/>
        </p:nvSpPr>
        <p:spPr>
          <a:xfrm>
            <a:off x="10222992" y="4888511"/>
            <a:ext cx="176480" cy="0"/>
          </a:xfrm>
          <a:prstGeom prst="line">
            <a:avLst/>
          </a:prstGeom>
          <a:noFill/>
          <a:ln w="38100">
            <a:solidFill>
              <a:srgbClr val="C44F4F"/>
            </a:solidFill>
            <a:prstDash val="solid"/>
            <a:headEnd type="none"/>
            <a:tailEnd type="none"/>
          </a:ln>
        </p:spPr>
      </p:sp>
      <p:sp>
        <p:nvSpPr>
          <p:cNvPr id="381" name="Shape 379"/>
          <p:cNvSpPr/>
          <p:nvPr/>
        </p:nvSpPr>
        <p:spPr>
          <a:xfrm>
            <a:off x="10396728" y="4885768"/>
            <a:ext cx="0" cy="12816"/>
          </a:xfrm>
          <a:prstGeom prst="line">
            <a:avLst/>
          </a:prstGeom>
          <a:noFill/>
          <a:ln w="38100">
            <a:solidFill>
              <a:srgbClr val="C44F4F"/>
            </a:solidFill>
            <a:prstDash val="solid"/>
            <a:headEnd type="none"/>
            <a:tailEnd type="none"/>
          </a:ln>
        </p:spPr>
      </p:sp>
      <p:sp>
        <p:nvSpPr>
          <p:cNvPr id="382" name="Shape 380"/>
          <p:cNvSpPr/>
          <p:nvPr/>
        </p:nvSpPr>
        <p:spPr>
          <a:xfrm>
            <a:off x="10396728" y="4895841"/>
            <a:ext cx="176479" cy="0"/>
          </a:xfrm>
          <a:prstGeom prst="line">
            <a:avLst/>
          </a:prstGeom>
          <a:noFill/>
          <a:ln w="38100">
            <a:solidFill>
              <a:srgbClr val="C44F4F"/>
            </a:solidFill>
            <a:prstDash val="solid"/>
            <a:headEnd type="none"/>
            <a:tailEnd type="none"/>
          </a:ln>
        </p:spPr>
      </p:sp>
      <p:sp>
        <p:nvSpPr>
          <p:cNvPr id="383" name="Shape 381"/>
          <p:cNvSpPr/>
          <p:nvPr/>
        </p:nvSpPr>
        <p:spPr>
          <a:xfrm>
            <a:off x="10570464" y="4890676"/>
            <a:ext cx="0" cy="7908"/>
          </a:xfrm>
          <a:prstGeom prst="line">
            <a:avLst/>
          </a:prstGeom>
          <a:noFill/>
          <a:ln w="38100">
            <a:solidFill>
              <a:srgbClr val="C44F4F"/>
            </a:solidFill>
            <a:prstDash val="solid"/>
            <a:headEnd type="none"/>
            <a:tailEnd type="none"/>
          </a:ln>
        </p:spPr>
      </p:sp>
      <p:sp>
        <p:nvSpPr>
          <p:cNvPr id="384" name="Shape 382"/>
          <p:cNvSpPr/>
          <p:nvPr/>
        </p:nvSpPr>
        <p:spPr>
          <a:xfrm>
            <a:off x="10570464" y="4893419"/>
            <a:ext cx="176480" cy="0"/>
          </a:xfrm>
          <a:prstGeom prst="line">
            <a:avLst/>
          </a:prstGeom>
          <a:noFill/>
          <a:ln w="38100">
            <a:solidFill>
              <a:srgbClr val="C44F4F"/>
            </a:solidFill>
            <a:prstDash val="solid"/>
            <a:headEnd type="none"/>
            <a:tailEnd type="none"/>
          </a:ln>
        </p:spPr>
      </p:sp>
      <p:sp>
        <p:nvSpPr>
          <p:cNvPr id="385" name="Shape 383"/>
          <p:cNvSpPr/>
          <p:nvPr/>
        </p:nvSpPr>
        <p:spPr>
          <a:xfrm>
            <a:off x="10744200" y="4883927"/>
            <a:ext cx="0" cy="12235"/>
          </a:xfrm>
          <a:prstGeom prst="line">
            <a:avLst/>
          </a:prstGeom>
          <a:noFill/>
          <a:ln w="38100">
            <a:solidFill>
              <a:srgbClr val="C44F4F"/>
            </a:solidFill>
            <a:prstDash val="solid"/>
            <a:headEnd type="none"/>
            <a:tailEnd type="none"/>
          </a:ln>
        </p:spPr>
      </p:sp>
      <p:sp>
        <p:nvSpPr>
          <p:cNvPr id="386" name="Shape 384"/>
          <p:cNvSpPr/>
          <p:nvPr/>
        </p:nvSpPr>
        <p:spPr>
          <a:xfrm>
            <a:off x="10744200" y="4886671"/>
            <a:ext cx="176480" cy="0"/>
          </a:xfrm>
          <a:prstGeom prst="line">
            <a:avLst/>
          </a:prstGeom>
          <a:noFill/>
          <a:ln w="38100">
            <a:solidFill>
              <a:srgbClr val="C44F4F"/>
            </a:solidFill>
            <a:prstDash val="solid"/>
            <a:headEnd type="none"/>
            <a:tailEnd type="none"/>
          </a:ln>
        </p:spPr>
      </p:sp>
      <p:sp>
        <p:nvSpPr>
          <p:cNvPr id="387" name="Shape 385"/>
          <p:cNvSpPr/>
          <p:nvPr/>
        </p:nvSpPr>
        <p:spPr>
          <a:xfrm>
            <a:off x="10917936" y="4870300"/>
            <a:ext cx="0" cy="19113"/>
          </a:xfrm>
          <a:prstGeom prst="line">
            <a:avLst/>
          </a:prstGeom>
          <a:noFill/>
          <a:ln w="38100">
            <a:solidFill>
              <a:srgbClr val="C44F4F"/>
            </a:solidFill>
            <a:prstDash val="solid"/>
            <a:headEnd type="none"/>
            <a:tailEnd type="none"/>
          </a:ln>
        </p:spPr>
      </p:sp>
      <p:sp>
        <p:nvSpPr>
          <p:cNvPr id="388" name="Shape 386"/>
          <p:cNvSpPr/>
          <p:nvPr/>
        </p:nvSpPr>
        <p:spPr>
          <a:xfrm>
            <a:off x="10917936" y="4873044"/>
            <a:ext cx="176479" cy="0"/>
          </a:xfrm>
          <a:prstGeom prst="line">
            <a:avLst/>
          </a:prstGeom>
          <a:noFill/>
          <a:ln w="38100">
            <a:solidFill>
              <a:srgbClr val="C44F4F"/>
            </a:solidFill>
            <a:prstDash val="solid"/>
            <a:headEnd type="none"/>
            <a:tailEnd type="none"/>
          </a:ln>
        </p:spPr>
      </p:sp>
      <p:sp>
        <p:nvSpPr>
          <p:cNvPr id="389" name="Shape 387"/>
          <p:cNvSpPr/>
          <p:nvPr/>
        </p:nvSpPr>
        <p:spPr>
          <a:xfrm>
            <a:off x="11091672" y="4855221"/>
            <a:ext cx="0" cy="20566"/>
          </a:xfrm>
          <a:prstGeom prst="line">
            <a:avLst/>
          </a:prstGeom>
          <a:noFill/>
          <a:ln w="38100">
            <a:solidFill>
              <a:srgbClr val="C44F4F"/>
            </a:solidFill>
            <a:prstDash val="solid"/>
            <a:headEnd type="none"/>
            <a:tailEnd type="none"/>
          </a:ln>
        </p:spPr>
      </p:sp>
      <p:sp>
        <p:nvSpPr>
          <p:cNvPr id="390" name="Shape 388"/>
          <p:cNvSpPr/>
          <p:nvPr/>
        </p:nvSpPr>
        <p:spPr>
          <a:xfrm>
            <a:off x="11091672" y="4857964"/>
            <a:ext cx="176480" cy="0"/>
          </a:xfrm>
          <a:prstGeom prst="line">
            <a:avLst/>
          </a:prstGeom>
          <a:noFill/>
          <a:ln w="38100">
            <a:solidFill>
              <a:srgbClr val="C44F4F"/>
            </a:solidFill>
            <a:prstDash val="solid"/>
            <a:headEnd type="none"/>
            <a:tailEnd type="none"/>
          </a:ln>
        </p:spPr>
      </p:sp>
      <p:sp>
        <p:nvSpPr>
          <p:cNvPr id="391" name="Shape 389"/>
          <p:cNvSpPr/>
          <p:nvPr/>
        </p:nvSpPr>
        <p:spPr>
          <a:xfrm>
            <a:off x="11265408" y="4836556"/>
            <a:ext cx="0" cy="24151"/>
          </a:xfrm>
          <a:prstGeom prst="line">
            <a:avLst/>
          </a:prstGeom>
          <a:noFill/>
          <a:ln w="38100">
            <a:solidFill>
              <a:srgbClr val="C44F4F"/>
            </a:solidFill>
            <a:prstDash val="solid"/>
            <a:headEnd type="none"/>
            <a:tailEnd type="none"/>
          </a:ln>
        </p:spPr>
      </p:sp>
      <p:sp>
        <p:nvSpPr>
          <p:cNvPr id="392" name="Shape 390"/>
          <p:cNvSpPr/>
          <p:nvPr/>
        </p:nvSpPr>
        <p:spPr>
          <a:xfrm>
            <a:off x="5989320" y="1792224"/>
            <a:ext cx="256032" cy="0"/>
          </a:xfrm>
          <a:prstGeom prst="line">
            <a:avLst/>
          </a:prstGeom>
          <a:noFill/>
          <a:ln w="38100">
            <a:solidFill>
              <a:srgbClr val="C44F4F"/>
            </a:solidFill>
            <a:prstDash val="solid"/>
          </a:ln>
        </p:spPr>
      </p:sp>
      <p:sp>
        <p:nvSpPr>
          <p:cNvPr id="393" name="Text 391"/>
          <p:cNvSpPr/>
          <p:nvPr/>
        </p:nvSpPr>
        <p:spPr>
          <a:xfrm>
            <a:off x="6318504" y="1719072"/>
            <a:ext cx="2011680" cy="155448"/>
          </a:xfrm>
          <a:prstGeom prst="rect">
            <a:avLst/>
          </a:prstGeom>
          <a:noFill/>
          <a:ln/>
        </p:spPr>
        <p:txBody>
          <a:bodyPr wrap="square" lIns="0" tIns="0" rIns="0" bIns="0" rtlCol="0" anchor="ctr">
            <a:normAutofit/>
          </a:bodyPr>
          <a:lstStyle/>
          <a:p>
            <a:pPr indent="0" marL="0">
              <a:buNone/>
            </a:pPr>
            <a:r>
              <a:rPr lang="en-US" sz="920" b="1" dirty="0">
                <a:solidFill>
                  <a:srgbClr val="C44F4F"/>
                </a:solidFill>
              </a:rPr>
              <a:t>H₂/C₂</a:t>
            </a:r>
            <a:endParaRPr lang="en-US" sz="920" dirty="0"/>
          </a:p>
        </p:txBody>
      </p:sp>
      <p:sp>
        <p:nvSpPr>
          <p:cNvPr id="394" name="Shape 392"/>
          <p:cNvSpPr/>
          <p:nvPr/>
        </p:nvSpPr>
        <p:spPr>
          <a:xfrm>
            <a:off x="0" y="0"/>
            <a:ext cx="12191695" cy="502920"/>
          </a:xfrm>
          <a:prstGeom prst="rect">
            <a:avLst/>
          </a:prstGeom>
          <a:solidFill>
            <a:srgbClr val="263746"/>
          </a:solidFill>
          <a:ln w="12700">
            <a:solidFill>
              <a:srgbClr val="263746"/>
            </a:solidFill>
            <a:prstDash val="solid"/>
          </a:ln>
        </p:spPr>
      </p:sp>
      <p:sp>
        <p:nvSpPr>
          <p:cNvPr id="395" name="Shape 393"/>
          <p:cNvSpPr/>
          <p:nvPr/>
        </p:nvSpPr>
        <p:spPr>
          <a:xfrm>
            <a:off x="0" y="484632"/>
            <a:ext cx="12191695" cy="22860"/>
          </a:xfrm>
          <a:prstGeom prst="rect">
            <a:avLst/>
          </a:prstGeom>
          <a:solidFill>
            <a:srgbClr val="5C4DB7"/>
          </a:solidFill>
          <a:ln w="12700">
            <a:solidFill>
              <a:srgbClr val="5C4DB7"/>
            </a:solidFill>
            <a:prstDash val="solid"/>
          </a:ln>
        </p:spPr>
      </p:sp>
      <p:sp>
        <p:nvSpPr>
          <p:cNvPr id="396" name="Text 394"/>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397" name="Text 395"/>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F1F4"/>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263746"/>
          </a:solidFill>
          <a:ln w="12700">
            <a:solidFill>
              <a:srgbClr val="263746"/>
            </a:solidFill>
            <a:prstDash val="solid"/>
          </a:ln>
        </p:spPr>
      </p:sp>
      <p:sp>
        <p:nvSpPr>
          <p:cNvPr id="3" name="Shape 1"/>
          <p:cNvSpPr/>
          <p:nvPr/>
        </p:nvSpPr>
        <p:spPr>
          <a:xfrm>
            <a:off x="0" y="484632"/>
            <a:ext cx="12191695" cy="22860"/>
          </a:xfrm>
          <a:prstGeom prst="rect">
            <a:avLst/>
          </a:prstGeom>
          <a:solidFill>
            <a:srgbClr val="5C4DB7"/>
          </a:solidFill>
          <a:ln w="12700">
            <a:solidFill>
              <a:srgbClr val="5C4DB7"/>
            </a:solidFill>
            <a:prstDash val="solid"/>
          </a:ln>
        </p:spPr>
      </p:sp>
      <p:sp>
        <p:nvSpPr>
          <p:cNvPr id="4" name="Text 2"/>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5" name="Text 3"/>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
        <p:nvSpPr>
          <p:cNvPr id="6" name="Text 4"/>
          <p:cNvSpPr/>
          <p:nvPr/>
        </p:nvSpPr>
        <p:spPr>
          <a:xfrm>
            <a:off x="11292840" y="6510528"/>
            <a:ext cx="347472" cy="164592"/>
          </a:xfrm>
          <a:prstGeom prst="rect">
            <a:avLst/>
          </a:prstGeom>
          <a:noFill/>
          <a:ln/>
        </p:spPr>
        <p:txBody>
          <a:bodyPr wrap="square" lIns="0" tIns="0" rIns="0" bIns="0" rtlCol="0" anchor="ctr"/>
          <a:lstStyle/>
          <a:p>
            <a:pPr algn="r" indent="0" marL="0">
              <a:buNone/>
            </a:pPr>
            <a:r>
              <a:rPr lang="en-US" sz="900" dirty="0">
                <a:solidFill>
                  <a:srgbClr val="657782"/>
                </a:solidFill>
                <a:latin typeface="Aptos" pitchFamily="34" charset="0"/>
                <a:ea typeface="Aptos" pitchFamily="34" charset="-122"/>
                <a:cs typeface="Aptos" pitchFamily="34" charset="-120"/>
              </a:rPr>
              <a:t>3</a:t>
            </a:r>
            <a:endParaRPr lang="en-US" sz="900" dirty="0"/>
          </a:p>
        </p:txBody>
      </p:sp>
      <p:sp>
        <p:nvSpPr>
          <p:cNvPr id="7" name="Text 5"/>
          <p:cNvSpPr/>
          <p:nvPr/>
        </p:nvSpPr>
        <p:spPr>
          <a:xfrm>
            <a:off x="566928" y="694944"/>
            <a:ext cx="11018520" cy="658368"/>
          </a:xfrm>
          <a:prstGeom prst="rect">
            <a:avLst/>
          </a:prstGeom>
          <a:noFill/>
          <a:ln/>
        </p:spPr>
        <p:txBody>
          <a:bodyPr wrap="square" lIns="0" tIns="0" rIns="0" bIns="0" rtlCol="0" anchor="ctr"/>
          <a:lstStyle/>
          <a:p>
            <a:pPr indent="0" marL="0">
              <a:buNone/>
            </a:pPr>
            <a:r>
              <a:rPr lang="en-US" sz="2600" b="1" dirty="0">
                <a:solidFill>
                  <a:srgbClr val="263746"/>
                </a:solidFill>
                <a:latin typeface="Aptos Display" pitchFamily="34" charset="0"/>
                <a:ea typeface="Aptos Display" pitchFamily="34" charset="-122"/>
                <a:cs typeface="Aptos Display" pitchFamily="34" charset="-120"/>
              </a:rPr>
              <a:t>Coupled dynamics make transition analysis difficult</a:t>
            </a:r>
            <a:endParaRPr lang="en-US" sz="2600" dirty="0"/>
          </a:p>
        </p:txBody>
      </p:sp>
      <p:sp>
        <p:nvSpPr>
          <p:cNvPr id="8" name="Text 6"/>
          <p:cNvSpPr/>
          <p:nvPr/>
        </p:nvSpPr>
        <p:spPr>
          <a:xfrm>
            <a:off x="594360" y="1399032"/>
            <a:ext cx="4480560" cy="182880"/>
          </a:xfrm>
          <a:prstGeom prst="rect">
            <a:avLst/>
          </a:prstGeom>
          <a:noFill/>
          <a:ln/>
        </p:spPr>
        <p:txBody>
          <a:bodyPr wrap="square" lIns="0" tIns="0" rIns="0" bIns="0" rtlCol="0" anchor="ctr"/>
          <a:lstStyle/>
          <a:p>
            <a:pPr indent="0" marL="0">
              <a:buNone/>
            </a:pPr>
            <a:r>
              <a:rPr lang="en-US" sz="1050" b="1" spc="150" kern="0" dirty="0">
                <a:solidFill>
                  <a:srgbClr val="C44F4F"/>
                </a:solidFill>
                <a:latin typeface="Aptos" pitchFamily="34" charset="0"/>
                <a:ea typeface="Aptos" pitchFamily="34" charset="-122"/>
                <a:cs typeface="Aptos" pitchFamily="34" charset="-120"/>
              </a:rPr>
              <a:t>NORMALIZED ACROSS EACH SIGNAL'S OBSERVED RANGE</a:t>
            </a:r>
            <a:endParaRPr lang="en-US" sz="1050" dirty="0"/>
          </a:p>
        </p:txBody>
      </p:sp>
      <p:sp>
        <p:nvSpPr>
          <p:cNvPr id="9" name="Shape 7"/>
          <p:cNvSpPr/>
          <p:nvPr/>
        </p:nvSpPr>
        <p:spPr>
          <a:xfrm>
            <a:off x="841248" y="4896196"/>
            <a:ext cx="10424160" cy="0"/>
          </a:xfrm>
          <a:prstGeom prst="line">
            <a:avLst/>
          </a:prstGeom>
          <a:noFill/>
          <a:ln w="12700">
            <a:solidFill>
              <a:srgbClr val="DCE2E7"/>
            </a:solidFill>
            <a:prstDash val="solid"/>
          </a:ln>
        </p:spPr>
      </p:sp>
      <p:sp>
        <p:nvSpPr>
          <p:cNvPr id="10" name="Text 8"/>
          <p:cNvSpPr/>
          <p:nvPr/>
        </p:nvSpPr>
        <p:spPr>
          <a:xfrm>
            <a:off x="457200" y="4823044"/>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0%</a:t>
            </a:r>
            <a:endParaRPr lang="en-US" sz="900" dirty="0"/>
          </a:p>
        </p:txBody>
      </p:sp>
      <p:sp>
        <p:nvSpPr>
          <p:cNvPr id="11" name="Shape 9"/>
          <p:cNvSpPr/>
          <p:nvPr/>
        </p:nvSpPr>
        <p:spPr>
          <a:xfrm>
            <a:off x="841248" y="3566160"/>
            <a:ext cx="10424160" cy="0"/>
          </a:xfrm>
          <a:prstGeom prst="line">
            <a:avLst/>
          </a:prstGeom>
          <a:noFill/>
          <a:ln w="12700">
            <a:solidFill>
              <a:srgbClr val="DCE2E7"/>
            </a:solidFill>
            <a:prstDash val="solid"/>
          </a:ln>
        </p:spPr>
      </p:sp>
      <p:sp>
        <p:nvSpPr>
          <p:cNvPr id="12" name="Text 10"/>
          <p:cNvSpPr/>
          <p:nvPr/>
        </p:nvSpPr>
        <p:spPr>
          <a:xfrm>
            <a:off x="457200" y="3493008"/>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50%</a:t>
            </a:r>
            <a:endParaRPr lang="en-US" sz="900" dirty="0"/>
          </a:p>
        </p:txBody>
      </p:sp>
      <p:sp>
        <p:nvSpPr>
          <p:cNvPr id="13" name="Shape 11"/>
          <p:cNvSpPr/>
          <p:nvPr/>
        </p:nvSpPr>
        <p:spPr>
          <a:xfrm>
            <a:off x="841248" y="2236124"/>
            <a:ext cx="10424160" cy="0"/>
          </a:xfrm>
          <a:prstGeom prst="line">
            <a:avLst/>
          </a:prstGeom>
          <a:noFill/>
          <a:ln w="12700">
            <a:solidFill>
              <a:srgbClr val="DCE2E7"/>
            </a:solidFill>
            <a:prstDash val="solid"/>
          </a:ln>
        </p:spPr>
      </p:sp>
      <p:sp>
        <p:nvSpPr>
          <p:cNvPr id="14" name="Text 12"/>
          <p:cNvSpPr/>
          <p:nvPr/>
        </p:nvSpPr>
        <p:spPr>
          <a:xfrm>
            <a:off x="457200" y="2162972"/>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100%</a:t>
            </a:r>
            <a:endParaRPr lang="en-US" sz="900" dirty="0"/>
          </a:p>
        </p:txBody>
      </p:sp>
      <p:sp>
        <p:nvSpPr>
          <p:cNvPr id="15" name="Shape 13"/>
          <p:cNvSpPr/>
          <p:nvPr/>
        </p:nvSpPr>
        <p:spPr>
          <a:xfrm>
            <a:off x="841248" y="2103120"/>
            <a:ext cx="0" cy="2926080"/>
          </a:xfrm>
          <a:prstGeom prst="line">
            <a:avLst/>
          </a:prstGeom>
          <a:noFill/>
          <a:ln w="8890">
            <a:solidFill>
              <a:srgbClr val="DCE2E7">
                <a:alpha val="80000"/>
              </a:srgbClr>
            </a:solidFill>
            <a:prstDash val="solid"/>
          </a:ln>
        </p:spPr>
      </p:sp>
      <p:sp>
        <p:nvSpPr>
          <p:cNvPr id="16" name="Text 14"/>
          <p:cNvSpPr/>
          <p:nvPr/>
        </p:nvSpPr>
        <p:spPr>
          <a:xfrm>
            <a:off x="731520"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0</a:t>
            </a:r>
            <a:endParaRPr lang="en-US" sz="900" dirty="0"/>
          </a:p>
        </p:txBody>
      </p:sp>
      <p:sp>
        <p:nvSpPr>
          <p:cNvPr id="17" name="Shape 15"/>
          <p:cNvSpPr/>
          <p:nvPr/>
        </p:nvSpPr>
        <p:spPr>
          <a:xfrm>
            <a:off x="2926080" y="2103120"/>
            <a:ext cx="0" cy="2926080"/>
          </a:xfrm>
          <a:prstGeom prst="line">
            <a:avLst/>
          </a:prstGeom>
          <a:noFill/>
          <a:ln w="8890">
            <a:solidFill>
              <a:srgbClr val="DCE2E7">
                <a:alpha val="80000"/>
              </a:srgbClr>
            </a:solidFill>
            <a:prstDash val="solid"/>
          </a:ln>
        </p:spPr>
      </p:sp>
      <p:sp>
        <p:nvSpPr>
          <p:cNvPr id="18" name="Text 16"/>
          <p:cNvSpPr/>
          <p:nvPr/>
        </p:nvSpPr>
        <p:spPr>
          <a:xfrm>
            <a:off x="2816352"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2</a:t>
            </a:r>
            <a:endParaRPr lang="en-US" sz="900" dirty="0"/>
          </a:p>
        </p:txBody>
      </p:sp>
      <p:sp>
        <p:nvSpPr>
          <p:cNvPr id="19" name="Shape 17"/>
          <p:cNvSpPr/>
          <p:nvPr/>
        </p:nvSpPr>
        <p:spPr>
          <a:xfrm>
            <a:off x="5010912" y="2103120"/>
            <a:ext cx="0" cy="2926080"/>
          </a:xfrm>
          <a:prstGeom prst="line">
            <a:avLst/>
          </a:prstGeom>
          <a:noFill/>
          <a:ln w="8890">
            <a:solidFill>
              <a:srgbClr val="DCE2E7">
                <a:alpha val="80000"/>
              </a:srgbClr>
            </a:solidFill>
            <a:prstDash val="solid"/>
          </a:ln>
        </p:spPr>
      </p:sp>
      <p:sp>
        <p:nvSpPr>
          <p:cNvPr id="20" name="Text 18"/>
          <p:cNvSpPr/>
          <p:nvPr/>
        </p:nvSpPr>
        <p:spPr>
          <a:xfrm>
            <a:off x="4901184"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4</a:t>
            </a:r>
            <a:endParaRPr lang="en-US" sz="900" dirty="0"/>
          </a:p>
        </p:txBody>
      </p:sp>
      <p:sp>
        <p:nvSpPr>
          <p:cNvPr id="21" name="Shape 19"/>
          <p:cNvSpPr/>
          <p:nvPr/>
        </p:nvSpPr>
        <p:spPr>
          <a:xfrm>
            <a:off x="7095744" y="2103120"/>
            <a:ext cx="0" cy="2926080"/>
          </a:xfrm>
          <a:prstGeom prst="line">
            <a:avLst/>
          </a:prstGeom>
          <a:noFill/>
          <a:ln w="8890">
            <a:solidFill>
              <a:srgbClr val="DCE2E7">
                <a:alpha val="80000"/>
              </a:srgbClr>
            </a:solidFill>
            <a:prstDash val="solid"/>
          </a:ln>
        </p:spPr>
      </p:sp>
      <p:sp>
        <p:nvSpPr>
          <p:cNvPr id="22" name="Text 20"/>
          <p:cNvSpPr/>
          <p:nvPr/>
        </p:nvSpPr>
        <p:spPr>
          <a:xfrm>
            <a:off x="6986016"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6</a:t>
            </a:r>
            <a:endParaRPr lang="en-US" sz="900" dirty="0"/>
          </a:p>
        </p:txBody>
      </p:sp>
      <p:sp>
        <p:nvSpPr>
          <p:cNvPr id="23" name="Shape 21"/>
          <p:cNvSpPr/>
          <p:nvPr/>
        </p:nvSpPr>
        <p:spPr>
          <a:xfrm>
            <a:off x="9180576" y="2103120"/>
            <a:ext cx="0" cy="2926080"/>
          </a:xfrm>
          <a:prstGeom prst="line">
            <a:avLst/>
          </a:prstGeom>
          <a:noFill/>
          <a:ln w="8890">
            <a:solidFill>
              <a:srgbClr val="DCE2E7">
                <a:alpha val="80000"/>
              </a:srgbClr>
            </a:solidFill>
            <a:prstDash val="solid"/>
          </a:ln>
        </p:spPr>
      </p:sp>
      <p:sp>
        <p:nvSpPr>
          <p:cNvPr id="24" name="Text 22"/>
          <p:cNvSpPr/>
          <p:nvPr/>
        </p:nvSpPr>
        <p:spPr>
          <a:xfrm>
            <a:off x="9070848"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8</a:t>
            </a:r>
            <a:endParaRPr lang="en-US" sz="900" dirty="0"/>
          </a:p>
        </p:txBody>
      </p:sp>
      <p:sp>
        <p:nvSpPr>
          <p:cNvPr id="25" name="Shape 23"/>
          <p:cNvSpPr/>
          <p:nvPr/>
        </p:nvSpPr>
        <p:spPr>
          <a:xfrm>
            <a:off x="11265408" y="2103120"/>
            <a:ext cx="0" cy="2926080"/>
          </a:xfrm>
          <a:prstGeom prst="line">
            <a:avLst/>
          </a:prstGeom>
          <a:noFill/>
          <a:ln w="8890">
            <a:solidFill>
              <a:srgbClr val="DCE2E7">
                <a:alpha val="80000"/>
              </a:srgbClr>
            </a:solidFill>
            <a:prstDash val="solid"/>
          </a:ln>
        </p:spPr>
      </p:sp>
      <p:sp>
        <p:nvSpPr>
          <p:cNvPr id="26" name="Text 24"/>
          <p:cNvSpPr/>
          <p:nvPr/>
        </p:nvSpPr>
        <p:spPr>
          <a:xfrm>
            <a:off x="11155680"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10</a:t>
            </a:r>
            <a:endParaRPr lang="en-US" sz="900" dirty="0"/>
          </a:p>
        </p:txBody>
      </p:sp>
      <p:sp>
        <p:nvSpPr>
          <p:cNvPr id="27" name="Text 25"/>
          <p:cNvSpPr/>
          <p:nvPr/>
        </p:nvSpPr>
        <p:spPr>
          <a:xfrm>
            <a:off x="4841748" y="5404104"/>
            <a:ext cx="2423160" cy="164592"/>
          </a:xfrm>
          <a:prstGeom prst="rect">
            <a:avLst/>
          </a:prstGeom>
          <a:noFill/>
          <a:ln/>
        </p:spPr>
        <p:txBody>
          <a:bodyPr wrap="square" lIns="0" tIns="0" rIns="0" bIns="0" rtlCol="0" anchor="ctr"/>
          <a:lstStyle/>
          <a:p>
            <a:pPr algn="ctr" indent="0" marL="0">
              <a:buNone/>
            </a:pPr>
            <a:r>
              <a:rPr lang="en-US" sz="920" b="1" spc="70" kern="0" dirty="0">
                <a:solidFill>
                  <a:srgbClr val="657782"/>
                </a:solidFill>
              </a:rPr>
              <a:t>HOURS FROM GRADE CHANGE</a:t>
            </a:r>
            <a:endParaRPr lang="en-US" sz="920" dirty="0"/>
          </a:p>
        </p:txBody>
      </p:sp>
      <p:sp>
        <p:nvSpPr>
          <p:cNvPr id="28" name="Shape 26"/>
          <p:cNvSpPr/>
          <p:nvPr/>
        </p:nvSpPr>
        <p:spPr>
          <a:xfrm>
            <a:off x="841248" y="2254211"/>
            <a:ext cx="176480" cy="0"/>
          </a:xfrm>
          <a:prstGeom prst="line">
            <a:avLst/>
          </a:prstGeom>
          <a:noFill/>
          <a:ln w="25400">
            <a:solidFill>
              <a:srgbClr val="5C4DB7"/>
            </a:solidFill>
            <a:prstDash val="solid"/>
            <a:headEnd type="none"/>
            <a:tailEnd type="none"/>
          </a:ln>
        </p:spPr>
      </p:sp>
      <p:sp>
        <p:nvSpPr>
          <p:cNvPr id="29" name="Shape 27"/>
          <p:cNvSpPr/>
          <p:nvPr/>
        </p:nvSpPr>
        <p:spPr>
          <a:xfrm>
            <a:off x="1014984" y="2235633"/>
            <a:ext cx="0" cy="21320"/>
          </a:xfrm>
          <a:prstGeom prst="line">
            <a:avLst/>
          </a:prstGeom>
          <a:noFill/>
          <a:ln w="25400">
            <a:solidFill>
              <a:srgbClr val="5C4DB7"/>
            </a:solidFill>
            <a:prstDash val="solid"/>
            <a:headEnd type="none"/>
            <a:tailEnd type="none"/>
          </a:ln>
        </p:spPr>
      </p:sp>
      <p:sp>
        <p:nvSpPr>
          <p:cNvPr id="30" name="Shape 28"/>
          <p:cNvSpPr/>
          <p:nvPr/>
        </p:nvSpPr>
        <p:spPr>
          <a:xfrm>
            <a:off x="1014984" y="2238377"/>
            <a:ext cx="176479" cy="0"/>
          </a:xfrm>
          <a:prstGeom prst="line">
            <a:avLst/>
          </a:prstGeom>
          <a:noFill/>
          <a:ln w="25400">
            <a:solidFill>
              <a:srgbClr val="5C4DB7"/>
            </a:solidFill>
            <a:prstDash val="solid"/>
            <a:headEnd type="none"/>
            <a:tailEnd type="none"/>
          </a:ln>
        </p:spPr>
      </p:sp>
      <p:sp>
        <p:nvSpPr>
          <p:cNvPr id="31" name="Shape 29"/>
          <p:cNvSpPr/>
          <p:nvPr/>
        </p:nvSpPr>
        <p:spPr>
          <a:xfrm>
            <a:off x="1188720" y="2235633"/>
            <a:ext cx="0" cy="14004"/>
          </a:xfrm>
          <a:prstGeom prst="line">
            <a:avLst/>
          </a:prstGeom>
          <a:noFill/>
          <a:ln w="25400">
            <a:solidFill>
              <a:srgbClr val="5C4DB7"/>
            </a:solidFill>
            <a:prstDash val="solid"/>
            <a:headEnd type="none"/>
            <a:tailEnd type="none"/>
          </a:ln>
        </p:spPr>
      </p:sp>
      <p:sp>
        <p:nvSpPr>
          <p:cNvPr id="32" name="Shape 30"/>
          <p:cNvSpPr/>
          <p:nvPr/>
        </p:nvSpPr>
        <p:spPr>
          <a:xfrm>
            <a:off x="1188720" y="2246894"/>
            <a:ext cx="176480" cy="0"/>
          </a:xfrm>
          <a:prstGeom prst="line">
            <a:avLst/>
          </a:prstGeom>
          <a:noFill/>
          <a:ln w="25400">
            <a:solidFill>
              <a:srgbClr val="5C4DB7"/>
            </a:solidFill>
            <a:prstDash val="solid"/>
            <a:headEnd type="none"/>
            <a:tailEnd type="none"/>
          </a:ln>
        </p:spPr>
      </p:sp>
      <p:sp>
        <p:nvSpPr>
          <p:cNvPr id="33" name="Shape 31"/>
          <p:cNvSpPr/>
          <p:nvPr/>
        </p:nvSpPr>
        <p:spPr>
          <a:xfrm>
            <a:off x="1362456" y="2244151"/>
            <a:ext cx="0" cy="20311"/>
          </a:xfrm>
          <a:prstGeom prst="line">
            <a:avLst/>
          </a:prstGeom>
          <a:noFill/>
          <a:ln w="25400">
            <a:solidFill>
              <a:srgbClr val="5C4DB7"/>
            </a:solidFill>
            <a:prstDash val="solid"/>
            <a:headEnd type="none"/>
            <a:tailEnd type="none"/>
          </a:ln>
        </p:spPr>
      </p:sp>
      <p:sp>
        <p:nvSpPr>
          <p:cNvPr id="34" name="Shape 32"/>
          <p:cNvSpPr/>
          <p:nvPr/>
        </p:nvSpPr>
        <p:spPr>
          <a:xfrm>
            <a:off x="1362456" y="2261719"/>
            <a:ext cx="176480" cy="0"/>
          </a:xfrm>
          <a:prstGeom prst="line">
            <a:avLst/>
          </a:prstGeom>
          <a:noFill/>
          <a:ln w="25400">
            <a:solidFill>
              <a:srgbClr val="5C4DB7"/>
            </a:solidFill>
            <a:prstDash val="solid"/>
            <a:headEnd type="none"/>
            <a:tailEnd type="none"/>
          </a:ln>
        </p:spPr>
      </p:sp>
      <p:sp>
        <p:nvSpPr>
          <p:cNvPr id="35" name="Shape 33"/>
          <p:cNvSpPr/>
          <p:nvPr/>
        </p:nvSpPr>
        <p:spPr>
          <a:xfrm>
            <a:off x="1536192" y="2258976"/>
            <a:ext cx="0" cy="26650"/>
          </a:xfrm>
          <a:prstGeom prst="line">
            <a:avLst/>
          </a:prstGeom>
          <a:noFill/>
          <a:ln w="25400">
            <a:solidFill>
              <a:srgbClr val="5C4DB7"/>
            </a:solidFill>
            <a:prstDash val="solid"/>
            <a:headEnd type="none"/>
            <a:tailEnd type="none"/>
          </a:ln>
        </p:spPr>
      </p:sp>
      <p:sp>
        <p:nvSpPr>
          <p:cNvPr id="36" name="Shape 34"/>
          <p:cNvSpPr/>
          <p:nvPr/>
        </p:nvSpPr>
        <p:spPr>
          <a:xfrm>
            <a:off x="1536192" y="2282883"/>
            <a:ext cx="176479" cy="0"/>
          </a:xfrm>
          <a:prstGeom prst="line">
            <a:avLst/>
          </a:prstGeom>
          <a:noFill/>
          <a:ln w="25400">
            <a:solidFill>
              <a:srgbClr val="5C4DB7"/>
            </a:solidFill>
            <a:prstDash val="solid"/>
            <a:headEnd type="none"/>
            <a:tailEnd type="none"/>
          </a:ln>
        </p:spPr>
      </p:sp>
      <p:sp>
        <p:nvSpPr>
          <p:cNvPr id="37" name="Shape 35"/>
          <p:cNvSpPr/>
          <p:nvPr/>
        </p:nvSpPr>
        <p:spPr>
          <a:xfrm>
            <a:off x="1709928" y="2280140"/>
            <a:ext cx="0" cy="32664"/>
          </a:xfrm>
          <a:prstGeom prst="line">
            <a:avLst/>
          </a:prstGeom>
          <a:noFill/>
          <a:ln w="25400">
            <a:solidFill>
              <a:srgbClr val="5C4DB7"/>
            </a:solidFill>
            <a:prstDash val="solid"/>
            <a:headEnd type="none"/>
            <a:tailEnd type="none"/>
          </a:ln>
        </p:spPr>
      </p:sp>
      <p:sp>
        <p:nvSpPr>
          <p:cNvPr id="38" name="Shape 36"/>
          <p:cNvSpPr/>
          <p:nvPr/>
        </p:nvSpPr>
        <p:spPr>
          <a:xfrm>
            <a:off x="1709928" y="2310060"/>
            <a:ext cx="176480" cy="0"/>
          </a:xfrm>
          <a:prstGeom prst="line">
            <a:avLst/>
          </a:prstGeom>
          <a:noFill/>
          <a:ln w="25400">
            <a:solidFill>
              <a:srgbClr val="5C4DB7"/>
            </a:solidFill>
            <a:prstDash val="solid"/>
            <a:headEnd type="none"/>
            <a:tailEnd type="none"/>
          </a:ln>
        </p:spPr>
      </p:sp>
      <p:sp>
        <p:nvSpPr>
          <p:cNvPr id="39" name="Shape 37"/>
          <p:cNvSpPr/>
          <p:nvPr/>
        </p:nvSpPr>
        <p:spPr>
          <a:xfrm>
            <a:off x="1883664" y="2307317"/>
            <a:ext cx="0" cy="37595"/>
          </a:xfrm>
          <a:prstGeom prst="line">
            <a:avLst/>
          </a:prstGeom>
          <a:noFill/>
          <a:ln w="25400">
            <a:solidFill>
              <a:srgbClr val="5C4DB7"/>
            </a:solidFill>
            <a:prstDash val="solid"/>
            <a:headEnd type="none"/>
            <a:tailEnd type="none"/>
          </a:ln>
        </p:spPr>
      </p:sp>
      <p:sp>
        <p:nvSpPr>
          <p:cNvPr id="40" name="Shape 38"/>
          <p:cNvSpPr/>
          <p:nvPr/>
        </p:nvSpPr>
        <p:spPr>
          <a:xfrm>
            <a:off x="1883664" y="2342169"/>
            <a:ext cx="176480" cy="0"/>
          </a:xfrm>
          <a:prstGeom prst="line">
            <a:avLst/>
          </a:prstGeom>
          <a:noFill/>
          <a:ln w="25400">
            <a:solidFill>
              <a:srgbClr val="5C4DB7"/>
            </a:solidFill>
            <a:prstDash val="solid"/>
            <a:headEnd type="none"/>
            <a:tailEnd type="none"/>
          </a:ln>
        </p:spPr>
      </p:sp>
      <p:sp>
        <p:nvSpPr>
          <p:cNvPr id="41" name="Shape 39"/>
          <p:cNvSpPr/>
          <p:nvPr/>
        </p:nvSpPr>
        <p:spPr>
          <a:xfrm>
            <a:off x="2057400" y="2339426"/>
            <a:ext cx="0" cy="42447"/>
          </a:xfrm>
          <a:prstGeom prst="line">
            <a:avLst/>
          </a:prstGeom>
          <a:noFill/>
          <a:ln w="25400">
            <a:solidFill>
              <a:srgbClr val="5C4DB7"/>
            </a:solidFill>
            <a:prstDash val="solid"/>
            <a:headEnd type="none"/>
            <a:tailEnd type="none"/>
          </a:ln>
        </p:spPr>
      </p:sp>
      <p:sp>
        <p:nvSpPr>
          <p:cNvPr id="42" name="Shape 40"/>
          <p:cNvSpPr/>
          <p:nvPr/>
        </p:nvSpPr>
        <p:spPr>
          <a:xfrm>
            <a:off x="2057400" y="2379130"/>
            <a:ext cx="176479" cy="0"/>
          </a:xfrm>
          <a:prstGeom prst="line">
            <a:avLst/>
          </a:prstGeom>
          <a:noFill/>
          <a:ln w="25400">
            <a:solidFill>
              <a:srgbClr val="5C4DB7"/>
            </a:solidFill>
            <a:prstDash val="solid"/>
            <a:headEnd type="none"/>
            <a:tailEnd type="none"/>
          </a:ln>
        </p:spPr>
      </p:sp>
      <p:sp>
        <p:nvSpPr>
          <p:cNvPr id="43" name="Shape 41"/>
          <p:cNvSpPr/>
          <p:nvPr/>
        </p:nvSpPr>
        <p:spPr>
          <a:xfrm>
            <a:off x="2231136" y="2376387"/>
            <a:ext cx="0" cy="46836"/>
          </a:xfrm>
          <a:prstGeom prst="line">
            <a:avLst/>
          </a:prstGeom>
          <a:noFill/>
          <a:ln w="25400">
            <a:solidFill>
              <a:srgbClr val="5C4DB7"/>
            </a:solidFill>
            <a:prstDash val="solid"/>
            <a:headEnd type="none"/>
            <a:tailEnd type="none"/>
          </a:ln>
        </p:spPr>
      </p:sp>
      <p:sp>
        <p:nvSpPr>
          <p:cNvPr id="44" name="Shape 42"/>
          <p:cNvSpPr/>
          <p:nvPr/>
        </p:nvSpPr>
        <p:spPr>
          <a:xfrm>
            <a:off x="2231136" y="2420479"/>
            <a:ext cx="176480" cy="0"/>
          </a:xfrm>
          <a:prstGeom prst="line">
            <a:avLst/>
          </a:prstGeom>
          <a:noFill/>
          <a:ln w="25400">
            <a:solidFill>
              <a:srgbClr val="5C4DB7"/>
            </a:solidFill>
            <a:prstDash val="solid"/>
            <a:headEnd type="none"/>
            <a:tailEnd type="none"/>
          </a:ln>
        </p:spPr>
      </p:sp>
      <p:sp>
        <p:nvSpPr>
          <p:cNvPr id="45" name="Shape 43"/>
          <p:cNvSpPr/>
          <p:nvPr/>
        </p:nvSpPr>
        <p:spPr>
          <a:xfrm>
            <a:off x="2404872" y="2417736"/>
            <a:ext cx="0" cy="50506"/>
          </a:xfrm>
          <a:prstGeom prst="line">
            <a:avLst/>
          </a:prstGeom>
          <a:noFill/>
          <a:ln w="25400">
            <a:solidFill>
              <a:srgbClr val="5C4DB7"/>
            </a:solidFill>
            <a:prstDash val="solid"/>
            <a:headEnd type="none"/>
            <a:tailEnd type="none"/>
          </a:ln>
        </p:spPr>
      </p:sp>
      <p:sp>
        <p:nvSpPr>
          <p:cNvPr id="46" name="Shape 44"/>
          <p:cNvSpPr/>
          <p:nvPr/>
        </p:nvSpPr>
        <p:spPr>
          <a:xfrm>
            <a:off x="2404872" y="2465499"/>
            <a:ext cx="176480" cy="0"/>
          </a:xfrm>
          <a:prstGeom prst="line">
            <a:avLst/>
          </a:prstGeom>
          <a:noFill/>
          <a:ln w="25400">
            <a:solidFill>
              <a:srgbClr val="5C4DB7"/>
            </a:solidFill>
            <a:prstDash val="solid"/>
            <a:headEnd type="none"/>
            <a:tailEnd type="none"/>
          </a:ln>
        </p:spPr>
      </p:sp>
      <p:sp>
        <p:nvSpPr>
          <p:cNvPr id="47" name="Shape 45"/>
          <p:cNvSpPr/>
          <p:nvPr/>
        </p:nvSpPr>
        <p:spPr>
          <a:xfrm>
            <a:off x="2578608" y="2462756"/>
            <a:ext cx="0" cy="54152"/>
          </a:xfrm>
          <a:prstGeom prst="line">
            <a:avLst/>
          </a:prstGeom>
          <a:noFill/>
          <a:ln w="25400">
            <a:solidFill>
              <a:srgbClr val="5C4DB7"/>
            </a:solidFill>
            <a:prstDash val="solid"/>
            <a:headEnd type="none"/>
            <a:tailEnd type="none"/>
          </a:ln>
        </p:spPr>
      </p:sp>
      <p:sp>
        <p:nvSpPr>
          <p:cNvPr id="48" name="Shape 46"/>
          <p:cNvSpPr/>
          <p:nvPr/>
        </p:nvSpPr>
        <p:spPr>
          <a:xfrm>
            <a:off x="2578608" y="2514165"/>
            <a:ext cx="176479" cy="0"/>
          </a:xfrm>
          <a:prstGeom prst="line">
            <a:avLst/>
          </a:prstGeom>
          <a:noFill/>
          <a:ln w="25400">
            <a:solidFill>
              <a:srgbClr val="5C4DB7"/>
            </a:solidFill>
            <a:prstDash val="solid"/>
            <a:headEnd type="none"/>
            <a:tailEnd type="none"/>
          </a:ln>
        </p:spPr>
      </p:sp>
      <p:sp>
        <p:nvSpPr>
          <p:cNvPr id="49" name="Shape 47"/>
          <p:cNvSpPr/>
          <p:nvPr/>
        </p:nvSpPr>
        <p:spPr>
          <a:xfrm>
            <a:off x="2752344" y="2511422"/>
            <a:ext cx="0" cy="57203"/>
          </a:xfrm>
          <a:prstGeom prst="line">
            <a:avLst/>
          </a:prstGeom>
          <a:noFill/>
          <a:ln w="25400">
            <a:solidFill>
              <a:srgbClr val="5C4DB7"/>
            </a:solidFill>
            <a:prstDash val="solid"/>
            <a:headEnd type="none"/>
            <a:tailEnd type="none"/>
          </a:ln>
        </p:spPr>
      </p:sp>
      <p:sp>
        <p:nvSpPr>
          <p:cNvPr id="50" name="Shape 48"/>
          <p:cNvSpPr/>
          <p:nvPr/>
        </p:nvSpPr>
        <p:spPr>
          <a:xfrm>
            <a:off x="2752344" y="2565882"/>
            <a:ext cx="176480" cy="0"/>
          </a:xfrm>
          <a:prstGeom prst="line">
            <a:avLst/>
          </a:prstGeom>
          <a:noFill/>
          <a:ln w="25400">
            <a:solidFill>
              <a:srgbClr val="5C4DB7"/>
            </a:solidFill>
            <a:prstDash val="solid"/>
            <a:headEnd type="none"/>
            <a:tailEnd type="none"/>
          </a:ln>
        </p:spPr>
      </p:sp>
      <p:sp>
        <p:nvSpPr>
          <p:cNvPr id="51" name="Shape 49"/>
          <p:cNvSpPr/>
          <p:nvPr/>
        </p:nvSpPr>
        <p:spPr>
          <a:xfrm>
            <a:off x="2926080" y="2563139"/>
            <a:ext cx="0" cy="59553"/>
          </a:xfrm>
          <a:prstGeom prst="line">
            <a:avLst/>
          </a:prstGeom>
          <a:noFill/>
          <a:ln w="25400">
            <a:solidFill>
              <a:srgbClr val="5C4DB7"/>
            </a:solidFill>
            <a:prstDash val="solid"/>
            <a:headEnd type="none"/>
            <a:tailEnd type="none"/>
          </a:ln>
        </p:spPr>
      </p:sp>
      <p:sp>
        <p:nvSpPr>
          <p:cNvPr id="52" name="Shape 50"/>
          <p:cNvSpPr/>
          <p:nvPr/>
        </p:nvSpPr>
        <p:spPr>
          <a:xfrm>
            <a:off x="2926080" y="2619948"/>
            <a:ext cx="176480" cy="0"/>
          </a:xfrm>
          <a:prstGeom prst="line">
            <a:avLst/>
          </a:prstGeom>
          <a:noFill/>
          <a:ln w="25400">
            <a:solidFill>
              <a:srgbClr val="5C4DB7"/>
            </a:solidFill>
            <a:prstDash val="solid"/>
            <a:headEnd type="none"/>
            <a:tailEnd type="none"/>
          </a:ln>
        </p:spPr>
      </p:sp>
      <p:sp>
        <p:nvSpPr>
          <p:cNvPr id="53" name="Shape 51"/>
          <p:cNvSpPr/>
          <p:nvPr/>
        </p:nvSpPr>
        <p:spPr>
          <a:xfrm>
            <a:off x="3099816" y="2617205"/>
            <a:ext cx="0" cy="71978"/>
          </a:xfrm>
          <a:prstGeom prst="line">
            <a:avLst/>
          </a:prstGeom>
          <a:noFill/>
          <a:ln w="25400">
            <a:solidFill>
              <a:srgbClr val="5C4DB7"/>
            </a:solidFill>
            <a:prstDash val="solid"/>
            <a:headEnd type="none"/>
            <a:tailEnd type="none"/>
          </a:ln>
        </p:spPr>
      </p:sp>
      <p:sp>
        <p:nvSpPr>
          <p:cNvPr id="54" name="Shape 52"/>
          <p:cNvSpPr/>
          <p:nvPr/>
        </p:nvSpPr>
        <p:spPr>
          <a:xfrm>
            <a:off x="3099816" y="2686440"/>
            <a:ext cx="176479" cy="0"/>
          </a:xfrm>
          <a:prstGeom prst="line">
            <a:avLst/>
          </a:prstGeom>
          <a:noFill/>
          <a:ln w="25400">
            <a:solidFill>
              <a:srgbClr val="5C4DB7"/>
            </a:solidFill>
            <a:prstDash val="solid"/>
            <a:headEnd type="none"/>
            <a:tailEnd type="none"/>
          </a:ln>
        </p:spPr>
      </p:sp>
      <p:sp>
        <p:nvSpPr>
          <p:cNvPr id="55" name="Shape 53"/>
          <p:cNvSpPr/>
          <p:nvPr/>
        </p:nvSpPr>
        <p:spPr>
          <a:xfrm>
            <a:off x="3273552" y="2683697"/>
            <a:ext cx="0" cy="63026"/>
          </a:xfrm>
          <a:prstGeom prst="line">
            <a:avLst/>
          </a:prstGeom>
          <a:noFill/>
          <a:ln w="25400">
            <a:solidFill>
              <a:srgbClr val="5C4DB7"/>
            </a:solidFill>
            <a:prstDash val="solid"/>
            <a:headEnd type="none"/>
            <a:tailEnd type="none"/>
          </a:ln>
        </p:spPr>
      </p:sp>
      <p:sp>
        <p:nvSpPr>
          <p:cNvPr id="56" name="Shape 54"/>
          <p:cNvSpPr/>
          <p:nvPr/>
        </p:nvSpPr>
        <p:spPr>
          <a:xfrm>
            <a:off x="3273552" y="2743980"/>
            <a:ext cx="176480" cy="0"/>
          </a:xfrm>
          <a:prstGeom prst="line">
            <a:avLst/>
          </a:prstGeom>
          <a:noFill/>
          <a:ln w="25400">
            <a:solidFill>
              <a:srgbClr val="5C4DB7"/>
            </a:solidFill>
            <a:prstDash val="solid"/>
            <a:headEnd type="none"/>
            <a:tailEnd type="none"/>
          </a:ln>
        </p:spPr>
      </p:sp>
      <p:sp>
        <p:nvSpPr>
          <p:cNvPr id="57" name="Shape 55"/>
          <p:cNvSpPr/>
          <p:nvPr/>
        </p:nvSpPr>
        <p:spPr>
          <a:xfrm>
            <a:off x="3447288" y="2741236"/>
            <a:ext cx="0" cy="63943"/>
          </a:xfrm>
          <a:prstGeom prst="line">
            <a:avLst/>
          </a:prstGeom>
          <a:noFill/>
          <a:ln w="25400">
            <a:solidFill>
              <a:srgbClr val="5C4DB7"/>
            </a:solidFill>
            <a:prstDash val="solid"/>
            <a:headEnd type="none"/>
            <a:tailEnd type="none"/>
          </a:ln>
        </p:spPr>
      </p:sp>
      <p:sp>
        <p:nvSpPr>
          <p:cNvPr id="58" name="Shape 56"/>
          <p:cNvSpPr/>
          <p:nvPr/>
        </p:nvSpPr>
        <p:spPr>
          <a:xfrm>
            <a:off x="3447288" y="2802436"/>
            <a:ext cx="176480" cy="0"/>
          </a:xfrm>
          <a:prstGeom prst="line">
            <a:avLst/>
          </a:prstGeom>
          <a:noFill/>
          <a:ln w="25400">
            <a:solidFill>
              <a:srgbClr val="5C4DB7"/>
            </a:solidFill>
            <a:prstDash val="solid"/>
            <a:headEnd type="none"/>
            <a:tailEnd type="none"/>
          </a:ln>
        </p:spPr>
      </p:sp>
      <p:sp>
        <p:nvSpPr>
          <p:cNvPr id="59" name="Shape 57"/>
          <p:cNvSpPr/>
          <p:nvPr/>
        </p:nvSpPr>
        <p:spPr>
          <a:xfrm>
            <a:off x="3621024" y="2799693"/>
            <a:ext cx="0" cy="64504"/>
          </a:xfrm>
          <a:prstGeom prst="line">
            <a:avLst/>
          </a:prstGeom>
          <a:noFill/>
          <a:ln w="25400">
            <a:solidFill>
              <a:srgbClr val="5C4DB7"/>
            </a:solidFill>
            <a:prstDash val="solid"/>
            <a:headEnd type="none"/>
            <a:tailEnd type="none"/>
          </a:ln>
        </p:spPr>
      </p:sp>
      <p:sp>
        <p:nvSpPr>
          <p:cNvPr id="60" name="Shape 58"/>
          <p:cNvSpPr/>
          <p:nvPr/>
        </p:nvSpPr>
        <p:spPr>
          <a:xfrm>
            <a:off x="3621024" y="2861454"/>
            <a:ext cx="176479" cy="0"/>
          </a:xfrm>
          <a:prstGeom prst="line">
            <a:avLst/>
          </a:prstGeom>
          <a:noFill/>
          <a:ln w="25400">
            <a:solidFill>
              <a:srgbClr val="5C4DB7"/>
            </a:solidFill>
            <a:prstDash val="solid"/>
            <a:headEnd type="none"/>
            <a:tailEnd type="none"/>
          </a:ln>
        </p:spPr>
      </p:sp>
      <p:sp>
        <p:nvSpPr>
          <p:cNvPr id="61" name="Shape 59"/>
          <p:cNvSpPr/>
          <p:nvPr/>
        </p:nvSpPr>
        <p:spPr>
          <a:xfrm>
            <a:off x="3794760" y="2858711"/>
            <a:ext cx="0" cy="64640"/>
          </a:xfrm>
          <a:prstGeom prst="line">
            <a:avLst/>
          </a:prstGeom>
          <a:noFill/>
          <a:ln w="25400">
            <a:solidFill>
              <a:srgbClr val="5C4DB7"/>
            </a:solidFill>
            <a:prstDash val="solid"/>
            <a:headEnd type="none"/>
            <a:tailEnd type="none"/>
          </a:ln>
        </p:spPr>
      </p:sp>
      <p:sp>
        <p:nvSpPr>
          <p:cNvPr id="62" name="Shape 60"/>
          <p:cNvSpPr/>
          <p:nvPr/>
        </p:nvSpPr>
        <p:spPr>
          <a:xfrm>
            <a:off x="3794760" y="2920607"/>
            <a:ext cx="176480" cy="0"/>
          </a:xfrm>
          <a:prstGeom prst="line">
            <a:avLst/>
          </a:prstGeom>
          <a:noFill/>
          <a:ln w="25400">
            <a:solidFill>
              <a:srgbClr val="5C4DB7"/>
            </a:solidFill>
            <a:prstDash val="solid"/>
            <a:headEnd type="none"/>
            <a:tailEnd type="none"/>
          </a:ln>
        </p:spPr>
      </p:sp>
      <p:sp>
        <p:nvSpPr>
          <p:cNvPr id="63" name="Shape 61"/>
          <p:cNvSpPr/>
          <p:nvPr/>
        </p:nvSpPr>
        <p:spPr>
          <a:xfrm>
            <a:off x="3968496" y="2917864"/>
            <a:ext cx="0" cy="64331"/>
          </a:xfrm>
          <a:prstGeom prst="line">
            <a:avLst/>
          </a:prstGeom>
          <a:noFill/>
          <a:ln w="25400">
            <a:solidFill>
              <a:srgbClr val="5C4DB7"/>
            </a:solidFill>
            <a:prstDash val="solid"/>
            <a:headEnd type="none"/>
            <a:tailEnd type="none"/>
          </a:ln>
        </p:spPr>
      </p:sp>
      <p:sp>
        <p:nvSpPr>
          <p:cNvPr id="64" name="Shape 62"/>
          <p:cNvSpPr/>
          <p:nvPr/>
        </p:nvSpPr>
        <p:spPr>
          <a:xfrm>
            <a:off x="3968496" y="2979451"/>
            <a:ext cx="176480" cy="0"/>
          </a:xfrm>
          <a:prstGeom prst="line">
            <a:avLst/>
          </a:prstGeom>
          <a:noFill/>
          <a:ln w="25400">
            <a:solidFill>
              <a:srgbClr val="5C4DB7"/>
            </a:solidFill>
            <a:prstDash val="solid"/>
            <a:headEnd type="none"/>
            <a:tailEnd type="none"/>
          </a:ln>
        </p:spPr>
      </p:sp>
      <p:sp>
        <p:nvSpPr>
          <p:cNvPr id="65" name="Shape 63"/>
          <p:cNvSpPr/>
          <p:nvPr/>
        </p:nvSpPr>
        <p:spPr>
          <a:xfrm>
            <a:off x="4142232" y="2976708"/>
            <a:ext cx="0" cy="64067"/>
          </a:xfrm>
          <a:prstGeom prst="line">
            <a:avLst/>
          </a:prstGeom>
          <a:noFill/>
          <a:ln w="25400">
            <a:solidFill>
              <a:srgbClr val="5C4DB7"/>
            </a:solidFill>
            <a:prstDash val="solid"/>
            <a:headEnd type="none"/>
            <a:tailEnd type="none"/>
          </a:ln>
        </p:spPr>
      </p:sp>
      <p:sp>
        <p:nvSpPr>
          <p:cNvPr id="66" name="Shape 64"/>
          <p:cNvSpPr/>
          <p:nvPr/>
        </p:nvSpPr>
        <p:spPr>
          <a:xfrm>
            <a:off x="4142232" y="3038032"/>
            <a:ext cx="176479" cy="0"/>
          </a:xfrm>
          <a:prstGeom prst="line">
            <a:avLst/>
          </a:prstGeom>
          <a:noFill/>
          <a:ln w="25400">
            <a:solidFill>
              <a:srgbClr val="5C4DB7"/>
            </a:solidFill>
            <a:prstDash val="solid"/>
            <a:headEnd type="none"/>
            <a:tailEnd type="none"/>
          </a:ln>
        </p:spPr>
      </p:sp>
      <p:sp>
        <p:nvSpPr>
          <p:cNvPr id="67" name="Shape 65"/>
          <p:cNvSpPr/>
          <p:nvPr/>
        </p:nvSpPr>
        <p:spPr>
          <a:xfrm>
            <a:off x="4315968" y="3035289"/>
            <a:ext cx="0" cy="63965"/>
          </a:xfrm>
          <a:prstGeom prst="line">
            <a:avLst/>
          </a:prstGeom>
          <a:noFill/>
          <a:ln w="25400">
            <a:solidFill>
              <a:srgbClr val="5C4DB7"/>
            </a:solidFill>
            <a:prstDash val="solid"/>
            <a:headEnd type="none"/>
            <a:tailEnd type="none"/>
          </a:ln>
        </p:spPr>
      </p:sp>
      <p:sp>
        <p:nvSpPr>
          <p:cNvPr id="68" name="Shape 66"/>
          <p:cNvSpPr/>
          <p:nvPr/>
        </p:nvSpPr>
        <p:spPr>
          <a:xfrm>
            <a:off x="4315968" y="3096510"/>
            <a:ext cx="176480" cy="0"/>
          </a:xfrm>
          <a:prstGeom prst="line">
            <a:avLst/>
          </a:prstGeom>
          <a:noFill/>
          <a:ln w="25400">
            <a:solidFill>
              <a:srgbClr val="5C4DB7"/>
            </a:solidFill>
            <a:prstDash val="solid"/>
            <a:headEnd type="none"/>
            <a:tailEnd type="none"/>
          </a:ln>
        </p:spPr>
      </p:sp>
      <p:sp>
        <p:nvSpPr>
          <p:cNvPr id="69" name="Shape 67"/>
          <p:cNvSpPr/>
          <p:nvPr/>
        </p:nvSpPr>
        <p:spPr>
          <a:xfrm>
            <a:off x="4489704" y="3093767"/>
            <a:ext cx="0" cy="64035"/>
          </a:xfrm>
          <a:prstGeom prst="line">
            <a:avLst/>
          </a:prstGeom>
          <a:noFill/>
          <a:ln w="25400">
            <a:solidFill>
              <a:srgbClr val="5C4DB7"/>
            </a:solidFill>
            <a:prstDash val="solid"/>
            <a:headEnd type="none"/>
            <a:tailEnd type="none"/>
          </a:ln>
        </p:spPr>
      </p:sp>
      <p:sp>
        <p:nvSpPr>
          <p:cNvPr id="70" name="Shape 68"/>
          <p:cNvSpPr/>
          <p:nvPr/>
        </p:nvSpPr>
        <p:spPr>
          <a:xfrm>
            <a:off x="4489704" y="3155059"/>
            <a:ext cx="176480" cy="0"/>
          </a:xfrm>
          <a:prstGeom prst="line">
            <a:avLst/>
          </a:prstGeom>
          <a:noFill/>
          <a:ln w="25400">
            <a:solidFill>
              <a:srgbClr val="5C4DB7"/>
            </a:solidFill>
            <a:prstDash val="solid"/>
            <a:headEnd type="none"/>
            <a:tailEnd type="none"/>
          </a:ln>
        </p:spPr>
      </p:sp>
      <p:sp>
        <p:nvSpPr>
          <p:cNvPr id="71" name="Shape 69"/>
          <p:cNvSpPr/>
          <p:nvPr/>
        </p:nvSpPr>
        <p:spPr>
          <a:xfrm>
            <a:off x="4663440" y="3152316"/>
            <a:ext cx="0" cy="63998"/>
          </a:xfrm>
          <a:prstGeom prst="line">
            <a:avLst/>
          </a:prstGeom>
          <a:noFill/>
          <a:ln w="25400">
            <a:solidFill>
              <a:srgbClr val="5C4DB7"/>
            </a:solidFill>
            <a:prstDash val="solid"/>
            <a:headEnd type="none"/>
            <a:tailEnd type="none"/>
          </a:ln>
        </p:spPr>
      </p:sp>
      <p:sp>
        <p:nvSpPr>
          <p:cNvPr id="72" name="Shape 70"/>
          <p:cNvSpPr/>
          <p:nvPr/>
        </p:nvSpPr>
        <p:spPr>
          <a:xfrm>
            <a:off x="4663440" y="3213570"/>
            <a:ext cx="176479" cy="0"/>
          </a:xfrm>
          <a:prstGeom prst="line">
            <a:avLst/>
          </a:prstGeom>
          <a:noFill/>
          <a:ln w="25400">
            <a:solidFill>
              <a:srgbClr val="5C4DB7"/>
            </a:solidFill>
            <a:prstDash val="solid"/>
            <a:headEnd type="none"/>
            <a:tailEnd type="none"/>
          </a:ln>
        </p:spPr>
      </p:sp>
      <p:sp>
        <p:nvSpPr>
          <p:cNvPr id="73" name="Shape 71"/>
          <p:cNvSpPr/>
          <p:nvPr/>
        </p:nvSpPr>
        <p:spPr>
          <a:xfrm>
            <a:off x="4837176" y="3210827"/>
            <a:ext cx="0" cy="64129"/>
          </a:xfrm>
          <a:prstGeom prst="line">
            <a:avLst/>
          </a:prstGeom>
          <a:noFill/>
          <a:ln w="25400">
            <a:solidFill>
              <a:srgbClr val="5C4DB7"/>
            </a:solidFill>
            <a:prstDash val="solid"/>
            <a:headEnd type="none"/>
            <a:tailEnd type="none"/>
          </a:ln>
        </p:spPr>
      </p:sp>
      <p:sp>
        <p:nvSpPr>
          <p:cNvPr id="74" name="Shape 72"/>
          <p:cNvSpPr/>
          <p:nvPr/>
        </p:nvSpPr>
        <p:spPr>
          <a:xfrm>
            <a:off x="4837176" y="3272213"/>
            <a:ext cx="176480" cy="0"/>
          </a:xfrm>
          <a:prstGeom prst="line">
            <a:avLst/>
          </a:prstGeom>
          <a:noFill/>
          <a:ln w="25400">
            <a:solidFill>
              <a:srgbClr val="5C4DB7"/>
            </a:solidFill>
            <a:prstDash val="solid"/>
            <a:headEnd type="none"/>
            <a:tailEnd type="none"/>
          </a:ln>
        </p:spPr>
      </p:sp>
      <p:sp>
        <p:nvSpPr>
          <p:cNvPr id="75" name="Shape 73"/>
          <p:cNvSpPr/>
          <p:nvPr/>
        </p:nvSpPr>
        <p:spPr>
          <a:xfrm>
            <a:off x="5010912" y="3269470"/>
            <a:ext cx="0" cy="63827"/>
          </a:xfrm>
          <a:prstGeom prst="line">
            <a:avLst/>
          </a:prstGeom>
          <a:noFill/>
          <a:ln w="25400">
            <a:solidFill>
              <a:srgbClr val="5C4DB7"/>
            </a:solidFill>
            <a:prstDash val="solid"/>
            <a:headEnd type="none"/>
            <a:tailEnd type="none"/>
          </a:ln>
        </p:spPr>
      </p:sp>
      <p:sp>
        <p:nvSpPr>
          <p:cNvPr id="76" name="Shape 74"/>
          <p:cNvSpPr/>
          <p:nvPr/>
        </p:nvSpPr>
        <p:spPr>
          <a:xfrm>
            <a:off x="5010912" y="3330553"/>
            <a:ext cx="176480" cy="0"/>
          </a:xfrm>
          <a:prstGeom prst="line">
            <a:avLst/>
          </a:prstGeom>
          <a:noFill/>
          <a:ln w="25400">
            <a:solidFill>
              <a:srgbClr val="5C4DB7"/>
            </a:solidFill>
            <a:prstDash val="solid"/>
            <a:headEnd type="none"/>
            <a:tailEnd type="none"/>
          </a:ln>
        </p:spPr>
      </p:sp>
      <p:sp>
        <p:nvSpPr>
          <p:cNvPr id="77" name="Shape 75"/>
          <p:cNvSpPr/>
          <p:nvPr/>
        </p:nvSpPr>
        <p:spPr>
          <a:xfrm>
            <a:off x="5184648" y="3327810"/>
            <a:ext cx="0" cy="68937"/>
          </a:xfrm>
          <a:prstGeom prst="line">
            <a:avLst/>
          </a:prstGeom>
          <a:noFill/>
          <a:ln w="25400">
            <a:solidFill>
              <a:srgbClr val="5C4DB7"/>
            </a:solidFill>
            <a:prstDash val="solid"/>
            <a:headEnd type="none"/>
            <a:tailEnd type="none"/>
          </a:ln>
        </p:spPr>
      </p:sp>
      <p:sp>
        <p:nvSpPr>
          <p:cNvPr id="78" name="Shape 76"/>
          <p:cNvSpPr/>
          <p:nvPr/>
        </p:nvSpPr>
        <p:spPr>
          <a:xfrm>
            <a:off x="5184648" y="3394004"/>
            <a:ext cx="176479" cy="0"/>
          </a:xfrm>
          <a:prstGeom prst="line">
            <a:avLst/>
          </a:prstGeom>
          <a:noFill/>
          <a:ln w="25400">
            <a:solidFill>
              <a:srgbClr val="5C4DB7"/>
            </a:solidFill>
            <a:prstDash val="solid"/>
            <a:headEnd type="none"/>
            <a:tailEnd type="none"/>
          </a:ln>
        </p:spPr>
      </p:sp>
      <p:sp>
        <p:nvSpPr>
          <p:cNvPr id="79" name="Shape 77"/>
          <p:cNvSpPr/>
          <p:nvPr/>
        </p:nvSpPr>
        <p:spPr>
          <a:xfrm>
            <a:off x="5358384" y="3391261"/>
            <a:ext cx="0" cy="63366"/>
          </a:xfrm>
          <a:prstGeom prst="line">
            <a:avLst/>
          </a:prstGeom>
          <a:noFill/>
          <a:ln w="25400">
            <a:solidFill>
              <a:srgbClr val="5C4DB7"/>
            </a:solidFill>
            <a:prstDash val="solid"/>
            <a:headEnd type="none"/>
            <a:tailEnd type="none"/>
          </a:ln>
        </p:spPr>
      </p:sp>
      <p:sp>
        <p:nvSpPr>
          <p:cNvPr id="80" name="Shape 78"/>
          <p:cNvSpPr/>
          <p:nvPr/>
        </p:nvSpPr>
        <p:spPr>
          <a:xfrm>
            <a:off x="5358384" y="3451883"/>
            <a:ext cx="176480" cy="0"/>
          </a:xfrm>
          <a:prstGeom prst="line">
            <a:avLst/>
          </a:prstGeom>
          <a:noFill/>
          <a:ln w="25400">
            <a:solidFill>
              <a:srgbClr val="5C4DB7"/>
            </a:solidFill>
            <a:prstDash val="solid"/>
            <a:headEnd type="none"/>
            <a:tailEnd type="none"/>
          </a:ln>
        </p:spPr>
      </p:sp>
      <p:sp>
        <p:nvSpPr>
          <p:cNvPr id="81" name="Shape 79"/>
          <p:cNvSpPr/>
          <p:nvPr/>
        </p:nvSpPr>
        <p:spPr>
          <a:xfrm>
            <a:off x="5532120" y="3449140"/>
            <a:ext cx="0" cy="63487"/>
          </a:xfrm>
          <a:prstGeom prst="line">
            <a:avLst/>
          </a:prstGeom>
          <a:noFill/>
          <a:ln w="25400">
            <a:solidFill>
              <a:srgbClr val="5C4DB7"/>
            </a:solidFill>
            <a:prstDash val="solid"/>
            <a:headEnd type="none"/>
            <a:tailEnd type="none"/>
          </a:ln>
        </p:spPr>
      </p:sp>
      <p:sp>
        <p:nvSpPr>
          <p:cNvPr id="82" name="Shape 80"/>
          <p:cNvSpPr/>
          <p:nvPr/>
        </p:nvSpPr>
        <p:spPr>
          <a:xfrm>
            <a:off x="5532120" y="3509884"/>
            <a:ext cx="176480" cy="0"/>
          </a:xfrm>
          <a:prstGeom prst="line">
            <a:avLst/>
          </a:prstGeom>
          <a:noFill/>
          <a:ln w="25400">
            <a:solidFill>
              <a:srgbClr val="5C4DB7"/>
            </a:solidFill>
            <a:prstDash val="solid"/>
            <a:headEnd type="none"/>
            <a:tailEnd type="none"/>
          </a:ln>
        </p:spPr>
      </p:sp>
      <p:sp>
        <p:nvSpPr>
          <p:cNvPr id="83" name="Shape 81"/>
          <p:cNvSpPr/>
          <p:nvPr/>
        </p:nvSpPr>
        <p:spPr>
          <a:xfrm>
            <a:off x="5705856" y="3507140"/>
            <a:ext cx="0" cy="63280"/>
          </a:xfrm>
          <a:prstGeom prst="line">
            <a:avLst/>
          </a:prstGeom>
          <a:noFill/>
          <a:ln w="25400">
            <a:solidFill>
              <a:srgbClr val="5C4DB7"/>
            </a:solidFill>
            <a:prstDash val="solid"/>
            <a:headEnd type="none"/>
            <a:tailEnd type="none"/>
          </a:ln>
        </p:spPr>
      </p:sp>
      <p:sp>
        <p:nvSpPr>
          <p:cNvPr id="84" name="Shape 82"/>
          <p:cNvSpPr/>
          <p:nvPr/>
        </p:nvSpPr>
        <p:spPr>
          <a:xfrm>
            <a:off x="5705856" y="3567677"/>
            <a:ext cx="176479" cy="0"/>
          </a:xfrm>
          <a:prstGeom prst="line">
            <a:avLst/>
          </a:prstGeom>
          <a:noFill/>
          <a:ln w="25400">
            <a:solidFill>
              <a:srgbClr val="5C4DB7"/>
            </a:solidFill>
            <a:prstDash val="solid"/>
            <a:headEnd type="none"/>
            <a:tailEnd type="none"/>
          </a:ln>
        </p:spPr>
      </p:sp>
      <p:sp>
        <p:nvSpPr>
          <p:cNvPr id="85" name="Shape 83"/>
          <p:cNvSpPr/>
          <p:nvPr/>
        </p:nvSpPr>
        <p:spPr>
          <a:xfrm>
            <a:off x="5879592" y="3564934"/>
            <a:ext cx="0" cy="62592"/>
          </a:xfrm>
          <a:prstGeom prst="line">
            <a:avLst/>
          </a:prstGeom>
          <a:noFill/>
          <a:ln w="25400">
            <a:solidFill>
              <a:srgbClr val="5C4DB7"/>
            </a:solidFill>
            <a:prstDash val="solid"/>
            <a:headEnd type="none"/>
            <a:tailEnd type="none"/>
          </a:ln>
        </p:spPr>
      </p:sp>
      <p:sp>
        <p:nvSpPr>
          <p:cNvPr id="86" name="Shape 84"/>
          <p:cNvSpPr/>
          <p:nvPr/>
        </p:nvSpPr>
        <p:spPr>
          <a:xfrm>
            <a:off x="5879592" y="3624783"/>
            <a:ext cx="176480" cy="0"/>
          </a:xfrm>
          <a:prstGeom prst="line">
            <a:avLst/>
          </a:prstGeom>
          <a:noFill/>
          <a:ln w="25400">
            <a:solidFill>
              <a:srgbClr val="5C4DB7"/>
            </a:solidFill>
            <a:prstDash val="solid"/>
            <a:headEnd type="none"/>
            <a:tailEnd type="none"/>
          </a:ln>
        </p:spPr>
      </p:sp>
      <p:sp>
        <p:nvSpPr>
          <p:cNvPr id="87" name="Shape 85"/>
          <p:cNvSpPr/>
          <p:nvPr/>
        </p:nvSpPr>
        <p:spPr>
          <a:xfrm>
            <a:off x="6053328" y="3622040"/>
            <a:ext cx="0" cy="61866"/>
          </a:xfrm>
          <a:prstGeom prst="line">
            <a:avLst/>
          </a:prstGeom>
          <a:noFill/>
          <a:ln w="25400">
            <a:solidFill>
              <a:srgbClr val="5C4DB7"/>
            </a:solidFill>
            <a:prstDash val="solid"/>
            <a:headEnd type="none"/>
            <a:tailEnd type="none"/>
          </a:ln>
        </p:spPr>
      </p:sp>
      <p:sp>
        <p:nvSpPr>
          <p:cNvPr id="88" name="Shape 86"/>
          <p:cNvSpPr/>
          <p:nvPr/>
        </p:nvSpPr>
        <p:spPr>
          <a:xfrm>
            <a:off x="6053328" y="3681163"/>
            <a:ext cx="176480" cy="0"/>
          </a:xfrm>
          <a:prstGeom prst="line">
            <a:avLst/>
          </a:prstGeom>
          <a:noFill/>
          <a:ln w="25400">
            <a:solidFill>
              <a:srgbClr val="5C4DB7"/>
            </a:solidFill>
            <a:prstDash val="solid"/>
            <a:headEnd type="none"/>
            <a:tailEnd type="none"/>
          </a:ln>
        </p:spPr>
      </p:sp>
      <p:sp>
        <p:nvSpPr>
          <p:cNvPr id="89" name="Shape 87"/>
          <p:cNvSpPr/>
          <p:nvPr/>
        </p:nvSpPr>
        <p:spPr>
          <a:xfrm>
            <a:off x="6227064" y="3678420"/>
            <a:ext cx="0" cy="61108"/>
          </a:xfrm>
          <a:prstGeom prst="line">
            <a:avLst/>
          </a:prstGeom>
          <a:noFill/>
          <a:ln w="25400">
            <a:solidFill>
              <a:srgbClr val="5C4DB7"/>
            </a:solidFill>
            <a:prstDash val="solid"/>
            <a:headEnd type="none"/>
            <a:tailEnd type="none"/>
          </a:ln>
        </p:spPr>
      </p:sp>
      <p:sp>
        <p:nvSpPr>
          <p:cNvPr id="90" name="Shape 88"/>
          <p:cNvSpPr/>
          <p:nvPr/>
        </p:nvSpPr>
        <p:spPr>
          <a:xfrm>
            <a:off x="6227064" y="3736785"/>
            <a:ext cx="176479" cy="0"/>
          </a:xfrm>
          <a:prstGeom prst="line">
            <a:avLst/>
          </a:prstGeom>
          <a:noFill/>
          <a:ln w="25400">
            <a:solidFill>
              <a:srgbClr val="5C4DB7"/>
            </a:solidFill>
            <a:prstDash val="solid"/>
            <a:headEnd type="none"/>
            <a:tailEnd type="none"/>
          </a:ln>
        </p:spPr>
      </p:sp>
      <p:sp>
        <p:nvSpPr>
          <p:cNvPr id="91" name="Shape 89"/>
          <p:cNvSpPr/>
          <p:nvPr/>
        </p:nvSpPr>
        <p:spPr>
          <a:xfrm>
            <a:off x="6400800" y="3734042"/>
            <a:ext cx="0" cy="60199"/>
          </a:xfrm>
          <a:prstGeom prst="line">
            <a:avLst/>
          </a:prstGeom>
          <a:noFill/>
          <a:ln w="25400">
            <a:solidFill>
              <a:srgbClr val="5C4DB7"/>
            </a:solidFill>
            <a:prstDash val="solid"/>
            <a:headEnd type="none"/>
            <a:tailEnd type="none"/>
          </a:ln>
        </p:spPr>
      </p:sp>
      <p:sp>
        <p:nvSpPr>
          <p:cNvPr id="92" name="Shape 90"/>
          <p:cNvSpPr/>
          <p:nvPr/>
        </p:nvSpPr>
        <p:spPr>
          <a:xfrm>
            <a:off x="6400800" y="3791498"/>
            <a:ext cx="176480" cy="0"/>
          </a:xfrm>
          <a:prstGeom prst="line">
            <a:avLst/>
          </a:prstGeom>
          <a:noFill/>
          <a:ln w="25400">
            <a:solidFill>
              <a:srgbClr val="5C4DB7"/>
            </a:solidFill>
            <a:prstDash val="solid"/>
            <a:headEnd type="none"/>
            <a:tailEnd type="none"/>
          </a:ln>
        </p:spPr>
      </p:sp>
      <p:sp>
        <p:nvSpPr>
          <p:cNvPr id="93" name="Shape 91"/>
          <p:cNvSpPr/>
          <p:nvPr/>
        </p:nvSpPr>
        <p:spPr>
          <a:xfrm>
            <a:off x="6574536" y="3788754"/>
            <a:ext cx="0" cy="59087"/>
          </a:xfrm>
          <a:prstGeom prst="line">
            <a:avLst/>
          </a:prstGeom>
          <a:noFill/>
          <a:ln w="25400">
            <a:solidFill>
              <a:srgbClr val="5C4DB7"/>
            </a:solidFill>
            <a:prstDash val="solid"/>
            <a:headEnd type="none"/>
            <a:tailEnd type="none"/>
          </a:ln>
        </p:spPr>
      </p:sp>
      <p:sp>
        <p:nvSpPr>
          <p:cNvPr id="94" name="Shape 92"/>
          <p:cNvSpPr/>
          <p:nvPr/>
        </p:nvSpPr>
        <p:spPr>
          <a:xfrm>
            <a:off x="6574536" y="3845099"/>
            <a:ext cx="176480" cy="0"/>
          </a:xfrm>
          <a:prstGeom prst="line">
            <a:avLst/>
          </a:prstGeom>
          <a:noFill/>
          <a:ln w="25400">
            <a:solidFill>
              <a:srgbClr val="5C4DB7"/>
            </a:solidFill>
            <a:prstDash val="solid"/>
            <a:headEnd type="none"/>
            <a:tailEnd type="none"/>
          </a:ln>
        </p:spPr>
      </p:sp>
      <p:sp>
        <p:nvSpPr>
          <p:cNvPr id="95" name="Shape 93"/>
          <p:cNvSpPr/>
          <p:nvPr/>
        </p:nvSpPr>
        <p:spPr>
          <a:xfrm>
            <a:off x="6748272" y="3842356"/>
            <a:ext cx="0" cy="58157"/>
          </a:xfrm>
          <a:prstGeom prst="line">
            <a:avLst/>
          </a:prstGeom>
          <a:noFill/>
          <a:ln w="25400">
            <a:solidFill>
              <a:srgbClr val="5C4DB7"/>
            </a:solidFill>
            <a:prstDash val="solid"/>
            <a:headEnd type="none"/>
            <a:tailEnd type="none"/>
          </a:ln>
        </p:spPr>
      </p:sp>
      <p:sp>
        <p:nvSpPr>
          <p:cNvPr id="96" name="Shape 94"/>
          <p:cNvSpPr/>
          <p:nvPr/>
        </p:nvSpPr>
        <p:spPr>
          <a:xfrm>
            <a:off x="6748272" y="3897769"/>
            <a:ext cx="176479" cy="0"/>
          </a:xfrm>
          <a:prstGeom prst="line">
            <a:avLst/>
          </a:prstGeom>
          <a:noFill/>
          <a:ln w="25400">
            <a:solidFill>
              <a:srgbClr val="5C4DB7"/>
            </a:solidFill>
            <a:prstDash val="solid"/>
            <a:headEnd type="none"/>
            <a:tailEnd type="none"/>
          </a:ln>
        </p:spPr>
      </p:sp>
      <p:sp>
        <p:nvSpPr>
          <p:cNvPr id="97" name="Shape 95"/>
          <p:cNvSpPr/>
          <p:nvPr/>
        </p:nvSpPr>
        <p:spPr>
          <a:xfrm>
            <a:off x="6922008" y="3895026"/>
            <a:ext cx="0" cy="57345"/>
          </a:xfrm>
          <a:prstGeom prst="line">
            <a:avLst/>
          </a:prstGeom>
          <a:noFill/>
          <a:ln w="25400">
            <a:solidFill>
              <a:srgbClr val="5C4DB7"/>
            </a:solidFill>
            <a:prstDash val="solid"/>
            <a:headEnd type="none"/>
            <a:tailEnd type="none"/>
          </a:ln>
        </p:spPr>
      </p:sp>
      <p:sp>
        <p:nvSpPr>
          <p:cNvPr id="98" name="Shape 96"/>
          <p:cNvSpPr/>
          <p:nvPr/>
        </p:nvSpPr>
        <p:spPr>
          <a:xfrm>
            <a:off x="6922008" y="3949628"/>
            <a:ext cx="176480" cy="0"/>
          </a:xfrm>
          <a:prstGeom prst="line">
            <a:avLst/>
          </a:prstGeom>
          <a:noFill/>
          <a:ln w="25400">
            <a:solidFill>
              <a:srgbClr val="5C4DB7"/>
            </a:solidFill>
            <a:prstDash val="solid"/>
            <a:headEnd type="none"/>
            <a:tailEnd type="none"/>
          </a:ln>
        </p:spPr>
      </p:sp>
      <p:sp>
        <p:nvSpPr>
          <p:cNvPr id="99" name="Shape 97"/>
          <p:cNvSpPr/>
          <p:nvPr/>
        </p:nvSpPr>
        <p:spPr>
          <a:xfrm>
            <a:off x="7095744" y="3946885"/>
            <a:ext cx="0" cy="56465"/>
          </a:xfrm>
          <a:prstGeom prst="line">
            <a:avLst/>
          </a:prstGeom>
          <a:noFill/>
          <a:ln w="25400">
            <a:solidFill>
              <a:srgbClr val="5C4DB7"/>
            </a:solidFill>
            <a:prstDash val="solid"/>
            <a:headEnd type="none"/>
            <a:tailEnd type="none"/>
          </a:ln>
        </p:spPr>
      </p:sp>
      <p:sp>
        <p:nvSpPr>
          <p:cNvPr id="100" name="Shape 98"/>
          <p:cNvSpPr/>
          <p:nvPr/>
        </p:nvSpPr>
        <p:spPr>
          <a:xfrm>
            <a:off x="7095744" y="4000606"/>
            <a:ext cx="176480" cy="0"/>
          </a:xfrm>
          <a:prstGeom prst="line">
            <a:avLst/>
          </a:prstGeom>
          <a:noFill/>
          <a:ln w="25400">
            <a:solidFill>
              <a:srgbClr val="5C4DB7"/>
            </a:solidFill>
            <a:prstDash val="solid"/>
            <a:headEnd type="none"/>
            <a:tailEnd type="none"/>
          </a:ln>
        </p:spPr>
      </p:sp>
      <p:sp>
        <p:nvSpPr>
          <p:cNvPr id="101" name="Shape 99"/>
          <p:cNvSpPr/>
          <p:nvPr/>
        </p:nvSpPr>
        <p:spPr>
          <a:xfrm>
            <a:off x="7269480" y="3997863"/>
            <a:ext cx="0" cy="50061"/>
          </a:xfrm>
          <a:prstGeom prst="line">
            <a:avLst/>
          </a:prstGeom>
          <a:noFill/>
          <a:ln w="25400">
            <a:solidFill>
              <a:srgbClr val="5C4DB7"/>
            </a:solidFill>
            <a:prstDash val="solid"/>
            <a:headEnd type="none"/>
            <a:tailEnd type="none"/>
          </a:ln>
        </p:spPr>
      </p:sp>
      <p:sp>
        <p:nvSpPr>
          <p:cNvPr id="102" name="Shape 100"/>
          <p:cNvSpPr/>
          <p:nvPr/>
        </p:nvSpPr>
        <p:spPr>
          <a:xfrm>
            <a:off x="7269480" y="4045181"/>
            <a:ext cx="176479" cy="0"/>
          </a:xfrm>
          <a:prstGeom prst="line">
            <a:avLst/>
          </a:prstGeom>
          <a:noFill/>
          <a:ln w="25400">
            <a:solidFill>
              <a:srgbClr val="5C4DB7"/>
            </a:solidFill>
            <a:prstDash val="solid"/>
            <a:headEnd type="none"/>
            <a:tailEnd type="none"/>
          </a:ln>
        </p:spPr>
      </p:sp>
      <p:sp>
        <p:nvSpPr>
          <p:cNvPr id="103" name="Shape 101"/>
          <p:cNvSpPr/>
          <p:nvPr/>
        </p:nvSpPr>
        <p:spPr>
          <a:xfrm>
            <a:off x="7443216" y="4042437"/>
            <a:ext cx="0" cy="55036"/>
          </a:xfrm>
          <a:prstGeom prst="line">
            <a:avLst/>
          </a:prstGeom>
          <a:noFill/>
          <a:ln w="25400">
            <a:solidFill>
              <a:srgbClr val="5C4DB7"/>
            </a:solidFill>
            <a:prstDash val="solid"/>
            <a:headEnd type="none"/>
            <a:tailEnd type="none"/>
          </a:ln>
        </p:spPr>
      </p:sp>
      <p:sp>
        <p:nvSpPr>
          <p:cNvPr id="104" name="Shape 102"/>
          <p:cNvSpPr/>
          <p:nvPr/>
        </p:nvSpPr>
        <p:spPr>
          <a:xfrm>
            <a:off x="7443216" y="4094730"/>
            <a:ext cx="176480" cy="0"/>
          </a:xfrm>
          <a:prstGeom prst="line">
            <a:avLst/>
          </a:prstGeom>
          <a:noFill/>
          <a:ln w="25400">
            <a:solidFill>
              <a:srgbClr val="5C4DB7"/>
            </a:solidFill>
            <a:prstDash val="solid"/>
            <a:headEnd type="none"/>
            <a:tailEnd type="none"/>
          </a:ln>
        </p:spPr>
      </p:sp>
      <p:sp>
        <p:nvSpPr>
          <p:cNvPr id="105" name="Shape 103"/>
          <p:cNvSpPr/>
          <p:nvPr/>
        </p:nvSpPr>
        <p:spPr>
          <a:xfrm>
            <a:off x="7616952" y="4091987"/>
            <a:ext cx="0" cy="54219"/>
          </a:xfrm>
          <a:prstGeom prst="line">
            <a:avLst/>
          </a:prstGeom>
          <a:noFill/>
          <a:ln w="25400">
            <a:solidFill>
              <a:srgbClr val="5C4DB7"/>
            </a:solidFill>
            <a:prstDash val="solid"/>
            <a:headEnd type="none"/>
            <a:tailEnd type="none"/>
          </a:ln>
        </p:spPr>
      </p:sp>
      <p:sp>
        <p:nvSpPr>
          <p:cNvPr id="106" name="Shape 104"/>
          <p:cNvSpPr/>
          <p:nvPr/>
        </p:nvSpPr>
        <p:spPr>
          <a:xfrm>
            <a:off x="7616952" y="4143462"/>
            <a:ext cx="176480" cy="0"/>
          </a:xfrm>
          <a:prstGeom prst="line">
            <a:avLst/>
          </a:prstGeom>
          <a:noFill/>
          <a:ln w="25400">
            <a:solidFill>
              <a:srgbClr val="5C4DB7"/>
            </a:solidFill>
            <a:prstDash val="solid"/>
            <a:headEnd type="none"/>
            <a:tailEnd type="none"/>
          </a:ln>
        </p:spPr>
      </p:sp>
      <p:sp>
        <p:nvSpPr>
          <p:cNvPr id="107" name="Shape 105"/>
          <p:cNvSpPr/>
          <p:nvPr/>
        </p:nvSpPr>
        <p:spPr>
          <a:xfrm>
            <a:off x="7790688" y="4140719"/>
            <a:ext cx="0" cy="53140"/>
          </a:xfrm>
          <a:prstGeom prst="line">
            <a:avLst/>
          </a:prstGeom>
          <a:noFill/>
          <a:ln w="25400">
            <a:solidFill>
              <a:srgbClr val="5C4DB7"/>
            </a:solidFill>
            <a:prstDash val="solid"/>
            <a:headEnd type="none"/>
            <a:tailEnd type="none"/>
          </a:ln>
        </p:spPr>
      </p:sp>
      <p:sp>
        <p:nvSpPr>
          <p:cNvPr id="108" name="Shape 106"/>
          <p:cNvSpPr/>
          <p:nvPr/>
        </p:nvSpPr>
        <p:spPr>
          <a:xfrm>
            <a:off x="7790688" y="4191116"/>
            <a:ext cx="176479" cy="0"/>
          </a:xfrm>
          <a:prstGeom prst="line">
            <a:avLst/>
          </a:prstGeom>
          <a:noFill/>
          <a:ln w="25400">
            <a:solidFill>
              <a:srgbClr val="5C4DB7"/>
            </a:solidFill>
            <a:prstDash val="solid"/>
            <a:headEnd type="none"/>
            <a:tailEnd type="none"/>
          </a:ln>
        </p:spPr>
      </p:sp>
      <p:sp>
        <p:nvSpPr>
          <p:cNvPr id="109" name="Shape 107"/>
          <p:cNvSpPr/>
          <p:nvPr/>
        </p:nvSpPr>
        <p:spPr>
          <a:xfrm>
            <a:off x="7964424" y="4188373"/>
            <a:ext cx="0" cy="52235"/>
          </a:xfrm>
          <a:prstGeom prst="line">
            <a:avLst/>
          </a:prstGeom>
          <a:noFill/>
          <a:ln w="25400">
            <a:solidFill>
              <a:srgbClr val="5C4DB7"/>
            </a:solidFill>
            <a:prstDash val="solid"/>
            <a:headEnd type="none"/>
            <a:tailEnd type="none"/>
          </a:ln>
        </p:spPr>
      </p:sp>
      <p:sp>
        <p:nvSpPr>
          <p:cNvPr id="110" name="Shape 108"/>
          <p:cNvSpPr/>
          <p:nvPr/>
        </p:nvSpPr>
        <p:spPr>
          <a:xfrm>
            <a:off x="7964424" y="4237865"/>
            <a:ext cx="176480" cy="0"/>
          </a:xfrm>
          <a:prstGeom prst="line">
            <a:avLst/>
          </a:prstGeom>
          <a:noFill/>
          <a:ln w="25400">
            <a:solidFill>
              <a:srgbClr val="5C4DB7"/>
            </a:solidFill>
            <a:prstDash val="solid"/>
            <a:headEnd type="none"/>
            <a:tailEnd type="none"/>
          </a:ln>
        </p:spPr>
      </p:sp>
      <p:sp>
        <p:nvSpPr>
          <p:cNvPr id="111" name="Shape 109"/>
          <p:cNvSpPr/>
          <p:nvPr/>
        </p:nvSpPr>
        <p:spPr>
          <a:xfrm>
            <a:off x="8138160" y="4235121"/>
            <a:ext cx="0" cy="51455"/>
          </a:xfrm>
          <a:prstGeom prst="line">
            <a:avLst/>
          </a:prstGeom>
          <a:noFill/>
          <a:ln w="25400">
            <a:solidFill>
              <a:srgbClr val="5C4DB7"/>
            </a:solidFill>
            <a:prstDash val="solid"/>
            <a:headEnd type="none"/>
            <a:tailEnd type="none"/>
          </a:ln>
        </p:spPr>
      </p:sp>
      <p:sp>
        <p:nvSpPr>
          <p:cNvPr id="112" name="Shape 110"/>
          <p:cNvSpPr/>
          <p:nvPr/>
        </p:nvSpPr>
        <p:spPr>
          <a:xfrm>
            <a:off x="8138160" y="4283833"/>
            <a:ext cx="176480" cy="0"/>
          </a:xfrm>
          <a:prstGeom prst="line">
            <a:avLst/>
          </a:prstGeom>
          <a:noFill/>
          <a:ln w="25400">
            <a:solidFill>
              <a:srgbClr val="5C4DB7"/>
            </a:solidFill>
            <a:prstDash val="solid"/>
            <a:headEnd type="none"/>
            <a:tailEnd type="none"/>
          </a:ln>
        </p:spPr>
      </p:sp>
      <p:sp>
        <p:nvSpPr>
          <p:cNvPr id="113" name="Shape 111"/>
          <p:cNvSpPr/>
          <p:nvPr/>
        </p:nvSpPr>
        <p:spPr>
          <a:xfrm>
            <a:off x="8311896" y="4281090"/>
            <a:ext cx="0" cy="50708"/>
          </a:xfrm>
          <a:prstGeom prst="line">
            <a:avLst/>
          </a:prstGeom>
          <a:noFill/>
          <a:ln w="25400">
            <a:solidFill>
              <a:srgbClr val="5C4DB7"/>
            </a:solidFill>
            <a:prstDash val="solid"/>
            <a:headEnd type="none"/>
            <a:tailEnd type="none"/>
          </a:ln>
        </p:spPr>
      </p:sp>
      <p:sp>
        <p:nvSpPr>
          <p:cNvPr id="114" name="Shape 112"/>
          <p:cNvSpPr/>
          <p:nvPr/>
        </p:nvSpPr>
        <p:spPr>
          <a:xfrm>
            <a:off x="8311896" y="4329055"/>
            <a:ext cx="176479" cy="0"/>
          </a:xfrm>
          <a:prstGeom prst="line">
            <a:avLst/>
          </a:prstGeom>
          <a:noFill/>
          <a:ln w="25400">
            <a:solidFill>
              <a:srgbClr val="5C4DB7"/>
            </a:solidFill>
            <a:prstDash val="solid"/>
            <a:headEnd type="none"/>
            <a:tailEnd type="none"/>
          </a:ln>
        </p:spPr>
      </p:sp>
      <p:sp>
        <p:nvSpPr>
          <p:cNvPr id="115" name="Shape 113"/>
          <p:cNvSpPr/>
          <p:nvPr/>
        </p:nvSpPr>
        <p:spPr>
          <a:xfrm>
            <a:off x="8485632" y="4326311"/>
            <a:ext cx="0" cy="50016"/>
          </a:xfrm>
          <a:prstGeom prst="line">
            <a:avLst/>
          </a:prstGeom>
          <a:noFill/>
          <a:ln w="25400">
            <a:solidFill>
              <a:srgbClr val="5C4DB7"/>
            </a:solidFill>
            <a:prstDash val="solid"/>
            <a:headEnd type="none"/>
            <a:tailEnd type="none"/>
          </a:ln>
        </p:spPr>
      </p:sp>
      <p:sp>
        <p:nvSpPr>
          <p:cNvPr id="116" name="Shape 114"/>
          <p:cNvSpPr/>
          <p:nvPr/>
        </p:nvSpPr>
        <p:spPr>
          <a:xfrm>
            <a:off x="8485632" y="4373585"/>
            <a:ext cx="176480" cy="0"/>
          </a:xfrm>
          <a:prstGeom prst="line">
            <a:avLst/>
          </a:prstGeom>
          <a:noFill/>
          <a:ln w="25400">
            <a:solidFill>
              <a:srgbClr val="5C4DB7"/>
            </a:solidFill>
            <a:prstDash val="solid"/>
            <a:headEnd type="none"/>
            <a:tailEnd type="none"/>
          </a:ln>
        </p:spPr>
      </p:sp>
      <p:sp>
        <p:nvSpPr>
          <p:cNvPr id="117" name="Shape 115"/>
          <p:cNvSpPr/>
          <p:nvPr/>
        </p:nvSpPr>
        <p:spPr>
          <a:xfrm>
            <a:off x="8659368" y="4370841"/>
            <a:ext cx="0" cy="49254"/>
          </a:xfrm>
          <a:prstGeom prst="line">
            <a:avLst/>
          </a:prstGeom>
          <a:noFill/>
          <a:ln w="25400">
            <a:solidFill>
              <a:srgbClr val="5C4DB7"/>
            </a:solidFill>
            <a:prstDash val="solid"/>
            <a:headEnd type="none"/>
            <a:tailEnd type="none"/>
          </a:ln>
        </p:spPr>
      </p:sp>
      <p:sp>
        <p:nvSpPr>
          <p:cNvPr id="118" name="Shape 116"/>
          <p:cNvSpPr/>
          <p:nvPr/>
        </p:nvSpPr>
        <p:spPr>
          <a:xfrm>
            <a:off x="8659368" y="4417352"/>
            <a:ext cx="176480" cy="0"/>
          </a:xfrm>
          <a:prstGeom prst="line">
            <a:avLst/>
          </a:prstGeom>
          <a:noFill/>
          <a:ln w="25400">
            <a:solidFill>
              <a:srgbClr val="5C4DB7"/>
            </a:solidFill>
            <a:prstDash val="solid"/>
            <a:headEnd type="none"/>
            <a:tailEnd type="none"/>
          </a:ln>
        </p:spPr>
      </p:sp>
      <p:sp>
        <p:nvSpPr>
          <p:cNvPr id="119" name="Shape 117"/>
          <p:cNvSpPr/>
          <p:nvPr/>
        </p:nvSpPr>
        <p:spPr>
          <a:xfrm>
            <a:off x="8833104" y="4414609"/>
            <a:ext cx="0" cy="48205"/>
          </a:xfrm>
          <a:prstGeom prst="line">
            <a:avLst/>
          </a:prstGeom>
          <a:noFill/>
          <a:ln w="25400">
            <a:solidFill>
              <a:srgbClr val="5C4DB7"/>
            </a:solidFill>
            <a:prstDash val="solid"/>
            <a:headEnd type="none"/>
            <a:tailEnd type="none"/>
          </a:ln>
        </p:spPr>
      </p:sp>
      <p:sp>
        <p:nvSpPr>
          <p:cNvPr id="120" name="Shape 118"/>
          <p:cNvSpPr/>
          <p:nvPr/>
        </p:nvSpPr>
        <p:spPr>
          <a:xfrm>
            <a:off x="8833104" y="4460071"/>
            <a:ext cx="176479" cy="0"/>
          </a:xfrm>
          <a:prstGeom prst="line">
            <a:avLst/>
          </a:prstGeom>
          <a:noFill/>
          <a:ln w="25400">
            <a:solidFill>
              <a:srgbClr val="5C4DB7"/>
            </a:solidFill>
            <a:prstDash val="solid"/>
            <a:headEnd type="none"/>
            <a:tailEnd type="none"/>
          </a:ln>
        </p:spPr>
      </p:sp>
      <p:sp>
        <p:nvSpPr>
          <p:cNvPr id="121" name="Shape 119"/>
          <p:cNvSpPr/>
          <p:nvPr/>
        </p:nvSpPr>
        <p:spPr>
          <a:xfrm>
            <a:off x="9006840" y="4457328"/>
            <a:ext cx="0" cy="47202"/>
          </a:xfrm>
          <a:prstGeom prst="line">
            <a:avLst/>
          </a:prstGeom>
          <a:noFill/>
          <a:ln w="25400">
            <a:solidFill>
              <a:srgbClr val="5C4DB7"/>
            </a:solidFill>
            <a:prstDash val="solid"/>
            <a:headEnd type="none"/>
            <a:tailEnd type="none"/>
          </a:ln>
        </p:spPr>
      </p:sp>
      <p:sp>
        <p:nvSpPr>
          <p:cNvPr id="122" name="Shape 120"/>
          <p:cNvSpPr/>
          <p:nvPr/>
        </p:nvSpPr>
        <p:spPr>
          <a:xfrm>
            <a:off x="9006840" y="4501786"/>
            <a:ext cx="176480" cy="0"/>
          </a:xfrm>
          <a:prstGeom prst="line">
            <a:avLst/>
          </a:prstGeom>
          <a:noFill/>
          <a:ln w="25400">
            <a:solidFill>
              <a:srgbClr val="5C4DB7"/>
            </a:solidFill>
            <a:prstDash val="solid"/>
            <a:headEnd type="none"/>
            <a:tailEnd type="none"/>
          </a:ln>
        </p:spPr>
      </p:sp>
      <p:sp>
        <p:nvSpPr>
          <p:cNvPr id="123" name="Shape 121"/>
          <p:cNvSpPr/>
          <p:nvPr/>
        </p:nvSpPr>
        <p:spPr>
          <a:xfrm>
            <a:off x="9180576" y="4499043"/>
            <a:ext cx="0" cy="46151"/>
          </a:xfrm>
          <a:prstGeom prst="line">
            <a:avLst/>
          </a:prstGeom>
          <a:noFill/>
          <a:ln w="25400">
            <a:solidFill>
              <a:srgbClr val="5C4DB7"/>
            </a:solidFill>
            <a:prstDash val="solid"/>
            <a:headEnd type="none"/>
            <a:tailEnd type="none"/>
          </a:ln>
        </p:spPr>
      </p:sp>
      <p:sp>
        <p:nvSpPr>
          <p:cNvPr id="124" name="Shape 122"/>
          <p:cNvSpPr/>
          <p:nvPr/>
        </p:nvSpPr>
        <p:spPr>
          <a:xfrm>
            <a:off x="9180576" y="4542451"/>
            <a:ext cx="176480" cy="0"/>
          </a:xfrm>
          <a:prstGeom prst="line">
            <a:avLst/>
          </a:prstGeom>
          <a:noFill/>
          <a:ln w="25400">
            <a:solidFill>
              <a:srgbClr val="5C4DB7"/>
            </a:solidFill>
            <a:prstDash val="solid"/>
            <a:headEnd type="none"/>
            <a:tailEnd type="none"/>
          </a:ln>
        </p:spPr>
      </p:sp>
      <p:sp>
        <p:nvSpPr>
          <p:cNvPr id="125" name="Shape 123"/>
          <p:cNvSpPr/>
          <p:nvPr/>
        </p:nvSpPr>
        <p:spPr>
          <a:xfrm>
            <a:off x="9354312" y="4539708"/>
            <a:ext cx="0" cy="35651"/>
          </a:xfrm>
          <a:prstGeom prst="line">
            <a:avLst/>
          </a:prstGeom>
          <a:noFill/>
          <a:ln w="25400">
            <a:solidFill>
              <a:srgbClr val="5C4DB7"/>
            </a:solidFill>
            <a:prstDash val="solid"/>
            <a:headEnd type="none"/>
            <a:tailEnd type="none"/>
          </a:ln>
        </p:spPr>
      </p:sp>
      <p:sp>
        <p:nvSpPr>
          <p:cNvPr id="126" name="Shape 124"/>
          <p:cNvSpPr/>
          <p:nvPr/>
        </p:nvSpPr>
        <p:spPr>
          <a:xfrm>
            <a:off x="9354312" y="4572616"/>
            <a:ext cx="176479" cy="0"/>
          </a:xfrm>
          <a:prstGeom prst="line">
            <a:avLst/>
          </a:prstGeom>
          <a:noFill/>
          <a:ln w="25400">
            <a:solidFill>
              <a:srgbClr val="5C4DB7"/>
            </a:solidFill>
            <a:prstDash val="solid"/>
            <a:headEnd type="none"/>
            <a:tailEnd type="none"/>
          </a:ln>
        </p:spPr>
      </p:sp>
      <p:sp>
        <p:nvSpPr>
          <p:cNvPr id="127" name="Shape 125"/>
          <p:cNvSpPr/>
          <p:nvPr/>
        </p:nvSpPr>
        <p:spPr>
          <a:xfrm>
            <a:off x="9528048" y="4569873"/>
            <a:ext cx="0" cy="44035"/>
          </a:xfrm>
          <a:prstGeom prst="line">
            <a:avLst/>
          </a:prstGeom>
          <a:noFill/>
          <a:ln w="25400">
            <a:solidFill>
              <a:srgbClr val="5C4DB7"/>
            </a:solidFill>
            <a:prstDash val="solid"/>
            <a:headEnd type="none"/>
            <a:tailEnd type="none"/>
          </a:ln>
        </p:spPr>
      </p:sp>
      <p:sp>
        <p:nvSpPr>
          <p:cNvPr id="128" name="Shape 126"/>
          <p:cNvSpPr/>
          <p:nvPr/>
        </p:nvSpPr>
        <p:spPr>
          <a:xfrm>
            <a:off x="9528048" y="4611164"/>
            <a:ext cx="176480" cy="0"/>
          </a:xfrm>
          <a:prstGeom prst="line">
            <a:avLst/>
          </a:prstGeom>
          <a:noFill/>
          <a:ln w="25400">
            <a:solidFill>
              <a:srgbClr val="5C4DB7"/>
            </a:solidFill>
            <a:prstDash val="solid"/>
            <a:headEnd type="none"/>
            <a:tailEnd type="none"/>
          </a:ln>
        </p:spPr>
      </p:sp>
      <p:sp>
        <p:nvSpPr>
          <p:cNvPr id="129" name="Shape 127"/>
          <p:cNvSpPr/>
          <p:nvPr/>
        </p:nvSpPr>
        <p:spPr>
          <a:xfrm>
            <a:off x="9701784" y="4608421"/>
            <a:ext cx="0" cy="42919"/>
          </a:xfrm>
          <a:prstGeom prst="line">
            <a:avLst/>
          </a:prstGeom>
          <a:noFill/>
          <a:ln w="25400">
            <a:solidFill>
              <a:srgbClr val="5C4DB7"/>
            </a:solidFill>
            <a:prstDash val="solid"/>
            <a:headEnd type="none"/>
            <a:tailEnd type="none"/>
          </a:ln>
        </p:spPr>
      </p:sp>
      <p:sp>
        <p:nvSpPr>
          <p:cNvPr id="130" name="Shape 128"/>
          <p:cNvSpPr/>
          <p:nvPr/>
        </p:nvSpPr>
        <p:spPr>
          <a:xfrm>
            <a:off x="9701784" y="4648597"/>
            <a:ext cx="176480" cy="0"/>
          </a:xfrm>
          <a:prstGeom prst="line">
            <a:avLst/>
          </a:prstGeom>
          <a:noFill/>
          <a:ln w="25400">
            <a:solidFill>
              <a:srgbClr val="5C4DB7"/>
            </a:solidFill>
            <a:prstDash val="solid"/>
            <a:headEnd type="none"/>
            <a:tailEnd type="none"/>
          </a:ln>
        </p:spPr>
      </p:sp>
      <p:sp>
        <p:nvSpPr>
          <p:cNvPr id="131" name="Shape 129"/>
          <p:cNvSpPr/>
          <p:nvPr/>
        </p:nvSpPr>
        <p:spPr>
          <a:xfrm>
            <a:off x="9875520" y="4645854"/>
            <a:ext cx="0" cy="41931"/>
          </a:xfrm>
          <a:prstGeom prst="line">
            <a:avLst/>
          </a:prstGeom>
          <a:noFill/>
          <a:ln w="25400">
            <a:solidFill>
              <a:srgbClr val="5C4DB7"/>
            </a:solidFill>
            <a:prstDash val="solid"/>
            <a:headEnd type="none"/>
            <a:tailEnd type="none"/>
          </a:ln>
        </p:spPr>
      </p:sp>
      <p:sp>
        <p:nvSpPr>
          <p:cNvPr id="132" name="Shape 130"/>
          <p:cNvSpPr/>
          <p:nvPr/>
        </p:nvSpPr>
        <p:spPr>
          <a:xfrm>
            <a:off x="9875520" y="4685042"/>
            <a:ext cx="176479" cy="0"/>
          </a:xfrm>
          <a:prstGeom prst="line">
            <a:avLst/>
          </a:prstGeom>
          <a:noFill/>
          <a:ln w="25400">
            <a:solidFill>
              <a:srgbClr val="5C4DB7"/>
            </a:solidFill>
            <a:prstDash val="solid"/>
            <a:headEnd type="none"/>
            <a:tailEnd type="none"/>
          </a:ln>
        </p:spPr>
      </p:sp>
      <p:sp>
        <p:nvSpPr>
          <p:cNvPr id="133" name="Shape 131"/>
          <p:cNvSpPr/>
          <p:nvPr/>
        </p:nvSpPr>
        <p:spPr>
          <a:xfrm>
            <a:off x="10049256" y="4682299"/>
            <a:ext cx="0" cy="40845"/>
          </a:xfrm>
          <a:prstGeom prst="line">
            <a:avLst/>
          </a:prstGeom>
          <a:noFill/>
          <a:ln w="25400">
            <a:solidFill>
              <a:srgbClr val="5C4DB7"/>
            </a:solidFill>
            <a:prstDash val="solid"/>
            <a:headEnd type="none"/>
            <a:tailEnd type="none"/>
          </a:ln>
        </p:spPr>
      </p:sp>
      <p:sp>
        <p:nvSpPr>
          <p:cNvPr id="134" name="Shape 132"/>
          <p:cNvSpPr/>
          <p:nvPr/>
        </p:nvSpPr>
        <p:spPr>
          <a:xfrm>
            <a:off x="10049256" y="4720400"/>
            <a:ext cx="176480" cy="0"/>
          </a:xfrm>
          <a:prstGeom prst="line">
            <a:avLst/>
          </a:prstGeom>
          <a:noFill/>
          <a:ln w="25400">
            <a:solidFill>
              <a:srgbClr val="5C4DB7"/>
            </a:solidFill>
            <a:prstDash val="solid"/>
            <a:headEnd type="none"/>
            <a:tailEnd type="none"/>
          </a:ln>
        </p:spPr>
      </p:sp>
      <p:sp>
        <p:nvSpPr>
          <p:cNvPr id="135" name="Shape 133"/>
          <p:cNvSpPr/>
          <p:nvPr/>
        </p:nvSpPr>
        <p:spPr>
          <a:xfrm>
            <a:off x="10222992" y="4717657"/>
            <a:ext cx="0" cy="39171"/>
          </a:xfrm>
          <a:prstGeom prst="line">
            <a:avLst/>
          </a:prstGeom>
          <a:noFill/>
          <a:ln w="25400">
            <a:solidFill>
              <a:srgbClr val="5C4DB7"/>
            </a:solidFill>
            <a:prstDash val="solid"/>
            <a:headEnd type="none"/>
            <a:tailEnd type="none"/>
          </a:ln>
        </p:spPr>
      </p:sp>
      <p:sp>
        <p:nvSpPr>
          <p:cNvPr id="136" name="Shape 134"/>
          <p:cNvSpPr/>
          <p:nvPr/>
        </p:nvSpPr>
        <p:spPr>
          <a:xfrm>
            <a:off x="10222992" y="4754085"/>
            <a:ext cx="176480" cy="0"/>
          </a:xfrm>
          <a:prstGeom prst="line">
            <a:avLst/>
          </a:prstGeom>
          <a:noFill/>
          <a:ln w="25400">
            <a:solidFill>
              <a:srgbClr val="5C4DB7"/>
            </a:solidFill>
            <a:prstDash val="solid"/>
            <a:headEnd type="none"/>
            <a:tailEnd type="none"/>
          </a:ln>
        </p:spPr>
      </p:sp>
      <p:sp>
        <p:nvSpPr>
          <p:cNvPr id="137" name="Shape 135"/>
          <p:cNvSpPr/>
          <p:nvPr/>
        </p:nvSpPr>
        <p:spPr>
          <a:xfrm>
            <a:off x="10396728" y="4751342"/>
            <a:ext cx="0" cy="36678"/>
          </a:xfrm>
          <a:prstGeom prst="line">
            <a:avLst/>
          </a:prstGeom>
          <a:noFill/>
          <a:ln w="25400">
            <a:solidFill>
              <a:srgbClr val="5C4DB7"/>
            </a:solidFill>
            <a:prstDash val="solid"/>
            <a:headEnd type="none"/>
            <a:tailEnd type="none"/>
          </a:ln>
        </p:spPr>
      </p:sp>
      <p:sp>
        <p:nvSpPr>
          <p:cNvPr id="138" name="Shape 136"/>
          <p:cNvSpPr/>
          <p:nvPr/>
        </p:nvSpPr>
        <p:spPr>
          <a:xfrm>
            <a:off x="10396728" y="4785277"/>
            <a:ext cx="176479" cy="0"/>
          </a:xfrm>
          <a:prstGeom prst="line">
            <a:avLst/>
          </a:prstGeom>
          <a:noFill/>
          <a:ln w="25400">
            <a:solidFill>
              <a:srgbClr val="5C4DB7"/>
            </a:solidFill>
            <a:prstDash val="solid"/>
            <a:headEnd type="none"/>
            <a:tailEnd type="none"/>
          </a:ln>
        </p:spPr>
      </p:sp>
      <p:sp>
        <p:nvSpPr>
          <p:cNvPr id="139" name="Shape 137"/>
          <p:cNvSpPr/>
          <p:nvPr/>
        </p:nvSpPr>
        <p:spPr>
          <a:xfrm>
            <a:off x="10570464" y="4782533"/>
            <a:ext cx="0" cy="33713"/>
          </a:xfrm>
          <a:prstGeom prst="line">
            <a:avLst/>
          </a:prstGeom>
          <a:noFill/>
          <a:ln w="25400">
            <a:solidFill>
              <a:srgbClr val="5C4DB7"/>
            </a:solidFill>
            <a:prstDash val="solid"/>
            <a:headEnd type="none"/>
            <a:tailEnd type="none"/>
          </a:ln>
        </p:spPr>
      </p:sp>
      <p:sp>
        <p:nvSpPr>
          <p:cNvPr id="140" name="Shape 138"/>
          <p:cNvSpPr/>
          <p:nvPr/>
        </p:nvSpPr>
        <p:spPr>
          <a:xfrm>
            <a:off x="10570464" y="4813503"/>
            <a:ext cx="176480" cy="0"/>
          </a:xfrm>
          <a:prstGeom prst="line">
            <a:avLst/>
          </a:prstGeom>
          <a:noFill/>
          <a:ln w="25400">
            <a:solidFill>
              <a:srgbClr val="5C4DB7"/>
            </a:solidFill>
            <a:prstDash val="solid"/>
            <a:headEnd type="none"/>
            <a:tailEnd type="none"/>
          </a:ln>
        </p:spPr>
      </p:sp>
      <p:sp>
        <p:nvSpPr>
          <p:cNvPr id="141" name="Shape 139"/>
          <p:cNvSpPr/>
          <p:nvPr/>
        </p:nvSpPr>
        <p:spPr>
          <a:xfrm>
            <a:off x="10744200" y="4810760"/>
            <a:ext cx="0" cy="30652"/>
          </a:xfrm>
          <a:prstGeom prst="line">
            <a:avLst/>
          </a:prstGeom>
          <a:noFill/>
          <a:ln w="25400">
            <a:solidFill>
              <a:srgbClr val="5C4DB7"/>
            </a:solidFill>
            <a:prstDash val="solid"/>
            <a:headEnd type="none"/>
            <a:tailEnd type="none"/>
          </a:ln>
        </p:spPr>
      </p:sp>
      <p:sp>
        <p:nvSpPr>
          <p:cNvPr id="142" name="Shape 140"/>
          <p:cNvSpPr/>
          <p:nvPr/>
        </p:nvSpPr>
        <p:spPr>
          <a:xfrm>
            <a:off x="10744200" y="4838669"/>
            <a:ext cx="176480" cy="0"/>
          </a:xfrm>
          <a:prstGeom prst="line">
            <a:avLst/>
          </a:prstGeom>
          <a:noFill/>
          <a:ln w="25400">
            <a:solidFill>
              <a:srgbClr val="5C4DB7"/>
            </a:solidFill>
            <a:prstDash val="solid"/>
            <a:headEnd type="none"/>
            <a:tailEnd type="none"/>
          </a:ln>
        </p:spPr>
      </p:sp>
      <p:sp>
        <p:nvSpPr>
          <p:cNvPr id="143" name="Shape 141"/>
          <p:cNvSpPr/>
          <p:nvPr/>
        </p:nvSpPr>
        <p:spPr>
          <a:xfrm>
            <a:off x="10917936" y="4835926"/>
            <a:ext cx="0" cy="27584"/>
          </a:xfrm>
          <a:prstGeom prst="line">
            <a:avLst/>
          </a:prstGeom>
          <a:noFill/>
          <a:ln w="25400">
            <a:solidFill>
              <a:srgbClr val="5C4DB7"/>
            </a:solidFill>
            <a:prstDash val="solid"/>
            <a:headEnd type="none"/>
            <a:tailEnd type="none"/>
          </a:ln>
        </p:spPr>
      </p:sp>
      <p:sp>
        <p:nvSpPr>
          <p:cNvPr id="144" name="Shape 142"/>
          <p:cNvSpPr/>
          <p:nvPr/>
        </p:nvSpPr>
        <p:spPr>
          <a:xfrm>
            <a:off x="10917936" y="4860766"/>
            <a:ext cx="176479" cy="0"/>
          </a:xfrm>
          <a:prstGeom prst="line">
            <a:avLst/>
          </a:prstGeom>
          <a:noFill/>
          <a:ln w="25400">
            <a:solidFill>
              <a:srgbClr val="5C4DB7"/>
            </a:solidFill>
            <a:prstDash val="solid"/>
            <a:headEnd type="none"/>
            <a:tailEnd type="none"/>
          </a:ln>
        </p:spPr>
      </p:sp>
      <p:sp>
        <p:nvSpPr>
          <p:cNvPr id="145" name="Shape 143"/>
          <p:cNvSpPr/>
          <p:nvPr/>
        </p:nvSpPr>
        <p:spPr>
          <a:xfrm>
            <a:off x="11091672" y="4858023"/>
            <a:ext cx="0" cy="24638"/>
          </a:xfrm>
          <a:prstGeom prst="line">
            <a:avLst/>
          </a:prstGeom>
          <a:noFill/>
          <a:ln w="25400">
            <a:solidFill>
              <a:srgbClr val="5C4DB7"/>
            </a:solidFill>
            <a:prstDash val="solid"/>
            <a:headEnd type="none"/>
            <a:tailEnd type="none"/>
          </a:ln>
        </p:spPr>
      </p:sp>
      <p:sp>
        <p:nvSpPr>
          <p:cNvPr id="146" name="Shape 144"/>
          <p:cNvSpPr/>
          <p:nvPr/>
        </p:nvSpPr>
        <p:spPr>
          <a:xfrm>
            <a:off x="11091672" y="4879918"/>
            <a:ext cx="176480" cy="0"/>
          </a:xfrm>
          <a:prstGeom prst="line">
            <a:avLst/>
          </a:prstGeom>
          <a:noFill/>
          <a:ln w="25400">
            <a:solidFill>
              <a:srgbClr val="5C4DB7"/>
            </a:solidFill>
            <a:prstDash val="solid"/>
            <a:headEnd type="none"/>
            <a:tailEnd type="none"/>
          </a:ln>
        </p:spPr>
      </p:sp>
      <p:sp>
        <p:nvSpPr>
          <p:cNvPr id="147" name="Shape 145"/>
          <p:cNvSpPr/>
          <p:nvPr/>
        </p:nvSpPr>
        <p:spPr>
          <a:xfrm>
            <a:off x="11265408" y="4877175"/>
            <a:ext cx="0" cy="21765"/>
          </a:xfrm>
          <a:prstGeom prst="line">
            <a:avLst/>
          </a:prstGeom>
          <a:noFill/>
          <a:ln w="25400">
            <a:solidFill>
              <a:srgbClr val="5C4DB7"/>
            </a:solidFill>
            <a:prstDash val="solid"/>
            <a:headEnd type="none"/>
            <a:tailEnd type="none"/>
          </a:ln>
        </p:spPr>
      </p:sp>
      <p:sp>
        <p:nvSpPr>
          <p:cNvPr id="148" name="Shape 146"/>
          <p:cNvSpPr/>
          <p:nvPr/>
        </p:nvSpPr>
        <p:spPr>
          <a:xfrm>
            <a:off x="868680" y="1792224"/>
            <a:ext cx="256032" cy="0"/>
          </a:xfrm>
          <a:prstGeom prst="line">
            <a:avLst/>
          </a:prstGeom>
          <a:noFill/>
          <a:ln w="27940">
            <a:solidFill>
              <a:srgbClr val="5C4DB7"/>
            </a:solidFill>
            <a:prstDash val="solid"/>
          </a:ln>
        </p:spPr>
      </p:sp>
      <p:sp>
        <p:nvSpPr>
          <p:cNvPr id="149" name="Text 147"/>
          <p:cNvSpPr/>
          <p:nvPr/>
        </p:nvSpPr>
        <p:spPr>
          <a:xfrm>
            <a:off x="1197864" y="1719072"/>
            <a:ext cx="2011680"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MFR</a:t>
            </a:r>
            <a:endParaRPr lang="en-US" sz="920" dirty="0"/>
          </a:p>
        </p:txBody>
      </p:sp>
      <p:sp>
        <p:nvSpPr>
          <p:cNvPr id="150" name="Shape 148"/>
          <p:cNvSpPr/>
          <p:nvPr/>
        </p:nvSpPr>
        <p:spPr>
          <a:xfrm>
            <a:off x="841248" y="4864808"/>
            <a:ext cx="176480" cy="0"/>
          </a:xfrm>
          <a:prstGeom prst="line">
            <a:avLst/>
          </a:prstGeom>
          <a:noFill/>
          <a:ln w="25400">
            <a:solidFill>
              <a:srgbClr val="168B83"/>
            </a:solidFill>
            <a:prstDash val="solid"/>
            <a:headEnd type="none"/>
            <a:tailEnd type="none"/>
          </a:ln>
        </p:spPr>
      </p:sp>
      <p:sp>
        <p:nvSpPr>
          <p:cNvPr id="151" name="Shape 149"/>
          <p:cNvSpPr/>
          <p:nvPr/>
        </p:nvSpPr>
        <p:spPr>
          <a:xfrm>
            <a:off x="1014984" y="4862064"/>
            <a:ext cx="0" cy="35711"/>
          </a:xfrm>
          <a:prstGeom prst="line">
            <a:avLst/>
          </a:prstGeom>
          <a:noFill/>
          <a:ln w="25400">
            <a:solidFill>
              <a:srgbClr val="168B83"/>
            </a:solidFill>
            <a:prstDash val="solid"/>
            <a:headEnd type="none"/>
            <a:tailEnd type="none"/>
          </a:ln>
        </p:spPr>
      </p:sp>
      <p:sp>
        <p:nvSpPr>
          <p:cNvPr id="152" name="Shape 150"/>
          <p:cNvSpPr/>
          <p:nvPr/>
        </p:nvSpPr>
        <p:spPr>
          <a:xfrm>
            <a:off x="1014984" y="4895032"/>
            <a:ext cx="176479" cy="0"/>
          </a:xfrm>
          <a:prstGeom prst="line">
            <a:avLst/>
          </a:prstGeom>
          <a:noFill/>
          <a:ln w="25400">
            <a:solidFill>
              <a:srgbClr val="168B83"/>
            </a:solidFill>
            <a:prstDash val="solid"/>
            <a:headEnd type="none"/>
            <a:tailEnd type="none"/>
          </a:ln>
        </p:spPr>
      </p:sp>
      <p:sp>
        <p:nvSpPr>
          <p:cNvPr id="153" name="Shape 151"/>
          <p:cNvSpPr/>
          <p:nvPr/>
        </p:nvSpPr>
        <p:spPr>
          <a:xfrm>
            <a:off x="1188720" y="4868124"/>
            <a:ext cx="0" cy="29651"/>
          </a:xfrm>
          <a:prstGeom prst="line">
            <a:avLst/>
          </a:prstGeom>
          <a:noFill/>
          <a:ln w="25400">
            <a:solidFill>
              <a:srgbClr val="168B83"/>
            </a:solidFill>
            <a:prstDash val="solid"/>
            <a:headEnd type="none"/>
            <a:tailEnd type="none"/>
          </a:ln>
        </p:spPr>
      </p:sp>
      <p:sp>
        <p:nvSpPr>
          <p:cNvPr id="154" name="Shape 152"/>
          <p:cNvSpPr/>
          <p:nvPr/>
        </p:nvSpPr>
        <p:spPr>
          <a:xfrm>
            <a:off x="1188720" y="4870867"/>
            <a:ext cx="176480" cy="0"/>
          </a:xfrm>
          <a:prstGeom prst="line">
            <a:avLst/>
          </a:prstGeom>
          <a:noFill/>
          <a:ln w="25400">
            <a:solidFill>
              <a:srgbClr val="168B83"/>
            </a:solidFill>
            <a:prstDash val="solid"/>
            <a:headEnd type="none"/>
            <a:tailEnd type="none"/>
          </a:ln>
        </p:spPr>
      </p:sp>
      <p:sp>
        <p:nvSpPr>
          <p:cNvPr id="155" name="Shape 153"/>
          <p:cNvSpPr/>
          <p:nvPr/>
        </p:nvSpPr>
        <p:spPr>
          <a:xfrm>
            <a:off x="1362456" y="4795948"/>
            <a:ext cx="0" cy="77662"/>
          </a:xfrm>
          <a:prstGeom prst="line">
            <a:avLst/>
          </a:prstGeom>
          <a:noFill/>
          <a:ln w="25400">
            <a:solidFill>
              <a:srgbClr val="168B83"/>
            </a:solidFill>
            <a:prstDash val="solid"/>
            <a:headEnd type="none"/>
            <a:tailEnd type="none"/>
          </a:ln>
        </p:spPr>
      </p:sp>
      <p:sp>
        <p:nvSpPr>
          <p:cNvPr id="156" name="Shape 154"/>
          <p:cNvSpPr/>
          <p:nvPr/>
        </p:nvSpPr>
        <p:spPr>
          <a:xfrm>
            <a:off x="1362456" y="4798691"/>
            <a:ext cx="176480" cy="0"/>
          </a:xfrm>
          <a:prstGeom prst="line">
            <a:avLst/>
          </a:prstGeom>
          <a:noFill/>
          <a:ln w="25400">
            <a:solidFill>
              <a:srgbClr val="168B83"/>
            </a:solidFill>
            <a:prstDash val="solid"/>
            <a:headEnd type="none"/>
            <a:tailEnd type="none"/>
          </a:ln>
        </p:spPr>
      </p:sp>
      <p:sp>
        <p:nvSpPr>
          <p:cNvPr id="157" name="Shape 155"/>
          <p:cNvSpPr/>
          <p:nvPr/>
        </p:nvSpPr>
        <p:spPr>
          <a:xfrm>
            <a:off x="1536192" y="4670219"/>
            <a:ext cx="0" cy="131216"/>
          </a:xfrm>
          <a:prstGeom prst="line">
            <a:avLst/>
          </a:prstGeom>
          <a:noFill/>
          <a:ln w="25400">
            <a:solidFill>
              <a:srgbClr val="168B83"/>
            </a:solidFill>
            <a:prstDash val="solid"/>
            <a:headEnd type="none"/>
            <a:tailEnd type="none"/>
          </a:ln>
        </p:spPr>
      </p:sp>
      <p:sp>
        <p:nvSpPr>
          <p:cNvPr id="158" name="Shape 156"/>
          <p:cNvSpPr/>
          <p:nvPr/>
        </p:nvSpPr>
        <p:spPr>
          <a:xfrm>
            <a:off x="1536192" y="4672962"/>
            <a:ext cx="176479" cy="0"/>
          </a:xfrm>
          <a:prstGeom prst="line">
            <a:avLst/>
          </a:prstGeom>
          <a:noFill/>
          <a:ln w="25400">
            <a:solidFill>
              <a:srgbClr val="168B83"/>
            </a:solidFill>
            <a:prstDash val="solid"/>
            <a:headEnd type="none"/>
            <a:tailEnd type="none"/>
          </a:ln>
        </p:spPr>
      </p:sp>
      <p:sp>
        <p:nvSpPr>
          <p:cNvPr id="159" name="Shape 157"/>
          <p:cNvSpPr/>
          <p:nvPr/>
        </p:nvSpPr>
        <p:spPr>
          <a:xfrm>
            <a:off x="1709928" y="4499591"/>
            <a:ext cx="0" cy="176114"/>
          </a:xfrm>
          <a:prstGeom prst="line">
            <a:avLst/>
          </a:prstGeom>
          <a:noFill/>
          <a:ln w="25400">
            <a:solidFill>
              <a:srgbClr val="168B83"/>
            </a:solidFill>
            <a:prstDash val="solid"/>
            <a:headEnd type="none"/>
            <a:tailEnd type="none"/>
          </a:ln>
        </p:spPr>
      </p:sp>
      <p:sp>
        <p:nvSpPr>
          <p:cNvPr id="160" name="Shape 158"/>
          <p:cNvSpPr/>
          <p:nvPr/>
        </p:nvSpPr>
        <p:spPr>
          <a:xfrm>
            <a:off x="1709928" y="4502334"/>
            <a:ext cx="176480" cy="0"/>
          </a:xfrm>
          <a:prstGeom prst="line">
            <a:avLst/>
          </a:prstGeom>
          <a:noFill/>
          <a:ln w="25400">
            <a:solidFill>
              <a:srgbClr val="168B83"/>
            </a:solidFill>
            <a:prstDash val="solid"/>
            <a:headEnd type="none"/>
            <a:tailEnd type="none"/>
          </a:ln>
        </p:spPr>
      </p:sp>
      <p:sp>
        <p:nvSpPr>
          <p:cNvPr id="161" name="Shape 159"/>
          <p:cNvSpPr/>
          <p:nvPr/>
        </p:nvSpPr>
        <p:spPr>
          <a:xfrm>
            <a:off x="1883664" y="4299560"/>
            <a:ext cx="0" cy="205518"/>
          </a:xfrm>
          <a:prstGeom prst="line">
            <a:avLst/>
          </a:prstGeom>
          <a:noFill/>
          <a:ln w="25400">
            <a:solidFill>
              <a:srgbClr val="168B83"/>
            </a:solidFill>
            <a:prstDash val="solid"/>
            <a:headEnd type="none"/>
            <a:tailEnd type="none"/>
          </a:ln>
        </p:spPr>
      </p:sp>
      <p:sp>
        <p:nvSpPr>
          <p:cNvPr id="162" name="Shape 160"/>
          <p:cNvSpPr/>
          <p:nvPr/>
        </p:nvSpPr>
        <p:spPr>
          <a:xfrm>
            <a:off x="1883664" y="4302303"/>
            <a:ext cx="176480" cy="0"/>
          </a:xfrm>
          <a:prstGeom prst="line">
            <a:avLst/>
          </a:prstGeom>
          <a:noFill/>
          <a:ln w="25400">
            <a:solidFill>
              <a:srgbClr val="168B83"/>
            </a:solidFill>
            <a:prstDash val="solid"/>
            <a:headEnd type="none"/>
            <a:tailEnd type="none"/>
          </a:ln>
        </p:spPr>
      </p:sp>
      <p:sp>
        <p:nvSpPr>
          <p:cNvPr id="163" name="Shape 161"/>
          <p:cNvSpPr/>
          <p:nvPr/>
        </p:nvSpPr>
        <p:spPr>
          <a:xfrm>
            <a:off x="2057400" y="4085783"/>
            <a:ext cx="0" cy="219263"/>
          </a:xfrm>
          <a:prstGeom prst="line">
            <a:avLst/>
          </a:prstGeom>
          <a:noFill/>
          <a:ln w="25400">
            <a:solidFill>
              <a:srgbClr val="168B83"/>
            </a:solidFill>
            <a:prstDash val="solid"/>
            <a:headEnd type="none"/>
            <a:tailEnd type="none"/>
          </a:ln>
        </p:spPr>
      </p:sp>
      <p:sp>
        <p:nvSpPr>
          <p:cNvPr id="164" name="Shape 162"/>
          <p:cNvSpPr/>
          <p:nvPr/>
        </p:nvSpPr>
        <p:spPr>
          <a:xfrm>
            <a:off x="2057400" y="4088527"/>
            <a:ext cx="176479" cy="0"/>
          </a:xfrm>
          <a:prstGeom prst="line">
            <a:avLst/>
          </a:prstGeom>
          <a:noFill/>
          <a:ln w="25400">
            <a:solidFill>
              <a:srgbClr val="168B83"/>
            </a:solidFill>
            <a:prstDash val="solid"/>
            <a:headEnd type="none"/>
            <a:tailEnd type="none"/>
          </a:ln>
        </p:spPr>
      </p:sp>
      <p:sp>
        <p:nvSpPr>
          <p:cNvPr id="165" name="Shape 163"/>
          <p:cNvSpPr/>
          <p:nvPr/>
        </p:nvSpPr>
        <p:spPr>
          <a:xfrm>
            <a:off x="2231136" y="3873375"/>
            <a:ext cx="0" cy="217894"/>
          </a:xfrm>
          <a:prstGeom prst="line">
            <a:avLst/>
          </a:prstGeom>
          <a:noFill/>
          <a:ln w="25400">
            <a:solidFill>
              <a:srgbClr val="168B83"/>
            </a:solidFill>
            <a:prstDash val="solid"/>
            <a:headEnd type="none"/>
            <a:tailEnd type="none"/>
          </a:ln>
        </p:spPr>
      </p:sp>
      <p:sp>
        <p:nvSpPr>
          <p:cNvPr id="166" name="Shape 164"/>
          <p:cNvSpPr/>
          <p:nvPr/>
        </p:nvSpPr>
        <p:spPr>
          <a:xfrm>
            <a:off x="2231136" y="3876118"/>
            <a:ext cx="176480" cy="0"/>
          </a:xfrm>
          <a:prstGeom prst="line">
            <a:avLst/>
          </a:prstGeom>
          <a:noFill/>
          <a:ln w="25400">
            <a:solidFill>
              <a:srgbClr val="168B83"/>
            </a:solidFill>
            <a:prstDash val="solid"/>
            <a:headEnd type="none"/>
            <a:tailEnd type="none"/>
          </a:ln>
        </p:spPr>
      </p:sp>
      <p:sp>
        <p:nvSpPr>
          <p:cNvPr id="167" name="Shape 165"/>
          <p:cNvSpPr/>
          <p:nvPr/>
        </p:nvSpPr>
        <p:spPr>
          <a:xfrm>
            <a:off x="2404872" y="3674090"/>
            <a:ext cx="0" cy="204772"/>
          </a:xfrm>
          <a:prstGeom prst="line">
            <a:avLst/>
          </a:prstGeom>
          <a:noFill/>
          <a:ln w="25400">
            <a:solidFill>
              <a:srgbClr val="168B83"/>
            </a:solidFill>
            <a:prstDash val="solid"/>
            <a:headEnd type="none"/>
            <a:tailEnd type="none"/>
          </a:ln>
        </p:spPr>
      </p:sp>
      <p:sp>
        <p:nvSpPr>
          <p:cNvPr id="168" name="Shape 166"/>
          <p:cNvSpPr/>
          <p:nvPr/>
        </p:nvSpPr>
        <p:spPr>
          <a:xfrm>
            <a:off x="2404872" y="3676833"/>
            <a:ext cx="176480" cy="0"/>
          </a:xfrm>
          <a:prstGeom prst="line">
            <a:avLst/>
          </a:prstGeom>
          <a:noFill/>
          <a:ln w="25400">
            <a:solidFill>
              <a:srgbClr val="168B83"/>
            </a:solidFill>
            <a:prstDash val="solid"/>
            <a:headEnd type="none"/>
            <a:tailEnd type="none"/>
          </a:ln>
        </p:spPr>
      </p:sp>
      <p:sp>
        <p:nvSpPr>
          <p:cNvPr id="169" name="Shape 167"/>
          <p:cNvSpPr/>
          <p:nvPr/>
        </p:nvSpPr>
        <p:spPr>
          <a:xfrm>
            <a:off x="2578608" y="3494614"/>
            <a:ext cx="0" cy="184962"/>
          </a:xfrm>
          <a:prstGeom prst="line">
            <a:avLst/>
          </a:prstGeom>
          <a:noFill/>
          <a:ln w="25400">
            <a:solidFill>
              <a:srgbClr val="168B83"/>
            </a:solidFill>
            <a:prstDash val="solid"/>
            <a:headEnd type="none"/>
            <a:tailEnd type="none"/>
          </a:ln>
        </p:spPr>
      </p:sp>
      <p:sp>
        <p:nvSpPr>
          <p:cNvPr id="170" name="Shape 168"/>
          <p:cNvSpPr/>
          <p:nvPr/>
        </p:nvSpPr>
        <p:spPr>
          <a:xfrm>
            <a:off x="2578608" y="3497358"/>
            <a:ext cx="176479" cy="0"/>
          </a:xfrm>
          <a:prstGeom prst="line">
            <a:avLst/>
          </a:prstGeom>
          <a:noFill/>
          <a:ln w="25400">
            <a:solidFill>
              <a:srgbClr val="168B83"/>
            </a:solidFill>
            <a:prstDash val="solid"/>
            <a:headEnd type="none"/>
            <a:tailEnd type="none"/>
          </a:ln>
        </p:spPr>
      </p:sp>
      <p:sp>
        <p:nvSpPr>
          <p:cNvPr id="171" name="Shape 169"/>
          <p:cNvSpPr/>
          <p:nvPr/>
        </p:nvSpPr>
        <p:spPr>
          <a:xfrm>
            <a:off x="2752344" y="3338623"/>
            <a:ext cx="0" cy="161478"/>
          </a:xfrm>
          <a:prstGeom prst="line">
            <a:avLst/>
          </a:prstGeom>
          <a:noFill/>
          <a:ln w="25400">
            <a:solidFill>
              <a:srgbClr val="168B83"/>
            </a:solidFill>
            <a:prstDash val="solid"/>
            <a:headEnd type="none"/>
            <a:tailEnd type="none"/>
          </a:ln>
        </p:spPr>
      </p:sp>
      <p:sp>
        <p:nvSpPr>
          <p:cNvPr id="172" name="Shape 170"/>
          <p:cNvSpPr/>
          <p:nvPr/>
        </p:nvSpPr>
        <p:spPr>
          <a:xfrm>
            <a:off x="2752344" y="3341366"/>
            <a:ext cx="176480" cy="0"/>
          </a:xfrm>
          <a:prstGeom prst="line">
            <a:avLst/>
          </a:prstGeom>
          <a:noFill/>
          <a:ln w="25400">
            <a:solidFill>
              <a:srgbClr val="168B83"/>
            </a:solidFill>
            <a:prstDash val="solid"/>
            <a:headEnd type="none"/>
            <a:tailEnd type="none"/>
          </a:ln>
        </p:spPr>
      </p:sp>
      <p:sp>
        <p:nvSpPr>
          <p:cNvPr id="173" name="Shape 171"/>
          <p:cNvSpPr/>
          <p:nvPr/>
        </p:nvSpPr>
        <p:spPr>
          <a:xfrm>
            <a:off x="2926080" y="3206574"/>
            <a:ext cx="0" cy="137536"/>
          </a:xfrm>
          <a:prstGeom prst="line">
            <a:avLst/>
          </a:prstGeom>
          <a:noFill/>
          <a:ln w="25400">
            <a:solidFill>
              <a:srgbClr val="168B83"/>
            </a:solidFill>
            <a:prstDash val="solid"/>
            <a:headEnd type="none"/>
            <a:tailEnd type="none"/>
          </a:ln>
        </p:spPr>
      </p:sp>
      <p:sp>
        <p:nvSpPr>
          <p:cNvPr id="174" name="Shape 172"/>
          <p:cNvSpPr/>
          <p:nvPr/>
        </p:nvSpPr>
        <p:spPr>
          <a:xfrm>
            <a:off x="2926080" y="3209317"/>
            <a:ext cx="176480" cy="0"/>
          </a:xfrm>
          <a:prstGeom prst="line">
            <a:avLst/>
          </a:prstGeom>
          <a:noFill/>
          <a:ln w="25400">
            <a:solidFill>
              <a:srgbClr val="168B83"/>
            </a:solidFill>
            <a:prstDash val="solid"/>
            <a:headEnd type="none"/>
            <a:tailEnd type="none"/>
          </a:ln>
        </p:spPr>
      </p:sp>
      <p:sp>
        <p:nvSpPr>
          <p:cNvPr id="175" name="Shape 173"/>
          <p:cNvSpPr/>
          <p:nvPr/>
        </p:nvSpPr>
        <p:spPr>
          <a:xfrm>
            <a:off x="3099816" y="3090124"/>
            <a:ext cx="0" cy="121936"/>
          </a:xfrm>
          <a:prstGeom prst="line">
            <a:avLst/>
          </a:prstGeom>
          <a:noFill/>
          <a:ln w="25400">
            <a:solidFill>
              <a:srgbClr val="168B83"/>
            </a:solidFill>
            <a:prstDash val="solid"/>
            <a:headEnd type="none"/>
            <a:tailEnd type="none"/>
          </a:ln>
        </p:spPr>
      </p:sp>
      <p:sp>
        <p:nvSpPr>
          <p:cNvPr id="176" name="Shape 174"/>
          <p:cNvSpPr/>
          <p:nvPr/>
        </p:nvSpPr>
        <p:spPr>
          <a:xfrm>
            <a:off x="3099816" y="3092868"/>
            <a:ext cx="176479" cy="0"/>
          </a:xfrm>
          <a:prstGeom prst="line">
            <a:avLst/>
          </a:prstGeom>
          <a:noFill/>
          <a:ln w="25400">
            <a:solidFill>
              <a:srgbClr val="168B83"/>
            </a:solidFill>
            <a:prstDash val="solid"/>
            <a:headEnd type="none"/>
            <a:tailEnd type="none"/>
          </a:ln>
        </p:spPr>
      </p:sp>
      <p:sp>
        <p:nvSpPr>
          <p:cNvPr id="177" name="Shape 175"/>
          <p:cNvSpPr/>
          <p:nvPr/>
        </p:nvSpPr>
        <p:spPr>
          <a:xfrm>
            <a:off x="3273552" y="2998210"/>
            <a:ext cx="0" cy="97401"/>
          </a:xfrm>
          <a:prstGeom prst="line">
            <a:avLst/>
          </a:prstGeom>
          <a:noFill/>
          <a:ln w="25400">
            <a:solidFill>
              <a:srgbClr val="168B83"/>
            </a:solidFill>
            <a:prstDash val="solid"/>
            <a:headEnd type="none"/>
            <a:tailEnd type="none"/>
          </a:ln>
        </p:spPr>
      </p:sp>
      <p:sp>
        <p:nvSpPr>
          <p:cNvPr id="178" name="Shape 176"/>
          <p:cNvSpPr/>
          <p:nvPr/>
        </p:nvSpPr>
        <p:spPr>
          <a:xfrm>
            <a:off x="3273552" y="3000953"/>
            <a:ext cx="176480" cy="0"/>
          </a:xfrm>
          <a:prstGeom prst="line">
            <a:avLst/>
          </a:prstGeom>
          <a:noFill/>
          <a:ln w="25400">
            <a:solidFill>
              <a:srgbClr val="168B83"/>
            </a:solidFill>
            <a:prstDash val="solid"/>
            <a:headEnd type="none"/>
            <a:tailEnd type="none"/>
          </a:ln>
        </p:spPr>
      </p:sp>
      <p:sp>
        <p:nvSpPr>
          <p:cNvPr id="179" name="Shape 177"/>
          <p:cNvSpPr/>
          <p:nvPr/>
        </p:nvSpPr>
        <p:spPr>
          <a:xfrm>
            <a:off x="3447288" y="2921524"/>
            <a:ext cx="0" cy="82172"/>
          </a:xfrm>
          <a:prstGeom prst="line">
            <a:avLst/>
          </a:prstGeom>
          <a:noFill/>
          <a:ln w="25400">
            <a:solidFill>
              <a:srgbClr val="168B83"/>
            </a:solidFill>
            <a:prstDash val="solid"/>
            <a:headEnd type="none"/>
            <a:tailEnd type="none"/>
          </a:ln>
        </p:spPr>
      </p:sp>
      <p:sp>
        <p:nvSpPr>
          <p:cNvPr id="180" name="Shape 178"/>
          <p:cNvSpPr/>
          <p:nvPr/>
        </p:nvSpPr>
        <p:spPr>
          <a:xfrm>
            <a:off x="3447288" y="2924267"/>
            <a:ext cx="176480" cy="0"/>
          </a:xfrm>
          <a:prstGeom prst="line">
            <a:avLst/>
          </a:prstGeom>
          <a:noFill/>
          <a:ln w="25400">
            <a:solidFill>
              <a:srgbClr val="168B83"/>
            </a:solidFill>
            <a:prstDash val="solid"/>
            <a:headEnd type="none"/>
            <a:tailEnd type="none"/>
          </a:ln>
        </p:spPr>
      </p:sp>
      <p:sp>
        <p:nvSpPr>
          <p:cNvPr id="181" name="Shape 179"/>
          <p:cNvSpPr/>
          <p:nvPr/>
        </p:nvSpPr>
        <p:spPr>
          <a:xfrm>
            <a:off x="3621024" y="2856437"/>
            <a:ext cx="0" cy="70574"/>
          </a:xfrm>
          <a:prstGeom prst="line">
            <a:avLst/>
          </a:prstGeom>
          <a:noFill/>
          <a:ln w="25400">
            <a:solidFill>
              <a:srgbClr val="168B83"/>
            </a:solidFill>
            <a:prstDash val="solid"/>
            <a:headEnd type="none"/>
            <a:tailEnd type="none"/>
          </a:ln>
        </p:spPr>
      </p:sp>
      <p:sp>
        <p:nvSpPr>
          <p:cNvPr id="182" name="Shape 180"/>
          <p:cNvSpPr/>
          <p:nvPr/>
        </p:nvSpPr>
        <p:spPr>
          <a:xfrm>
            <a:off x="3621024" y="2859180"/>
            <a:ext cx="176479" cy="0"/>
          </a:xfrm>
          <a:prstGeom prst="line">
            <a:avLst/>
          </a:prstGeom>
          <a:noFill/>
          <a:ln w="25400">
            <a:solidFill>
              <a:srgbClr val="168B83"/>
            </a:solidFill>
            <a:prstDash val="solid"/>
            <a:headEnd type="none"/>
            <a:tailEnd type="none"/>
          </a:ln>
        </p:spPr>
      </p:sp>
      <p:sp>
        <p:nvSpPr>
          <p:cNvPr id="183" name="Shape 181"/>
          <p:cNvSpPr/>
          <p:nvPr/>
        </p:nvSpPr>
        <p:spPr>
          <a:xfrm>
            <a:off x="3794760" y="2799951"/>
            <a:ext cx="0" cy="61972"/>
          </a:xfrm>
          <a:prstGeom prst="line">
            <a:avLst/>
          </a:prstGeom>
          <a:noFill/>
          <a:ln w="25400">
            <a:solidFill>
              <a:srgbClr val="168B83"/>
            </a:solidFill>
            <a:prstDash val="solid"/>
            <a:headEnd type="none"/>
            <a:tailEnd type="none"/>
          </a:ln>
        </p:spPr>
      </p:sp>
      <p:sp>
        <p:nvSpPr>
          <p:cNvPr id="184" name="Shape 182"/>
          <p:cNvSpPr/>
          <p:nvPr/>
        </p:nvSpPr>
        <p:spPr>
          <a:xfrm>
            <a:off x="3794760" y="2802694"/>
            <a:ext cx="176480" cy="0"/>
          </a:xfrm>
          <a:prstGeom prst="line">
            <a:avLst/>
          </a:prstGeom>
          <a:noFill/>
          <a:ln w="25400">
            <a:solidFill>
              <a:srgbClr val="168B83"/>
            </a:solidFill>
            <a:prstDash val="solid"/>
            <a:headEnd type="none"/>
            <a:tailEnd type="none"/>
          </a:ln>
        </p:spPr>
      </p:sp>
      <p:sp>
        <p:nvSpPr>
          <p:cNvPr id="185" name="Shape 183"/>
          <p:cNvSpPr/>
          <p:nvPr/>
        </p:nvSpPr>
        <p:spPr>
          <a:xfrm>
            <a:off x="3968496" y="2749685"/>
            <a:ext cx="0" cy="55752"/>
          </a:xfrm>
          <a:prstGeom prst="line">
            <a:avLst/>
          </a:prstGeom>
          <a:noFill/>
          <a:ln w="25400">
            <a:solidFill>
              <a:srgbClr val="168B83"/>
            </a:solidFill>
            <a:prstDash val="solid"/>
            <a:headEnd type="none"/>
            <a:tailEnd type="none"/>
          </a:ln>
        </p:spPr>
      </p:sp>
      <p:sp>
        <p:nvSpPr>
          <p:cNvPr id="186" name="Shape 184"/>
          <p:cNvSpPr/>
          <p:nvPr/>
        </p:nvSpPr>
        <p:spPr>
          <a:xfrm>
            <a:off x="3968496" y="2752429"/>
            <a:ext cx="176480" cy="0"/>
          </a:xfrm>
          <a:prstGeom prst="line">
            <a:avLst/>
          </a:prstGeom>
          <a:noFill/>
          <a:ln w="25400">
            <a:solidFill>
              <a:srgbClr val="168B83"/>
            </a:solidFill>
            <a:prstDash val="solid"/>
            <a:headEnd type="none"/>
            <a:tailEnd type="none"/>
          </a:ln>
        </p:spPr>
      </p:sp>
      <p:sp>
        <p:nvSpPr>
          <p:cNvPr id="187" name="Shape 185"/>
          <p:cNvSpPr/>
          <p:nvPr/>
        </p:nvSpPr>
        <p:spPr>
          <a:xfrm>
            <a:off x="4142232" y="2703201"/>
            <a:ext cx="0" cy="51971"/>
          </a:xfrm>
          <a:prstGeom prst="line">
            <a:avLst/>
          </a:prstGeom>
          <a:noFill/>
          <a:ln w="25400">
            <a:solidFill>
              <a:srgbClr val="168B83"/>
            </a:solidFill>
            <a:prstDash val="solid"/>
            <a:headEnd type="none"/>
            <a:tailEnd type="none"/>
          </a:ln>
        </p:spPr>
      </p:sp>
      <p:sp>
        <p:nvSpPr>
          <p:cNvPr id="188" name="Shape 186"/>
          <p:cNvSpPr/>
          <p:nvPr/>
        </p:nvSpPr>
        <p:spPr>
          <a:xfrm>
            <a:off x="4142232" y="2705944"/>
            <a:ext cx="176479" cy="0"/>
          </a:xfrm>
          <a:prstGeom prst="line">
            <a:avLst/>
          </a:prstGeom>
          <a:noFill/>
          <a:ln w="25400">
            <a:solidFill>
              <a:srgbClr val="168B83"/>
            </a:solidFill>
            <a:prstDash val="solid"/>
            <a:headEnd type="none"/>
            <a:tailEnd type="none"/>
          </a:ln>
        </p:spPr>
      </p:sp>
      <p:sp>
        <p:nvSpPr>
          <p:cNvPr id="189" name="Shape 187"/>
          <p:cNvSpPr/>
          <p:nvPr/>
        </p:nvSpPr>
        <p:spPr>
          <a:xfrm>
            <a:off x="4315968" y="2659016"/>
            <a:ext cx="0" cy="49671"/>
          </a:xfrm>
          <a:prstGeom prst="line">
            <a:avLst/>
          </a:prstGeom>
          <a:noFill/>
          <a:ln w="25400">
            <a:solidFill>
              <a:srgbClr val="168B83"/>
            </a:solidFill>
            <a:prstDash val="solid"/>
            <a:headEnd type="none"/>
            <a:tailEnd type="none"/>
          </a:ln>
        </p:spPr>
      </p:sp>
      <p:sp>
        <p:nvSpPr>
          <p:cNvPr id="190" name="Shape 188"/>
          <p:cNvSpPr/>
          <p:nvPr/>
        </p:nvSpPr>
        <p:spPr>
          <a:xfrm>
            <a:off x="4315968" y="2661760"/>
            <a:ext cx="176480" cy="0"/>
          </a:xfrm>
          <a:prstGeom prst="line">
            <a:avLst/>
          </a:prstGeom>
          <a:noFill/>
          <a:ln w="25400">
            <a:solidFill>
              <a:srgbClr val="168B83"/>
            </a:solidFill>
            <a:prstDash val="solid"/>
            <a:headEnd type="none"/>
            <a:tailEnd type="none"/>
          </a:ln>
        </p:spPr>
      </p:sp>
      <p:sp>
        <p:nvSpPr>
          <p:cNvPr id="191" name="Shape 189"/>
          <p:cNvSpPr/>
          <p:nvPr/>
        </p:nvSpPr>
        <p:spPr>
          <a:xfrm>
            <a:off x="4489704" y="2616783"/>
            <a:ext cx="0" cy="47720"/>
          </a:xfrm>
          <a:prstGeom prst="line">
            <a:avLst/>
          </a:prstGeom>
          <a:noFill/>
          <a:ln w="25400">
            <a:solidFill>
              <a:srgbClr val="168B83"/>
            </a:solidFill>
            <a:prstDash val="solid"/>
            <a:headEnd type="none"/>
            <a:tailEnd type="none"/>
          </a:ln>
        </p:spPr>
      </p:sp>
      <p:sp>
        <p:nvSpPr>
          <p:cNvPr id="192" name="Shape 190"/>
          <p:cNvSpPr/>
          <p:nvPr/>
        </p:nvSpPr>
        <p:spPr>
          <a:xfrm>
            <a:off x="4489704" y="2619526"/>
            <a:ext cx="176480" cy="0"/>
          </a:xfrm>
          <a:prstGeom prst="line">
            <a:avLst/>
          </a:prstGeom>
          <a:noFill/>
          <a:ln w="25400">
            <a:solidFill>
              <a:srgbClr val="168B83"/>
            </a:solidFill>
            <a:prstDash val="solid"/>
            <a:headEnd type="none"/>
            <a:tailEnd type="none"/>
          </a:ln>
        </p:spPr>
      </p:sp>
      <p:sp>
        <p:nvSpPr>
          <p:cNvPr id="193" name="Shape 191"/>
          <p:cNvSpPr/>
          <p:nvPr/>
        </p:nvSpPr>
        <p:spPr>
          <a:xfrm>
            <a:off x="4663440" y="2577056"/>
            <a:ext cx="0" cy="45213"/>
          </a:xfrm>
          <a:prstGeom prst="line">
            <a:avLst/>
          </a:prstGeom>
          <a:noFill/>
          <a:ln w="25400">
            <a:solidFill>
              <a:srgbClr val="168B83"/>
            </a:solidFill>
            <a:prstDash val="solid"/>
            <a:headEnd type="none"/>
            <a:tailEnd type="none"/>
          </a:ln>
        </p:spPr>
      </p:sp>
      <p:sp>
        <p:nvSpPr>
          <p:cNvPr id="194" name="Shape 192"/>
          <p:cNvSpPr/>
          <p:nvPr/>
        </p:nvSpPr>
        <p:spPr>
          <a:xfrm>
            <a:off x="4663440" y="2579799"/>
            <a:ext cx="176479" cy="0"/>
          </a:xfrm>
          <a:prstGeom prst="line">
            <a:avLst/>
          </a:prstGeom>
          <a:noFill/>
          <a:ln w="25400">
            <a:solidFill>
              <a:srgbClr val="168B83"/>
            </a:solidFill>
            <a:prstDash val="solid"/>
            <a:headEnd type="none"/>
            <a:tailEnd type="none"/>
          </a:ln>
        </p:spPr>
      </p:sp>
      <p:sp>
        <p:nvSpPr>
          <p:cNvPr id="195" name="Shape 193"/>
          <p:cNvSpPr/>
          <p:nvPr/>
        </p:nvSpPr>
        <p:spPr>
          <a:xfrm>
            <a:off x="4837176" y="2540079"/>
            <a:ext cx="0" cy="42463"/>
          </a:xfrm>
          <a:prstGeom prst="line">
            <a:avLst/>
          </a:prstGeom>
          <a:noFill/>
          <a:ln w="25400">
            <a:solidFill>
              <a:srgbClr val="168B83"/>
            </a:solidFill>
            <a:prstDash val="solid"/>
            <a:headEnd type="none"/>
            <a:tailEnd type="none"/>
          </a:ln>
        </p:spPr>
      </p:sp>
      <p:sp>
        <p:nvSpPr>
          <p:cNvPr id="196" name="Shape 194"/>
          <p:cNvSpPr/>
          <p:nvPr/>
        </p:nvSpPr>
        <p:spPr>
          <a:xfrm>
            <a:off x="4837176" y="2542822"/>
            <a:ext cx="176480" cy="0"/>
          </a:xfrm>
          <a:prstGeom prst="line">
            <a:avLst/>
          </a:prstGeom>
          <a:noFill/>
          <a:ln w="25400">
            <a:solidFill>
              <a:srgbClr val="168B83"/>
            </a:solidFill>
            <a:prstDash val="solid"/>
            <a:headEnd type="none"/>
            <a:tailEnd type="none"/>
          </a:ln>
        </p:spPr>
      </p:sp>
      <p:sp>
        <p:nvSpPr>
          <p:cNvPr id="197" name="Shape 195"/>
          <p:cNvSpPr/>
          <p:nvPr/>
        </p:nvSpPr>
        <p:spPr>
          <a:xfrm>
            <a:off x="5010912" y="2507052"/>
            <a:ext cx="0" cy="38514"/>
          </a:xfrm>
          <a:prstGeom prst="line">
            <a:avLst/>
          </a:prstGeom>
          <a:noFill/>
          <a:ln w="25400">
            <a:solidFill>
              <a:srgbClr val="168B83"/>
            </a:solidFill>
            <a:prstDash val="solid"/>
            <a:headEnd type="none"/>
            <a:tailEnd type="none"/>
          </a:ln>
        </p:spPr>
      </p:sp>
      <p:sp>
        <p:nvSpPr>
          <p:cNvPr id="198" name="Shape 196"/>
          <p:cNvSpPr/>
          <p:nvPr/>
        </p:nvSpPr>
        <p:spPr>
          <a:xfrm>
            <a:off x="5010912" y="2509795"/>
            <a:ext cx="176480" cy="0"/>
          </a:xfrm>
          <a:prstGeom prst="line">
            <a:avLst/>
          </a:prstGeom>
          <a:noFill/>
          <a:ln w="25400">
            <a:solidFill>
              <a:srgbClr val="168B83"/>
            </a:solidFill>
            <a:prstDash val="solid"/>
            <a:headEnd type="none"/>
            <a:tailEnd type="none"/>
          </a:ln>
        </p:spPr>
      </p:sp>
      <p:sp>
        <p:nvSpPr>
          <p:cNvPr id="199" name="Shape 197"/>
          <p:cNvSpPr/>
          <p:nvPr/>
        </p:nvSpPr>
        <p:spPr>
          <a:xfrm>
            <a:off x="5184648" y="2364344"/>
            <a:ext cx="0" cy="148194"/>
          </a:xfrm>
          <a:prstGeom prst="line">
            <a:avLst/>
          </a:prstGeom>
          <a:noFill/>
          <a:ln w="25400">
            <a:solidFill>
              <a:srgbClr val="168B83"/>
            </a:solidFill>
            <a:prstDash val="solid"/>
            <a:headEnd type="none"/>
            <a:tailEnd type="none"/>
          </a:ln>
        </p:spPr>
      </p:sp>
      <p:sp>
        <p:nvSpPr>
          <p:cNvPr id="200" name="Shape 198"/>
          <p:cNvSpPr/>
          <p:nvPr/>
        </p:nvSpPr>
        <p:spPr>
          <a:xfrm>
            <a:off x="5184648" y="2367087"/>
            <a:ext cx="176479" cy="0"/>
          </a:xfrm>
          <a:prstGeom prst="line">
            <a:avLst/>
          </a:prstGeom>
          <a:noFill/>
          <a:ln w="25400">
            <a:solidFill>
              <a:srgbClr val="168B83"/>
            </a:solidFill>
            <a:prstDash val="solid"/>
            <a:headEnd type="none"/>
            <a:tailEnd type="none"/>
          </a:ln>
        </p:spPr>
      </p:sp>
      <p:sp>
        <p:nvSpPr>
          <p:cNvPr id="201" name="Shape 199"/>
          <p:cNvSpPr/>
          <p:nvPr/>
        </p:nvSpPr>
        <p:spPr>
          <a:xfrm>
            <a:off x="5358384" y="2338147"/>
            <a:ext cx="0" cy="31683"/>
          </a:xfrm>
          <a:prstGeom prst="line">
            <a:avLst/>
          </a:prstGeom>
          <a:noFill/>
          <a:ln w="25400">
            <a:solidFill>
              <a:srgbClr val="168B83"/>
            </a:solidFill>
            <a:prstDash val="solid"/>
            <a:headEnd type="none"/>
            <a:tailEnd type="none"/>
          </a:ln>
        </p:spPr>
      </p:sp>
      <p:sp>
        <p:nvSpPr>
          <p:cNvPr id="202" name="Shape 200"/>
          <p:cNvSpPr/>
          <p:nvPr/>
        </p:nvSpPr>
        <p:spPr>
          <a:xfrm>
            <a:off x="5358384" y="2340890"/>
            <a:ext cx="176480" cy="0"/>
          </a:xfrm>
          <a:prstGeom prst="line">
            <a:avLst/>
          </a:prstGeom>
          <a:noFill/>
          <a:ln w="25400">
            <a:solidFill>
              <a:srgbClr val="168B83"/>
            </a:solidFill>
            <a:prstDash val="solid"/>
            <a:headEnd type="none"/>
            <a:tailEnd type="none"/>
          </a:ln>
        </p:spPr>
      </p:sp>
      <p:sp>
        <p:nvSpPr>
          <p:cNvPr id="203" name="Shape 201"/>
          <p:cNvSpPr/>
          <p:nvPr/>
        </p:nvSpPr>
        <p:spPr>
          <a:xfrm>
            <a:off x="5532120" y="2317211"/>
            <a:ext cx="0" cy="26423"/>
          </a:xfrm>
          <a:prstGeom prst="line">
            <a:avLst/>
          </a:prstGeom>
          <a:noFill/>
          <a:ln w="25400">
            <a:solidFill>
              <a:srgbClr val="168B83"/>
            </a:solidFill>
            <a:prstDash val="solid"/>
            <a:headEnd type="none"/>
            <a:tailEnd type="none"/>
          </a:ln>
        </p:spPr>
      </p:sp>
      <p:sp>
        <p:nvSpPr>
          <p:cNvPr id="204" name="Shape 202"/>
          <p:cNvSpPr/>
          <p:nvPr/>
        </p:nvSpPr>
        <p:spPr>
          <a:xfrm>
            <a:off x="5532120" y="2319954"/>
            <a:ext cx="176480" cy="0"/>
          </a:xfrm>
          <a:prstGeom prst="line">
            <a:avLst/>
          </a:prstGeom>
          <a:noFill/>
          <a:ln w="25400">
            <a:solidFill>
              <a:srgbClr val="168B83"/>
            </a:solidFill>
            <a:prstDash val="solid"/>
            <a:headEnd type="none"/>
            <a:tailEnd type="none"/>
          </a:ln>
        </p:spPr>
      </p:sp>
      <p:sp>
        <p:nvSpPr>
          <p:cNvPr id="205" name="Shape 203"/>
          <p:cNvSpPr/>
          <p:nvPr/>
        </p:nvSpPr>
        <p:spPr>
          <a:xfrm>
            <a:off x="5705856" y="2302528"/>
            <a:ext cx="0" cy="20169"/>
          </a:xfrm>
          <a:prstGeom prst="line">
            <a:avLst/>
          </a:prstGeom>
          <a:noFill/>
          <a:ln w="25400">
            <a:solidFill>
              <a:srgbClr val="168B83"/>
            </a:solidFill>
            <a:prstDash val="solid"/>
            <a:headEnd type="none"/>
            <a:tailEnd type="none"/>
          </a:ln>
        </p:spPr>
      </p:sp>
      <p:sp>
        <p:nvSpPr>
          <p:cNvPr id="206" name="Shape 204"/>
          <p:cNvSpPr/>
          <p:nvPr/>
        </p:nvSpPr>
        <p:spPr>
          <a:xfrm>
            <a:off x="5705856" y="2305271"/>
            <a:ext cx="176479" cy="0"/>
          </a:xfrm>
          <a:prstGeom prst="line">
            <a:avLst/>
          </a:prstGeom>
          <a:noFill/>
          <a:ln w="25400">
            <a:solidFill>
              <a:srgbClr val="168B83"/>
            </a:solidFill>
            <a:prstDash val="solid"/>
            <a:headEnd type="none"/>
            <a:tailEnd type="none"/>
          </a:ln>
        </p:spPr>
      </p:sp>
      <p:sp>
        <p:nvSpPr>
          <p:cNvPr id="207" name="Shape 205"/>
          <p:cNvSpPr/>
          <p:nvPr/>
        </p:nvSpPr>
        <p:spPr>
          <a:xfrm>
            <a:off x="5879592" y="2294020"/>
            <a:ext cx="0" cy="13995"/>
          </a:xfrm>
          <a:prstGeom prst="line">
            <a:avLst/>
          </a:prstGeom>
          <a:noFill/>
          <a:ln w="25400">
            <a:solidFill>
              <a:srgbClr val="168B83"/>
            </a:solidFill>
            <a:prstDash val="solid"/>
            <a:headEnd type="none"/>
            <a:tailEnd type="none"/>
          </a:ln>
        </p:spPr>
      </p:sp>
      <p:sp>
        <p:nvSpPr>
          <p:cNvPr id="208" name="Shape 206"/>
          <p:cNvSpPr/>
          <p:nvPr/>
        </p:nvSpPr>
        <p:spPr>
          <a:xfrm>
            <a:off x="5879592" y="2296763"/>
            <a:ext cx="176480" cy="0"/>
          </a:xfrm>
          <a:prstGeom prst="line">
            <a:avLst/>
          </a:prstGeom>
          <a:noFill/>
          <a:ln w="25400">
            <a:solidFill>
              <a:srgbClr val="168B83"/>
            </a:solidFill>
            <a:prstDash val="solid"/>
            <a:headEnd type="none"/>
            <a:tailEnd type="none"/>
          </a:ln>
        </p:spPr>
      </p:sp>
      <p:sp>
        <p:nvSpPr>
          <p:cNvPr id="209" name="Shape 207"/>
          <p:cNvSpPr/>
          <p:nvPr/>
        </p:nvSpPr>
        <p:spPr>
          <a:xfrm>
            <a:off x="6053328" y="2289786"/>
            <a:ext cx="0" cy="9720"/>
          </a:xfrm>
          <a:prstGeom prst="line">
            <a:avLst/>
          </a:prstGeom>
          <a:noFill/>
          <a:ln w="25400">
            <a:solidFill>
              <a:srgbClr val="168B83"/>
            </a:solidFill>
            <a:prstDash val="solid"/>
            <a:headEnd type="none"/>
            <a:tailEnd type="none"/>
          </a:ln>
        </p:spPr>
      </p:sp>
      <p:sp>
        <p:nvSpPr>
          <p:cNvPr id="210" name="Shape 208"/>
          <p:cNvSpPr/>
          <p:nvPr/>
        </p:nvSpPr>
        <p:spPr>
          <a:xfrm>
            <a:off x="6053328" y="2292530"/>
            <a:ext cx="176480" cy="0"/>
          </a:xfrm>
          <a:prstGeom prst="line">
            <a:avLst/>
          </a:prstGeom>
          <a:noFill/>
          <a:ln w="25400">
            <a:solidFill>
              <a:srgbClr val="168B83"/>
            </a:solidFill>
            <a:prstDash val="solid"/>
            <a:headEnd type="none"/>
            <a:tailEnd type="none"/>
          </a:ln>
        </p:spPr>
      </p:sp>
      <p:sp>
        <p:nvSpPr>
          <p:cNvPr id="211" name="Shape 209"/>
          <p:cNvSpPr/>
          <p:nvPr/>
        </p:nvSpPr>
        <p:spPr>
          <a:xfrm>
            <a:off x="6227064" y="2288109"/>
            <a:ext cx="0" cy="7164"/>
          </a:xfrm>
          <a:prstGeom prst="line">
            <a:avLst/>
          </a:prstGeom>
          <a:noFill/>
          <a:ln w="25400">
            <a:solidFill>
              <a:srgbClr val="168B83"/>
            </a:solidFill>
            <a:prstDash val="solid"/>
            <a:headEnd type="none"/>
            <a:tailEnd type="none"/>
          </a:ln>
        </p:spPr>
      </p:sp>
      <p:sp>
        <p:nvSpPr>
          <p:cNvPr id="212" name="Shape 210"/>
          <p:cNvSpPr/>
          <p:nvPr/>
        </p:nvSpPr>
        <p:spPr>
          <a:xfrm>
            <a:off x="6227064" y="2290852"/>
            <a:ext cx="176479" cy="0"/>
          </a:xfrm>
          <a:prstGeom prst="line">
            <a:avLst/>
          </a:prstGeom>
          <a:noFill/>
          <a:ln w="25400">
            <a:solidFill>
              <a:srgbClr val="168B83"/>
            </a:solidFill>
            <a:prstDash val="solid"/>
            <a:headEnd type="none"/>
            <a:tailEnd type="none"/>
          </a:ln>
        </p:spPr>
      </p:sp>
      <p:sp>
        <p:nvSpPr>
          <p:cNvPr id="213" name="Shape 211"/>
          <p:cNvSpPr/>
          <p:nvPr/>
        </p:nvSpPr>
        <p:spPr>
          <a:xfrm>
            <a:off x="6400800" y="2287940"/>
            <a:ext cx="0" cy="5655"/>
          </a:xfrm>
          <a:prstGeom prst="line">
            <a:avLst/>
          </a:prstGeom>
          <a:noFill/>
          <a:ln w="25400">
            <a:solidFill>
              <a:srgbClr val="168B83"/>
            </a:solidFill>
            <a:prstDash val="solid"/>
            <a:headEnd type="none"/>
            <a:tailEnd type="none"/>
          </a:ln>
        </p:spPr>
      </p:sp>
      <p:sp>
        <p:nvSpPr>
          <p:cNvPr id="214" name="Shape 212"/>
          <p:cNvSpPr/>
          <p:nvPr/>
        </p:nvSpPr>
        <p:spPr>
          <a:xfrm>
            <a:off x="6400800" y="2290683"/>
            <a:ext cx="176480" cy="0"/>
          </a:xfrm>
          <a:prstGeom prst="line">
            <a:avLst/>
          </a:prstGeom>
          <a:noFill/>
          <a:ln w="25400">
            <a:solidFill>
              <a:srgbClr val="168B83"/>
            </a:solidFill>
            <a:prstDash val="solid"/>
            <a:headEnd type="none"/>
            <a:tailEnd type="none"/>
          </a:ln>
        </p:spPr>
      </p:sp>
      <p:sp>
        <p:nvSpPr>
          <p:cNvPr id="215" name="Shape 213"/>
          <p:cNvSpPr/>
          <p:nvPr/>
        </p:nvSpPr>
        <p:spPr>
          <a:xfrm>
            <a:off x="6574536" y="2287940"/>
            <a:ext cx="0" cy="5916"/>
          </a:xfrm>
          <a:prstGeom prst="line">
            <a:avLst/>
          </a:prstGeom>
          <a:noFill/>
          <a:ln w="25400">
            <a:solidFill>
              <a:srgbClr val="168B83"/>
            </a:solidFill>
            <a:prstDash val="solid"/>
            <a:headEnd type="none"/>
            <a:tailEnd type="none"/>
          </a:ln>
        </p:spPr>
      </p:sp>
      <p:sp>
        <p:nvSpPr>
          <p:cNvPr id="216" name="Shape 214"/>
          <p:cNvSpPr/>
          <p:nvPr/>
        </p:nvSpPr>
        <p:spPr>
          <a:xfrm>
            <a:off x="6574536" y="2291113"/>
            <a:ext cx="176480" cy="0"/>
          </a:xfrm>
          <a:prstGeom prst="line">
            <a:avLst/>
          </a:prstGeom>
          <a:noFill/>
          <a:ln w="25400">
            <a:solidFill>
              <a:srgbClr val="168B83"/>
            </a:solidFill>
            <a:prstDash val="solid"/>
            <a:headEnd type="none"/>
            <a:tailEnd type="none"/>
          </a:ln>
        </p:spPr>
      </p:sp>
      <p:sp>
        <p:nvSpPr>
          <p:cNvPr id="217" name="Shape 215"/>
          <p:cNvSpPr/>
          <p:nvPr/>
        </p:nvSpPr>
        <p:spPr>
          <a:xfrm>
            <a:off x="6748272" y="2288025"/>
            <a:ext cx="0" cy="5831"/>
          </a:xfrm>
          <a:prstGeom prst="line">
            <a:avLst/>
          </a:prstGeom>
          <a:noFill/>
          <a:ln w="25400">
            <a:solidFill>
              <a:srgbClr val="168B83"/>
            </a:solidFill>
            <a:prstDash val="solid"/>
            <a:headEnd type="none"/>
            <a:tailEnd type="none"/>
          </a:ln>
        </p:spPr>
      </p:sp>
      <p:sp>
        <p:nvSpPr>
          <p:cNvPr id="218" name="Shape 216"/>
          <p:cNvSpPr/>
          <p:nvPr/>
        </p:nvSpPr>
        <p:spPr>
          <a:xfrm>
            <a:off x="6748272" y="2290768"/>
            <a:ext cx="176479" cy="0"/>
          </a:xfrm>
          <a:prstGeom prst="line">
            <a:avLst/>
          </a:prstGeom>
          <a:noFill/>
          <a:ln w="25400">
            <a:solidFill>
              <a:srgbClr val="168B83"/>
            </a:solidFill>
            <a:prstDash val="solid"/>
            <a:headEnd type="none"/>
            <a:tailEnd type="none"/>
          </a:ln>
        </p:spPr>
      </p:sp>
      <p:sp>
        <p:nvSpPr>
          <p:cNvPr id="219" name="Shape 217"/>
          <p:cNvSpPr/>
          <p:nvPr/>
        </p:nvSpPr>
        <p:spPr>
          <a:xfrm>
            <a:off x="6922008" y="2286526"/>
            <a:ext cx="0" cy="6986"/>
          </a:xfrm>
          <a:prstGeom prst="line">
            <a:avLst/>
          </a:prstGeom>
          <a:noFill/>
          <a:ln w="25400">
            <a:solidFill>
              <a:srgbClr val="168B83"/>
            </a:solidFill>
            <a:prstDash val="solid"/>
            <a:headEnd type="none"/>
            <a:tailEnd type="none"/>
          </a:ln>
        </p:spPr>
      </p:sp>
      <p:sp>
        <p:nvSpPr>
          <p:cNvPr id="220" name="Shape 218"/>
          <p:cNvSpPr/>
          <p:nvPr/>
        </p:nvSpPr>
        <p:spPr>
          <a:xfrm>
            <a:off x="6922008" y="2289269"/>
            <a:ext cx="176480" cy="0"/>
          </a:xfrm>
          <a:prstGeom prst="line">
            <a:avLst/>
          </a:prstGeom>
          <a:noFill/>
          <a:ln w="25400">
            <a:solidFill>
              <a:srgbClr val="168B83"/>
            </a:solidFill>
            <a:prstDash val="solid"/>
            <a:headEnd type="none"/>
            <a:tailEnd type="none"/>
          </a:ln>
        </p:spPr>
      </p:sp>
      <p:sp>
        <p:nvSpPr>
          <p:cNvPr id="221" name="Shape 219"/>
          <p:cNvSpPr/>
          <p:nvPr/>
        </p:nvSpPr>
        <p:spPr>
          <a:xfrm>
            <a:off x="7095744" y="2284302"/>
            <a:ext cx="0" cy="7710"/>
          </a:xfrm>
          <a:prstGeom prst="line">
            <a:avLst/>
          </a:prstGeom>
          <a:noFill/>
          <a:ln w="25400">
            <a:solidFill>
              <a:srgbClr val="168B83"/>
            </a:solidFill>
            <a:prstDash val="solid"/>
            <a:headEnd type="none"/>
            <a:tailEnd type="none"/>
          </a:ln>
        </p:spPr>
      </p:sp>
      <p:sp>
        <p:nvSpPr>
          <p:cNvPr id="222" name="Shape 220"/>
          <p:cNvSpPr/>
          <p:nvPr/>
        </p:nvSpPr>
        <p:spPr>
          <a:xfrm>
            <a:off x="7095744" y="2287046"/>
            <a:ext cx="176480" cy="0"/>
          </a:xfrm>
          <a:prstGeom prst="line">
            <a:avLst/>
          </a:prstGeom>
          <a:noFill/>
          <a:ln w="25400">
            <a:solidFill>
              <a:srgbClr val="168B83"/>
            </a:solidFill>
            <a:prstDash val="solid"/>
            <a:headEnd type="none"/>
            <a:tailEnd type="none"/>
          </a:ln>
        </p:spPr>
      </p:sp>
      <p:sp>
        <p:nvSpPr>
          <p:cNvPr id="223" name="Shape 221"/>
          <p:cNvSpPr/>
          <p:nvPr/>
        </p:nvSpPr>
        <p:spPr>
          <a:xfrm>
            <a:off x="7269480" y="2284302"/>
            <a:ext cx="0" cy="69104"/>
          </a:xfrm>
          <a:prstGeom prst="line">
            <a:avLst/>
          </a:prstGeom>
          <a:noFill/>
          <a:ln w="25400">
            <a:solidFill>
              <a:srgbClr val="168B83"/>
            </a:solidFill>
            <a:prstDash val="solid"/>
            <a:headEnd type="none"/>
            <a:tailEnd type="none"/>
          </a:ln>
        </p:spPr>
      </p:sp>
      <p:sp>
        <p:nvSpPr>
          <p:cNvPr id="224" name="Shape 222"/>
          <p:cNvSpPr/>
          <p:nvPr/>
        </p:nvSpPr>
        <p:spPr>
          <a:xfrm>
            <a:off x="7269480" y="2350663"/>
            <a:ext cx="176479" cy="0"/>
          </a:xfrm>
          <a:prstGeom prst="line">
            <a:avLst/>
          </a:prstGeom>
          <a:noFill/>
          <a:ln w="25400">
            <a:solidFill>
              <a:srgbClr val="168B83"/>
            </a:solidFill>
            <a:prstDash val="solid"/>
            <a:headEnd type="none"/>
            <a:tailEnd type="none"/>
          </a:ln>
        </p:spPr>
      </p:sp>
      <p:sp>
        <p:nvSpPr>
          <p:cNvPr id="225" name="Shape 223"/>
          <p:cNvSpPr/>
          <p:nvPr/>
        </p:nvSpPr>
        <p:spPr>
          <a:xfrm>
            <a:off x="7443216" y="2344536"/>
            <a:ext cx="0" cy="8870"/>
          </a:xfrm>
          <a:prstGeom prst="line">
            <a:avLst/>
          </a:prstGeom>
          <a:noFill/>
          <a:ln w="25400">
            <a:solidFill>
              <a:srgbClr val="168B83"/>
            </a:solidFill>
            <a:prstDash val="solid"/>
            <a:headEnd type="none"/>
            <a:tailEnd type="none"/>
          </a:ln>
        </p:spPr>
      </p:sp>
      <p:sp>
        <p:nvSpPr>
          <p:cNvPr id="226" name="Shape 224"/>
          <p:cNvSpPr/>
          <p:nvPr/>
        </p:nvSpPr>
        <p:spPr>
          <a:xfrm>
            <a:off x="7443216" y="2347280"/>
            <a:ext cx="176480" cy="0"/>
          </a:xfrm>
          <a:prstGeom prst="line">
            <a:avLst/>
          </a:prstGeom>
          <a:noFill/>
          <a:ln w="25400">
            <a:solidFill>
              <a:srgbClr val="168B83"/>
            </a:solidFill>
            <a:prstDash val="solid"/>
            <a:headEnd type="none"/>
            <a:tailEnd type="none"/>
          </a:ln>
        </p:spPr>
      </p:sp>
      <p:sp>
        <p:nvSpPr>
          <p:cNvPr id="227" name="Shape 225"/>
          <p:cNvSpPr/>
          <p:nvPr/>
        </p:nvSpPr>
        <p:spPr>
          <a:xfrm>
            <a:off x="7616952" y="2340161"/>
            <a:ext cx="0" cy="9861"/>
          </a:xfrm>
          <a:prstGeom prst="line">
            <a:avLst/>
          </a:prstGeom>
          <a:noFill/>
          <a:ln w="25400">
            <a:solidFill>
              <a:srgbClr val="168B83"/>
            </a:solidFill>
            <a:prstDash val="solid"/>
            <a:headEnd type="none"/>
            <a:tailEnd type="none"/>
          </a:ln>
        </p:spPr>
      </p:sp>
      <p:sp>
        <p:nvSpPr>
          <p:cNvPr id="228" name="Shape 226"/>
          <p:cNvSpPr/>
          <p:nvPr/>
        </p:nvSpPr>
        <p:spPr>
          <a:xfrm>
            <a:off x="7616952" y="2342904"/>
            <a:ext cx="176480" cy="0"/>
          </a:xfrm>
          <a:prstGeom prst="line">
            <a:avLst/>
          </a:prstGeom>
          <a:noFill/>
          <a:ln w="25400">
            <a:solidFill>
              <a:srgbClr val="168B83"/>
            </a:solidFill>
            <a:prstDash val="solid"/>
            <a:headEnd type="none"/>
            <a:tailEnd type="none"/>
          </a:ln>
        </p:spPr>
      </p:sp>
      <p:sp>
        <p:nvSpPr>
          <p:cNvPr id="229" name="Shape 227"/>
          <p:cNvSpPr/>
          <p:nvPr/>
        </p:nvSpPr>
        <p:spPr>
          <a:xfrm>
            <a:off x="7790688" y="2335380"/>
            <a:ext cx="0" cy="10268"/>
          </a:xfrm>
          <a:prstGeom prst="line">
            <a:avLst/>
          </a:prstGeom>
          <a:noFill/>
          <a:ln w="25400">
            <a:solidFill>
              <a:srgbClr val="168B83"/>
            </a:solidFill>
            <a:prstDash val="solid"/>
            <a:headEnd type="none"/>
            <a:tailEnd type="none"/>
          </a:ln>
        </p:spPr>
      </p:sp>
      <p:sp>
        <p:nvSpPr>
          <p:cNvPr id="230" name="Shape 228"/>
          <p:cNvSpPr/>
          <p:nvPr/>
        </p:nvSpPr>
        <p:spPr>
          <a:xfrm>
            <a:off x="7790688" y="2338123"/>
            <a:ext cx="176479" cy="0"/>
          </a:xfrm>
          <a:prstGeom prst="line">
            <a:avLst/>
          </a:prstGeom>
          <a:noFill/>
          <a:ln w="25400">
            <a:solidFill>
              <a:srgbClr val="168B83"/>
            </a:solidFill>
            <a:prstDash val="solid"/>
            <a:headEnd type="none"/>
            <a:tailEnd type="none"/>
          </a:ln>
        </p:spPr>
      </p:sp>
      <p:sp>
        <p:nvSpPr>
          <p:cNvPr id="231" name="Shape 229"/>
          <p:cNvSpPr/>
          <p:nvPr/>
        </p:nvSpPr>
        <p:spPr>
          <a:xfrm>
            <a:off x="7964424" y="2329508"/>
            <a:ext cx="0" cy="11358"/>
          </a:xfrm>
          <a:prstGeom prst="line">
            <a:avLst/>
          </a:prstGeom>
          <a:noFill/>
          <a:ln w="25400">
            <a:solidFill>
              <a:srgbClr val="168B83"/>
            </a:solidFill>
            <a:prstDash val="solid"/>
            <a:headEnd type="none"/>
            <a:tailEnd type="none"/>
          </a:ln>
        </p:spPr>
      </p:sp>
      <p:sp>
        <p:nvSpPr>
          <p:cNvPr id="232" name="Shape 230"/>
          <p:cNvSpPr/>
          <p:nvPr/>
        </p:nvSpPr>
        <p:spPr>
          <a:xfrm>
            <a:off x="7964424" y="2332251"/>
            <a:ext cx="176480" cy="0"/>
          </a:xfrm>
          <a:prstGeom prst="line">
            <a:avLst/>
          </a:prstGeom>
          <a:noFill/>
          <a:ln w="25400">
            <a:solidFill>
              <a:srgbClr val="168B83"/>
            </a:solidFill>
            <a:prstDash val="solid"/>
            <a:headEnd type="none"/>
            <a:tailEnd type="none"/>
          </a:ln>
        </p:spPr>
      </p:sp>
      <p:sp>
        <p:nvSpPr>
          <p:cNvPr id="233" name="Shape 231"/>
          <p:cNvSpPr/>
          <p:nvPr/>
        </p:nvSpPr>
        <p:spPr>
          <a:xfrm>
            <a:off x="8138160" y="2322738"/>
            <a:ext cx="0" cy="12256"/>
          </a:xfrm>
          <a:prstGeom prst="line">
            <a:avLst/>
          </a:prstGeom>
          <a:noFill/>
          <a:ln w="25400">
            <a:solidFill>
              <a:srgbClr val="168B83"/>
            </a:solidFill>
            <a:prstDash val="solid"/>
            <a:headEnd type="none"/>
            <a:tailEnd type="none"/>
          </a:ln>
        </p:spPr>
      </p:sp>
      <p:sp>
        <p:nvSpPr>
          <p:cNvPr id="234" name="Shape 232"/>
          <p:cNvSpPr/>
          <p:nvPr/>
        </p:nvSpPr>
        <p:spPr>
          <a:xfrm>
            <a:off x="8138160" y="2325481"/>
            <a:ext cx="176480" cy="0"/>
          </a:xfrm>
          <a:prstGeom prst="line">
            <a:avLst/>
          </a:prstGeom>
          <a:noFill/>
          <a:ln w="25400">
            <a:solidFill>
              <a:srgbClr val="168B83"/>
            </a:solidFill>
            <a:prstDash val="solid"/>
            <a:headEnd type="none"/>
            <a:tailEnd type="none"/>
          </a:ln>
        </p:spPr>
      </p:sp>
      <p:sp>
        <p:nvSpPr>
          <p:cNvPr id="235" name="Shape 233"/>
          <p:cNvSpPr/>
          <p:nvPr/>
        </p:nvSpPr>
        <p:spPr>
          <a:xfrm>
            <a:off x="8311896" y="2315745"/>
            <a:ext cx="0" cy="12479"/>
          </a:xfrm>
          <a:prstGeom prst="line">
            <a:avLst/>
          </a:prstGeom>
          <a:noFill/>
          <a:ln w="25400">
            <a:solidFill>
              <a:srgbClr val="168B83"/>
            </a:solidFill>
            <a:prstDash val="solid"/>
            <a:headEnd type="none"/>
            <a:tailEnd type="none"/>
          </a:ln>
        </p:spPr>
      </p:sp>
      <p:sp>
        <p:nvSpPr>
          <p:cNvPr id="236" name="Shape 234"/>
          <p:cNvSpPr/>
          <p:nvPr/>
        </p:nvSpPr>
        <p:spPr>
          <a:xfrm>
            <a:off x="8311896" y="2318488"/>
            <a:ext cx="176479" cy="0"/>
          </a:xfrm>
          <a:prstGeom prst="line">
            <a:avLst/>
          </a:prstGeom>
          <a:noFill/>
          <a:ln w="25400">
            <a:solidFill>
              <a:srgbClr val="168B83"/>
            </a:solidFill>
            <a:prstDash val="solid"/>
            <a:headEnd type="none"/>
            <a:tailEnd type="none"/>
          </a:ln>
        </p:spPr>
      </p:sp>
      <p:sp>
        <p:nvSpPr>
          <p:cNvPr id="237" name="Shape 235"/>
          <p:cNvSpPr/>
          <p:nvPr/>
        </p:nvSpPr>
        <p:spPr>
          <a:xfrm>
            <a:off x="8485632" y="2309022"/>
            <a:ext cx="0" cy="12209"/>
          </a:xfrm>
          <a:prstGeom prst="line">
            <a:avLst/>
          </a:prstGeom>
          <a:noFill/>
          <a:ln w="25400">
            <a:solidFill>
              <a:srgbClr val="168B83"/>
            </a:solidFill>
            <a:prstDash val="solid"/>
            <a:headEnd type="none"/>
            <a:tailEnd type="none"/>
          </a:ln>
        </p:spPr>
      </p:sp>
      <p:sp>
        <p:nvSpPr>
          <p:cNvPr id="238" name="Shape 236"/>
          <p:cNvSpPr/>
          <p:nvPr/>
        </p:nvSpPr>
        <p:spPr>
          <a:xfrm>
            <a:off x="8485632" y="2311766"/>
            <a:ext cx="176480" cy="0"/>
          </a:xfrm>
          <a:prstGeom prst="line">
            <a:avLst/>
          </a:prstGeom>
          <a:noFill/>
          <a:ln w="25400">
            <a:solidFill>
              <a:srgbClr val="168B83"/>
            </a:solidFill>
            <a:prstDash val="solid"/>
            <a:headEnd type="none"/>
            <a:tailEnd type="none"/>
          </a:ln>
        </p:spPr>
      </p:sp>
      <p:sp>
        <p:nvSpPr>
          <p:cNvPr id="239" name="Shape 237"/>
          <p:cNvSpPr/>
          <p:nvPr/>
        </p:nvSpPr>
        <p:spPr>
          <a:xfrm>
            <a:off x="8659368" y="2303368"/>
            <a:ext cx="0" cy="11141"/>
          </a:xfrm>
          <a:prstGeom prst="line">
            <a:avLst/>
          </a:prstGeom>
          <a:noFill/>
          <a:ln w="25400">
            <a:solidFill>
              <a:srgbClr val="168B83"/>
            </a:solidFill>
            <a:prstDash val="solid"/>
            <a:headEnd type="none"/>
            <a:tailEnd type="none"/>
          </a:ln>
        </p:spPr>
      </p:sp>
      <p:sp>
        <p:nvSpPr>
          <p:cNvPr id="240" name="Shape 238"/>
          <p:cNvSpPr/>
          <p:nvPr/>
        </p:nvSpPr>
        <p:spPr>
          <a:xfrm>
            <a:off x="8659368" y="2306111"/>
            <a:ext cx="176480" cy="0"/>
          </a:xfrm>
          <a:prstGeom prst="line">
            <a:avLst/>
          </a:prstGeom>
          <a:noFill/>
          <a:ln w="25400">
            <a:solidFill>
              <a:srgbClr val="168B83"/>
            </a:solidFill>
            <a:prstDash val="solid"/>
            <a:headEnd type="none"/>
            <a:tailEnd type="none"/>
          </a:ln>
        </p:spPr>
      </p:sp>
      <p:sp>
        <p:nvSpPr>
          <p:cNvPr id="241" name="Shape 239"/>
          <p:cNvSpPr/>
          <p:nvPr/>
        </p:nvSpPr>
        <p:spPr>
          <a:xfrm>
            <a:off x="8833104" y="2299606"/>
            <a:ext cx="0" cy="9248"/>
          </a:xfrm>
          <a:prstGeom prst="line">
            <a:avLst/>
          </a:prstGeom>
          <a:noFill/>
          <a:ln w="25400">
            <a:solidFill>
              <a:srgbClr val="168B83"/>
            </a:solidFill>
            <a:prstDash val="solid"/>
            <a:headEnd type="none"/>
            <a:tailEnd type="none"/>
          </a:ln>
        </p:spPr>
      </p:sp>
      <p:sp>
        <p:nvSpPr>
          <p:cNvPr id="242" name="Shape 240"/>
          <p:cNvSpPr/>
          <p:nvPr/>
        </p:nvSpPr>
        <p:spPr>
          <a:xfrm>
            <a:off x="8833104" y="2302350"/>
            <a:ext cx="176479" cy="0"/>
          </a:xfrm>
          <a:prstGeom prst="line">
            <a:avLst/>
          </a:prstGeom>
          <a:noFill/>
          <a:ln w="25400">
            <a:solidFill>
              <a:srgbClr val="168B83"/>
            </a:solidFill>
            <a:prstDash val="solid"/>
            <a:headEnd type="none"/>
            <a:tailEnd type="none"/>
          </a:ln>
        </p:spPr>
      </p:sp>
      <p:sp>
        <p:nvSpPr>
          <p:cNvPr id="243" name="Shape 241"/>
          <p:cNvSpPr/>
          <p:nvPr/>
        </p:nvSpPr>
        <p:spPr>
          <a:xfrm>
            <a:off x="9006840" y="2296860"/>
            <a:ext cx="0" cy="8232"/>
          </a:xfrm>
          <a:prstGeom prst="line">
            <a:avLst/>
          </a:prstGeom>
          <a:noFill/>
          <a:ln w="25400">
            <a:solidFill>
              <a:srgbClr val="168B83"/>
            </a:solidFill>
            <a:prstDash val="solid"/>
            <a:headEnd type="none"/>
            <a:tailEnd type="none"/>
          </a:ln>
        </p:spPr>
      </p:sp>
      <p:sp>
        <p:nvSpPr>
          <p:cNvPr id="244" name="Shape 242"/>
          <p:cNvSpPr/>
          <p:nvPr/>
        </p:nvSpPr>
        <p:spPr>
          <a:xfrm>
            <a:off x="9006840" y="2299603"/>
            <a:ext cx="176480" cy="0"/>
          </a:xfrm>
          <a:prstGeom prst="line">
            <a:avLst/>
          </a:prstGeom>
          <a:noFill/>
          <a:ln w="25400">
            <a:solidFill>
              <a:srgbClr val="168B83"/>
            </a:solidFill>
            <a:prstDash val="solid"/>
            <a:headEnd type="none"/>
            <a:tailEnd type="none"/>
          </a:ln>
        </p:spPr>
      </p:sp>
      <p:sp>
        <p:nvSpPr>
          <p:cNvPr id="245" name="Shape 243"/>
          <p:cNvSpPr/>
          <p:nvPr/>
        </p:nvSpPr>
        <p:spPr>
          <a:xfrm>
            <a:off x="9180576" y="2294776"/>
            <a:ext cx="0" cy="7571"/>
          </a:xfrm>
          <a:prstGeom prst="line">
            <a:avLst/>
          </a:prstGeom>
          <a:noFill/>
          <a:ln w="25400">
            <a:solidFill>
              <a:srgbClr val="168B83"/>
            </a:solidFill>
            <a:prstDash val="solid"/>
            <a:headEnd type="none"/>
            <a:tailEnd type="none"/>
          </a:ln>
        </p:spPr>
      </p:sp>
      <p:sp>
        <p:nvSpPr>
          <p:cNvPr id="246" name="Shape 244"/>
          <p:cNvSpPr/>
          <p:nvPr/>
        </p:nvSpPr>
        <p:spPr>
          <a:xfrm>
            <a:off x="9180576" y="2297519"/>
            <a:ext cx="176480" cy="0"/>
          </a:xfrm>
          <a:prstGeom prst="line">
            <a:avLst/>
          </a:prstGeom>
          <a:noFill/>
          <a:ln w="25400">
            <a:solidFill>
              <a:srgbClr val="168B83"/>
            </a:solidFill>
            <a:prstDash val="solid"/>
            <a:headEnd type="none"/>
            <a:tailEnd type="none"/>
          </a:ln>
        </p:spPr>
      </p:sp>
      <p:sp>
        <p:nvSpPr>
          <p:cNvPr id="247" name="Shape 245"/>
          <p:cNvSpPr/>
          <p:nvPr/>
        </p:nvSpPr>
        <p:spPr>
          <a:xfrm>
            <a:off x="9354312" y="2294776"/>
            <a:ext cx="0" cy="70132"/>
          </a:xfrm>
          <a:prstGeom prst="line">
            <a:avLst/>
          </a:prstGeom>
          <a:noFill/>
          <a:ln w="25400">
            <a:solidFill>
              <a:srgbClr val="168B83"/>
            </a:solidFill>
            <a:prstDash val="solid"/>
            <a:headEnd type="none"/>
            <a:tailEnd type="none"/>
          </a:ln>
        </p:spPr>
      </p:sp>
      <p:sp>
        <p:nvSpPr>
          <p:cNvPr id="248" name="Shape 246"/>
          <p:cNvSpPr/>
          <p:nvPr/>
        </p:nvSpPr>
        <p:spPr>
          <a:xfrm>
            <a:off x="9354312" y="2362165"/>
            <a:ext cx="176479" cy="0"/>
          </a:xfrm>
          <a:prstGeom prst="line">
            <a:avLst/>
          </a:prstGeom>
          <a:noFill/>
          <a:ln w="25400">
            <a:solidFill>
              <a:srgbClr val="168B83"/>
            </a:solidFill>
            <a:prstDash val="solid"/>
            <a:headEnd type="none"/>
            <a:tailEnd type="none"/>
          </a:ln>
        </p:spPr>
      </p:sp>
      <p:sp>
        <p:nvSpPr>
          <p:cNvPr id="249" name="Shape 247"/>
          <p:cNvSpPr/>
          <p:nvPr/>
        </p:nvSpPr>
        <p:spPr>
          <a:xfrm>
            <a:off x="9528048" y="2357186"/>
            <a:ext cx="0" cy="7722"/>
          </a:xfrm>
          <a:prstGeom prst="line">
            <a:avLst/>
          </a:prstGeom>
          <a:noFill/>
          <a:ln w="25400">
            <a:solidFill>
              <a:srgbClr val="168B83"/>
            </a:solidFill>
            <a:prstDash val="solid"/>
            <a:headEnd type="none"/>
            <a:tailEnd type="none"/>
          </a:ln>
        </p:spPr>
      </p:sp>
      <p:sp>
        <p:nvSpPr>
          <p:cNvPr id="250" name="Shape 248"/>
          <p:cNvSpPr/>
          <p:nvPr/>
        </p:nvSpPr>
        <p:spPr>
          <a:xfrm>
            <a:off x="9528048" y="2359929"/>
            <a:ext cx="176480" cy="0"/>
          </a:xfrm>
          <a:prstGeom prst="line">
            <a:avLst/>
          </a:prstGeom>
          <a:noFill/>
          <a:ln w="25400">
            <a:solidFill>
              <a:srgbClr val="168B83"/>
            </a:solidFill>
            <a:prstDash val="solid"/>
            <a:headEnd type="none"/>
            <a:tailEnd type="none"/>
          </a:ln>
        </p:spPr>
      </p:sp>
      <p:sp>
        <p:nvSpPr>
          <p:cNvPr id="251" name="Shape 249"/>
          <p:cNvSpPr/>
          <p:nvPr/>
        </p:nvSpPr>
        <p:spPr>
          <a:xfrm>
            <a:off x="9701784" y="2353262"/>
            <a:ext cx="0" cy="9410"/>
          </a:xfrm>
          <a:prstGeom prst="line">
            <a:avLst/>
          </a:prstGeom>
          <a:noFill/>
          <a:ln w="25400">
            <a:solidFill>
              <a:srgbClr val="168B83"/>
            </a:solidFill>
            <a:prstDash val="solid"/>
            <a:headEnd type="none"/>
            <a:tailEnd type="none"/>
          </a:ln>
        </p:spPr>
      </p:sp>
      <p:sp>
        <p:nvSpPr>
          <p:cNvPr id="252" name="Shape 250"/>
          <p:cNvSpPr/>
          <p:nvPr/>
        </p:nvSpPr>
        <p:spPr>
          <a:xfrm>
            <a:off x="9701784" y="2356005"/>
            <a:ext cx="176480" cy="0"/>
          </a:xfrm>
          <a:prstGeom prst="line">
            <a:avLst/>
          </a:prstGeom>
          <a:noFill/>
          <a:ln w="25400">
            <a:solidFill>
              <a:srgbClr val="168B83"/>
            </a:solidFill>
            <a:prstDash val="solid"/>
            <a:headEnd type="none"/>
            <a:tailEnd type="none"/>
          </a:ln>
        </p:spPr>
      </p:sp>
      <p:sp>
        <p:nvSpPr>
          <p:cNvPr id="253" name="Shape 251"/>
          <p:cNvSpPr/>
          <p:nvPr/>
        </p:nvSpPr>
        <p:spPr>
          <a:xfrm>
            <a:off x="9875520" y="2346935"/>
            <a:ext cx="0" cy="11813"/>
          </a:xfrm>
          <a:prstGeom prst="line">
            <a:avLst/>
          </a:prstGeom>
          <a:noFill/>
          <a:ln w="25400">
            <a:solidFill>
              <a:srgbClr val="168B83"/>
            </a:solidFill>
            <a:prstDash val="solid"/>
            <a:headEnd type="none"/>
            <a:tailEnd type="none"/>
          </a:ln>
        </p:spPr>
      </p:sp>
      <p:sp>
        <p:nvSpPr>
          <p:cNvPr id="254" name="Shape 252"/>
          <p:cNvSpPr/>
          <p:nvPr/>
        </p:nvSpPr>
        <p:spPr>
          <a:xfrm>
            <a:off x="9875520" y="2349678"/>
            <a:ext cx="176479" cy="0"/>
          </a:xfrm>
          <a:prstGeom prst="line">
            <a:avLst/>
          </a:prstGeom>
          <a:noFill/>
          <a:ln w="25400">
            <a:solidFill>
              <a:srgbClr val="168B83"/>
            </a:solidFill>
            <a:prstDash val="solid"/>
            <a:headEnd type="none"/>
            <a:tailEnd type="none"/>
          </a:ln>
        </p:spPr>
      </p:sp>
      <p:sp>
        <p:nvSpPr>
          <p:cNvPr id="255" name="Shape 253"/>
          <p:cNvSpPr/>
          <p:nvPr/>
        </p:nvSpPr>
        <p:spPr>
          <a:xfrm>
            <a:off x="10049256" y="2338596"/>
            <a:ext cx="0" cy="13826"/>
          </a:xfrm>
          <a:prstGeom prst="line">
            <a:avLst/>
          </a:prstGeom>
          <a:noFill/>
          <a:ln w="25400">
            <a:solidFill>
              <a:srgbClr val="168B83"/>
            </a:solidFill>
            <a:prstDash val="solid"/>
            <a:headEnd type="none"/>
            <a:tailEnd type="none"/>
          </a:ln>
        </p:spPr>
      </p:sp>
      <p:sp>
        <p:nvSpPr>
          <p:cNvPr id="256" name="Shape 254"/>
          <p:cNvSpPr/>
          <p:nvPr/>
        </p:nvSpPr>
        <p:spPr>
          <a:xfrm>
            <a:off x="10049256" y="2341339"/>
            <a:ext cx="176480" cy="0"/>
          </a:xfrm>
          <a:prstGeom prst="line">
            <a:avLst/>
          </a:prstGeom>
          <a:noFill/>
          <a:ln w="25400">
            <a:solidFill>
              <a:srgbClr val="168B83"/>
            </a:solidFill>
            <a:prstDash val="solid"/>
            <a:headEnd type="none"/>
            <a:tailEnd type="none"/>
          </a:ln>
        </p:spPr>
      </p:sp>
      <p:sp>
        <p:nvSpPr>
          <p:cNvPr id="257" name="Shape 255"/>
          <p:cNvSpPr/>
          <p:nvPr/>
        </p:nvSpPr>
        <p:spPr>
          <a:xfrm>
            <a:off x="10222992" y="2328311"/>
            <a:ext cx="0" cy="15771"/>
          </a:xfrm>
          <a:prstGeom prst="line">
            <a:avLst/>
          </a:prstGeom>
          <a:noFill/>
          <a:ln w="25400">
            <a:solidFill>
              <a:srgbClr val="168B83"/>
            </a:solidFill>
            <a:prstDash val="solid"/>
            <a:headEnd type="none"/>
            <a:tailEnd type="none"/>
          </a:ln>
        </p:spPr>
      </p:sp>
      <p:sp>
        <p:nvSpPr>
          <p:cNvPr id="258" name="Shape 256"/>
          <p:cNvSpPr/>
          <p:nvPr/>
        </p:nvSpPr>
        <p:spPr>
          <a:xfrm>
            <a:off x="10222992" y="2331054"/>
            <a:ext cx="176480" cy="0"/>
          </a:xfrm>
          <a:prstGeom prst="line">
            <a:avLst/>
          </a:prstGeom>
          <a:noFill/>
          <a:ln w="25400">
            <a:solidFill>
              <a:srgbClr val="168B83"/>
            </a:solidFill>
            <a:prstDash val="solid"/>
            <a:headEnd type="none"/>
            <a:tailEnd type="none"/>
          </a:ln>
        </p:spPr>
      </p:sp>
      <p:sp>
        <p:nvSpPr>
          <p:cNvPr id="259" name="Shape 257"/>
          <p:cNvSpPr/>
          <p:nvPr/>
        </p:nvSpPr>
        <p:spPr>
          <a:xfrm>
            <a:off x="10396728" y="2315778"/>
            <a:ext cx="0" cy="18020"/>
          </a:xfrm>
          <a:prstGeom prst="line">
            <a:avLst/>
          </a:prstGeom>
          <a:noFill/>
          <a:ln w="25400">
            <a:solidFill>
              <a:srgbClr val="168B83"/>
            </a:solidFill>
            <a:prstDash val="solid"/>
            <a:headEnd type="none"/>
            <a:tailEnd type="none"/>
          </a:ln>
        </p:spPr>
      </p:sp>
      <p:sp>
        <p:nvSpPr>
          <p:cNvPr id="260" name="Shape 258"/>
          <p:cNvSpPr/>
          <p:nvPr/>
        </p:nvSpPr>
        <p:spPr>
          <a:xfrm>
            <a:off x="10396728" y="2318521"/>
            <a:ext cx="176479" cy="0"/>
          </a:xfrm>
          <a:prstGeom prst="line">
            <a:avLst/>
          </a:prstGeom>
          <a:noFill/>
          <a:ln w="25400">
            <a:solidFill>
              <a:srgbClr val="168B83"/>
            </a:solidFill>
            <a:prstDash val="solid"/>
            <a:headEnd type="none"/>
            <a:tailEnd type="none"/>
          </a:ln>
        </p:spPr>
      </p:sp>
      <p:sp>
        <p:nvSpPr>
          <p:cNvPr id="261" name="Shape 259"/>
          <p:cNvSpPr/>
          <p:nvPr/>
        </p:nvSpPr>
        <p:spPr>
          <a:xfrm>
            <a:off x="10570464" y="2300779"/>
            <a:ext cx="0" cy="20485"/>
          </a:xfrm>
          <a:prstGeom prst="line">
            <a:avLst/>
          </a:prstGeom>
          <a:noFill/>
          <a:ln w="25400">
            <a:solidFill>
              <a:srgbClr val="168B83"/>
            </a:solidFill>
            <a:prstDash val="solid"/>
            <a:headEnd type="none"/>
            <a:tailEnd type="none"/>
          </a:ln>
        </p:spPr>
      </p:sp>
      <p:sp>
        <p:nvSpPr>
          <p:cNvPr id="262" name="Shape 260"/>
          <p:cNvSpPr/>
          <p:nvPr/>
        </p:nvSpPr>
        <p:spPr>
          <a:xfrm>
            <a:off x="10570464" y="2303522"/>
            <a:ext cx="176480" cy="0"/>
          </a:xfrm>
          <a:prstGeom prst="line">
            <a:avLst/>
          </a:prstGeom>
          <a:noFill/>
          <a:ln w="25400">
            <a:solidFill>
              <a:srgbClr val="168B83"/>
            </a:solidFill>
            <a:prstDash val="solid"/>
            <a:headEnd type="none"/>
            <a:tailEnd type="none"/>
          </a:ln>
        </p:spPr>
      </p:sp>
      <p:sp>
        <p:nvSpPr>
          <p:cNvPr id="263" name="Shape 261"/>
          <p:cNvSpPr/>
          <p:nvPr/>
        </p:nvSpPr>
        <p:spPr>
          <a:xfrm>
            <a:off x="10744200" y="2283412"/>
            <a:ext cx="0" cy="22853"/>
          </a:xfrm>
          <a:prstGeom prst="line">
            <a:avLst/>
          </a:prstGeom>
          <a:noFill/>
          <a:ln w="25400">
            <a:solidFill>
              <a:srgbClr val="168B83"/>
            </a:solidFill>
            <a:prstDash val="solid"/>
            <a:headEnd type="none"/>
            <a:tailEnd type="none"/>
          </a:ln>
        </p:spPr>
      </p:sp>
      <p:sp>
        <p:nvSpPr>
          <p:cNvPr id="264" name="Shape 262"/>
          <p:cNvSpPr/>
          <p:nvPr/>
        </p:nvSpPr>
        <p:spPr>
          <a:xfrm>
            <a:off x="10744200" y="2286155"/>
            <a:ext cx="176480" cy="0"/>
          </a:xfrm>
          <a:prstGeom prst="line">
            <a:avLst/>
          </a:prstGeom>
          <a:noFill/>
          <a:ln w="25400">
            <a:solidFill>
              <a:srgbClr val="168B83"/>
            </a:solidFill>
            <a:prstDash val="solid"/>
            <a:headEnd type="none"/>
            <a:tailEnd type="none"/>
          </a:ln>
        </p:spPr>
      </p:sp>
      <p:sp>
        <p:nvSpPr>
          <p:cNvPr id="265" name="Shape 263"/>
          <p:cNvSpPr/>
          <p:nvPr/>
        </p:nvSpPr>
        <p:spPr>
          <a:xfrm>
            <a:off x="10917936" y="2265111"/>
            <a:ext cx="0" cy="23788"/>
          </a:xfrm>
          <a:prstGeom prst="line">
            <a:avLst/>
          </a:prstGeom>
          <a:noFill/>
          <a:ln w="25400">
            <a:solidFill>
              <a:srgbClr val="168B83"/>
            </a:solidFill>
            <a:prstDash val="solid"/>
            <a:headEnd type="none"/>
            <a:tailEnd type="none"/>
          </a:ln>
        </p:spPr>
      </p:sp>
      <p:sp>
        <p:nvSpPr>
          <p:cNvPr id="266" name="Shape 264"/>
          <p:cNvSpPr/>
          <p:nvPr/>
        </p:nvSpPr>
        <p:spPr>
          <a:xfrm>
            <a:off x="10917936" y="2267854"/>
            <a:ext cx="176479" cy="0"/>
          </a:xfrm>
          <a:prstGeom prst="line">
            <a:avLst/>
          </a:prstGeom>
          <a:noFill/>
          <a:ln w="25400">
            <a:solidFill>
              <a:srgbClr val="168B83"/>
            </a:solidFill>
            <a:prstDash val="solid"/>
            <a:headEnd type="none"/>
            <a:tailEnd type="none"/>
          </a:ln>
        </p:spPr>
      </p:sp>
      <p:sp>
        <p:nvSpPr>
          <p:cNvPr id="267" name="Shape 265"/>
          <p:cNvSpPr/>
          <p:nvPr/>
        </p:nvSpPr>
        <p:spPr>
          <a:xfrm>
            <a:off x="11091672" y="2247666"/>
            <a:ext cx="0" cy="22931"/>
          </a:xfrm>
          <a:prstGeom prst="line">
            <a:avLst/>
          </a:prstGeom>
          <a:noFill/>
          <a:ln w="25400">
            <a:solidFill>
              <a:srgbClr val="168B83"/>
            </a:solidFill>
            <a:prstDash val="solid"/>
            <a:headEnd type="none"/>
            <a:tailEnd type="none"/>
          </a:ln>
        </p:spPr>
      </p:sp>
      <p:sp>
        <p:nvSpPr>
          <p:cNvPr id="268" name="Shape 266"/>
          <p:cNvSpPr/>
          <p:nvPr/>
        </p:nvSpPr>
        <p:spPr>
          <a:xfrm>
            <a:off x="11091672" y="2250409"/>
            <a:ext cx="176480" cy="0"/>
          </a:xfrm>
          <a:prstGeom prst="line">
            <a:avLst/>
          </a:prstGeom>
          <a:noFill/>
          <a:ln w="25400">
            <a:solidFill>
              <a:srgbClr val="168B83"/>
            </a:solidFill>
            <a:prstDash val="solid"/>
            <a:headEnd type="none"/>
            <a:tailEnd type="none"/>
          </a:ln>
        </p:spPr>
      </p:sp>
      <p:sp>
        <p:nvSpPr>
          <p:cNvPr id="269" name="Shape 267"/>
          <p:cNvSpPr/>
          <p:nvPr/>
        </p:nvSpPr>
        <p:spPr>
          <a:xfrm>
            <a:off x="11265408" y="2233380"/>
            <a:ext cx="0" cy="19772"/>
          </a:xfrm>
          <a:prstGeom prst="line">
            <a:avLst/>
          </a:prstGeom>
          <a:noFill/>
          <a:ln w="25400">
            <a:solidFill>
              <a:srgbClr val="168B83"/>
            </a:solidFill>
            <a:prstDash val="solid"/>
            <a:headEnd type="none"/>
            <a:tailEnd type="none"/>
          </a:ln>
        </p:spPr>
      </p:sp>
      <p:sp>
        <p:nvSpPr>
          <p:cNvPr id="270" name="Shape 268"/>
          <p:cNvSpPr/>
          <p:nvPr/>
        </p:nvSpPr>
        <p:spPr>
          <a:xfrm>
            <a:off x="3429000" y="1792224"/>
            <a:ext cx="256032" cy="0"/>
          </a:xfrm>
          <a:prstGeom prst="line">
            <a:avLst/>
          </a:prstGeom>
          <a:noFill/>
          <a:ln w="27940">
            <a:solidFill>
              <a:srgbClr val="168B83"/>
            </a:solidFill>
            <a:prstDash val="solid"/>
          </a:ln>
        </p:spPr>
      </p:sp>
      <p:sp>
        <p:nvSpPr>
          <p:cNvPr id="271" name="Text 269"/>
          <p:cNvSpPr/>
          <p:nvPr/>
        </p:nvSpPr>
        <p:spPr>
          <a:xfrm>
            <a:off x="3758184" y="1719072"/>
            <a:ext cx="2011680"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DENSITY</a:t>
            </a:r>
            <a:endParaRPr lang="en-US" sz="920" dirty="0"/>
          </a:p>
        </p:txBody>
      </p:sp>
      <p:sp>
        <p:nvSpPr>
          <p:cNvPr id="272" name="Shape 270"/>
          <p:cNvSpPr/>
          <p:nvPr/>
        </p:nvSpPr>
        <p:spPr>
          <a:xfrm>
            <a:off x="841248" y="2238126"/>
            <a:ext cx="176480" cy="0"/>
          </a:xfrm>
          <a:prstGeom prst="line">
            <a:avLst/>
          </a:prstGeom>
          <a:noFill/>
          <a:ln w="25400">
            <a:solidFill>
              <a:srgbClr val="C44F4F"/>
            </a:solidFill>
            <a:prstDash val="solid"/>
            <a:headEnd type="none"/>
            <a:tailEnd type="none"/>
          </a:ln>
        </p:spPr>
      </p:sp>
      <p:sp>
        <p:nvSpPr>
          <p:cNvPr id="273" name="Shape 271"/>
          <p:cNvSpPr/>
          <p:nvPr/>
        </p:nvSpPr>
        <p:spPr>
          <a:xfrm>
            <a:off x="1014984" y="2235382"/>
            <a:ext cx="0" cy="36583"/>
          </a:xfrm>
          <a:prstGeom prst="line">
            <a:avLst/>
          </a:prstGeom>
          <a:noFill/>
          <a:ln w="25400">
            <a:solidFill>
              <a:srgbClr val="C44F4F"/>
            </a:solidFill>
            <a:prstDash val="solid"/>
            <a:headEnd type="none"/>
            <a:tailEnd type="none"/>
          </a:ln>
        </p:spPr>
      </p:sp>
      <p:sp>
        <p:nvSpPr>
          <p:cNvPr id="274" name="Shape 272"/>
          <p:cNvSpPr/>
          <p:nvPr/>
        </p:nvSpPr>
        <p:spPr>
          <a:xfrm>
            <a:off x="1014984" y="2269222"/>
            <a:ext cx="176479" cy="0"/>
          </a:xfrm>
          <a:prstGeom prst="line">
            <a:avLst/>
          </a:prstGeom>
          <a:noFill/>
          <a:ln w="25400">
            <a:solidFill>
              <a:srgbClr val="C44F4F"/>
            </a:solidFill>
            <a:prstDash val="solid"/>
            <a:headEnd type="none"/>
            <a:tailEnd type="none"/>
          </a:ln>
        </p:spPr>
      </p:sp>
      <p:sp>
        <p:nvSpPr>
          <p:cNvPr id="275" name="Shape 273"/>
          <p:cNvSpPr/>
          <p:nvPr/>
        </p:nvSpPr>
        <p:spPr>
          <a:xfrm>
            <a:off x="1188720" y="2266479"/>
            <a:ext cx="0" cy="53697"/>
          </a:xfrm>
          <a:prstGeom prst="line">
            <a:avLst/>
          </a:prstGeom>
          <a:noFill/>
          <a:ln w="25400">
            <a:solidFill>
              <a:srgbClr val="C44F4F"/>
            </a:solidFill>
            <a:prstDash val="solid"/>
            <a:headEnd type="none"/>
            <a:tailEnd type="none"/>
          </a:ln>
        </p:spPr>
      </p:sp>
      <p:sp>
        <p:nvSpPr>
          <p:cNvPr id="276" name="Shape 274"/>
          <p:cNvSpPr/>
          <p:nvPr/>
        </p:nvSpPr>
        <p:spPr>
          <a:xfrm>
            <a:off x="1188720" y="2317433"/>
            <a:ext cx="176480" cy="0"/>
          </a:xfrm>
          <a:prstGeom prst="line">
            <a:avLst/>
          </a:prstGeom>
          <a:noFill/>
          <a:ln w="25400">
            <a:solidFill>
              <a:srgbClr val="C44F4F"/>
            </a:solidFill>
            <a:prstDash val="solid"/>
            <a:headEnd type="none"/>
            <a:tailEnd type="none"/>
          </a:ln>
        </p:spPr>
      </p:sp>
      <p:sp>
        <p:nvSpPr>
          <p:cNvPr id="277" name="Shape 275"/>
          <p:cNvSpPr/>
          <p:nvPr/>
        </p:nvSpPr>
        <p:spPr>
          <a:xfrm>
            <a:off x="1362456" y="2314689"/>
            <a:ext cx="0" cy="54375"/>
          </a:xfrm>
          <a:prstGeom prst="line">
            <a:avLst/>
          </a:prstGeom>
          <a:noFill/>
          <a:ln w="25400">
            <a:solidFill>
              <a:srgbClr val="C44F4F"/>
            </a:solidFill>
            <a:prstDash val="solid"/>
            <a:headEnd type="none"/>
            <a:tailEnd type="none"/>
          </a:ln>
        </p:spPr>
      </p:sp>
      <p:sp>
        <p:nvSpPr>
          <p:cNvPr id="278" name="Shape 276"/>
          <p:cNvSpPr/>
          <p:nvPr/>
        </p:nvSpPr>
        <p:spPr>
          <a:xfrm>
            <a:off x="1362456" y="2366321"/>
            <a:ext cx="176480" cy="0"/>
          </a:xfrm>
          <a:prstGeom prst="line">
            <a:avLst/>
          </a:prstGeom>
          <a:noFill/>
          <a:ln w="25400">
            <a:solidFill>
              <a:srgbClr val="C44F4F"/>
            </a:solidFill>
            <a:prstDash val="solid"/>
            <a:headEnd type="none"/>
            <a:tailEnd type="none"/>
          </a:ln>
        </p:spPr>
      </p:sp>
      <p:sp>
        <p:nvSpPr>
          <p:cNvPr id="279" name="Shape 277"/>
          <p:cNvSpPr/>
          <p:nvPr/>
        </p:nvSpPr>
        <p:spPr>
          <a:xfrm>
            <a:off x="1536192" y="2363578"/>
            <a:ext cx="0" cy="58541"/>
          </a:xfrm>
          <a:prstGeom prst="line">
            <a:avLst/>
          </a:prstGeom>
          <a:noFill/>
          <a:ln w="25400">
            <a:solidFill>
              <a:srgbClr val="C44F4F"/>
            </a:solidFill>
            <a:prstDash val="solid"/>
            <a:headEnd type="none"/>
            <a:tailEnd type="none"/>
          </a:ln>
        </p:spPr>
      </p:sp>
      <p:sp>
        <p:nvSpPr>
          <p:cNvPr id="280" name="Shape 278"/>
          <p:cNvSpPr/>
          <p:nvPr/>
        </p:nvSpPr>
        <p:spPr>
          <a:xfrm>
            <a:off x="1536192" y="2419375"/>
            <a:ext cx="176479" cy="0"/>
          </a:xfrm>
          <a:prstGeom prst="line">
            <a:avLst/>
          </a:prstGeom>
          <a:noFill/>
          <a:ln w="25400">
            <a:solidFill>
              <a:srgbClr val="C44F4F"/>
            </a:solidFill>
            <a:prstDash val="solid"/>
            <a:headEnd type="none"/>
            <a:tailEnd type="none"/>
          </a:ln>
        </p:spPr>
      </p:sp>
      <p:sp>
        <p:nvSpPr>
          <p:cNvPr id="281" name="Shape 279"/>
          <p:cNvSpPr/>
          <p:nvPr/>
        </p:nvSpPr>
        <p:spPr>
          <a:xfrm>
            <a:off x="1709928" y="2416632"/>
            <a:ext cx="0" cy="58896"/>
          </a:xfrm>
          <a:prstGeom prst="line">
            <a:avLst/>
          </a:prstGeom>
          <a:noFill/>
          <a:ln w="25400">
            <a:solidFill>
              <a:srgbClr val="C44F4F"/>
            </a:solidFill>
            <a:prstDash val="solid"/>
            <a:headEnd type="none"/>
            <a:tailEnd type="none"/>
          </a:ln>
        </p:spPr>
      </p:sp>
      <p:sp>
        <p:nvSpPr>
          <p:cNvPr id="282" name="Shape 280"/>
          <p:cNvSpPr/>
          <p:nvPr/>
        </p:nvSpPr>
        <p:spPr>
          <a:xfrm>
            <a:off x="1709928" y="2472785"/>
            <a:ext cx="176480" cy="0"/>
          </a:xfrm>
          <a:prstGeom prst="line">
            <a:avLst/>
          </a:prstGeom>
          <a:noFill/>
          <a:ln w="25400">
            <a:solidFill>
              <a:srgbClr val="C44F4F"/>
            </a:solidFill>
            <a:prstDash val="solid"/>
            <a:headEnd type="none"/>
            <a:tailEnd type="none"/>
          </a:ln>
        </p:spPr>
      </p:sp>
      <p:sp>
        <p:nvSpPr>
          <p:cNvPr id="283" name="Shape 281"/>
          <p:cNvSpPr/>
          <p:nvPr/>
        </p:nvSpPr>
        <p:spPr>
          <a:xfrm>
            <a:off x="1883664" y="2470042"/>
            <a:ext cx="0" cy="59671"/>
          </a:xfrm>
          <a:prstGeom prst="line">
            <a:avLst/>
          </a:prstGeom>
          <a:noFill/>
          <a:ln w="25400">
            <a:solidFill>
              <a:srgbClr val="C44F4F"/>
            </a:solidFill>
            <a:prstDash val="solid"/>
            <a:headEnd type="none"/>
            <a:tailEnd type="none"/>
          </a:ln>
        </p:spPr>
      </p:sp>
      <p:sp>
        <p:nvSpPr>
          <p:cNvPr id="284" name="Shape 282"/>
          <p:cNvSpPr/>
          <p:nvPr/>
        </p:nvSpPr>
        <p:spPr>
          <a:xfrm>
            <a:off x="1883664" y="2526969"/>
            <a:ext cx="176480" cy="0"/>
          </a:xfrm>
          <a:prstGeom prst="line">
            <a:avLst/>
          </a:prstGeom>
          <a:noFill/>
          <a:ln w="25400">
            <a:solidFill>
              <a:srgbClr val="C44F4F"/>
            </a:solidFill>
            <a:prstDash val="solid"/>
            <a:headEnd type="none"/>
            <a:tailEnd type="none"/>
          </a:ln>
        </p:spPr>
      </p:sp>
      <p:sp>
        <p:nvSpPr>
          <p:cNvPr id="285" name="Shape 283"/>
          <p:cNvSpPr/>
          <p:nvPr/>
        </p:nvSpPr>
        <p:spPr>
          <a:xfrm>
            <a:off x="2057400" y="2524226"/>
            <a:ext cx="0" cy="64224"/>
          </a:xfrm>
          <a:prstGeom prst="line">
            <a:avLst/>
          </a:prstGeom>
          <a:noFill/>
          <a:ln w="25400">
            <a:solidFill>
              <a:srgbClr val="C44F4F"/>
            </a:solidFill>
            <a:prstDash val="solid"/>
            <a:headEnd type="none"/>
            <a:tailEnd type="none"/>
          </a:ln>
        </p:spPr>
      </p:sp>
      <p:sp>
        <p:nvSpPr>
          <p:cNvPr id="286" name="Shape 284"/>
          <p:cNvSpPr/>
          <p:nvPr/>
        </p:nvSpPr>
        <p:spPr>
          <a:xfrm>
            <a:off x="2057400" y="2585707"/>
            <a:ext cx="176479" cy="0"/>
          </a:xfrm>
          <a:prstGeom prst="line">
            <a:avLst/>
          </a:prstGeom>
          <a:noFill/>
          <a:ln w="25400">
            <a:solidFill>
              <a:srgbClr val="C44F4F"/>
            </a:solidFill>
            <a:prstDash val="solid"/>
            <a:headEnd type="none"/>
            <a:tailEnd type="none"/>
          </a:ln>
        </p:spPr>
      </p:sp>
      <p:sp>
        <p:nvSpPr>
          <p:cNvPr id="287" name="Shape 285"/>
          <p:cNvSpPr/>
          <p:nvPr/>
        </p:nvSpPr>
        <p:spPr>
          <a:xfrm>
            <a:off x="2231136" y="2582963"/>
            <a:ext cx="0" cy="65709"/>
          </a:xfrm>
          <a:prstGeom prst="line">
            <a:avLst/>
          </a:prstGeom>
          <a:noFill/>
          <a:ln w="25400">
            <a:solidFill>
              <a:srgbClr val="C44F4F"/>
            </a:solidFill>
            <a:prstDash val="solid"/>
            <a:headEnd type="none"/>
            <a:tailEnd type="none"/>
          </a:ln>
        </p:spPr>
      </p:sp>
      <p:sp>
        <p:nvSpPr>
          <p:cNvPr id="288" name="Shape 286"/>
          <p:cNvSpPr/>
          <p:nvPr/>
        </p:nvSpPr>
        <p:spPr>
          <a:xfrm>
            <a:off x="2231136" y="2645929"/>
            <a:ext cx="176480" cy="0"/>
          </a:xfrm>
          <a:prstGeom prst="line">
            <a:avLst/>
          </a:prstGeom>
          <a:noFill/>
          <a:ln w="25400">
            <a:solidFill>
              <a:srgbClr val="C44F4F"/>
            </a:solidFill>
            <a:prstDash val="solid"/>
            <a:headEnd type="none"/>
            <a:tailEnd type="none"/>
          </a:ln>
        </p:spPr>
      </p:sp>
      <p:sp>
        <p:nvSpPr>
          <p:cNvPr id="289" name="Shape 287"/>
          <p:cNvSpPr/>
          <p:nvPr/>
        </p:nvSpPr>
        <p:spPr>
          <a:xfrm>
            <a:off x="2404872" y="2643186"/>
            <a:ext cx="0" cy="66452"/>
          </a:xfrm>
          <a:prstGeom prst="line">
            <a:avLst/>
          </a:prstGeom>
          <a:noFill/>
          <a:ln w="25400">
            <a:solidFill>
              <a:srgbClr val="C44F4F"/>
            </a:solidFill>
            <a:prstDash val="solid"/>
            <a:headEnd type="none"/>
            <a:tailEnd type="none"/>
          </a:ln>
        </p:spPr>
      </p:sp>
      <p:sp>
        <p:nvSpPr>
          <p:cNvPr id="290" name="Shape 288"/>
          <p:cNvSpPr/>
          <p:nvPr/>
        </p:nvSpPr>
        <p:spPr>
          <a:xfrm>
            <a:off x="2404872" y="2706895"/>
            <a:ext cx="176480" cy="0"/>
          </a:xfrm>
          <a:prstGeom prst="line">
            <a:avLst/>
          </a:prstGeom>
          <a:noFill/>
          <a:ln w="25400">
            <a:solidFill>
              <a:srgbClr val="C44F4F"/>
            </a:solidFill>
            <a:prstDash val="solid"/>
            <a:headEnd type="none"/>
            <a:tailEnd type="none"/>
          </a:ln>
        </p:spPr>
      </p:sp>
      <p:sp>
        <p:nvSpPr>
          <p:cNvPr id="291" name="Shape 289"/>
          <p:cNvSpPr/>
          <p:nvPr/>
        </p:nvSpPr>
        <p:spPr>
          <a:xfrm>
            <a:off x="2578608" y="2704152"/>
            <a:ext cx="0" cy="69229"/>
          </a:xfrm>
          <a:prstGeom prst="line">
            <a:avLst/>
          </a:prstGeom>
          <a:noFill/>
          <a:ln w="25400">
            <a:solidFill>
              <a:srgbClr val="C44F4F"/>
            </a:solidFill>
            <a:prstDash val="solid"/>
            <a:headEnd type="none"/>
            <a:tailEnd type="none"/>
          </a:ln>
        </p:spPr>
      </p:sp>
      <p:sp>
        <p:nvSpPr>
          <p:cNvPr id="292" name="Shape 290"/>
          <p:cNvSpPr/>
          <p:nvPr/>
        </p:nvSpPr>
        <p:spPr>
          <a:xfrm>
            <a:off x="2578608" y="2770638"/>
            <a:ext cx="176479" cy="0"/>
          </a:xfrm>
          <a:prstGeom prst="line">
            <a:avLst/>
          </a:prstGeom>
          <a:noFill/>
          <a:ln w="25400">
            <a:solidFill>
              <a:srgbClr val="C44F4F"/>
            </a:solidFill>
            <a:prstDash val="solid"/>
            <a:headEnd type="none"/>
            <a:tailEnd type="none"/>
          </a:ln>
        </p:spPr>
      </p:sp>
      <p:sp>
        <p:nvSpPr>
          <p:cNvPr id="293" name="Shape 291"/>
          <p:cNvSpPr/>
          <p:nvPr/>
        </p:nvSpPr>
        <p:spPr>
          <a:xfrm>
            <a:off x="2752344" y="2767894"/>
            <a:ext cx="0" cy="67065"/>
          </a:xfrm>
          <a:prstGeom prst="line">
            <a:avLst/>
          </a:prstGeom>
          <a:noFill/>
          <a:ln w="25400">
            <a:solidFill>
              <a:srgbClr val="C44F4F"/>
            </a:solidFill>
            <a:prstDash val="solid"/>
            <a:headEnd type="none"/>
            <a:tailEnd type="none"/>
          </a:ln>
        </p:spPr>
      </p:sp>
      <p:sp>
        <p:nvSpPr>
          <p:cNvPr id="294" name="Shape 292"/>
          <p:cNvSpPr/>
          <p:nvPr/>
        </p:nvSpPr>
        <p:spPr>
          <a:xfrm>
            <a:off x="2752344" y="2832217"/>
            <a:ext cx="176480" cy="0"/>
          </a:xfrm>
          <a:prstGeom prst="line">
            <a:avLst/>
          </a:prstGeom>
          <a:noFill/>
          <a:ln w="25400">
            <a:solidFill>
              <a:srgbClr val="C44F4F"/>
            </a:solidFill>
            <a:prstDash val="solid"/>
            <a:headEnd type="none"/>
            <a:tailEnd type="none"/>
          </a:ln>
        </p:spPr>
      </p:sp>
      <p:sp>
        <p:nvSpPr>
          <p:cNvPr id="295" name="Shape 293"/>
          <p:cNvSpPr/>
          <p:nvPr/>
        </p:nvSpPr>
        <p:spPr>
          <a:xfrm>
            <a:off x="2926080" y="2829473"/>
            <a:ext cx="0" cy="65580"/>
          </a:xfrm>
          <a:prstGeom prst="line">
            <a:avLst/>
          </a:prstGeom>
          <a:noFill/>
          <a:ln w="25400">
            <a:solidFill>
              <a:srgbClr val="C44F4F"/>
            </a:solidFill>
            <a:prstDash val="solid"/>
            <a:headEnd type="none"/>
            <a:tailEnd type="none"/>
          </a:ln>
        </p:spPr>
      </p:sp>
      <p:sp>
        <p:nvSpPr>
          <p:cNvPr id="296" name="Shape 294"/>
          <p:cNvSpPr/>
          <p:nvPr/>
        </p:nvSpPr>
        <p:spPr>
          <a:xfrm>
            <a:off x="2926080" y="2892310"/>
            <a:ext cx="176480" cy="0"/>
          </a:xfrm>
          <a:prstGeom prst="line">
            <a:avLst/>
          </a:prstGeom>
          <a:noFill/>
          <a:ln w="25400">
            <a:solidFill>
              <a:srgbClr val="C44F4F"/>
            </a:solidFill>
            <a:prstDash val="solid"/>
            <a:headEnd type="none"/>
            <a:tailEnd type="none"/>
          </a:ln>
        </p:spPr>
      </p:sp>
      <p:sp>
        <p:nvSpPr>
          <p:cNvPr id="297" name="Shape 295"/>
          <p:cNvSpPr/>
          <p:nvPr/>
        </p:nvSpPr>
        <p:spPr>
          <a:xfrm>
            <a:off x="3099816" y="2889567"/>
            <a:ext cx="0" cy="65451"/>
          </a:xfrm>
          <a:prstGeom prst="line">
            <a:avLst/>
          </a:prstGeom>
          <a:noFill/>
          <a:ln w="25400">
            <a:solidFill>
              <a:srgbClr val="C44F4F"/>
            </a:solidFill>
            <a:prstDash val="solid"/>
            <a:headEnd type="none"/>
            <a:tailEnd type="none"/>
          </a:ln>
        </p:spPr>
      </p:sp>
      <p:sp>
        <p:nvSpPr>
          <p:cNvPr id="298" name="Shape 296"/>
          <p:cNvSpPr/>
          <p:nvPr/>
        </p:nvSpPr>
        <p:spPr>
          <a:xfrm>
            <a:off x="3099816" y="2952275"/>
            <a:ext cx="176479" cy="0"/>
          </a:xfrm>
          <a:prstGeom prst="line">
            <a:avLst/>
          </a:prstGeom>
          <a:noFill/>
          <a:ln w="25400">
            <a:solidFill>
              <a:srgbClr val="C44F4F"/>
            </a:solidFill>
            <a:prstDash val="solid"/>
            <a:headEnd type="none"/>
            <a:tailEnd type="none"/>
          </a:ln>
        </p:spPr>
      </p:sp>
      <p:sp>
        <p:nvSpPr>
          <p:cNvPr id="299" name="Shape 297"/>
          <p:cNvSpPr/>
          <p:nvPr/>
        </p:nvSpPr>
        <p:spPr>
          <a:xfrm>
            <a:off x="3273552" y="2949532"/>
            <a:ext cx="0" cy="62803"/>
          </a:xfrm>
          <a:prstGeom prst="line">
            <a:avLst/>
          </a:prstGeom>
          <a:noFill/>
          <a:ln w="25400">
            <a:solidFill>
              <a:srgbClr val="C44F4F"/>
            </a:solidFill>
            <a:prstDash val="solid"/>
            <a:headEnd type="none"/>
            <a:tailEnd type="none"/>
          </a:ln>
        </p:spPr>
      </p:sp>
      <p:sp>
        <p:nvSpPr>
          <p:cNvPr id="300" name="Shape 298"/>
          <p:cNvSpPr/>
          <p:nvPr/>
        </p:nvSpPr>
        <p:spPr>
          <a:xfrm>
            <a:off x="3273552" y="3009591"/>
            <a:ext cx="176480" cy="0"/>
          </a:xfrm>
          <a:prstGeom prst="line">
            <a:avLst/>
          </a:prstGeom>
          <a:noFill/>
          <a:ln w="25400">
            <a:solidFill>
              <a:srgbClr val="C44F4F"/>
            </a:solidFill>
            <a:prstDash val="solid"/>
            <a:headEnd type="none"/>
            <a:tailEnd type="none"/>
          </a:ln>
        </p:spPr>
      </p:sp>
      <p:sp>
        <p:nvSpPr>
          <p:cNvPr id="301" name="Shape 299"/>
          <p:cNvSpPr/>
          <p:nvPr/>
        </p:nvSpPr>
        <p:spPr>
          <a:xfrm>
            <a:off x="3447288" y="3006848"/>
            <a:ext cx="0" cy="60091"/>
          </a:xfrm>
          <a:prstGeom prst="line">
            <a:avLst/>
          </a:prstGeom>
          <a:noFill/>
          <a:ln w="25400">
            <a:solidFill>
              <a:srgbClr val="C44F4F"/>
            </a:solidFill>
            <a:prstDash val="solid"/>
            <a:headEnd type="none"/>
            <a:tailEnd type="none"/>
          </a:ln>
        </p:spPr>
      </p:sp>
      <p:sp>
        <p:nvSpPr>
          <p:cNvPr id="302" name="Shape 300"/>
          <p:cNvSpPr/>
          <p:nvPr/>
        </p:nvSpPr>
        <p:spPr>
          <a:xfrm>
            <a:off x="3447288" y="3064196"/>
            <a:ext cx="176480" cy="0"/>
          </a:xfrm>
          <a:prstGeom prst="line">
            <a:avLst/>
          </a:prstGeom>
          <a:noFill/>
          <a:ln w="25400">
            <a:solidFill>
              <a:srgbClr val="C44F4F"/>
            </a:solidFill>
            <a:prstDash val="solid"/>
            <a:headEnd type="none"/>
            <a:tailEnd type="none"/>
          </a:ln>
        </p:spPr>
      </p:sp>
      <p:sp>
        <p:nvSpPr>
          <p:cNvPr id="303" name="Shape 301"/>
          <p:cNvSpPr/>
          <p:nvPr/>
        </p:nvSpPr>
        <p:spPr>
          <a:xfrm>
            <a:off x="3621024" y="3061452"/>
            <a:ext cx="0" cy="58637"/>
          </a:xfrm>
          <a:prstGeom prst="line">
            <a:avLst/>
          </a:prstGeom>
          <a:noFill/>
          <a:ln w="25400">
            <a:solidFill>
              <a:srgbClr val="C44F4F"/>
            </a:solidFill>
            <a:prstDash val="solid"/>
            <a:headEnd type="none"/>
            <a:tailEnd type="none"/>
          </a:ln>
        </p:spPr>
      </p:sp>
      <p:sp>
        <p:nvSpPr>
          <p:cNvPr id="304" name="Shape 302"/>
          <p:cNvSpPr/>
          <p:nvPr/>
        </p:nvSpPr>
        <p:spPr>
          <a:xfrm>
            <a:off x="3621024" y="3117347"/>
            <a:ext cx="176479" cy="0"/>
          </a:xfrm>
          <a:prstGeom prst="line">
            <a:avLst/>
          </a:prstGeom>
          <a:noFill/>
          <a:ln w="25400">
            <a:solidFill>
              <a:srgbClr val="C44F4F"/>
            </a:solidFill>
            <a:prstDash val="solid"/>
            <a:headEnd type="none"/>
            <a:tailEnd type="none"/>
          </a:ln>
        </p:spPr>
      </p:sp>
      <p:sp>
        <p:nvSpPr>
          <p:cNvPr id="305" name="Shape 303"/>
          <p:cNvSpPr/>
          <p:nvPr/>
        </p:nvSpPr>
        <p:spPr>
          <a:xfrm>
            <a:off x="3794760" y="3114603"/>
            <a:ext cx="0" cy="54246"/>
          </a:xfrm>
          <a:prstGeom prst="line">
            <a:avLst/>
          </a:prstGeom>
          <a:noFill/>
          <a:ln w="25400">
            <a:solidFill>
              <a:srgbClr val="C44F4F"/>
            </a:solidFill>
            <a:prstDash val="solid"/>
            <a:headEnd type="none"/>
            <a:tailEnd type="none"/>
          </a:ln>
        </p:spPr>
      </p:sp>
      <p:sp>
        <p:nvSpPr>
          <p:cNvPr id="306" name="Shape 304"/>
          <p:cNvSpPr/>
          <p:nvPr/>
        </p:nvSpPr>
        <p:spPr>
          <a:xfrm>
            <a:off x="3794760" y="3166106"/>
            <a:ext cx="176480" cy="0"/>
          </a:xfrm>
          <a:prstGeom prst="line">
            <a:avLst/>
          </a:prstGeom>
          <a:noFill/>
          <a:ln w="25400">
            <a:solidFill>
              <a:srgbClr val="C44F4F"/>
            </a:solidFill>
            <a:prstDash val="solid"/>
            <a:headEnd type="none"/>
            <a:tailEnd type="none"/>
          </a:ln>
        </p:spPr>
      </p:sp>
      <p:sp>
        <p:nvSpPr>
          <p:cNvPr id="307" name="Shape 305"/>
          <p:cNvSpPr/>
          <p:nvPr/>
        </p:nvSpPr>
        <p:spPr>
          <a:xfrm>
            <a:off x="3968496" y="3163363"/>
            <a:ext cx="0" cy="52082"/>
          </a:xfrm>
          <a:prstGeom prst="line">
            <a:avLst/>
          </a:prstGeom>
          <a:noFill/>
          <a:ln w="25400">
            <a:solidFill>
              <a:srgbClr val="C44F4F"/>
            </a:solidFill>
            <a:prstDash val="solid"/>
            <a:headEnd type="none"/>
            <a:tailEnd type="none"/>
          </a:ln>
        </p:spPr>
      </p:sp>
      <p:sp>
        <p:nvSpPr>
          <p:cNvPr id="308" name="Shape 306"/>
          <p:cNvSpPr/>
          <p:nvPr/>
        </p:nvSpPr>
        <p:spPr>
          <a:xfrm>
            <a:off x="3968496" y="3212702"/>
            <a:ext cx="176480" cy="0"/>
          </a:xfrm>
          <a:prstGeom prst="line">
            <a:avLst/>
          </a:prstGeom>
          <a:noFill/>
          <a:ln w="25400">
            <a:solidFill>
              <a:srgbClr val="C44F4F"/>
            </a:solidFill>
            <a:prstDash val="solid"/>
            <a:headEnd type="none"/>
            <a:tailEnd type="none"/>
          </a:ln>
        </p:spPr>
      </p:sp>
      <p:sp>
        <p:nvSpPr>
          <p:cNvPr id="309" name="Shape 307"/>
          <p:cNvSpPr/>
          <p:nvPr/>
        </p:nvSpPr>
        <p:spPr>
          <a:xfrm>
            <a:off x="4142232" y="3209959"/>
            <a:ext cx="0" cy="53794"/>
          </a:xfrm>
          <a:prstGeom prst="line">
            <a:avLst/>
          </a:prstGeom>
          <a:noFill/>
          <a:ln w="25400">
            <a:solidFill>
              <a:srgbClr val="C44F4F"/>
            </a:solidFill>
            <a:prstDash val="solid"/>
            <a:headEnd type="none"/>
            <a:tailEnd type="none"/>
          </a:ln>
        </p:spPr>
      </p:sp>
      <p:sp>
        <p:nvSpPr>
          <p:cNvPr id="310" name="Shape 308"/>
          <p:cNvSpPr/>
          <p:nvPr/>
        </p:nvSpPr>
        <p:spPr>
          <a:xfrm>
            <a:off x="4142232" y="3261010"/>
            <a:ext cx="176479" cy="0"/>
          </a:xfrm>
          <a:prstGeom prst="line">
            <a:avLst/>
          </a:prstGeom>
          <a:noFill/>
          <a:ln w="25400">
            <a:solidFill>
              <a:srgbClr val="C44F4F"/>
            </a:solidFill>
            <a:prstDash val="solid"/>
            <a:headEnd type="none"/>
            <a:tailEnd type="none"/>
          </a:ln>
        </p:spPr>
      </p:sp>
      <p:sp>
        <p:nvSpPr>
          <p:cNvPr id="311" name="Shape 309"/>
          <p:cNvSpPr/>
          <p:nvPr/>
        </p:nvSpPr>
        <p:spPr>
          <a:xfrm>
            <a:off x="4315968" y="3258266"/>
            <a:ext cx="0" cy="56732"/>
          </a:xfrm>
          <a:prstGeom prst="line">
            <a:avLst/>
          </a:prstGeom>
          <a:noFill/>
          <a:ln w="25400">
            <a:solidFill>
              <a:srgbClr val="C44F4F"/>
            </a:solidFill>
            <a:prstDash val="solid"/>
            <a:headEnd type="none"/>
            <a:tailEnd type="none"/>
          </a:ln>
        </p:spPr>
      </p:sp>
      <p:sp>
        <p:nvSpPr>
          <p:cNvPr id="312" name="Shape 310"/>
          <p:cNvSpPr/>
          <p:nvPr/>
        </p:nvSpPr>
        <p:spPr>
          <a:xfrm>
            <a:off x="4315968" y="3312255"/>
            <a:ext cx="176480" cy="0"/>
          </a:xfrm>
          <a:prstGeom prst="line">
            <a:avLst/>
          </a:prstGeom>
          <a:noFill/>
          <a:ln w="25400">
            <a:solidFill>
              <a:srgbClr val="C44F4F"/>
            </a:solidFill>
            <a:prstDash val="solid"/>
            <a:headEnd type="none"/>
            <a:tailEnd type="none"/>
          </a:ln>
        </p:spPr>
      </p:sp>
      <p:sp>
        <p:nvSpPr>
          <p:cNvPr id="313" name="Shape 311"/>
          <p:cNvSpPr/>
          <p:nvPr/>
        </p:nvSpPr>
        <p:spPr>
          <a:xfrm>
            <a:off x="4489704" y="3309512"/>
            <a:ext cx="0" cy="56926"/>
          </a:xfrm>
          <a:prstGeom prst="line">
            <a:avLst/>
          </a:prstGeom>
          <a:noFill/>
          <a:ln w="25400">
            <a:solidFill>
              <a:srgbClr val="C44F4F"/>
            </a:solidFill>
            <a:prstDash val="solid"/>
            <a:headEnd type="none"/>
            <a:tailEnd type="none"/>
          </a:ln>
        </p:spPr>
      </p:sp>
      <p:sp>
        <p:nvSpPr>
          <p:cNvPr id="314" name="Shape 312"/>
          <p:cNvSpPr/>
          <p:nvPr/>
        </p:nvSpPr>
        <p:spPr>
          <a:xfrm>
            <a:off x="4489704" y="3363695"/>
            <a:ext cx="176480" cy="0"/>
          </a:xfrm>
          <a:prstGeom prst="line">
            <a:avLst/>
          </a:prstGeom>
          <a:noFill/>
          <a:ln w="25400">
            <a:solidFill>
              <a:srgbClr val="C44F4F"/>
            </a:solidFill>
            <a:prstDash val="solid"/>
            <a:headEnd type="none"/>
            <a:tailEnd type="none"/>
          </a:ln>
        </p:spPr>
      </p:sp>
      <p:sp>
        <p:nvSpPr>
          <p:cNvPr id="315" name="Shape 313"/>
          <p:cNvSpPr/>
          <p:nvPr/>
        </p:nvSpPr>
        <p:spPr>
          <a:xfrm>
            <a:off x="4663440" y="3360952"/>
            <a:ext cx="0" cy="57507"/>
          </a:xfrm>
          <a:prstGeom prst="line">
            <a:avLst/>
          </a:prstGeom>
          <a:noFill/>
          <a:ln w="25400">
            <a:solidFill>
              <a:srgbClr val="C44F4F"/>
            </a:solidFill>
            <a:prstDash val="solid"/>
            <a:headEnd type="none"/>
            <a:tailEnd type="none"/>
          </a:ln>
        </p:spPr>
      </p:sp>
      <p:sp>
        <p:nvSpPr>
          <p:cNvPr id="316" name="Shape 314"/>
          <p:cNvSpPr/>
          <p:nvPr/>
        </p:nvSpPr>
        <p:spPr>
          <a:xfrm>
            <a:off x="4663440" y="3415716"/>
            <a:ext cx="176479" cy="0"/>
          </a:xfrm>
          <a:prstGeom prst="line">
            <a:avLst/>
          </a:prstGeom>
          <a:noFill/>
          <a:ln w="25400">
            <a:solidFill>
              <a:srgbClr val="C44F4F"/>
            </a:solidFill>
            <a:prstDash val="solid"/>
            <a:headEnd type="none"/>
            <a:tailEnd type="none"/>
          </a:ln>
        </p:spPr>
      </p:sp>
      <p:sp>
        <p:nvSpPr>
          <p:cNvPr id="317" name="Shape 315"/>
          <p:cNvSpPr/>
          <p:nvPr/>
        </p:nvSpPr>
        <p:spPr>
          <a:xfrm>
            <a:off x="4837176" y="3412973"/>
            <a:ext cx="0" cy="58960"/>
          </a:xfrm>
          <a:prstGeom prst="line">
            <a:avLst/>
          </a:prstGeom>
          <a:noFill/>
          <a:ln w="25400">
            <a:solidFill>
              <a:srgbClr val="C44F4F"/>
            </a:solidFill>
            <a:prstDash val="solid"/>
            <a:headEnd type="none"/>
            <a:tailEnd type="none"/>
          </a:ln>
        </p:spPr>
      </p:sp>
      <p:sp>
        <p:nvSpPr>
          <p:cNvPr id="318" name="Shape 316"/>
          <p:cNvSpPr/>
          <p:nvPr/>
        </p:nvSpPr>
        <p:spPr>
          <a:xfrm>
            <a:off x="4837176" y="3469190"/>
            <a:ext cx="176480" cy="0"/>
          </a:xfrm>
          <a:prstGeom prst="line">
            <a:avLst/>
          </a:prstGeom>
          <a:noFill/>
          <a:ln w="25400">
            <a:solidFill>
              <a:srgbClr val="C44F4F"/>
            </a:solidFill>
            <a:prstDash val="solid"/>
            <a:headEnd type="none"/>
            <a:tailEnd type="none"/>
          </a:ln>
        </p:spPr>
      </p:sp>
      <p:sp>
        <p:nvSpPr>
          <p:cNvPr id="319" name="Shape 317"/>
          <p:cNvSpPr/>
          <p:nvPr/>
        </p:nvSpPr>
        <p:spPr>
          <a:xfrm>
            <a:off x="5010912" y="3466447"/>
            <a:ext cx="0" cy="55602"/>
          </a:xfrm>
          <a:prstGeom prst="line">
            <a:avLst/>
          </a:prstGeom>
          <a:noFill/>
          <a:ln w="25400">
            <a:solidFill>
              <a:srgbClr val="C44F4F"/>
            </a:solidFill>
            <a:prstDash val="solid"/>
            <a:headEnd type="none"/>
            <a:tailEnd type="none"/>
          </a:ln>
        </p:spPr>
      </p:sp>
      <p:sp>
        <p:nvSpPr>
          <p:cNvPr id="320" name="Shape 318"/>
          <p:cNvSpPr/>
          <p:nvPr/>
        </p:nvSpPr>
        <p:spPr>
          <a:xfrm>
            <a:off x="5010912" y="3519306"/>
            <a:ext cx="176480" cy="0"/>
          </a:xfrm>
          <a:prstGeom prst="line">
            <a:avLst/>
          </a:prstGeom>
          <a:noFill/>
          <a:ln w="25400">
            <a:solidFill>
              <a:srgbClr val="C44F4F"/>
            </a:solidFill>
            <a:prstDash val="solid"/>
            <a:headEnd type="none"/>
            <a:tailEnd type="none"/>
          </a:ln>
        </p:spPr>
      </p:sp>
      <p:sp>
        <p:nvSpPr>
          <p:cNvPr id="321" name="Shape 319"/>
          <p:cNvSpPr/>
          <p:nvPr/>
        </p:nvSpPr>
        <p:spPr>
          <a:xfrm>
            <a:off x="5184648" y="3516562"/>
            <a:ext cx="0" cy="56861"/>
          </a:xfrm>
          <a:prstGeom prst="line">
            <a:avLst/>
          </a:prstGeom>
          <a:noFill/>
          <a:ln w="25400">
            <a:solidFill>
              <a:srgbClr val="C44F4F"/>
            </a:solidFill>
            <a:prstDash val="solid"/>
            <a:headEnd type="none"/>
            <a:tailEnd type="none"/>
          </a:ln>
        </p:spPr>
      </p:sp>
      <p:sp>
        <p:nvSpPr>
          <p:cNvPr id="322" name="Shape 320"/>
          <p:cNvSpPr/>
          <p:nvPr/>
        </p:nvSpPr>
        <p:spPr>
          <a:xfrm>
            <a:off x="5184648" y="3570681"/>
            <a:ext cx="176479" cy="0"/>
          </a:xfrm>
          <a:prstGeom prst="line">
            <a:avLst/>
          </a:prstGeom>
          <a:noFill/>
          <a:ln w="25400">
            <a:solidFill>
              <a:srgbClr val="C44F4F"/>
            </a:solidFill>
            <a:prstDash val="solid"/>
            <a:headEnd type="none"/>
            <a:tailEnd type="none"/>
          </a:ln>
        </p:spPr>
      </p:sp>
      <p:sp>
        <p:nvSpPr>
          <p:cNvPr id="323" name="Shape 321"/>
          <p:cNvSpPr/>
          <p:nvPr/>
        </p:nvSpPr>
        <p:spPr>
          <a:xfrm>
            <a:off x="5358384" y="3567938"/>
            <a:ext cx="0" cy="61673"/>
          </a:xfrm>
          <a:prstGeom prst="line">
            <a:avLst/>
          </a:prstGeom>
          <a:noFill/>
          <a:ln w="25400">
            <a:solidFill>
              <a:srgbClr val="C44F4F"/>
            </a:solidFill>
            <a:prstDash val="solid"/>
            <a:headEnd type="none"/>
            <a:tailEnd type="none"/>
          </a:ln>
        </p:spPr>
      </p:sp>
      <p:sp>
        <p:nvSpPr>
          <p:cNvPr id="324" name="Shape 322"/>
          <p:cNvSpPr/>
          <p:nvPr/>
        </p:nvSpPr>
        <p:spPr>
          <a:xfrm>
            <a:off x="5358384" y="3626867"/>
            <a:ext cx="176480" cy="0"/>
          </a:xfrm>
          <a:prstGeom prst="line">
            <a:avLst/>
          </a:prstGeom>
          <a:noFill/>
          <a:ln w="25400">
            <a:solidFill>
              <a:srgbClr val="C44F4F"/>
            </a:solidFill>
            <a:prstDash val="solid"/>
            <a:headEnd type="none"/>
            <a:tailEnd type="none"/>
          </a:ln>
        </p:spPr>
      </p:sp>
      <p:sp>
        <p:nvSpPr>
          <p:cNvPr id="325" name="Shape 323"/>
          <p:cNvSpPr/>
          <p:nvPr/>
        </p:nvSpPr>
        <p:spPr>
          <a:xfrm>
            <a:off x="5532120" y="3624124"/>
            <a:ext cx="0" cy="62448"/>
          </a:xfrm>
          <a:prstGeom prst="line">
            <a:avLst/>
          </a:prstGeom>
          <a:noFill/>
          <a:ln w="25400">
            <a:solidFill>
              <a:srgbClr val="C44F4F"/>
            </a:solidFill>
            <a:prstDash val="solid"/>
            <a:headEnd type="none"/>
            <a:tailEnd type="none"/>
          </a:ln>
        </p:spPr>
      </p:sp>
      <p:sp>
        <p:nvSpPr>
          <p:cNvPr id="326" name="Shape 324"/>
          <p:cNvSpPr/>
          <p:nvPr/>
        </p:nvSpPr>
        <p:spPr>
          <a:xfrm>
            <a:off x="5532120" y="3683829"/>
            <a:ext cx="176480" cy="0"/>
          </a:xfrm>
          <a:prstGeom prst="line">
            <a:avLst/>
          </a:prstGeom>
          <a:noFill/>
          <a:ln w="25400">
            <a:solidFill>
              <a:srgbClr val="C44F4F"/>
            </a:solidFill>
            <a:prstDash val="solid"/>
            <a:headEnd type="none"/>
            <a:tailEnd type="none"/>
          </a:ln>
        </p:spPr>
      </p:sp>
      <p:sp>
        <p:nvSpPr>
          <p:cNvPr id="327" name="Shape 325"/>
          <p:cNvSpPr/>
          <p:nvPr/>
        </p:nvSpPr>
        <p:spPr>
          <a:xfrm>
            <a:off x="5705856" y="3681085"/>
            <a:ext cx="0" cy="59380"/>
          </a:xfrm>
          <a:prstGeom prst="line">
            <a:avLst/>
          </a:prstGeom>
          <a:noFill/>
          <a:ln w="25400">
            <a:solidFill>
              <a:srgbClr val="C44F4F"/>
            </a:solidFill>
            <a:prstDash val="solid"/>
            <a:headEnd type="none"/>
            <a:tailEnd type="none"/>
          </a:ln>
        </p:spPr>
      </p:sp>
      <p:sp>
        <p:nvSpPr>
          <p:cNvPr id="328" name="Shape 326"/>
          <p:cNvSpPr/>
          <p:nvPr/>
        </p:nvSpPr>
        <p:spPr>
          <a:xfrm>
            <a:off x="5705856" y="3737722"/>
            <a:ext cx="176479" cy="0"/>
          </a:xfrm>
          <a:prstGeom prst="line">
            <a:avLst/>
          </a:prstGeom>
          <a:noFill/>
          <a:ln w="25400">
            <a:solidFill>
              <a:srgbClr val="C44F4F"/>
            </a:solidFill>
            <a:prstDash val="solid"/>
            <a:headEnd type="none"/>
            <a:tailEnd type="none"/>
          </a:ln>
        </p:spPr>
      </p:sp>
      <p:sp>
        <p:nvSpPr>
          <p:cNvPr id="329" name="Shape 327"/>
          <p:cNvSpPr/>
          <p:nvPr/>
        </p:nvSpPr>
        <p:spPr>
          <a:xfrm>
            <a:off x="5879592" y="3734979"/>
            <a:ext cx="0" cy="56054"/>
          </a:xfrm>
          <a:prstGeom prst="line">
            <a:avLst/>
          </a:prstGeom>
          <a:noFill/>
          <a:ln w="25400">
            <a:solidFill>
              <a:srgbClr val="C44F4F"/>
            </a:solidFill>
            <a:prstDash val="solid"/>
            <a:headEnd type="none"/>
            <a:tailEnd type="none"/>
          </a:ln>
        </p:spPr>
      </p:sp>
      <p:sp>
        <p:nvSpPr>
          <p:cNvPr id="330" name="Shape 328"/>
          <p:cNvSpPr/>
          <p:nvPr/>
        </p:nvSpPr>
        <p:spPr>
          <a:xfrm>
            <a:off x="5879592" y="3788290"/>
            <a:ext cx="176480" cy="0"/>
          </a:xfrm>
          <a:prstGeom prst="line">
            <a:avLst/>
          </a:prstGeom>
          <a:noFill/>
          <a:ln w="25400">
            <a:solidFill>
              <a:srgbClr val="C44F4F"/>
            </a:solidFill>
            <a:prstDash val="solid"/>
            <a:headEnd type="none"/>
            <a:tailEnd type="none"/>
          </a:ln>
        </p:spPr>
      </p:sp>
      <p:sp>
        <p:nvSpPr>
          <p:cNvPr id="331" name="Shape 329"/>
          <p:cNvSpPr/>
          <p:nvPr/>
        </p:nvSpPr>
        <p:spPr>
          <a:xfrm>
            <a:off x="6053328" y="3785547"/>
            <a:ext cx="0" cy="56248"/>
          </a:xfrm>
          <a:prstGeom prst="line">
            <a:avLst/>
          </a:prstGeom>
          <a:noFill/>
          <a:ln w="25400">
            <a:solidFill>
              <a:srgbClr val="C44F4F"/>
            </a:solidFill>
            <a:prstDash val="solid"/>
            <a:headEnd type="none"/>
            <a:tailEnd type="none"/>
          </a:ln>
        </p:spPr>
      </p:sp>
      <p:sp>
        <p:nvSpPr>
          <p:cNvPr id="332" name="Shape 330"/>
          <p:cNvSpPr/>
          <p:nvPr/>
        </p:nvSpPr>
        <p:spPr>
          <a:xfrm>
            <a:off x="6053328" y="3839052"/>
            <a:ext cx="176480" cy="0"/>
          </a:xfrm>
          <a:prstGeom prst="line">
            <a:avLst/>
          </a:prstGeom>
          <a:noFill/>
          <a:ln w="25400">
            <a:solidFill>
              <a:srgbClr val="C44F4F"/>
            </a:solidFill>
            <a:prstDash val="solid"/>
            <a:headEnd type="none"/>
            <a:tailEnd type="none"/>
          </a:ln>
        </p:spPr>
      </p:sp>
      <p:sp>
        <p:nvSpPr>
          <p:cNvPr id="333" name="Shape 331"/>
          <p:cNvSpPr/>
          <p:nvPr/>
        </p:nvSpPr>
        <p:spPr>
          <a:xfrm>
            <a:off x="6227064" y="3836309"/>
            <a:ext cx="0" cy="55796"/>
          </a:xfrm>
          <a:prstGeom prst="line">
            <a:avLst/>
          </a:prstGeom>
          <a:noFill/>
          <a:ln w="25400">
            <a:solidFill>
              <a:srgbClr val="C44F4F"/>
            </a:solidFill>
            <a:prstDash val="solid"/>
            <a:headEnd type="none"/>
            <a:tailEnd type="none"/>
          </a:ln>
        </p:spPr>
      </p:sp>
      <p:sp>
        <p:nvSpPr>
          <p:cNvPr id="334" name="Shape 332"/>
          <p:cNvSpPr/>
          <p:nvPr/>
        </p:nvSpPr>
        <p:spPr>
          <a:xfrm>
            <a:off x="6227064" y="3889361"/>
            <a:ext cx="176479" cy="0"/>
          </a:xfrm>
          <a:prstGeom prst="line">
            <a:avLst/>
          </a:prstGeom>
          <a:noFill/>
          <a:ln w="25400">
            <a:solidFill>
              <a:srgbClr val="C44F4F"/>
            </a:solidFill>
            <a:prstDash val="solid"/>
            <a:headEnd type="none"/>
            <a:tailEnd type="none"/>
          </a:ln>
        </p:spPr>
      </p:sp>
      <p:sp>
        <p:nvSpPr>
          <p:cNvPr id="335" name="Shape 333"/>
          <p:cNvSpPr/>
          <p:nvPr/>
        </p:nvSpPr>
        <p:spPr>
          <a:xfrm>
            <a:off x="6400800" y="3886618"/>
            <a:ext cx="0" cy="51889"/>
          </a:xfrm>
          <a:prstGeom prst="line">
            <a:avLst/>
          </a:prstGeom>
          <a:noFill/>
          <a:ln w="25400">
            <a:solidFill>
              <a:srgbClr val="C44F4F"/>
            </a:solidFill>
            <a:prstDash val="solid"/>
            <a:headEnd type="none"/>
            <a:tailEnd type="none"/>
          </a:ln>
        </p:spPr>
      </p:sp>
      <p:sp>
        <p:nvSpPr>
          <p:cNvPr id="336" name="Shape 334"/>
          <p:cNvSpPr/>
          <p:nvPr/>
        </p:nvSpPr>
        <p:spPr>
          <a:xfrm>
            <a:off x="6400800" y="3935763"/>
            <a:ext cx="176480" cy="0"/>
          </a:xfrm>
          <a:prstGeom prst="line">
            <a:avLst/>
          </a:prstGeom>
          <a:noFill/>
          <a:ln w="25400">
            <a:solidFill>
              <a:srgbClr val="C44F4F"/>
            </a:solidFill>
            <a:prstDash val="solid"/>
            <a:headEnd type="none"/>
            <a:tailEnd type="none"/>
          </a:ln>
        </p:spPr>
      </p:sp>
      <p:sp>
        <p:nvSpPr>
          <p:cNvPr id="337" name="Shape 335"/>
          <p:cNvSpPr/>
          <p:nvPr/>
        </p:nvSpPr>
        <p:spPr>
          <a:xfrm>
            <a:off x="6574536" y="3933020"/>
            <a:ext cx="0" cy="52922"/>
          </a:xfrm>
          <a:prstGeom prst="line">
            <a:avLst/>
          </a:prstGeom>
          <a:noFill/>
          <a:ln w="25400">
            <a:solidFill>
              <a:srgbClr val="C44F4F"/>
            </a:solidFill>
            <a:prstDash val="solid"/>
            <a:headEnd type="none"/>
            <a:tailEnd type="none"/>
          </a:ln>
        </p:spPr>
      </p:sp>
      <p:sp>
        <p:nvSpPr>
          <p:cNvPr id="338" name="Shape 336"/>
          <p:cNvSpPr/>
          <p:nvPr/>
        </p:nvSpPr>
        <p:spPr>
          <a:xfrm>
            <a:off x="6574536" y="3983199"/>
            <a:ext cx="176480" cy="0"/>
          </a:xfrm>
          <a:prstGeom prst="line">
            <a:avLst/>
          </a:prstGeom>
          <a:noFill/>
          <a:ln w="25400">
            <a:solidFill>
              <a:srgbClr val="C44F4F"/>
            </a:solidFill>
            <a:prstDash val="solid"/>
            <a:headEnd type="none"/>
            <a:tailEnd type="none"/>
          </a:ln>
        </p:spPr>
      </p:sp>
      <p:sp>
        <p:nvSpPr>
          <p:cNvPr id="339" name="Shape 337"/>
          <p:cNvSpPr/>
          <p:nvPr/>
        </p:nvSpPr>
        <p:spPr>
          <a:xfrm>
            <a:off x="6748272" y="3980456"/>
            <a:ext cx="0" cy="53568"/>
          </a:xfrm>
          <a:prstGeom prst="line">
            <a:avLst/>
          </a:prstGeom>
          <a:noFill/>
          <a:ln w="25400">
            <a:solidFill>
              <a:srgbClr val="C44F4F"/>
            </a:solidFill>
            <a:prstDash val="solid"/>
            <a:headEnd type="none"/>
            <a:tailEnd type="none"/>
          </a:ln>
        </p:spPr>
      </p:sp>
      <p:sp>
        <p:nvSpPr>
          <p:cNvPr id="340" name="Shape 338"/>
          <p:cNvSpPr/>
          <p:nvPr/>
        </p:nvSpPr>
        <p:spPr>
          <a:xfrm>
            <a:off x="6748272" y="4031280"/>
            <a:ext cx="176479" cy="0"/>
          </a:xfrm>
          <a:prstGeom prst="line">
            <a:avLst/>
          </a:prstGeom>
          <a:noFill/>
          <a:ln w="25400">
            <a:solidFill>
              <a:srgbClr val="C44F4F"/>
            </a:solidFill>
            <a:prstDash val="solid"/>
            <a:headEnd type="none"/>
            <a:tailEnd type="none"/>
          </a:ln>
        </p:spPr>
      </p:sp>
      <p:sp>
        <p:nvSpPr>
          <p:cNvPr id="341" name="Shape 339"/>
          <p:cNvSpPr/>
          <p:nvPr/>
        </p:nvSpPr>
        <p:spPr>
          <a:xfrm>
            <a:off x="6922008" y="4028537"/>
            <a:ext cx="0" cy="52825"/>
          </a:xfrm>
          <a:prstGeom prst="line">
            <a:avLst/>
          </a:prstGeom>
          <a:noFill/>
          <a:ln w="25400">
            <a:solidFill>
              <a:srgbClr val="C44F4F"/>
            </a:solidFill>
            <a:prstDash val="solid"/>
            <a:headEnd type="none"/>
            <a:tailEnd type="none"/>
          </a:ln>
        </p:spPr>
      </p:sp>
      <p:sp>
        <p:nvSpPr>
          <p:cNvPr id="342" name="Shape 340"/>
          <p:cNvSpPr/>
          <p:nvPr/>
        </p:nvSpPr>
        <p:spPr>
          <a:xfrm>
            <a:off x="6922008" y="4078619"/>
            <a:ext cx="176480" cy="0"/>
          </a:xfrm>
          <a:prstGeom prst="line">
            <a:avLst/>
          </a:prstGeom>
          <a:noFill/>
          <a:ln w="25400">
            <a:solidFill>
              <a:srgbClr val="C44F4F"/>
            </a:solidFill>
            <a:prstDash val="solid"/>
            <a:headEnd type="none"/>
            <a:tailEnd type="none"/>
          </a:ln>
        </p:spPr>
      </p:sp>
      <p:sp>
        <p:nvSpPr>
          <p:cNvPr id="343" name="Shape 341"/>
          <p:cNvSpPr/>
          <p:nvPr/>
        </p:nvSpPr>
        <p:spPr>
          <a:xfrm>
            <a:off x="7095744" y="4075876"/>
            <a:ext cx="0" cy="53632"/>
          </a:xfrm>
          <a:prstGeom prst="line">
            <a:avLst/>
          </a:prstGeom>
          <a:noFill/>
          <a:ln w="25400">
            <a:solidFill>
              <a:srgbClr val="C44F4F"/>
            </a:solidFill>
            <a:prstDash val="solid"/>
            <a:headEnd type="none"/>
            <a:tailEnd type="none"/>
          </a:ln>
        </p:spPr>
      </p:sp>
      <p:sp>
        <p:nvSpPr>
          <p:cNvPr id="344" name="Shape 342"/>
          <p:cNvSpPr/>
          <p:nvPr/>
        </p:nvSpPr>
        <p:spPr>
          <a:xfrm>
            <a:off x="7095744" y="4126765"/>
            <a:ext cx="176480" cy="0"/>
          </a:xfrm>
          <a:prstGeom prst="line">
            <a:avLst/>
          </a:prstGeom>
          <a:noFill/>
          <a:ln w="25400">
            <a:solidFill>
              <a:srgbClr val="C44F4F"/>
            </a:solidFill>
            <a:prstDash val="solid"/>
            <a:headEnd type="none"/>
            <a:tailEnd type="none"/>
          </a:ln>
        </p:spPr>
      </p:sp>
      <p:sp>
        <p:nvSpPr>
          <p:cNvPr id="345" name="Shape 343"/>
          <p:cNvSpPr/>
          <p:nvPr/>
        </p:nvSpPr>
        <p:spPr>
          <a:xfrm>
            <a:off x="7269480" y="4124022"/>
            <a:ext cx="0" cy="54989"/>
          </a:xfrm>
          <a:prstGeom prst="line">
            <a:avLst/>
          </a:prstGeom>
          <a:noFill/>
          <a:ln w="25400">
            <a:solidFill>
              <a:srgbClr val="C44F4F"/>
            </a:solidFill>
            <a:prstDash val="solid"/>
            <a:headEnd type="none"/>
            <a:tailEnd type="none"/>
          </a:ln>
        </p:spPr>
      </p:sp>
      <p:sp>
        <p:nvSpPr>
          <p:cNvPr id="346" name="Shape 344"/>
          <p:cNvSpPr/>
          <p:nvPr/>
        </p:nvSpPr>
        <p:spPr>
          <a:xfrm>
            <a:off x="7269480" y="4176267"/>
            <a:ext cx="176479" cy="0"/>
          </a:xfrm>
          <a:prstGeom prst="line">
            <a:avLst/>
          </a:prstGeom>
          <a:noFill/>
          <a:ln w="25400">
            <a:solidFill>
              <a:srgbClr val="C44F4F"/>
            </a:solidFill>
            <a:prstDash val="solid"/>
            <a:headEnd type="none"/>
            <a:tailEnd type="none"/>
          </a:ln>
        </p:spPr>
      </p:sp>
      <p:sp>
        <p:nvSpPr>
          <p:cNvPr id="347" name="Shape 345"/>
          <p:cNvSpPr/>
          <p:nvPr/>
        </p:nvSpPr>
        <p:spPr>
          <a:xfrm>
            <a:off x="7443216" y="4173524"/>
            <a:ext cx="0" cy="53245"/>
          </a:xfrm>
          <a:prstGeom prst="line">
            <a:avLst/>
          </a:prstGeom>
          <a:noFill/>
          <a:ln w="25400">
            <a:solidFill>
              <a:srgbClr val="C44F4F"/>
            </a:solidFill>
            <a:prstDash val="solid"/>
            <a:headEnd type="none"/>
            <a:tailEnd type="none"/>
          </a:ln>
        </p:spPr>
      </p:sp>
      <p:sp>
        <p:nvSpPr>
          <p:cNvPr id="348" name="Shape 346"/>
          <p:cNvSpPr/>
          <p:nvPr/>
        </p:nvSpPr>
        <p:spPr>
          <a:xfrm>
            <a:off x="7443216" y="4224026"/>
            <a:ext cx="176480" cy="0"/>
          </a:xfrm>
          <a:prstGeom prst="line">
            <a:avLst/>
          </a:prstGeom>
          <a:noFill/>
          <a:ln w="25400">
            <a:solidFill>
              <a:srgbClr val="C44F4F"/>
            </a:solidFill>
            <a:prstDash val="solid"/>
            <a:headEnd type="none"/>
            <a:tailEnd type="none"/>
          </a:ln>
        </p:spPr>
      </p:sp>
      <p:sp>
        <p:nvSpPr>
          <p:cNvPr id="349" name="Shape 347"/>
          <p:cNvSpPr/>
          <p:nvPr/>
        </p:nvSpPr>
        <p:spPr>
          <a:xfrm>
            <a:off x="7616952" y="4221283"/>
            <a:ext cx="0" cy="52502"/>
          </a:xfrm>
          <a:prstGeom prst="line">
            <a:avLst/>
          </a:prstGeom>
          <a:noFill/>
          <a:ln w="25400">
            <a:solidFill>
              <a:srgbClr val="C44F4F"/>
            </a:solidFill>
            <a:prstDash val="solid"/>
            <a:headEnd type="none"/>
            <a:tailEnd type="none"/>
          </a:ln>
        </p:spPr>
      </p:sp>
      <p:sp>
        <p:nvSpPr>
          <p:cNvPr id="350" name="Shape 348"/>
          <p:cNvSpPr/>
          <p:nvPr/>
        </p:nvSpPr>
        <p:spPr>
          <a:xfrm>
            <a:off x="7616952" y="4271041"/>
            <a:ext cx="176480" cy="0"/>
          </a:xfrm>
          <a:prstGeom prst="line">
            <a:avLst/>
          </a:prstGeom>
          <a:noFill/>
          <a:ln w="25400">
            <a:solidFill>
              <a:srgbClr val="C44F4F"/>
            </a:solidFill>
            <a:prstDash val="solid"/>
            <a:headEnd type="none"/>
            <a:tailEnd type="none"/>
          </a:ln>
        </p:spPr>
      </p:sp>
      <p:sp>
        <p:nvSpPr>
          <p:cNvPr id="351" name="Shape 349"/>
          <p:cNvSpPr/>
          <p:nvPr/>
        </p:nvSpPr>
        <p:spPr>
          <a:xfrm>
            <a:off x="7790688" y="4268298"/>
            <a:ext cx="0" cy="49596"/>
          </a:xfrm>
          <a:prstGeom prst="line">
            <a:avLst/>
          </a:prstGeom>
          <a:noFill/>
          <a:ln w="25400">
            <a:solidFill>
              <a:srgbClr val="C44F4F"/>
            </a:solidFill>
            <a:prstDash val="solid"/>
            <a:headEnd type="none"/>
            <a:tailEnd type="none"/>
          </a:ln>
        </p:spPr>
      </p:sp>
      <p:sp>
        <p:nvSpPr>
          <p:cNvPr id="352" name="Shape 350"/>
          <p:cNvSpPr/>
          <p:nvPr/>
        </p:nvSpPr>
        <p:spPr>
          <a:xfrm>
            <a:off x="7790688" y="4315151"/>
            <a:ext cx="176479" cy="0"/>
          </a:xfrm>
          <a:prstGeom prst="line">
            <a:avLst/>
          </a:prstGeom>
          <a:noFill/>
          <a:ln w="25400">
            <a:solidFill>
              <a:srgbClr val="C44F4F"/>
            </a:solidFill>
            <a:prstDash val="solid"/>
            <a:headEnd type="none"/>
            <a:tailEnd type="none"/>
          </a:ln>
        </p:spPr>
      </p:sp>
      <p:sp>
        <p:nvSpPr>
          <p:cNvPr id="353" name="Shape 351"/>
          <p:cNvSpPr/>
          <p:nvPr/>
        </p:nvSpPr>
        <p:spPr>
          <a:xfrm>
            <a:off x="7964424" y="4312408"/>
            <a:ext cx="0" cy="52276"/>
          </a:xfrm>
          <a:prstGeom prst="line">
            <a:avLst/>
          </a:prstGeom>
          <a:noFill/>
          <a:ln w="25400">
            <a:solidFill>
              <a:srgbClr val="C44F4F"/>
            </a:solidFill>
            <a:prstDash val="solid"/>
            <a:headEnd type="none"/>
            <a:tailEnd type="none"/>
          </a:ln>
        </p:spPr>
      </p:sp>
      <p:sp>
        <p:nvSpPr>
          <p:cNvPr id="354" name="Shape 352"/>
          <p:cNvSpPr/>
          <p:nvPr/>
        </p:nvSpPr>
        <p:spPr>
          <a:xfrm>
            <a:off x="7964424" y="4361941"/>
            <a:ext cx="176480" cy="0"/>
          </a:xfrm>
          <a:prstGeom prst="line">
            <a:avLst/>
          </a:prstGeom>
          <a:noFill/>
          <a:ln w="25400">
            <a:solidFill>
              <a:srgbClr val="C44F4F"/>
            </a:solidFill>
            <a:prstDash val="solid"/>
            <a:headEnd type="none"/>
            <a:tailEnd type="none"/>
          </a:ln>
        </p:spPr>
      </p:sp>
      <p:sp>
        <p:nvSpPr>
          <p:cNvPr id="355" name="Shape 353"/>
          <p:cNvSpPr/>
          <p:nvPr/>
        </p:nvSpPr>
        <p:spPr>
          <a:xfrm>
            <a:off x="8138160" y="4359198"/>
            <a:ext cx="0" cy="53116"/>
          </a:xfrm>
          <a:prstGeom prst="line">
            <a:avLst/>
          </a:prstGeom>
          <a:noFill/>
          <a:ln w="25400">
            <a:solidFill>
              <a:srgbClr val="C44F4F"/>
            </a:solidFill>
            <a:prstDash val="solid"/>
            <a:headEnd type="none"/>
            <a:tailEnd type="none"/>
          </a:ln>
        </p:spPr>
      </p:sp>
      <p:sp>
        <p:nvSpPr>
          <p:cNvPr id="356" name="Shape 354"/>
          <p:cNvSpPr/>
          <p:nvPr/>
        </p:nvSpPr>
        <p:spPr>
          <a:xfrm>
            <a:off x="8138160" y="4409570"/>
            <a:ext cx="176480" cy="0"/>
          </a:xfrm>
          <a:prstGeom prst="line">
            <a:avLst/>
          </a:prstGeom>
          <a:noFill/>
          <a:ln w="25400">
            <a:solidFill>
              <a:srgbClr val="C44F4F"/>
            </a:solidFill>
            <a:prstDash val="solid"/>
            <a:headEnd type="none"/>
            <a:tailEnd type="none"/>
          </a:ln>
        </p:spPr>
      </p:sp>
      <p:sp>
        <p:nvSpPr>
          <p:cNvPr id="357" name="Shape 355"/>
          <p:cNvSpPr/>
          <p:nvPr/>
        </p:nvSpPr>
        <p:spPr>
          <a:xfrm>
            <a:off x="8311896" y="4406827"/>
            <a:ext cx="0" cy="52179"/>
          </a:xfrm>
          <a:prstGeom prst="line">
            <a:avLst/>
          </a:prstGeom>
          <a:noFill/>
          <a:ln w="25400">
            <a:solidFill>
              <a:srgbClr val="C44F4F"/>
            </a:solidFill>
            <a:prstDash val="solid"/>
            <a:headEnd type="none"/>
            <a:tailEnd type="none"/>
          </a:ln>
        </p:spPr>
      </p:sp>
      <p:sp>
        <p:nvSpPr>
          <p:cNvPr id="358" name="Shape 356"/>
          <p:cNvSpPr/>
          <p:nvPr/>
        </p:nvSpPr>
        <p:spPr>
          <a:xfrm>
            <a:off x="8311896" y="4456263"/>
            <a:ext cx="176479" cy="0"/>
          </a:xfrm>
          <a:prstGeom prst="line">
            <a:avLst/>
          </a:prstGeom>
          <a:noFill/>
          <a:ln w="25400">
            <a:solidFill>
              <a:srgbClr val="C44F4F"/>
            </a:solidFill>
            <a:prstDash val="solid"/>
            <a:headEnd type="none"/>
            <a:tailEnd type="none"/>
          </a:ln>
        </p:spPr>
      </p:sp>
      <p:sp>
        <p:nvSpPr>
          <p:cNvPr id="359" name="Shape 357"/>
          <p:cNvSpPr/>
          <p:nvPr/>
        </p:nvSpPr>
        <p:spPr>
          <a:xfrm>
            <a:off x="8485632" y="4453520"/>
            <a:ext cx="0" cy="54375"/>
          </a:xfrm>
          <a:prstGeom prst="line">
            <a:avLst/>
          </a:prstGeom>
          <a:noFill/>
          <a:ln w="25400">
            <a:solidFill>
              <a:srgbClr val="C44F4F"/>
            </a:solidFill>
            <a:prstDash val="solid"/>
            <a:headEnd type="none"/>
            <a:tailEnd type="none"/>
          </a:ln>
        </p:spPr>
      </p:sp>
      <p:sp>
        <p:nvSpPr>
          <p:cNvPr id="360" name="Shape 358"/>
          <p:cNvSpPr/>
          <p:nvPr/>
        </p:nvSpPr>
        <p:spPr>
          <a:xfrm>
            <a:off x="8485632" y="4505152"/>
            <a:ext cx="176480" cy="0"/>
          </a:xfrm>
          <a:prstGeom prst="line">
            <a:avLst/>
          </a:prstGeom>
          <a:noFill/>
          <a:ln w="25400">
            <a:solidFill>
              <a:srgbClr val="C44F4F"/>
            </a:solidFill>
            <a:prstDash val="solid"/>
            <a:headEnd type="none"/>
            <a:tailEnd type="none"/>
          </a:ln>
        </p:spPr>
      </p:sp>
      <p:sp>
        <p:nvSpPr>
          <p:cNvPr id="361" name="Shape 359"/>
          <p:cNvSpPr/>
          <p:nvPr/>
        </p:nvSpPr>
        <p:spPr>
          <a:xfrm>
            <a:off x="8659368" y="4502408"/>
            <a:ext cx="0" cy="50984"/>
          </a:xfrm>
          <a:prstGeom prst="line">
            <a:avLst/>
          </a:prstGeom>
          <a:noFill/>
          <a:ln w="25400">
            <a:solidFill>
              <a:srgbClr val="C44F4F"/>
            </a:solidFill>
            <a:prstDash val="solid"/>
            <a:headEnd type="none"/>
            <a:tailEnd type="none"/>
          </a:ln>
        </p:spPr>
      </p:sp>
      <p:sp>
        <p:nvSpPr>
          <p:cNvPr id="362" name="Shape 360"/>
          <p:cNvSpPr/>
          <p:nvPr/>
        </p:nvSpPr>
        <p:spPr>
          <a:xfrm>
            <a:off x="8659368" y="4550650"/>
            <a:ext cx="176480" cy="0"/>
          </a:xfrm>
          <a:prstGeom prst="line">
            <a:avLst/>
          </a:prstGeom>
          <a:noFill/>
          <a:ln w="25400">
            <a:solidFill>
              <a:srgbClr val="C44F4F"/>
            </a:solidFill>
            <a:prstDash val="solid"/>
            <a:headEnd type="none"/>
            <a:tailEnd type="none"/>
          </a:ln>
        </p:spPr>
      </p:sp>
      <p:sp>
        <p:nvSpPr>
          <p:cNvPr id="363" name="Shape 361"/>
          <p:cNvSpPr/>
          <p:nvPr/>
        </p:nvSpPr>
        <p:spPr>
          <a:xfrm>
            <a:off x="8833104" y="4547907"/>
            <a:ext cx="0" cy="48595"/>
          </a:xfrm>
          <a:prstGeom prst="line">
            <a:avLst/>
          </a:prstGeom>
          <a:noFill/>
          <a:ln w="25400">
            <a:solidFill>
              <a:srgbClr val="C44F4F"/>
            </a:solidFill>
            <a:prstDash val="solid"/>
            <a:headEnd type="none"/>
            <a:tailEnd type="none"/>
          </a:ln>
        </p:spPr>
      </p:sp>
      <p:sp>
        <p:nvSpPr>
          <p:cNvPr id="364" name="Shape 362"/>
          <p:cNvSpPr/>
          <p:nvPr/>
        </p:nvSpPr>
        <p:spPr>
          <a:xfrm>
            <a:off x="8833104" y="4593758"/>
            <a:ext cx="176479" cy="0"/>
          </a:xfrm>
          <a:prstGeom prst="line">
            <a:avLst/>
          </a:prstGeom>
          <a:noFill/>
          <a:ln w="25400">
            <a:solidFill>
              <a:srgbClr val="C44F4F"/>
            </a:solidFill>
            <a:prstDash val="solid"/>
            <a:headEnd type="none"/>
            <a:tailEnd type="none"/>
          </a:ln>
        </p:spPr>
      </p:sp>
      <p:sp>
        <p:nvSpPr>
          <p:cNvPr id="365" name="Shape 363"/>
          <p:cNvSpPr/>
          <p:nvPr/>
        </p:nvSpPr>
        <p:spPr>
          <a:xfrm>
            <a:off x="9006840" y="4591015"/>
            <a:ext cx="0" cy="48530"/>
          </a:xfrm>
          <a:prstGeom prst="line">
            <a:avLst/>
          </a:prstGeom>
          <a:noFill/>
          <a:ln w="25400">
            <a:solidFill>
              <a:srgbClr val="C44F4F"/>
            </a:solidFill>
            <a:prstDash val="solid"/>
            <a:headEnd type="none"/>
            <a:tailEnd type="none"/>
          </a:ln>
        </p:spPr>
      </p:sp>
      <p:sp>
        <p:nvSpPr>
          <p:cNvPr id="366" name="Shape 364"/>
          <p:cNvSpPr/>
          <p:nvPr/>
        </p:nvSpPr>
        <p:spPr>
          <a:xfrm>
            <a:off x="9006840" y="4636802"/>
            <a:ext cx="176480" cy="0"/>
          </a:xfrm>
          <a:prstGeom prst="line">
            <a:avLst/>
          </a:prstGeom>
          <a:noFill/>
          <a:ln w="25400">
            <a:solidFill>
              <a:srgbClr val="C44F4F"/>
            </a:solidFill>
            <a:prstDash val="solid"/>
            <a:headEnd type="none"/>
            <a:tailEnd type="none"/>
          </a:ln>
        </p:spPr>
      </p:sp>
      <p:sp>
        <p:nvSpPr>
          <p:cNvPr id="367" name="Shape 365"/>
          <p:cNvSpPr/>
          <p:nvPr/>
        </p:nvSpPr>
        <p:spPr>
          <a:xfrm>
            <a:off x="9180576" y="4634059"/>
            <a:ext cx="0" cy="47013"/>
          </a:xfrm>
          <a:prstGeom prst="line">
            <a:avLst/>
          </a:prstGeom>
          <a:noFill/>
          <a:ln w="25400">
            <a:solidFill>
              <a:srgbClr val="C44F4F"/>
            </a:solidFill>
            <a:prstDash val="solid"/>
            <a:headEnd type="none"/>
            <a:tailEnd type="none"/>
          </a:ln>
        </p:spPr>
      </p:sp>
      <p:sp>
        <p:nvSpPr>
          <p:cNvPr id="368" name="Shape 366"/>
          <p:cNvSpPr/>
          <p:nvPr/>
        </p:nvSpPr>
        <p:spPr>
          <a:xfrm>
            <a:off x="9180576" y="4678329"/>
            <a:ext cx="176480" cy="0"/>
          </a:xfrm>
          <a:prstGeom prst="line">
            <a:avLst/>
          </a:prstGeom>
          <a:noFill/>
          <a:ln w="25400">
            <a:solidFill>
              <a:srgbClr val="C44F4F"/>
            </a:solidFill>
            <a:prstDash val="solid"/>
            <a:headEnd type="none"/>
            <a:tailEnd type="none"/>
          </a:ln>
        </p:spPr>
      </p:sp>
      <p:sp>
        <p:nvSpPr>
          <p:cNvPr id="369" name="Shape 367"/>
          <p:cNvSpPr/>
          <p:nvPr/>
        </p:nvSpPr>
        <p:spPr>
          <a:xfrm>
            <a:off x="9354312" y="4675585"/>
            <a:ext cx="0" cy="45463"/>
          </a:xfrm>
          <a:prstGeom prst="line">
            <a:avLst/>
          </a:prstGeom>
          <a:noFill/>
          <a:ln w="25400">
            <a:solidFill>
              <a:srgbClr val="C44F4F"/>
            </a:solidFill>
            <a:prstDash val="solid"/>
            <a:headEnd type="none"/>
            <a:tailEnd type="none"/>
          </a:ln>
        </p:spPr>
      </p:sp>
      <p:sp>
        <p:nvSpPr>
          <p:cNvPr id="370" name="Shape 368"/>
          <p:cNvSpPr/>
          <p:nvPr/>
        </p:nvSpPr>
        <p:spPr>
          <a:xfrm>
            <a:off x="9354312" y="4718305"/>
            <a:ext cx="176479" cy="0"/>
          </a:xfrm>
          <a:prstGeom prst="line">
            <a:avLst/>
          </a:prstGeom>
          <a:noFill/>
          <a:ln w="25400">
            <a:solidFill>
              <a:srgbClr val="C44F4F"/>
            </a:solidFill>
            <a:prstDash val="solid"/>
            <a:headEnd type="none"/>
            <a:tailEnd type="none"/>
          </a:ln>
        </p:spPr>
      </p:sp>
      <p:sp>
        <p:nvSpPr>
          <p:cNvPr id="371" name="Shape 369"/>
          <p:cNvSpPr/>
          <p:nvPr/>
        </p:nvSpPr>
        <p:spPr>
          <a:xfrm>
            <a:off x="9528048" y="4715562"/>
            <a:ext cx="0" cy="44300"/>
          </a:xfrm>
          <a:prstGeom prst="line">
            <a:avLst/>
          </a:prstGeom>
          <a:noFill/>
          <a:ln w="25400">
            <a:solidFill>
              <a:srgbClr val="C44F4F"/>
            </a:solidFill>
            <a:prstDash val="solid"/>
            <a:headEnd type="none"/>
            <a:tailEnd type="none"/>
          </a:ln>
        </p:spPr>
      </p:sp>
      <p:sp>
        <p:nvSpPr>
          <p:cNvPr id="372" name="Shape 370"/>
          <p:cNvSpPr/>
          <p:nvPr/>
        </p:nvSpPr>
        <p:spPr>
          <a:xfrm>
            <a:off x="9528048" y="4757119"/>
            <a:ext cx="176480" cy="0"/>
          </a:xfrm>
          <a:prstGeom prst="line">
            <a:avLst/>
          </a:prstGeom>
          <a:noFill/>
          <a:ln w="25400">
            <a:solidFill>
              <a:srgbClr val="C44F4F"/>
            </a:solidFill>
            <a:prstDash val="solid"/>
            <a:headEnd type="none"/>
            <a:tailEnd type="none"/>
          </a:ln>
        </p:spPr>
      </p:sp>
      <p:sp>
        <p:nvSpPr>
          <p:cNvPr id="373" name="Shape 371"/>
          <p:cNvSpPr/>
          <p:nvPr/>
        </p:nvSpPr>
        <p:spPr>
          <a:xfrm>
            <a:off x="9701784" y="4754376"/>
            <a:ext cx="0" cy="42944"/>
          </a:xfrm>
          <a:prstGeom prst="line">
            <a:avLst/>
          </a:prstGeom>
          <a:noFill/>
          <a:ln w="25400">
            <a:solidFill>
              <a:srgbClr val="C44F4F"/>
            </a:solidFill>
            <a:prstDash val="solid"/>
            <a:headEnd type="none"/>
            <a:tailEnd type="none"/>
          </a:ln>
        </p:spPr>
      </p:sp>
      <p:sp>
        <p:nvSpPr>
          <p:cNvPr id="374" name="Shape 372"/>
          <p:cNvSpPr/>
          <p:nvPr/>
        </p:nvSpPr>
        <p:spPr>
          <a:xfrm>
            <a:off x="9701784" y="4794576"/>
            <a:ext cx="176480" cy="0"/>
          </a:xfrm>
          <a:prstGeom prst="line">
            <a:avLst/>
          </a:prstGeom>
          <a:noFill/>
          <a:ln w="25400">
            <a:solidFill>
              <a:srgbClr val="C44F4F"/>
            </a:solidFill>
            <a:prstDash val="solid"/>
            <a:headEnd type="none"/>
            <a:tailEnd type="none"/>
          </a:ln>
        </p:spPr>
      </p:sp>
      <p:sp>
        <p:nvSpPr>
          <p:cNvPr id="375" name="Shape 373"/>
          <p:cNvSpPr/>
          <p:nvPr/>
        </p:nvSpPr>
        <p:spPr>
          <a:xfrm>
            <a:off x="9875520" y="4791833"/>
            <a:ext cx="0" cy="44042"/>
          </a:xfrm>
          <a:prstGeom prst="line">
            <a:avLst/>
          </a:prstGeom>
          <a:noFill/>
          <a:ln w="25400">
            <a:solidFill>
              <a:srgbClr val="C44F4F"/>
            </a:solidFill>
            <a:prstDash val="solid"/>
            <a:headEnd type="none"/>
            <a:tailEnd type="none"/>
          </a:ln>
        </p:spPr>
      </p:sp>
      <p:sp>
        <p:nvSpPr>
          <p:cNvPr id="376" name="Shape 374"/>
          <p:cNvSpPr/>
          <p:nvPr/>
        </p:nvSpPr>
        <p:spPr>
          <a:xfrm>
            <a:off x="9875520" y="4833132"/>
            <a:ext cx="176479" cy="0"/>
          </a:xfrm>
          <a:prstGeom prst="line">
            <a:avLst/>
          </a:prstGeom>
          <a:noFill/>
          <a:ln w="25400">
            <a:solidFill>
              <a:srgbClr val="C44F4F"/>
            </a:solidFill>
            <a:prstDash val="solid"/>
            <a:headEnd type="none"/>
            <a:tailEnd type="none"/>
          </a:ln>
        </p:spPr>
      </p:sp>
      <p:sp>
        <p:nvSpPr>
          <p:cNvPr id="377" name="Shape 375"/>
          <p:cNvSpPr/>
          <p:nvPr/>
        </p:nvSpPr>
        <p:spPr>
          <a:xfrm>
            <a:off x="10049256" y="4830389"/>
            <a:ext cx="0" cy="39586"/>
          </a:xfrm>
          <a:prstGeom prst="line">
            <a:avLst/>
          </a:prstGeom>
          <a:noFill/>
          <a:ln w="25400">
            <a:solidFill>
              <a:srgbClr val="C44F4F"/>
            </a:solidFill>
            <a:prstDash val="solid"/>
            <a:headEnd type="none"/>
            <a:tailEnd type="none"/>
          </a:ln>
        </p:spPr>
      </p:sp>
      <p:sp>
        <p:nvSpPr>
          <p:cNvPr id="378" name="Shape 376"/>
          <p:cNvSpPr/>
          <p:nvPr/>
        </p:nvSpPr>
        <p:spPr>
          <a:xfrm>
            <a:off x="10049256" y="4867231"/>
            <a:ext cx="176480" cy="0"/>
          </a:xfrm>
          <a:prstGeom prst="line">
            <a:avLst/>
          </a:prstGeom>
          <a:noFill/>
          <a:ln w="25400">
            <a:solidFill>
              <a:srgbClr val="C44F4F"/>
            </a:solidFill>
            <a:prstDash val="solid"/>
            <a:headEnd type="none"/>
            <a:tailEnd type="none"/>
          </a:ln>
        </p:spPr>
      </p:sp>
      <p:sp>
        <p:nvSpPr>
          <p:cNvPr id="379" name="Shape 377"/>
          <p:cNvSpPr/>
          <p:nvPr/>
        </p:nvSpPr>
        <p:spPr>
          <a:xfrm>
            <a:off x="10222992" y="4864488"/>
            <a:ext cx="0" cy="26766"/>
          </a:xfrm>
          <a:prstGeom prst="line">
            <a:avLst/>
          </a:prstGeom>
          <a:noFill/>
          <a:ln w="25400">
            <a:solidFill>
              <a:srgbClr val="C44F4F"/>
            </a:solidFill>
            <a:prstDash val="solid"/>
            <a:headEnd type="none"/>
            <a:tailEnd type="none"/>
          </a:ln>
        </p:spPr>
      </p:sp>
      <p:sp>
        <p:nvSpPr>
          <p:cNvPr id="380" name="Shape 378"/>
          <p:cNvSpPr/>
          <p:nvPr/>
        </p:nvSpPr>
        <p:spPr>
          <a:xfrm>
            <a:off x="10222992" y="4888511"/>
            <a:ext cx="176480" cy="0"/>
          </a:xfrm>
          <a:prstGeom prst="line">
            <a:avLst/>
          </a:prstGeom>
          <a:noFill/>
          <a:ln w="25400">
            <a:solidFill>
              <a:srgbClr val="C44F4F"/>
            </a:solidFill>
            <a:prstDash val="solid"/>
            <a:headEnd type="none"/>
            <a:tailEnd type="none"/>
          </a:ln>
        </p:spPr>
      </p:sp>
      <p:sp>
        <p:nvSpPr>
          <p:cNvPr id="381" name="Shape 379"/>
          <p:cNvSpPr/>
          <p:nvPr/>
        </p:nvSpPr>
        <p:spPr>
          <a:xfrm>
            <a:off x="10396728" y="4885768"/>
            <a:ext cx="0" cy="12816"/>
          </a:xfrm>
          <a:prstGeom prst="line">
            <a:avLst/>
          </a:prstGeom>
          <a:noFill/>
          <a:ln w="25400">
            <a:solidFill>
              <a:srgbClr val="C44F4F"/>
            </a:solidFill>
            <a:prstDash val="solid"/>
            <a:headEnd type="none"/>
            <a:tailEnd type="none"/>
          </a:ln>
        </p:spPr>
      </p:sp>
      <p:sp>
        <p:nvSpPr>
          <p:cNvPr id="382" name="Shape 380"/>
          <p:cNvSpPr/>
          <p:nvPr/>
        </p:nvSpPr>
        <p:spPr>
          <a:xfrm>
            <a:off x="10396728" y="4895841"/>
            <a:ext cx="176479" cy="0"/>
          </a:xfrm>
          <a:prstGeom prst="line">
            <a:avLst/>
          </a:prstGeom>
          <a:noFill/>
          <a:ln w="25400">
            <a:solidFill>
              <a:srgbClr val="C44F4F"/>
            </a:solidFill>
            <a:prstDash val="solid"/>
            <a:headEnd type="none"/>
            <a:tailEnd type="none"/>
          </a:ln>
        </p:spPr>
      </p:sp>
      <p:sp>
        <p:nvSpPr>
          <p:cNvPr id="383" name="Shape 381"/>
          <p:cNvSpPr/>
          <p:nvPr/>
        </p:nvSpPr>
        <p:spPr>
          <a:xfrm>
            <a:off x="10570464" y="4890676"/>
            <a:ext cx="0" cy="7908"/>
          </a:xfrm>
          <a:prstGeom prst="line">
            <a:avLst/>
          </a:prstGeom>
          <a:noFill/>
          <a:ln w="25400">
            <a:solidFill>
              <a:srgbClr val="C44F4F"/>
            </a:solidFill>
            <a:prstDash val="solid"/>
            <a:headEnd type="none"/>
            <a:tailEnd type="none"/>
          </a:ln>
        </p:spPr>
      </p:sp>
      <p:sp>
        <p:nvSpPr>
          <p:cNvPr id="384" name="Shape 382"/>
          <p:cNvSpPr/>
          <p:nvPr/>
        </p:nvSpPr>
        <p:spPr>
          <a:xfrm>
            <a:off x="10570464" y="4893419"/>
            <a:ext cx="176480" cy="0"/>
          </a:xfrm>
          <a:prstGeom prst="line">
            <a:avLst/>
          </a:prstGeom>
          <a:noFill/>
          <a:ln w="25400">
            <a:solidFill>
              <a:srgbClr val="C44F4F"/>
            </a:solidFill>
            <a:prstDash val="solid"/>
            <a:headEnd type="none"/>
            <a:tailEnd type="none"/>
          </a:ln>
        </p:spPr>
      </p:sp>
      <p:sp>
        <p:nvSpPr>
          <p:cNvPr id="385" name="Shape 383"/>
          <p:cNvSpPr/>
          <p:nvPr/>
        </p:nvSpPr>
        <p:spPr>
          <a:xfrm>
            <a:off x="10744200" y="4883927"/>
            <a:ext cx="0" cy="12235"/>
          </a:xfrm>
          <a:prstGeom prst="line">
            <a:avLst/>
          </a:prstGeom>
          <a:noFill/>
          <a:ln w="25400">
            <a:solidFill>
              <a:srgbClr val="C44F4F"/>
            </a:solidFill>
            <a:prstDash val="solid"/>
            <a:headEnd type="none"/>
            <a:tailEnd type="none"/>
          </a:ln>
        </p:spPr>
      </p:sp>
      <p:sp>
        <p:nvSpPr>
          <p:cNvPr id="386" name="Shape 384"/>
          <p:cNvSpPr/>
          <p:nvPr/>
        </p:nvSpPr>
        <p:spPr>
          <a:xfrm>
            <a:off x="10744200" y="4886671"/>
            <a:ext cx="176480" cy="0"/>
          </a:xfrm>
          <a:prstGeom prst="line">
            <a:avLst/>
          </a:prstGeom>
          <a:noFill/>
          <a:ln w="25400">
            <a:solidFill>
              <a:srgbClr val="C44F4F"/>
            </a:solidFill>
            <a:prstDash val="solid"/>
            <a:headEnd type="none"/>
            <a:tailEnd type="none"/>
          </a:ln>
        </p:spPr>
      </p:sp>
      <p:sp>
        <p:nvSpPr>
          <p:cNvPr id="387" name="Shape 385"/>
          <p:cNvSpPr/>
          <p:nvPr/>
        </p:nvSpPr>
        <p:spPr>
          <a:xfrm>
            <a:off x="10917936" y="4870300"/>
            <a:ext cx="0" cy="19113"/>
          </a:xfrm>
          <a:prstGeom prst="line">
            <a:avLst/>
          </a:prstGeom>
          <a:noFill/>
          <a:ln w="25400">
            <a:solidFill>
              <a:srgbClr val="C44F4F"/>
            </a:solidFill>
            <a:prstDash val="solid"/>
            <a:headEnd type="none"/>
            <a:tailEnd type="none"/>
          </a:ln>
        </p:spPr>
      </p:sp>
      <p:sp>
        <p:nvSpPr>
          <p:cNvPr id="388" name="Shape 386"/>
          <p:cNvSpPr/>
          <p:nvPr/>
        </p:nvSpPr>
        <p:spPr>
          <a:xfrm>
            <a:off x="10917936" y="4873044"/>
            <a:ext cx="176479" cy="0"/>
          </a:xfrm>
          <a:prstGeom prst="line">
            <a:avLst/>
          </a:prstGeom>
          <a:noFill/>
          <a:ln w="25400">
            <a:solidFill>
              <a:srgbClr val="C44F4F"/>
            </a:solidFill>
            <a:prstDash val="solid"/>
            <a:headEnd type="none"/>
            <a:tailEnd type="none"/>
          </a:ln>
        </p:spPr>
      </p:sp>
      <p:sp>
        <p:nvSpPr>
          <p:cNvPr id="389" name="Shape 387"/>
          <p:cNvSpPr/>
          <p:nvPr/>
        </p:nvSpPr>
        <p:spPr>
          <a:xfrm>
            <a:off x="11091672" y="4855221"/>
            <a:ext cx="0" cy="20566"/>
          </a:xfrm>
          <a:prstGeom prst="line">
            <a:avLst/>
          </a:prstGeom>
          <a:noFill/>
          <a:ln w="25400">
            <a:solidFill>
              <a:srgbClr val="C44F4F"/>
            </a:solidFill>
            <a:prstDash val="solid"/>
            <a:headEnd type="none"/>
            <a:tailEnd type="none"/>
          </a:ln>
        </p:spPr>
      </p:sp>
      <p:sp>
        <p:nvSpPr>
          <p:cNvPr id="390" name="Shape 388"/>
          <p:cNvSpPr/>
          <p:nvPr/>
        </p:nvSpPr>
        <p:spPr>
          <a:xfrm>
            <a:off x="11091672" y="4857964"/>
            <a:ext cx="176480" cy="0"/>
          </a:xfrm>
          <a:prstGeom prst="line">
            <a:avLst/>
          </a:prstGeom>
          <a:noFill/>
          <a:ln w="25400">
            <a:solidFill>
              <a:srgbClr val="C44F4F"/>
            </a:solidFill>
            <a:prstDash val="solid"/>
            <a:headEnd type="none"/>
            <a:tailEnd type="none"/>
          </a:ln>
        </p:spPr>
      </p:sp>
      <p:sp>
        <p:nvSpPr>
          <p:cNvPr id="391" name="Shape 389"/>
          <p:cNvSpPr/>
          <p:nvPr/>
        </p:nvSpPr>
        <p:spPr>
          <a:xfrm>
            <a:off x="11265408" y="4836556"/>
            <a:ext cx="0" cy="24151"/>
          </a:xfrm>
          <a:prstGeom prst="line">
            <a:avLst/>
          </a:prstGeom>
          <a:noFill/>
          <a:ln w="25400">
            <a:solidFill>
              <a:srgbClr val="C44F4F"/>
            </a:solidFill>
            <a:prstDash val="solid"/>
            <a:headEnd type="none"/>
            <a:tailEnd type="none"/>
          </a:ln>
        </p:spPr>
      </p:sp>
      <p:sp>
        <p:nvSpPr>
          <p:cNvPr id="392" name="Shape 390"/>
          <p:cNvSpPr/>
          <p:nvPr/>
        </p:nvSpPr>
        <p:spPr>
          <a:xfrm>
            <a:off x="5989320" y="1792224"/>
            <a:ext cx="256032" cy="0"/>
          </a:xfrm>
          <a:prstGeom prst="line">
            <a:avLst/>
          </a:prstGeom>
          <a:noFill/>
          <a:ln w="27940">
            <a:solidFill>
              <a:srgbClr val="C44F4F"/>
            </a:solidFill>
            <a:prstDash val="solid"/>
          </a:ln>
        </p:spPr>
      </p:sp>
      <p:sp>
        <p:nvSpPr>
          <p:cNvPr id="393" name="Text 391"/>
          <p:cNvSpPr/>
          <p:nvPr/>
        </p:nvSpPr>
        <p:spPr>
          <a:xfrm>
            <a:off x="6318504" y="1719072"/>
            <a:ext cx="2011680"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H₂/C₂</a:t>
            </a:r>
            <a:endParaRPr lang="en-US" sz="920" dirty="0"/>
          </a:p>
        </p:txBody>
      </p:sp>
      <p:sp>
        <p:nvSpPr>
          <p:cNvPr id="394" name="Shape 392"/>
          <p:cNvSpPr/>
          <p:nvPr/>
        </p:nvSpPr>
        <p:spPr>
          <a:xfrm>
            <a:off x="841248" y="2242033"/>
            <a:ext cx="176480" cy="0"/>
          </a:xfrm>
          <a:prstGeom prst="line">
            <a:avLst/>
          </a:prstGeom>
          <a:noFill/>
          <a:ln w="38100">
            <a:solidFill>
              <a:srgbClr val="2F7F93"/>
            </a:solidFill>
            <a:prstDash val="solid"/>
            <a:headEnd type="none"/>
            <a:tailEnd type="none"/>
          </a:ln>
        </p:spPr>
      </p:sp>
      <p:sp>
        <p:nvSpPr>
          <p:cNvPr id="395" name="Shape 393"/>
          <p:cNvSpPr/>
          <p:nvPr/>
        </p:nvSpPr>
        <p:spPr>
          <a:xfrm>
            <a:off x="1014984" y="2239290"/>
            <a:ext cx="0" cy="46940"/>
          </a:xfrm>
          <a:prstGeom prst="line">
            <a:avLst/>
          </a:prstGeom>
          <a:noFill/>
          <a:ln w="38100">
            <a:solidFill>
              <a:srgbClr val="2F7F93"/>
            </a:solidFill>
            <a:prstDash val="solid"/>
            <a:headEnd type="none"/>
            <a:tailEnd type="none"/>
          </a:ln>
        </p:spPr>
      </p:sp>
      <p:sp>
        <p:nvSpPr>
          <p:cNvPr id="396" name="Shape 394"/>
          <p:cNvSpPr/>
          <p:nvPr/>
        </p:nvSpPr>
        <p:spPr>
          <a:xfrm>
            <a:off x="1014984" y="2283487"/>
            <a:ext cx="176479" cy="0"/>
          </a:xfrm>
          <a:prstGeom prst="line">
            <a:avLst/>
          </a:prstGeom>
          <a:noFill/>
          <a:ln w="38100">
            <a:solidFill>
              <a:srgbClr val="2F7F93"/>
            </a:solidFill>
            <a:prstDash val="solid"/>
            <a:headEnd type="none"/>
            <a:tailEnd type="none"/>
          </a:ln>
        </p:spPr>
      </p:sp>
      <p:sp>
        <p:nvSpPr>
          <p:cNvPr id="397" name="Shape 395"/>
          <p:cNvSpPr/>
          <p:nvPr/>
        </p:nvSpPr>
        <p:spPr>
          <a:xfrm>
            <a:off x="1188720" y="2280744"/>
            <a:ext cx="0" cy="267696"/>
          </a:xfrm>
          <a:prstGeom prst="line">
            <a:avLst/>
          </a:prstGeom>
          <a:noFill/>
          <a:ln w="38100">
            <a:solidFill>
              <a:srgbClr val="2F7F93"/>
            </a:solidFill>
            <a:prstDash val="solid"/>
            <a:headEnd type="none"/>
            <a:tailEnd type="none"/>
          </a:ln>
        </p:spPr>
      </p:sp>
      <p:sp>
        <p:nvSpPr>
          <p:cNvPr id="398" name="Shape 396"/>
          <p:cNvSpPr/>
          <p:nvPr/>
        </p:nvSpPr>
        <p:spPr>
          <a:xfrm>
            <a:off x="1188720" y="2545697"/>
            <a:ext cx="176480" cy="0"/>
          </a:xfrm>
          <a:prstGeom prst="line">
            <a:avLst/>
          </a:prstGeom>
          <a:noFill/>
          <a:ln w="38100">
            <a:solidFill>
              <a:srgbClr val="2F7F93"/>
            </a:solidFill>
            <a:prstDash val="solid"/>
            <a:headEnd type="none"/>
            <a:tailEnd type="none"/>
          </a:ln>
        </p:spPr>
      </p:sp>
      <p:sp>
        <p:nvSpPr>
          <p:cNvPr id="399" name="Shape 397"/>
          <p:cNvSpPr/>
          <p:nvPr/>
        </p:nvSpPr>
        <p:spPr>
          <a:xfrm>
            <a:off x="1362456" y="2542954"/>
            <a:ext cx="0" cy="389572"/>
          </a:xfrm>
          <a:prstGeom prst="line">
            <a:avLst/>
          </a:prstGeom>
          <a:noFill/>
          <a:ln w="38100">
            <a:solidFill>
              <a:srgbClr val="2F7F93"/>
            </a:solidFill>
            <a:prstDash val="solid"/>
            <a:headEnd type="none"/>
            <a:tailEnd type="none"/>
          </a:ln>
        </p:spPr>
      </p:sp>
      <p:sp>
        <p:nvSpPr>
          <p:cNvPr id="400" name="Shape 398"/>
          <p:cNvSpPr/>
          <p:nvPr/>
        </p:nvSpPr>
        <p:spPr>
          <a:xfrm>
            <a:off x="1362456" y="2929782"/>
            <a:ext cx="176480" cy="0"/>
          </a:xfrm>
          <a:prstGeom prst="line">
            <a:avLst/>
          </a:prstGeom>
          <a:noFill/>
          <a:ln w="38100">
            <a:solidFill>
              <a:srgbClr val="2F7F93"/>
            </a:solidFill>
            <a:prstDash val="solid"/>
            <a:headEnd type="none"/>
            <a:tailEnd type="none"/>
          </a:ln>
        </p:spPr>
      </p:sp>
      <p:sp>
        <p:nvSpPr>
          <p:cNvPr id="401" name="Shape 399"/>
          <p:cNvSpPr/>
          <p:nvPr/>
        </p:nvSpPr>
        <p:spPr>
          <a:xfrm>
            <a:off x="1536192" y="2927039"/>
            <a:ext cx="0" cy="405018"/>
          </a:xfrm>
          <a:prstGeom prst="line">
            <a:avLst/>
          </a:prstGeom>
          <a:noFill/>
          <a:ln w="38100">
            <a:solidFill>
              <a:srgbClr val="2F7F93"/>
            </a:solidFill>
            <a:prstDash val="solid"/>
            <a:headEnd type="none"/>
            <a:tailEnd type="none"/>
          </a:ln>
        </p:spPr>
      </p:sp>
      <p:sp>
        <p:nvSpPr>
          <p:cNvPr id="402" name="Shape 400"/>
          <p:cNvSpPr/>
          <p:nvPr/>
        </p:nvSpPr>
        <p:spPr>
          <a:xfrm>
            <a:off x="1536192" y="3329314"/>
            <a:ext cx="176479" cy="0"/>
          </a:xfrm>
          <a:prstGeom prst="line">
            <a:avLst/>
          </a:prstGeom>
          <a:noFill/>
          <a:ln w="38100">
            <a:solidFill>
              <a:srgbClr val="2F7F93"/>
            </a:solidFill>
            <a:prstDash val="solid"/>
            <a:headEnd type="none"/>
            <a:tailEnd type="none"/>
          </a:ln>
        </p:spPr>
      </p:sp>
      <p:sp>
        <p:nvSpPr>
          <p:cNvPr id="403" name="Shape 401"/>
          <p:cNvSpPr/>
          <p:nvPr/>
        </p:nvSpPr>
        <p:spPr>
          <a:xfrm>
            <a:off x="1709928" y="3326571"/>
            <a:ext cx="0" cy="344753"/>
          </a:xfrm>
          <a:prstGeom prst="line">
            <a:avLst/>
          </a:prstGeom>
          <a:noFill/>
          <a:ln w="38100">
            <a:solidFill>
              <a:srgbClr val="2F7F93"/>
            </a:solidFill>
            <a:prstDash val="solid"/>
            <a:headEnd type="none"/>
            <a:tailEnd type="none"/>
          </a:ln>
        </p:spPr>
      </p:sp>
      <p:sp>
        <p:nvSpPr>
          <p:cNvPr id="404" name="Shape 402"/>
          <p:cNvSpPr/>
          <p:nvPr/>
        </p:nvSpPr>
        <p:spPr>
          <a:xfrm>
            <a:off x="1709928" y="3668581"/>
            <a:ext cx="176480" cy="0"/>
          </a:xfrm>
          <a:prstGeom prst="line">
            <a:avLst/>
          </a:prstGeom>
          <a:noFill/>
          <a:ln w="38100">
            <a:solidFill>
              <a:srgbClr val="2F7F93"/>
            </a:solidFill>
            <a:prstDash val="solid"/>
            <a:headEnd type="none"/>
            <a:tailEnd type="none"/>
          </a:ln>
        </p:spPr>
      </p:sp>
      <p:sp>
        <p:nvSpPr>
          <p:cNvPr id="405" name="Shape 403"/>
          <p:cNvSpPr/>
          <p:nvPr/>
        </p:nvSpPr>
        <p:spPr>
          <a:xfrm>
            <a:off x="1883664" y="3665838"/>
            <a:ext cx="0" cy="258218"/>
          </a:xfrm>
          <a:prstGeom prst="line">
            <a:avLst/>
          </a:prstGeom>
          <a:noFill/>
          <a:ln w="38100">
            <a:solidFill>
              <a:srgbClr val="2F7F93"/>
            </a:solidFill>
            <a:prstDash val="solid"/>
            <a:headEnd type="none"/>
            <a:tailEnd type="none"/>
          </a:ln>
        </p:spPr>
      </p:sp>
      <p:sp>
        <p:nvSpPr>
          <p:cNvPr id="406" name="Shape 404"/>
          <p:cNvSpPr/>
          <p:nvPr/>
        </p:nvSpPr>
        <p:spPr>
          <a:xfrm>
            <a:off x="1883664" y="3921312"/>
            <a:ext cx="176480" cy="0"/>
          </a:xfrm>
          <a:prstGeom prst="line">
            <a:avLst/>
          </a:prstGeom>
          <a:noFill/>
          <a:ln w="38100">
            <a:solidFill>
              <a:srgbClr val="2F7F93"/>
            </a:solidFill>
            <a:prstDash val="solid"/>
            <a:headEnd type="none"/>
            <a:tailEnd type="none"/>
          </a:ln>
        </p:spPr>
      </p:sp>
      <p:sp>
        <p:nvSpPr>
          <p:cNvPr id="407" name="Shape 405"/>
          <p:cNvSpPr/>
          <p:nvPr/>
        </p:nvSpPr>
        <p:spPr>
          <a:xfrm>
            <a:off x="2057400" y="3918569"/>
            <a:ext cx="0" cy="171595"/>
          </a:xfrm>
          <a:prstGeom prst="line">
            <a:avLst/>
          </a:prstGeom>
          <a:noFill/>
          <a:ln w="38100">
            <a:solidFill>
              <a:srgbClr val="2F7F93"/>
            </a:solidFill>
            <a:prstDash val="solid"/>
            <a:headEnd type="none"/>
            <a:tailEnd type="none"/>
          </a:ln>
        </p:spPr>
      </p:sp>
      <p:sp>
        <p:nvSpPr>
          <p:cNvPr id="408" name="Shape 406"/>
          <p:cNvSpPr/>
          <p:nvPr/>
        </p:nvSpPr>
        <p:spPr>
          <a:xfrm>
            <a:off x="2057400" y="4087421"/>
            <a:ext cx="176479" cy="0"/>
          </a:xfrm>
          <a:prstGeom prst="line">
            <a:avLst/>
          </a:prstGeom>
          <a:noFill/>
          <a:ln w="38100">
            <a:solidFill>
              <a:srgbClr val="2F7F93"/>
            </a:solidFill>
            <a:prstDash val="solid"/>
            <a:headEnd type="none"/>
            <a:tailEnd type="none"/>
          </a:ln>
        </p:spPr>
      </p:sp>
      <p:sp>
        <p:nvSpPr>
          <p:cNvPr id="409" name="Shape 407"/>
          <p:cNvSpPr/>
          <p:nvPr/>
        </p:nvSpPr>
        <p:spPr>
          <a:xfrm>
            <a:off x="2231136" y="4084677"/>
            <a:ext cx="0" cy="90208"/>
          </a:xfrm>
          <a:prstGeom prst="line">
            <a:avLst/>
          </a:prstGeom>
          <a:noFill/>
          <a:ln w="38100">
            <a:solidFill>
              <a:srgbClr val="2F7F93"/>
            </a:solidFill>
            <a:prstDash val="solid"/>
            <a:headEnd type="none"/>
            <a:tailEnd type="none"/>
          </a:ln>
        </p:spPr>
      </p:sp>
      <p:sp>
        <p:nvSpPr>
          <p:cNvPr id="410" name="Shape 408"/>
          <p:cNvSpPr/>
          <p:nvPr/>
        </p:nvSpPr>
        <p:spPr>
          <a:xfrm>
            <a:off x="2231136" y="4172142"/>
            <a:ext cx="176480" cy="0"/>
          </a:xfrm>
          <a:prstGeom prst="line">
            <a:avLst/>
          </a:prstGeom>
          <a:noFill/>
          <a:ln w="38100">
            <a:solidFill>
              <a:srgbClr val="2F7F93"/>
            </a:solidFill>
            <a:prstDash val="solid"/>
            <a:headEnd type="none"/>
            <a:tailEnd type="none"/>
          </a:ln>
        </p:spPr>
      </p:sp>
      <p:sp>
        <p:nvSpPr>
          <p:cNvPr id="411" name="Shape 409"/>
          <p:cNvSpPr/>
          <p:nvPr/>
        </p:nvSpPr>
        <p:spPr>
          <a:xfrm>
            <a:off x="2404872" y="4169399"/>
            <a:ext cx="0" cy="29388"/>
          </a:xfrm>
          <a:prstGeom prst="line">
            <a:avLst/>
          </a:prstGeom>
          <a:noFill/>
          <a:ln w="38100">
            <a:solidFill>
              <a:srgbClr val="2F7F93"/>
            </a:solidFill>
            <a:prstDash val="solid"/>
            <a:headEnd type="none"/>
            <a:tailEnd type="none"/>
          </a:ln>
        </p:spPr>
      </p:sp>
      <p:sp>
        <p:nvSpPr>
          <p:cNvPr id="412" name="Shape 410"/>
          <p:cNvSpPr/>
          <p:nvPr/>
        </p:nvSpPr>
        <p:spPr>
          <a:xfrm>
            <a:off x="2404872" y="4196043"/>
            <a:ext cx="176480" cy="0"/>
          </a:xfrm>
          <a:prstGeom prst="line">
            <a:avLst/>
          </a:prstGeom>
          <a:noFill/>
          <a:ln w="38100">
            <a:solidFill>
              <a:srgbClr val="2F7F93"/>
            </a:solidFill>
            <a:prstDash val="solid"/>
            <a:headEnd type="none"/>
            <a:tailEnd type="none"/>
          </a:ln>
        </p:spPr>
      </p:sp>
      <p:sp>
        <p:nvSpPr>
          <p:cNvPr id="413" name="Shape 411"/>
          <p:cNvSpPr/>
          <p:nvPr/>
        </p:nvSpPr>
        <p:spPr>
          <a:xfrm>
            <a:off x="2578608" y="4179931"/>
            <a:ext cx="0" cy="18856"/>
          </a:xfrm>
          <a:prstGeom prst="line">
            <a:avLst/>
          </a:prstGeom>
          <a:noFill/>
          <a:ln w="38100">
            <a:solidFill>
              <a:srgbClr val="2F7F93"/>
            </a:solidFill>
            <a:prstDash val="solid"/>
            <a:headEnd type="none"/>
            <a:tailEnd type="none"/>
          </a:ln>
        </p:spPr>
      </p:sp>
      <p:sp>
        <p:nvSpPr>
          <p:cNvPr id="414" name="Shape 412"/>
          <p:cNvSpPr/>
          <p:nvPr/>
        </p:nvSpPr>
        <p:spPr>
          <a:xfrm>
            <a:off x="2578608" y="4182674"/>
            <a:ext cx="176479" cy="0"/>
          </a:xfrm>
          <a:prstGeom prst="line">
            <a:avLst/>
          </a:prstGeom>
          <a:noFill/>
          <a:ln w="38100">
            <a:solidFill>
              <a:srgbClr val="2F7F93"/>
            </a:solidFill>
            <a:prstDash val="solid"/>
            <a:headEnd type="none"/>
            <a:tailEnd type="none"/>
          </a:ln>
        </p:spPr>
      </p:sp>
      <p:sp>
        <p:nvSpPr>
          <p:cNvPr id="415" name="Shape 413"/>
          <p:cNvSpPr/>
          <p:nvPr/>
        </p:nvSpPr>
        <p:spPr>
          <a:xfrm>
            <a:off x="2752344" y="4140408"/>
            <a:ext cx="0" cy="45010"/>
          </a:xfrm>
          <a:prstGeom prst="line">
            <a:avLst/>
          </a:prstGeom>
          <a:noFill/>
          <a:ln w="38100">
            <a:solidFill>
              <a:srgbClr val="2F7F93"/>
            </a:solidFill>
            <a:prstDash val="solid"/>
            <a:headEnd type="none"/>
            <a:tailEnd type="none"/>
          </a:ln>
        </p:spPr>
      </p:sp>
      <p:sp>
        <p:nvSpPr>
          <p:cNvPr id="416" name="Shape 414"/>
          <p:cNvSpPr/>
          <p:nvPr/>
        </p:nvSpPr>
        <p:spPr>
          <a:xfrm>
            <a:off x="2752344" y="4143151"/>
            <a:ext cx="176480" cy="0"/>
          </a:xfrm>
          <a:prstGeom prst="line">
            <a:avLst/>
          </a:prstGeom>
          <a:noFill/>
          <a:ln w="38100">
            <a:solidFill>
              <a:srgbClr val="2F7F93"/>
            </a:solidFill>
            <a:prstDash val="solid"/>
            <a:headEnd type="none"/>
            <a:tailEnd type="none"/>
          </a:ln>
        </p:spPr>
      </p:sp>
      <p:sp>
        <p:nvSpPr>
          <p:cNvPr id="417" name="Shape 415"/>
          <p:cNvSpPr/>
          <p:nvPr/>
        </p:nvSpPr>
        <p:spPr>
          <a:xfrm>
            <a:off x="2926080" y="4095092"/>
            <a:ext cx="0" cy="50802"/>
          </a:xfrm>
          <a:prstGeom prst="line">
            <a:avLst/>
          </a:prstGeom>
          <a:noFill/>
          <a:ln w="38100">
            <a:solidFill>
              <a:srgbClr val="2F7F93"/>
            </a:solidFill>
            <a:prstDash val="solid"/>
            <a:headEnd type="none"/>
            <a:tailEnd type="none"/>
          </a:ln>
        </p:spPr>
      </p:sp>
      <p:sp>
        <p:nvSpPr>
          <p:cNvPr id="418" name="Shape 416"/>
          <p:cNvSpPr/>
          <p:nvPr/>
        </p:nvSpPr>
        <p:spPr>
          <a:xfrm>
            <a:off x="2926080" y="4097835"/>
            <a:ext cx="176480" cy="0"/>
          </a:xfrm>
          <a:prstGeom prst="line">
            <a:avLst/>
          </a:prstGeom>
          <a:noFill/>
          <a:ln w="38100">
            <a:solidFill>
              <a:srgbClr val="2F7F93"/>
            </a:solidFill>
            <a:prstDash val="solid"/>
            <a:headEnd type="none"/>
            <a:tailEnd type="none"/>
          </a:ln>
        </p:spPr>
      </p:sp>
      <p:sp>
        <p:nvSpPr>
          <p:cNvPr id="419" name="Shape 417"/>
          <p:cNvSpPr/>
          <p:nvPr/>
        </p:nvSpPr>
        <p:spPr>
          <a:xfrm>
            <a:off x="3099816" y="4056768"/>
            <a:ext cx="0" cy="43810"/>
          </a:xfrm>
          <a:prstGeom prst="line">
            <a:avLst/>
          </a:prstGeom>
          <a:noFill/>
          <a:ln w="38100">
            <a:solidFill>
              <a:srgbClr val="2F7F93"/>
            </a:solidFill>
            <a:prstDash val="solid"/>
            <a:headEnd type="none"/>
            <a:tailEnd type="none"/>
          </a:ln>
        </p:spPr>
      </p:sp>
      <p:sp>
        <p:nvSpPr>
          <p:cNvPr id="420" name="Shape 418"/>
          <p:cNvSpPr/>
          <p:nvPr/>
        </p:nvSpPr>
        <p:spPr>
          <a:xfrm>
            <a:off x="3099816" y="4059512"/>
            <a:ext cx="176479" cy="0"/>
          </a:xfrm>
          <a:prstGeom prst="line">
            <a:avLst/>
          </a:prstGeom>
          <a:noFill/>
          <a:ln w="38100">
            <a:solidFill>
              <a:srgbClr val="2F7F93"/>
            </a:solidFill>
            <a:prstDash val="solid"/>
            <a:headEnd type="none"/>
            <a:tailEnd type="none"/>
          </a:ln>
        </p:spPr>
      </p:sp>
      <p:sp>
        <p:nvSpPr>
          <p:cNvPr id="421" name="Shape 419"/>
          <p:cNvSpPr/>
          <p:nvPr/>
        </p:nvSpPr>
        <p:spPr>
          <a:xfrm>
            <a:off x="3273552" y="4026197"/>
            <a:ext cx="0" cy="36058"/>
          </a:xfrm>
          <a:prstGeom prst="line">
            <a:avLst/>
          </a:prstGeom>
          <a:noFill/>
          <a:ln w="38100">
            <a:solidFill>
              <a:srgbClr val="2F7F93"/>
            </a:solidFill>
            <a:prstDash val="solid"/>
            <a:headEnd type="none"/>
            <a:tailEnd type="none"/>
          </a:ln>
        </p:spPr>
      </p:sp>
      <p:sp>
        <p:nvSpPr>
          <p:cNvPr id="422" name="Shape 420"/>
          <p:cNvSpPr/>
          <p:nvPr/>
        </p:nvSpPr>
        <p:spPr>
          <a:xfrm>
            <a:off x="3273552" y="4028940"/>
            <a:ext cx="176480" cy="0"/>
          </a:xfrm>
          <a:prstGeom prst="line">
            <a:avLst/>
          </a:prstGeom>
          <a:noFill/>
          <a:ln w="38100">
            <a:solidFill>
              <a:srgbClr val="2F7F93"/>
            </a:solidFill>
            <a:prstDash val="solid"/>
            <a:headEnd type="none"/>
            <a:tailEnd type="none"/>
          </a:ln>
        </p:spPr>
      </p:sp>
      <p:sp>
        <p:nvSpPr>
          <p:cNvPr id="423" name="Shape 421"/>
          <p:cNvSpPr/>
          <p:nvPr/>
        </p:nvSpPr>
        <p:spPr>
          <a:xfrm>
            <a:off x="3447288" y="4007854"/>
            <a:ext cx="0" cy="23829"/>
          </a:xfrm>
          <a:prstGeom prst="line">
            <a:avLst/>
          </a:prstGeom>
          <a:noFill/>
          <a:ln w="38100">
            <a:solidFill>
              <a:srgbClr val="2F7F93"/>
            </a:solidFill>
            <a:prstDash val="solid"/>
            <a:headEnd type="none"/>
            <a:tailEnd type="none"/>
          </a:ln>
        </p:spPr>
      </p:sp>
      <p:sp>
        <p:nvSpPr>
          <p:cNvPr id="424" name="Shape 422"/>
          <p:cNvSpPr/>
          <p:nvPr/>
        </p:nvSpPr>
        <p:spPr>
          <a:xfrm>
            <a:off x="3447288" y="4010598"/>
            <a:ext cx="176480" cy="0"/>
          </a:xfrm>
          <a:prstGeom prst="line">
            <a:avLst/>
          </a:prstGeom>
          <a:noFill/>
          <a:ln w="38100">
            <a:solidFill>
              <a:srgbClr val="2F7F93"/>
            </a:solidFill>
            <a:prstDash val="solid"/>
            <a:headEnd type="none"/>
            <a:tailEnd type="none"/>
          </a:ln>
        </p:spPr>
      </p:sp>
      <p:sp>
        <p:nvSpPr>
          <p:cNvPr id="425" name="Shape 423"/>
          <p:cNvSpPr/>
          <p:nvPr/>
        </p:nvSpPr>
        <p:spPr>
          <a:xfrm>
            <a:off x="3621024" y="4003583"/>
            <a:ext cx="0" cy="9758"/>
          </a:xfrm>
          <a:prstGeom prst="line">
            <a:avLst/>
          </a:prstGeom>
          <a:noFill/>
          <a:ln w="38100">
            <a:solidFill>
              <a:srgbClr val="2F7F93"/>
            </a:solidFill>
            <a:prstDash val="solid"/>
            <a:headEnd type="none"/>
            <a:tailEnd type="none"/>
          </a:ln>
        </p:spPr>
      </p:sp>
      <p:sp>
        <p:nvSpPr>
          <p:cNvPr id="426" name="Shape 424"/>
          <p:cNvSpPr/>
          <p:nvPr/>
        </p:nvSpPr>
        <p:spPr>
          <a:xfrm>
            <a:off x="3621024" y="4006326"/>
            <a:ext cx="176479" cy="0"/>
          </a:xfrm>
          <a:prstGeom prst="line">
            <a:avLst/>
          </a:prstGeom>
          <a:noFill/>
          <a:ln w="38100">
            <a:solidFill>
              <a:srgbClr val="2F7F93"/>
            </a:solidFill>
            <a:prstDash val="solid"/>
            <a:headEnd type="none"/>
            <a:tailEnd type="none"/>
          </a:ln>
        </p:spPr>
      </p:sp>
      <p:sp>
        <p:nvSpPr>
          <p:cNvPr id="427" name="Shape 425"/>
          <p:cNvSpPr/>
          <p:nvPr/>
        </p:nvSpPr>
        <p:spPr>
          <a:xfrm>
            <a:off x="3794760" y="4003583"/>
            <a:ext cx="0" cy="8412"/>
          </a:xfrm>
          <a:prstGeom prst="line">
            <a:avLst/>
          </a:prstGeom>
          <a:noFill/>
          <a:ln w="38100">
            <a:solidFill>
              <a:srgbClr val="2F7F93"/>
            </a:solidFill>
            <a:prstDash val="solid"/>
            <a:headEnd type="none"/>
            <a:tailEnd type="none"/>
          </a:ln>
        </p:spPr>
      </p:sp>
      <p:sp>
        <p:nvSpPr>
          <p:cNvPr id="428" name="Shape 426"/>
          <p:cNvSpPr/>
          <p:nvPr/>
        </p:nvSpPr>
        <p:spPr>
          <a:xfrm>
            <a:off x="3794760" y="4009252"/>
            <a:ext cx="176480" cy="0"/>
          </a:xfrm>
          <a:prstGeom prst="line">
            <a:avLst/>
          </a:prstGeom>
          <a:noFill/>
          <a:ln w="38100">
            <a:solidFill>
              <a:srgbClr val="2F7F93"/>
            </a:solidFill>
            <a:prstDash val="solid"/>
            <a:headEnd type="none"/>
            <a:tailEnd type="none"/>
          </a:ln>
        </p:spPr>
      </p:sp>
      <p:sp>
        <p:nvSpPr>
          <p:cNvPr id="429" name="Shape 427"/>
          <p:cNvSpPr/>
          <p:nvPr/>
        </p:nvSpPr>
        <p:spPr>
          <a:xfrm>
            <a:off x="3968496" y="4006509"/>
            <a:ext cx="0" cy="18534"/>
          </a:xfrm>
          <a:prstGeom prst="line">
            <a:avLst/>
          </a:prstGeom>
          <a:noFill/>
          <a:ln w="38100">
            <a:solidFill>
              <a:srgbClr val="2F7F93"/>
            </a:solidFill>
            <a:prstDash val="solid"/>
            <a:headEnd type="none"/>
            <a:tailEnd type="none"/>
          </a:ln>
        </p:spPr>
      </p:sp>
      <p:sp>
        <p:nvSpPr>
          <p:cNvPr id="430" name="Shape 428"/>
          <p:cNvSpPr/>
          <p:nvPr/>
        </p:nvSpPr>
        <p:spPr>
          <a:xfrm>
            <a:off x="3968496" y="4022300"/>
            <a:ext cx="176480" cy="0"/>
          </a:xfrm>
          <a:prstGeom prst="line">
            <a:avLst/>
          </a:prstGeom>
          <a:noFill/>
          <a:ln w="38100">
            <a:solidFill>
              <a:srgbClr val="2F7F93"/>
            </a:solidFill>
            <a:prstDash val="solid"/>
            <a:headEnd type="none"/>
            <a:tailEnd type="none"/>
          </a:ln>
        </p:spPr>
      </p:sp>
      <p:sp>
        <p:nvSpPr>
          <p:cNvPr id="431" name="Shape 429"/>
          <p:cNvSpPr/>
          <p:nvPr/>
        </p:nvSpPr>
        <p:spPr>
          <a:xfrm>
            <a:off x="4142232" y="4019556"/>
            <a:ext cx="0" cy="30558"/>
          </a:xfrm>
          <a:prstGeom prst="line">
            <a:avLst/>
          </a:prstGeom>
          <a:noFill/>
          <a:ln w="38100">
            <a:solidFill>
              <a:srgbClr val="2F7F93"/>
            </a:solidFill>
            <a:prstDash val="solid"/>
            <a:headEnd type="none"/>
            <a:tailEnd type="none"/>
          </a:ln>
        </p:spPr>
      </p:sp>
      <p:sp>
        <p:nvSpPr>
          <p:cNvPr id="432" name="Shape 430"/>
          <p:cNvSpPr/>
          <p:nvPr/>
        </p:nvSpPr>
        <p:spPr>
          <a:xfrm>
            <a:off x="4142232" y="4047371"/>
            <a:ext cx="176479" cy="0"/>
          </a:xfrm>
          <a:prstGeom prst="line">
            <a:avLst/>
          </a:prstGeom>
          <a:noFill/>
          <a:ln w="38100">
            <a:solidFill>
              <a:srgbClr val="2F7F93"/>
            </a:solidFill>
            <a:prstDash val="solid"/>
            <a:headEnd type="none"/>
            <a:tailEnd type="none"/>
          </a:ln>
        </p:spPr>
      </p:sp>
      <p:sp>
        <p:nvSpPr>
          <p:cNvPr id="433" name="Shape 431"/>
          <p:cNvSpPr/>
          <p:nvPr/>
        </p:nvSpPr>
        <p:spPr>
          <a:xfrm>
            <a:off x="4315968" y="4044628"/>
            <a:ext cx="0" cy="38369"/>
          </a:xfrm>
          <a:prstGeom prst="line">
            <a:avLst/>
          </a:prstGeom>
          <a:noFill/>
          <a:ln w="38100">
            <a:solidFill>
              <a:srgbClr val="2F7F93"/>
            </a:solidFill>
            <a:prstDash val="solid"/>
            <a:headEnd type="none"/>
            <a:tailEnd type="none"/>
          </a:ln>
        </p:spPr>
      </p:sp>
      <p:sp>
        <p:nvSpPr>
          <p:cNvPr id="434" name="Shape 432"/>
          <p:cNvSpPr/>
          <p:nvPr/>
        </p:nvSpPr>
        <p:spPr>
          <a:xfrm>
            <a:off x="4315968" y="4080253"/>
            <a:ext cx="176480" cy="0"/>
          </a:xfrm>
          <a:prstGeom prst="line">
            <a:avLst/>
          </a:prstGeom>
          <a:noFill/>
          <a:ln w="38100">
            <a:solidFill>
              <a:srgbClr val="2F7F93"/>
            </a:solidFill>
            <a:prstDash val="solid"/>
            <a:headEnd type="none"/>
            <a:tailEnd type="none"/>
          </a:ln>
        </p:spPr>
      </p:sp>
      <p:sp>
        <p:nvSpPr>
          <p:cNvPr id="435" name="Shape 433"/>
          <p:cNvSpPr/>
          <p:nvPr/>
        </p:nvSpPr>
        <p:spPr>
          <a:xfrm>
            <a:off x="4489704" y="4077510"/>
            <a:ext cx="0" cy="34829"/>
          </a:xfrm>
          <a:prstGeom prst="line">
            <a:avLst/>
          </a:prstGeom>
          <a:noFill/>
          <a:ln w="38100">
            <a:solidFill>
              <a:srgbClr val="2F7F93"/>
            </a:solidFill>
            <a:prstDash val="solid"/>
            <a:headEnd type="none"/>
            <a:tailEnd type="none"/>
          </a:ln>
        </p:spPr>
      </p:sp>
      <p:sp>
        <p:nvSpPr>
          <p:cNvPr id="436" name="Shape 434"/>
          <p:cNvSpPr/>
          <p:nvPr/>
        </p:nvSpPr>
        <p:spPr>
          <a:xfrm>
            <a:off x="4489704" y="4109596"/>
            <a:ext cx="176480" cy="0"/>
          </a:xfrm>
          <a:prstGeom prst="line">
            <a:avLst/>
          </a:prstGeom>
          <a:noFill/>
          <a:ln w="38100">
            <a:solidFill>
              <a:srgbClr val="2F7F93"/>
            </a:solidFill>
            <a:prstDash val="solid"/>
            <a:headEnd type="none"/>
            <a:tailEnd type="none"/>
          </a:ln>
        </p:spPr>
      </p:sp>
      <p:sp>
        <p:nvSpPr>
          <p:cNvPr id="437" name="Shape 435"/>
          <p:cNvSpPr/>
          <p:nvPr/>
        </p:nvSpPr>
        <p:spPr>
          <a:xfrm>
            <a:off x="4663440" y="4106852"/>
            <a:ext cx="0" cy="31933"/>
          </a:xfrm>
          <a:prstGeom prst="line">
            <a:avLst/>
          </a:prstGeom>
          <a:noFill/>
          <a:ln w="38100">
            <a:solidFill>
              <a:srgbClr val="2F7F93"/>
            </a:solidFill>
            <a:prstDash val="solid"/>
            <a:headEnd type="none"/>
            <a:tailEnd type="none"/>
          </a:ln>
        </p:spPr>
      </p:sp>
      <p:sp>
        <p:nvSpPr>
          <p:cNvPr id="438" name="Shape 436"/>
          <p:cNvSpPr/>
          <p:nvPr/>
        </p:nvSpPr>
        <p:spPr>
          <a:xfrm>
            <a:off x="4663440" y="4136042"/>
            <a:ext cx="176479" cy="0"/>
          </a:xfrm>
          <a:prstGeom prst="line">
            <a:avLst/>
          </a:prstGeom>
          <a:noFill/>
          <a:ln w="38100">
            <a:solidFill>
              <a:srgbClr val="2F7F93"/>
            </a:solidFill>
            <a:prstDash val="solid"/>
            <a:headEnd type="none"/>
            <a:tailEnd type="none"/>
          </a:ln>
        </p:spPr>
      </p:sp>
      <p:sp>
        <p:nvSpPr>
          <p:cNvPr id="439" name="Shape 437"/>
          <p:cNvSpPr/>
          <p:nvPr/>
        </p:nvSpPr>
        <p:spPr>
          <a:xfrm>
            <a:off x="4837176" y="4133299"/>
            <a:ext cx="0" cy="29007"/>
          </a:xfrm>
          <a:prstGeom prst="line">
            <a:avLst/>
          </a:prstGeom>
          <a:noFill/>
          <a:ln w="38100">
            <a:solidFill>
              <a:srgbClr val="2F7F93"/>
            </a:solidFill>
            <a:prstDash val="solid"/>
            <a:headEnd type="none"/>
            <a:tailEnd type="none"/>
          </a:ln>
        </p:spPr>
      </p:sp>
      <p:sp>
        <p:nvSpPr>
          <p:cNvPr id="440" name="Shape 438"/>
          <p:cNvSpPr/>
          <p:nvPr/>
        </p:nvSpPr>
        <p:spPr>
          <a:xfrm>
            <a:off x="4837176" y="4159563"/>
            <a:ext cx="176480" cy="0"/>
          </a:xfrm>
          <a:prstGeom prst="line">
            <a:avLst/>
          </a:prstGeom>
          <a:noFill/>
          <a:ln w="38100">
            <a:solidFill>
              <a:srgbClr val="2F7F93"/>
            </a:solidFill>
            <a:prstDash val="solid"/>
            <a:headEnd type="none"/>
            <a:tailEnd type="none"/>
          </a:ln>
        </p:spPr>
      </p:sp>
      <p:sp>
        <p:nvSpPr>
          <p:cNvPr id="441" name="Shape 439"/>
          <p:cNvSpPr/>
          <p:nvPr/>
        </p:nvSpPr>
        <p:spPr>
          <a:xfrm>
            <a:off x="5010912" y="4156819"/>
            <a:ext cx="0" cy="19997"/>
          </a:xfrm>
          <a:prstGeom prst="line">
            <a:avLst/>
          </a:prstGeom>
          <a:noFill/>
          <a:ln w="38100">
            <a:solidFill>
              <a:srgbClr val="2F7F93"/>
            </a:solidFill>
            <a:prstDash val="solid"/>
            <a:headEnd type="none"/>
            <a:tailEnd type="none"/>
          </a:ln>
        </p:spPr>
      </p:sp>
      <p:sp>
        <p:nvSpPr>
          <p:cNvPr id="442" name="Shape 440"/>
          <p:cNvSpPr/>
          <p:nvPr/>
        </p:nvSpPr>
        <p:spPr>
          <a:xfrm>
            <a:off x="5010912" y="4174073"/>
            <a:ext cx="176480" cy="0"/>
          </a:xfrm>
          <a:prstGeom prst="line">
            <a:avLst/>
          </a:prstGeom>
          <a:noFill/>
          <a:ln w="38100">
            <a:solidFill>
              <a:srgbClr val="2F7F93"/>
            </a:solidFill>
            <a:prstDash val="solid"/>
            <a:headEnd type="none"/>
            <a:tailEnd type="none"/>
          </a:ln>
        </p:spPr>
      </p:sp>
      <p:sp>
        <p:nvSpPr>
          <p:cNvPr id="443" name="Shape 441"/>
          <p:cNvSpPr/>
          <p:nvPr/>
        </p:nvSpPr>
        <p:spPr>
          <a:xfrm>
            <a:off x="5184648" y="4171330"/>
            <a:ext cx="0" cy="20699"/>
          </a:xfrm>
          <a:prstGeom prst="line">
            <a:avLst/>
          </a:prstGeom>
          <a:noFill/>
          <a:ln w="38100">
            <a:solidFill>
              <a:srgbClr val="2F7F93"/>
            </a:solidFill>
            <a:prstDash val="solid"/>
            <a:headEnd type="none"/>
            <a:tailEnd type="none"/>
          </a:ln>
        </p:spPr>
      </p:sp>
      <p:sp>
        <p:nvSpPr>
          <p:cNvPr id="444" name="Shape 442"/>
          <p:cNvSpPr/>
          <p:nvPr/>
        </p:nvSpPr>
        <p:spPr>
          <a:xfrm>
            <a:off x="5184648" y="4189285"/>
            <a:ext cx="176479" cy="0"/>
          </a:xfrm>
          <a:prstGeom prst="line">
            <a:avLst/>
          </a:prstGeom>
          <a:noFill/>
          <a:ln w="38100">
            <a:solidFill>
              <a:srgbClr val="2F7F93"/>
            </a:solidFill>
            <a:prstDash val="solid"/>
            <a:headEnd type="none"/>
            <a:tailEnd type="none"/>
          </a:ln>
        </p:spPr>
      </p:sp>
      <p:sp>
        <p:nvSpPr>
          <p:cNvPr id="445" name="Shape 443"/>
          <p:cNvSpPr/>
          <p:nvPr/>
        </p:nvSpPr>
        <p:spPr>
          <a:xfrm>
            <a:off x="5358384" y="4186542"/>
            <a:ext cx="0" cy="17920"/>
          </a:xfrm>
          <a:prstGeom prst="line">
            <a:avLst/>
          </a:prstGeom>
          <a:noFill/>
          <a:ln w="38100">
            <a:solidFill>
              <a:srgbClr val="2F7F93"/>
            </a:solidFill>
            <a:prstDash val="solid"/>
            <a:headEnd type="none"/>
            <a:tailEnd type="none"/>
          </a:ln>
        </p:spPr>
      </p:sp>
      <p:sp>
        <p:nvSpPr>
          <p:cNvPr id="446" name="Shape 444"/>
          <p:cNvSpPr/>
          <p:nvPr/>
        </p:nvSpPr>
        <p:spPr>
          <a:xfrm>
            <a:off x="5358384" y="4201719"/>
            <a:ext cx="176480" cy="0"/>
          </a:xfrm>
          <a:prstGeom prst="line">
            <a:avLst/>
          </a:prstGeom>
          <a:noFill/>
          <a:ln w="38100">
            <a:solidFill>
              <a:srgbClr val="2F7F93"/>
            </a:solidFill>
            <a:prstDash val="solid"/>
            <a:headEnd type="none"/>
            <a:tailEnd type="none"/>
          </a:ln>
        </p:spPr>
      </p:sp>
      <p:sp>
        <p:nvSpPr>
          <p:cNvPr id="447" name="Shape 445"/>
          <p:cNvSpPr/>
          <p:nvPr/>
        </p:nvSpPr>
        <p:spPr>
          <a:xfrm>
            <a:off x="5532120" y="4198975"/>
            <a:ext cx="0" cy="9524"/>
          </a:xfrm>
          <a:prstGeom prst="line">
            <a:avLst/>
          </a:prstGeom>
          <a:noFill/>
          <a:ln w="38100">
            <a:solidFill>
              <a:srgbClr val="2F7F93"/>
            </a:solidFill>
            <a:prstDash val="solid"/>
            <a:headEnd type="none"/>
            <a:tailEnd type="none"/>
          </a:ln>
        </p:spPr>
      </p:sp>
      <p:sp>
        <p:nvSpPr>
          <p:cNvPr id="448" name="Shape 446"/>
          <p:cNvSpPr/>
          <p:nvPr/>
        </p:nvSpPr>
        <p:spPr>
          <a:xfrm>
            <a:off x="5532120" y="4205756"/>
            <a:ext cx="176480" cy="0"/>
          </a:xfrm>
          <a:prstGeom prst="line">
            <a:avLst/>
          </a:prstGeom>
          <a:noFill/>
          <a:ln w="38100">
            <a:solidFill>
              <a:srgbClr val="2F7F93"/>
            </a:solidFill>
            <a:prstDash val="solid"/>
            <a:headEnd type="none"/>
            <a:tailEnd type="none"/>
          </a:ln>
        </p:spPr>
      </p:sp>
      <p:sp>
        <p:nvSpPr>
          <p:cNvPr id="449" name="Shape 447"/>
          <p:cNvSpPr/>
          <p:nvPr/>
        </p:nvSpPr>
        <p:spPr>
          <a:xfrm>
            <a:off x="5705856" y="4199122"/>
            <a:ext cx="0" cy="9377"/>
          </a:xfrm>
          <a:prstGeom prst="line">
            <a:avLst/>
          </a:prstGeom>
          <a:noFill/>
          <a:ln w="38100">
            <a:solidFill>
              <a:srgbClr val="2F7F93"/>
            </a:solidFill>
            <a:prstDash val="solid"/>
            <a:headEnd type="none"/>
            <a:tailEnd type="none"/>
          </a:ln>
        </p:spPr>
      </p:sp>
      <p:sp>
        <p:nvSpPr>
          <p:cNvPr id="450" name="Shape 448"/>
          <p:cNvSpPr/>
          <p:nvPr/>
        </p:nvSpPr>
        <p:spPr>
          <a:xfrm>
            <a:off x="5705856" y="4201865"/>
            <a:ext cx="176479" cy="0"/>
          </a:xfrm>
          <a:prstGeom prst="line">
            <a:avLst/>
          </a:prstGeom>
          <a:noFill/>
          <a:ln w="38100">
            <a:solidFill>
              <a:srgbClr val="2F7F93"/>
            </a:solidFill>
            <a:prstDash val="solid"/>
            <a:headEnd type="none"/>
            <a:tailEnd type="none"/>
          </a:ln>
        </p:spPr>
      </p:sp>
      <p:sp>
        <p:nvSpPr>
          <p:cNvPr id="451" name="Shape 449"/>
          <p:cNvSpPr/>
          <p:nvPr/>
        </p:nvSpPr>
        <p:spPr>
          <a:xfrm>
            <a:off x="5879592" y="4195582"/>
            <a:ext cx="0" cy="9026"/>
          </a:xfrm>
          <a:prstGeom prst="line">
            <a:avLst/>
          </a:prstGeom>
          <a:noFill/>
          <a:ln w="38100">
            <a:solidFill>
              <a:srgbClr val="2F7F93"/>
            </a:solidFill>
            <a:prstDash val="solid"/>
            <a:headEnd type="none"/>
            <a:tailEnd type="none"/>
          </a:ln>
        </p:spPr>
      </p:sp>
      <p:sp>
        <p:nvSpPr>
          <p:cNvPr id="452" name="Shape 450"/>
          <p:cNvSpPr/>
          <p:nvPr/>
        </p:nvSpPr>
        <p:spPr>
          <a:xfrm>
            <a:off x="5879592" y="4198325"/>
            <a:ext cx="176480" cy="0"/>
          </a:xfrm>
          <a:prstGeom prst="line">
            <a:avLst/>
          </a:prstGeom>
          <a:noFill/>
          <a:ln w="38100">
            <a:solidFill>
              <a:srgbClr val="2F7F93"/>
            </a:solidFill>
            <a:prstDash val="solid"/>
            <a:headEnd type="none"/>
            <a:tailEnd type="none"/>
          </a:ln>
        </p:spPr>
      </p:sp>
      <p:sp>
        <p:nvSpPr>
          <p:cNvPr id="453" name="Shape 451"/>
          <p:cNvSpPr/>
          <p:nvPr/>
        </p:nvSpPr>
        <p:spPr>
          <a:xfrm>
            <a:off x="6053328" y="4195582"/>
            <a:ext cx="0" cy="11922"/>
          </a:xfrm>
          <a:prstGeom prst="line">
            <a:avLst/>
          </a:prstGeom>
          <a:noFill/>
          <a:ln w="38100">
            <a:solidFill>
              <a:srgbClr val="2F7F93"/>
            </a:solidFill>
            <a:prstDash val="solid"/>
            <a:headEnd type="none"/>
            <a:tailEnd type="none"/>
          </a:ln>
        </p:spPr>
      </p:sp>
      <p:sp>
        <p:nvSpPr>
          <p:cNvPr id="454" name="Shape 452"/>
          <p:cNvSpPr/>
          <p:nvPr/>
        </p:nvSpPr>
        <p:spPr>
          <a:xfrm>
            <a:off x="6053328" y="4204761"/>
            <a:ext cx="176480" cy="0"/>
          </a:xfrm>
          <a:prstGeom prst="line">
            <a:avLst/>
          </a:prstGeom>
          <a:noFill/>
          <a:ln w="38100">
            <a:solidFill>
              <a:srgbClr val="2F7F93"/>
            </a:solidFill>
            <a:prstDash val="solid"/>
            <a:headEnd type="none"/>
            <a:tailEnd type="none"/>
          </a:ln>
        </p:spPr>
      </p:sp>
      <p:sp>
        <p:nvSpPr>
          <p:cNvPr id="455" name="Shape 453"/>
          <p:cNvSpPr/>
          <p:nvPr/>
        </p:nvSpPr>
        <p:spPr>
          <a:xfrm>
            <a:off x="6227064" y="4202018"/>
            <a:ext cx="0" cy="19353"/>
          </a:xfrm>
          <a:prstGeom prst="line">
            <a:avLst/>
          </a:prstGeom>
          <a:noFill/>
          <a:ln w="38100">
            <a:solidFill>
              <a:srgbClr val="2F7F93"/>
            </a:solidFill>
            <a:prstDash val="solid"/>
            <a:headEnd type="none"/>
            <a:tailEnd type="none"/>
          </a:ln>
        </p:spPr>
      </p:sp>
      <p:sp>
        <p:nvSpPr>
          <p:cNvPr id="456" name="Shape 454"/>
          <p:cNvSpPr/>
          <p:nvPr/>
        </p:nvSpPr>
        <p:spPr>
          <a:xfrm>
            <a:off x="6227064" y="4218628"/>
            <a:ext cx="176479" cy="0"/>
          </a:xfrm>
          <a:prstGeom prst="line">
            <a:avLst/>
          </a:prstGeom>
          <a:noFill/>
          <a:ln w="38100">
            <a:solidFill>
              <a:srgbClr val="2F7F93"/>
            </a:solidFill>
            <a:prstDash val="solid"/>
            <a:headEnd type="none"/>
            <a:tailEnd type="none"/>
          </a:ln>
        </p:spPr>
      </p:sp>
      <p:sp>
        <p:nvSpPr>
          <p:cNvPr id="457" name="Shape 455"/>
          <p:cNvSpPr/>
          <p:nvPr/>
        </p:nvSpPr>
        <p:spPr>
          <a:xfrm>
            <a:off x="6400800" y="4215885"/>
            <a:ext cx="0" cy="19031"/>
          </a:xfrm>
          <a:prstGeom prst="line">
            <a:avLst/>
          </a:prstGeom>
          <a:noFill/>
          <a:ln w="38100">
            <a:solidFill>
              <a:srgbClr val="2F7F93"/>
            </a:solidFill>
            <a:prstDash val="solid"/>
            <a:headEnd type="none"/>
            <a:tailEnd type="none"/>
          </a:ln>
        </p:spPr>
      </p:sp>
      <p:sp>
        <p:nvSpPr>
          <p:cNvPr id="458" name="Shape 456"/>
          <p:cNvSpPr/>
          <p:nvPr/>
        </p:nvSpPr>
        <p:spPr>
          <a:xfrm>
            <a:off x="6400800" y="4232173"/>
            <a:ext cx="176480" cy="0"/>
          </a:xfrm>
          <a:prstGeom prst="line">
            <a:avLst/>
          </a:prstGeom>
          <a:noFill/>
          <a:ln w="38100">
            <a:solidFill>
              <a:srgbClr val="2F7F93"/>
            </a:solidFill>
            <a:prstDash val="solid"/>
            <a:headEnd type="none"/>
            <a:tailEnd type="none"/>
          </a:ln>
        </p:spPr>
      </p:sp>
      <p:sp>
        <p:nvSpPr>
          <p:cNvPr id="459" name="Shape 457"/>
          <p:cNvSpPr/>
          <p:nvPr/>
        </p:nvSpPr>
        <p:spPr>
          <a:xfrm>
            <a:off x="6574536" y="4229430"/>
            <a:ext cx="0" cy="29973"/>
          </a:xfrm>
          <a:prstGeom prst="line">
            <a:avLst/>
          </a:prstGeom>
          <a:noFill/>
          <a:ln w="38100">
            <a:solidFill>
              <a:srgbClr val="2F7F93"/>
            </a:solidFill>
            <a:prstDash val="solid"/>
            <a:headEnd type="none"/>
            <a:tailEnd type="none"/>
          </a:ln>
        </p:spPr>
      </p:sp>
      <p:sp>
        <p:nvSpPr>
          <p:cNvPr id="460" name="Shape 458"/>
          <p:cNvSpPr/>
          <p:nvPr/>
        </p:nvSpPr>
        <p:spPr>
          <a:xfrm>
            <a:off x="6574536" y="4256659"/>
            <a:ext cx="176480" cy="0"/>
          </a:xfrm>
          <a:prstGeom prst="line">
            <a:avLst/>
          </a:prstGeom>
          <a:noFill/>
          <a:ln w="38100">
            <a:solidFill>
              <a:srgbClr val="2F7F93"/>
            </a:solidFill>
            <a:prstDash val="solid"/>
            <a:headEnd type="none"/>
            <a:tailEnd type="none"/>
          </a:ln>
        </p:spPr>
      </p:sp>
      <p:sp>
        <p:nvSpPr>
          <p:cNvPr id="461" name="Shape 459"/>
          <p:cNvSpPr/>
          <p:nvPr/>
        </p:nvSpPr>
        <p:spPr>
          <a:xfrm>
            <a:off x="6748272" y="4253916"/>
            <a:ext cx="0" cy="35268"/>
          </a:xfrm>
          <a:prstGeom prst="line">
            <a:avLst/>
          </a:prstGeom>
          <a:noFill/>
          <a:ln w="38100">
            <a:solidFill>
              <a:srgbClr val="2F7F93"/>
            </a:solidFill>
            <a:prstDash val="solid"/>
            <a:headEnd type="none"/>
            <a:tailEnd type="none"/>
          </a:ln>
        </p:spPr>
      </p:sp>
      <p:sp>
        <p:nvSpPr>
          <p:cNvPr id="462" name="Shape 460"/>
          <p:cNvSpPr/>
          <p:nvPr/>
        </p:nvSpPr>
        <p:spPr>
          <a:xfrm>
            <a:off x="6748272" y="4286440"/>
            <a:ext cx="176479" cy="0"/>
          </a:xfrm>
          <a:prstGeom prst="line">
            <a:avLst/>
          </a:prstGeom>
          <a:noFill/>
          <a:ln w="38100">
            <a:solidFill>
              <a:srgbClr val="2F7F93"/>
            </a:solidFill>
            <a:prstDash val="solid"/>
            <a:headEnd type="none"/>
            <a:tailEnd type="none"/>
          </a:ln>
        </p:spPr>
      </p:sp>
      <p:sp>
        <p:nvSpPr>
          <p:cNvPr id="463" name="Shape 461"/>
          <p:cNvSpPr/>
          <p:nvPr/>
        </p:nvSpPr>
        <p:spPr>
          <a:xfrm>
            <a:off x="6922008" y="4283697"/>
            <a:ext cx="0" cy="33688"/>
          </a:xfrm>
          <a:prstGeom prst="line">
            <a:avLst/>
          </a:prstGeom>
          <a:noFill/>
          <a:ln w="38100">
            <a:solidFill>
              <a:srgbClr val="2F7F93"/>
            </a:solidFill>
            <a:prstDash val="solid"/>
            <a:headEnd type="none"/>
            <a:tailEnd type="none"/>
          </a:ln>
        </p:spPr>
      </p:sp>
      <p:sp>
        <p:nvSpPr>
          <p:cNvPr id="464" name="Shape 462"/>
          <p:cNvSpPr/>
          <p:nvPr/>
        </p:nvSpPr>
        <p:spPr>
          <a:xfrm>
            <a:off x="6922008" y="4314642"/>
            <a:ext cx="176480" cy="0"/>
          </a:xfrm>
          <a:prstGeom prst="line">
            <a:avLst/>
          </a:prstGeom>
          <a:noFill/>
          <a:ln w="38100">
            <a:solidFill>
              <a:srgbClr val="2F7F93"/>
            </a:solidFill>
            <a:prstDash val="solid"/>
            <a:headEnd type="none"/>
            <a:tailEnd type="none"/>
          </a:ln>
        </p:spPr>
      </p:sp>
      <p:sp>
        <p:nvSpPr>
          <p:cNvPr id="465" name="Shape 463"/>
          <p:cNvSpPr/>
          <p:nvPr/>
        </p:nvSpPr>
        <p:spPr>
          <a:xfrm>
            <a:off x="7095744" y="4311899"/>
            <a:ext cx="0" cy="34975"/>
          </a:xfrm>
          <a:prstGeom prst="line">
            <a:avLst/>
          </a:prstGeom>
          <a:noFill/>
          <a:ln w="38100">
            <a:solidFill>
              <a:srgbClr val="2F7F93"/>
            </a:solidFill>
            <a:prstDash val="solid"/>
            <a:headEnd type="none"/>
            <a:tailEnd type="none"/>
          </a:ln>
        </p:spPr>
      </p:sp>
      <p:sp>
        <p:nvSpPr>
          <p:cNvPr id="466" name="Shape 464"/>
          <p:cNvSpPr/>
          <p:nvPr/>
        </p:nvSpPr>
        <p:spPr>
          <a:xfrm>
            <a:off x="7095744" y="4344131"/>
            <a:ext cx="176480" cy="0"/>
          </a:xfrm>
          <a:prstGeom prst="line">
            <a:avLst/>
          </a:prstGeom>
          <a:noFill/>
          <a:ln w="38100">
            <a:solidFill>
              <a:srgbClr val="2F7F93"/>
            </a:solidFill>
            <a:prstDash val="solid"/>
            <a:headEnd type="none"/>
            <a:tailEnd type="none"/>
          </a:ln>
        </p:spPr>
      </p:sp>
      <p:sp>
        <p:nvSpPr>
          <p:cNvPr id="467" name="Shape 465"/>
          <p:cNvSpPr/>
          <p:nvPr/>
        </p:nvSpPr>
        <p:spPr>
          <a:xfrm>
            <a:off x="7269480" y="4341387"/>
            <a:ext cx="0" cy="36555"/>
          </a:xfrm>
          <a:prstGeom prst="line">
            <a:avLst/>
          </a:prstGeom>
          <a:noFill/>
          <a:ln w="38100">
            <a:solidFill>
              <a:srgbClr val="2F7F93"/>
            </a:solidFill>
            <a:prstDash val="solid"/>
            <a:headEnd type="none"/>
            <a:tailEnd type="none"/>
          </a:ln>
        </p:spPr>
      </p:sp>
      <p:sp>
        <p:nvSpPr>
          <p:cNvPr id="468" name="Shape 466"/>
          <p:cNvSpPr/>
          <p:nvPr/>
        </p:nvSpPr>
        <p:spPr>
          <a:xfrm>
            <a:off x="7269480" y="4375199"/>
            <a:ext cx="176479" cy="0"/>
          </a:xfrm>
          <a:prstGeom prst="line">
            <a:avLst/>
          </a:prstGeom>
          <a:noFill/>
          <a:ln w="38100">
            <a:solidFill>
              <a:srgbClr val="2F7F93"/>
            </a:solidFill>
            <a:prstDash val="solid"/>
            <a:headEnd type="none"/>
            <a:tailEnd type="none"/>
          </a:ln>
        </p:spPr>
      </p:sp>
      <p:sp>
        <p:nvSpPr>
          <p:cNvPr id="469" name="Shape 467"/>
          <p:cNvSpPr/>
          <p:nvPr/>
        </p:nvSpPr>
        <p:spPr>
          <a:xfrm>
            <a:off x="7443216" y="4372456"/>
            <a:ext cx="0" cy="35824"/>
          </a:xfrm>
          <a:prstGeom prst="line">
            <a:avLst/>
          </a:prstGeom>
          <a:noFill/>
          <a:ln w="38100">
            <a:solidFill>
              <a:srgbClr val="2F7F93"/>
            </a:solidFill>
            <a:prstDash val="solid"/>
            <a:headEnd type="none"/>
            <a:tailEnd type="none"/>
          </a:ln>
        </p:spPr>
      </p:sp>
      <p:sp>
        <p:nvSpPr>
          <p:cNvPr id="470" name="Shape 468"/>
          <p:cNvSpPr/>
          <p:nvPr/>
        </p:nvSpPr>
        <p:spPr>
          <a:xfrm>
            <a:off x="7443216" y="4405536"/>
            <a:ext cx="176480" cy="0"/>
          </a:xfrm>
          <a:prstGeom prst="line">
            <a:avLst/>
          </a:prstGeom>
          <a:noFill/>
          <a:ln w="38100">
            <a:solidFill>
              <a:srgbClr val="2F7F93"/>
            </a:solidFill>
            <a:prstDash val="solid"/>
            <a:headEnd type="none"/>
            <a:tailEnd type="none"/>
          </a:ln>
        </p:spPr>
      </p:sp>
      <p:sp>
        <p:nvSpPr>
          <p:cNvPr id="471" name="Shape 469"/>
          <p:cNvSpPr/>
          <p:nvPr/>
        </p:nvSpPr>
        <p:spPr>
          <a:xfrm>
            <a:off x="7616952" y="4402793"/>
            <a:ext cx="0" cy="35970"/>
          </a:xfrm>
          <a:prstGeom prst="line">
            <a:avLst/>
          </a:prstGeom>
          <a:noFill/>
          <a:ln w="38100">
            <a:solidFill>
              <a:srgbClr val="2F7F93"/>
            </a:solidFill>
            <a:prstDash val="solid"/>
            <a:headEnd type="none"/>
            <a:tailEnd type="none"/>
          </a:ln>
        </p:spPr>
      </p:sp>
      <p:sp>
        <p:nvSpPr>
          <p:cNvPr id="472" name="Shape 470"/>
          <p:cNvSpPr/>
          <p:nvPr/>
        </p:nvSpPr>
        <p:spPr>
          <a:xfrm>
            <a:off x="7616952" y="4436020"/>
            <a:ext cx="176480" cy="0"/>
          </a:xfrm>
          <a:prstGeom prst="line">
            <a:avLst/>
          </a:prstGeom>
          <a:noFill/>
          <a:ln w="38100">
            <a:solidFill>
              <a:srgbClr val="2F7F93"/>
            </a:solidFill>
            <a:prstDash val="solid"/>
            <a:headEnd type="none"/>
            <a:tailEnd type="none"/>
          </a:ln>
        </p:spPr>
      </p:sp>
      <p:sp>
        <p:nvSpPr>
          <p:cNvPr id="473" name="Shape 471"/>
          <p:cNvSpPr/>
          <p:nvPr/>
        </p:nvSpPr>
        <p:spPr>
          <a:xfrm>
            <a:off x="7790688" y="4433276"/>
            <a:ext cx="0" cy="32254"/>
          </a:xfrm>
          <a:prstGeom prst="line">
            <a:avLst/>
          </a:prstGeom>
          <a:noFill/>
          <a:ln w="38100">
            <a:solidFill>
              <a:srgbClr val="2F7F93"/>
            </a:solidFill>
            <a:prstDash val="solid"/>
            <a:headEnd type="none"/>
            <a:tailEnd type="none"/>
          </a:ln>
        </p:spPr>
      </p:sp>
      <p:sp>
        <p:nvSpPr>
          <p:cNvPr id="474" name="Shape 472"/>
          <p:cNvSpPr/>
          <p:nvPr/>
        </p:nvSpPr>
        <p:spPr>
          <a:xfrm>
            <a:off x="7790688" y="4462788"/>
            <a:ext cx="176479" cy="0"/>
          </a:xfrm>
          <a:prstGeom prst="line">
            <a:avLst/>
          </a:prstGeom>
          <a:noFill/>
          <a:ln w="38100">
            <a:solidFill>
              <a:srgbClr val="2F7F93"/>
            </a:solidFill>
            <a:prstDash val="solid"/>
            <a:headEnd type="none"/>
            <a:tailEnd type="none"/>
          </a:ln>
        </p:spPr>
      </p:sp>
      <p:sp>
        <p:nvSpPr>
          <p:cNvPr id="475" name="Shape 473"/>
          <p:cNvSpPr/>
          <p:nvPr/>
        </p:nvSpPr>
        <p:spPr>
          <a:xfrm>
            <a:off x="7964424" y="4460045"/>
            <a:ext cx="0" cy="38837"/>
          </a:xfrm>
          <a:prstGeom prst="line">
            <a:avLst/>
          </a:prstGeom>
          <a:noFill/>
          <a:ln w="38100">
            <a:solidFill>
              <a:srgbClr val="2F7F93"/>
            </a:solidFill>
            <a:prstDash val="solid"/>
            <a:headEnd type="none"/>
            <a:tailEnd type="none"/>
          </a:ln>
        </p:spPr>
      </p:sp>
      <p:sp>
        <p:nvSpPr>
          <p:cNvPr id="476" name="Shape 474"/>
          <p:cNvSpPr/>
          <p:nvPr/>
        </p:nvSpPr>
        <p:spPr>
          <a:xfrm>
            <a:off x="7964424" y="4496138"/>
            <a:ext cx="176480" cy="0"/>
          </a:xfrm>
          <a:prstGeom prst="line">
            <a:avLst/>
          </a:prstGeom>
          <a:noFill/>
          <a:ln w="38100">
            <a:solidFill>
              <a:srgbClr val="2F7F93"/>
            </a:solidFill>
            <a:prstDash val="solid"/>
            <a:headEnd type="none"/>
            <a:tailEnd type="none"/>
          </a:ln>
        </p:spPr>
      </p:sp>
      <p:sp>
        <p:nvSpPr>
          <p:cNvPr id="477" name="Shape 475"/>
          <p:cNvSpPr/>
          <p:nvPr/>
        </p:nvSpPr>
        <p:spPr>
          <a:xfrm>
            <a:off x="8138160" y="4493395"/>
            <a:ext cx="0" cy="37345"/>
          </a:xfrm>
          <a:prstGeom prst="line">
            <a:avLst/>
          </a:prstGeom>
          <a:noFill/>
          <a:ln w="38100">
            <a:solidFill>
              <a:srgbClr val="2F7F93"/>
            </a:solidFill>
            <a:prstDash val="solid"/>
            <a:headEnd type="none"/>
            <a:tailEnd type="none"/>
          </a:ln>
        </p:spPr>
      </p:sp>
      <p:sp>
        <p:nvSpPr>
          <p:cNvPr id="478" name="Shape 476"/>
          <p:cNvSpPr/>
          <p:nvPr/>
        </p:nvSpPr>
        <p:spPr>
          <a:xfrm>
            <a:off x="8138160" y="4527997"/>
            <a:ext cx="176480" cy="0"/>
          </a:xfrm>
          <a:prstGeom prst="line">
            <a:avLst/>
          </a:prstGeom>
          <a:noFill/>
          <a:ln w="38100">
            <a:solidFill>
              <a:srgbClr val="2F7F93"/>
            </a:solidFill>
            <a:prstDash val="solid"/>
            <a:headEnd type="none"/>
            <a:tailEnd type="none"/>
          </a:ln>
        </p:spPr>
      </p:sp>
      <p:sp>
        <p:nvSpPr>
          <p:cNvPr id="479" name="Shape 477"/>
          <p:cNvSpPr/>
          <p:nvPr/>
        </p:nvSpPr>
        <p:spPr>
          <a:xfrm>
            <a:off x="8311896" y="4525253"/>
            <a:ext cx="0" cy="31231"/>
          </a:xfrm>
          <a:prstGeom prst="line">
            <a:avLst/>
          </a:prstGeom>
          <a:noFill/>
          <a:ln w="38100">
            <a:solidFill>
              <a:srgbClr val="2F7F93"/>
            </a:solidFill>
            <a:prstDash val="solid"/>
            <a:headEnd type="none"/>
            <a:tailEnd type="none"/>
          </a:ln>
        </p:spPr>
      </p:sp>
      <p:sp>
        <p:nvSpPr>
          <p:cNvPr id="480" name="Shape 478"/>
          <p:cNvSpPr/>
          <p:nvPr/>
        </p:nvSpPr>
        <p:spPr>
          <a:xfrm>
            <a:off x="8311896" y="4553741"/>
            <a:ext cx="176479" cy="0"/>
          </a:xfrm>
          <a:prstGeom prst="line">
            <a:avLst/>
          </a:prstGeom>
          <a:noFill/>
          <a:ln w="38100">
            <a:solidFill>
              <a:srgbClr val="2F7F93"/>
            </a:solidFill>
            <a:prstDash val="solid"/>
            <a:headEnd type="none"/>
            <a:tailEnd type="none"/>
          </a:ln>
        </p:spPr>
      </p:sp>
      <p:sp>
        <p:nvSpPr>
          <p:cNvPr id="481" name="Shape 479"/>
          <p:cNvSpPr/>
          <p:nvPr/>
        </p:nvSpPr>
        <p:spPr>
          <a:xfrm>
            <a:off x="8485632" y="4550997"/>
            <a:ext cx="0" cy="32723"/>
          </a:xfrm>
          <a:prstGeom prst="line">
            <a:avLst/>
          </a:prstGeom>
          <a:noFill/>
          <a:ln w="38100">
            <a:solidFill>
              <a:srgbClr val="2F7F93"/>
            </a:solidFill>
            <a:prstDash val="solid"/>
            <a:headEnd type="none"/>
            <a:tailEnd type="none"/>
          </a:ln>
        </p:spPr>
      </p:sp>
      <p:sp>
        <p:nvSpPr>
          <p:cNvPr id="482" name="Shape 480"/>
          <p:cNvSpPr/>
          <p:nvPr/>
        </p:nvSpPr>
        <p:spPr>
          <a:xfrm>
            <a:off x="8485632" y="4580977"/>
            <a:ext cx="176480" cy="0"/>
          </a:xfrm>
          <a:prstGeom prst="line">
            <a:avLst/>
          </a:prstGeom>
          <a:noFill/>
          <a:ln w="38100">
            <a:solidFill>
              <a:srgbClr val="2F7F93"/>
            </a:solidFill>
            <a:prstDash val="solid"/>
            <a:headEnd type="none"/>
            <a:tailEnd type="none"/>
          </a:ln>
        </p:spPr>
      </p:sp>
      <p:sp>
        <p:nvSpPr>
          <p:cNvPr id="483" name="Shape 481"/>
          <p:cNvSpPr/>
          <p:nvPr/>
        </p:nvSpPr>
        <p:spPr>
          <a:xfrm>
            <a:off x="8659368" y="4578234"/>
            <a:ext cx="0" cy="22747"/>
          </a:xfrm>
          <a:prstGeom prst="line">
            <a:avLst/>
          </a:prstGeom>
          <a:noFill/>
          <a:ln w="38100">
            <a:solidFill>
              <a:srgbClr val="2F7F93"/>
            </a:solidFill>
            <a:prstDash val="solid"/>
            <a:headEnd type="none"/>
            <a:tailEnd type="none"/>
          </a:ln>
        </p:spPr>
      </p:sp>
      <p:sp>
        <p:nvSpPr>
          <p:cNvPr id="484" name="Shape 482"/>
          <p:cNvSpPr/>
          <p:nvPr/>
        </p:nvSpPr>
        <p:spPr>
          <a:xfrm>
            <a:off x="8659368" y="4598237"/>
            <a:ext cx="176480" cy="0"/>
          </a:xfrm>
          <a:prstGeom prst="line">
            <a:avLst/>
          </a:prstGeom>
          <a:noFill/>
          <a:ln w="38100">
            <a:solidFill>
              <a:srgbClr val="2F7F93"/>
            </a:solidFill>
            <a:prstDash val="solid"/>
            <a:headEnd type="none"/>
            <a:tailEnd type="none"/>
          </a:ln>
        </p:spPr>
      </p:sp>
      <p:sp>
        <p:nvSpPr>
          <p:cNvPr id="485" name="Shape 483"/>
          <p:cNvSpPr/>
          <p:nvPr/>
        </p:nvSpPr>
        <p:spPr>
          <a:xfrm>
            <a:off x="8833104" y="4595494"/>
            <a:ext cx="0" cy="20494"/>
          </a:xfrm>
          <a:prstGeom prst="line">
            <a:avLst/>
          </a:prstGeom>
          <a:noFill/>
          <a:ln w="38100">
            <a:solidFill>
              <a:srgbClr val="2F7F93"/>
            </a:solidFill>
            <a:prstDash val="solid"/>
            <a:headEnd type="none"/>
            <a:tailEnd type="none"/>
          </a:ln>
        </p:spPr>
      </p:sp>
      <p:sp>
        <p:nvSpPr>
          <p:cNvPr id="486" name="Shape 484"/>
          <p:cNvSpPr/>
          <p:nvPr/>
        </p:nvSpPr>
        <p:spPr>
          <a:xfrm>
            <a:off x="8833104" y="4613245"/>
            <a:ext cx="176479" cy="0"/>
          </a:xfrm>
          <a:prstGeom prst="line">
            <a:avLst/>
          </a:prstGeom>
          <a:noFill/>
          <a:ln w="38100">
            <a:solidFill>
              <a:srgbClr val="2F7F93"/>
            </a:solidFill>
            <a:prstDash val="solid"/>
            <a:headEnd type="none"/>
            <a:tailEnd type="none"/>
          </a:ln>
        </p:spPr>
      </p:sp>
      <p:sp>
        <p:nvSpPr>
          <p:cNvPr id="487" name="Shape 485"/>
          <p:cNvSpPr/>
          <p:nvPr/>
        </p:nvSpPr>
        <p:spPr>
          <a:xfrm>
            <a:off x="9006840" y="4610502"/>
            <a:ext cx="0" cy="25116"/>
          </a:xfrm>
          <a:prstGeom prst="line">
            <a:avLst/>
          </a:prstGeom>
          <a:noFill/>
          <a:ln w="38100">
            <a:solidFill>
              <a:srgbClr val="2F7F93"/>
            </a:solidFill>
            <a:prstDash val="solid"/>
            <a:headEnd type="none"/>
            <a:tailEnd type="none"/>
          </a:ln>
        </p:spPr>
      </p:sp>
      <p:sp>
        <p:nvSpPr>
          <p:cNvPr id="488" name="Shape 486"/>
          <p:cNvSpPr/>
          <p:nvPr/>
        </p:nvSpPr>
        <p:spPr>
          <a:xfrm>
            <a:off x="9006840" y="4632875"/>
            <a:ext cx="176480" cy="0"/>
          </a:xfrm>
          <a:prstGeom prst="line">
            <a:avLst/>
          </a:prstGeom>
          <a:noFill/>
          <a:ln w="38100">
            <a:solidFill>
              <a:srgbClr val="2F7F93"/>
            </a:solidFill>
            <a:prstDash val="solid"/>
            <a:headEnd type="none"/>
            <a:tailEnd type="none"/>
          </a:ln>
        </p:spPr>
      </p:sp>
      <p:sp>
        <p:nvSpPr>
          <p:cNvPr id="489" name="Shape 487"/>
          <p:cNvSpPr/>
          <p:nvPr/>
        </p:nvSpPr>
        <p:spPr>
          <a:xfrm>
            <a:off x="9180576" y="4630131"/>
            <a:ext cx="0" cy="25818"/>
          </a:xfrm>
          <a:prstGeom prst="line">
            <a:avLst/>
          </a:prstGeom>
          <a:noFill/>
          <a:ln w="38100">
            <a:solidFill>
              <a:srgbClr val="2F7F93"/>
            </a:solidFill>
            <a:prstDash val="solid"/>
            <a:headEnd type="none"/>
            <a:tailEnd type="none"/>
          </a:ln>
        </p:spPr>
      </p:sp>
      <p:sp>
        <p:nvSpPr>
          <p:cNvPr id="490" name="Shape 488"/>
          <p:cNvSpPr/>
          <p:nvPr/>
        </p:nvSpPr>
        <p:spPr>
          <a:xfrm>
            <a:off x="9180576" y="4653207"/>
            <a:ext cx="176480" cy="0"/>
          </a:xfrm>
          <a:prstGeom prst="line">
            <a:avLst/>
          </a:prstGeom>
          <a:noFill/>
          <a:ln w="38100">
            <a:solidFill>
              <a:srgbClr val="2F7F93"/>
            </a:solidFill>
            <a:prstDash val="solid"/>
            <a:headEnd type="none"/>
            <a:tailEnd type="none"/>
          </a:ln>
        </p:spPr>
      </p:sp>
      <p:sp>
        <p:nvSpPr>
          <p:cNvPr id="491" name="Shape 489"/>
          <p:cNvSpPr/>
          <p:nvPr/>
        </p:nvSpPr>
        <p:spPr>
          <a:xfrm>
            <a:off x="9354312" y="4650464"/>
            <a:ext cx="0" cy="28159"/>
          </a:xfrm>
          <a:prstGeom prst="line">
            <a:avLst/>
          </a:prstGeom>
          <a:noFill/>
          <a:ln w="38100">
            <a:solidFill>
              <a:srgbClr val="2F7F93"/>
            </a:solidFill>
            <a:prstDash val="solid"/>
            <a:headEnd type="none"/>
            <a:tailEnd type="none"/>
          </a:ln>
        </p:spPr>
      </p:sp>
      <p:sp>
        <p:nvSpPr>
          <p:cNvPr id="492" name="Shape 490"/>
          <p:cNvSpPr/>
          <p:nvPr/>
        </p:nvSpPr>
        <p:spPr>
          <a:xfrm>
            <a:off x="9354312" y="4675879"/>
            <a:ext cx="176479" cy="0"/>
          </a:xfrm>
          <a:prstGeom prst="line">
            <a:avLst/>
          </a:prstGeom>
          <a:noFill/>
          <a:ln w="38100">
            <a:solidFill>
              <a:srgbClr val="2F7F93"/>
            </a:solidFill>
            <a:prstDash val="solid"/>
            <a:headEnd type="none"/>
            <a:tailEnd type="none"/>
          </a:ln>
        </p:spPr>
      </p:sp>
      <p:sp>
        <p:nvSpPr>
          <p:cNvPr id="493" name="Shape 491"/>
          <p:cNvSpPr/>
          <p:nvPr/>
        </p:nvSpPr>
        <p:spPr>
          <a:xfrm>
            <a:off x="9528048" y="4673136"/>
            <a:ext cx="0" cy="34566"/>
          </a:xfrm>
          <a:prstGeom prst="line">
            <a:avLst/>
          </a:prstGeom>
          <a:noFill/>
          <a:ln w="38100">
            <a:solidFill>
              <a:srgbClr val="2F7F93"/>
            </a:solidFill>
            <a:prstDash val="solid"/>
            <a:headEnd type="none"/>
            <a:tailEnd type="none"/>
          </a:ln>
        </p:spPr>
      </p:sp>
      <p:sp>
        <p:nvSpPr>
          <p:cNvPr id="494" name="Shape 492"/>
          <p:cNvSpPr/>
          <p:nvPr/>
        </p:nvSpPr>
        <p:spPr>
          <a:xfrm>
            <a:off x="9528048" y="4704958"/>
            <a:ext cx="176480" cy="0"/>
          </a:xfrm>
          <a:prstGeom prst="line">
            <a:avLst/>
          </a:prstGeom>
          <a:noFill/>
          <a:ln w="38100">
            <a:solidFill>
              <a:srgbClr val="2F7F93"/>
            </a:solidFill>
            <a:prstDash val="solid"/>
            <a:headEnd type="none"/>
            <a:tailEnd type="none"/>
          </a:ln>
        </p:spPr>
      </p:sp>
      <p:sp>
        <p:nvSpPr>
          <p:cNvPr id="495" name="Shape 493"/>
          <p:cNvSpPr/>
          <p:nvPr/>
        </p:nvSpPr>
        <p:spPr>
          <a:xfrm>
            <a:off x="9701784" y="4702215"/>
            <a:ext cx="0" cy="37784"/>
          </a:xfrm>
          <a:prstGeom prst="line">
            <a:avLst/>
          </a:prstGeom>
          <a:noFill/>
          <a:ln w="38100">
            <a:solidFill>
              <a:srgbClr val="2F7F93"/>
            </a:solidFill>
            <a:prstDash val="solid"/>
            <a:headEnd type="none"/>
            <a:tailEnd type="none"/>
          </a:ln>
        </p:spPr>
      </p:sp>
      <p:sp>
        <p:nvSpPr>
          <p:cNvPr id="496" name="Shape 494"/>
          <p:cNvSpPr/>
          <p:nvPr/>
        </p:nvSpPr>
        <p:spPr>
          <a:xfrm>
            <a:off x="9701784" y="4737255"/>
            <a:ext cx="176480" cy="0"/>
          </a:xfrm>
          <a:prstGeom prst="line">
            <a:avLst/>
          </a:prstGeom>
          <a:noFill/>
          <a:ln w="38100">
            <a:solidFill>
              <a:srgbClr val="2F7F93"/>
            </a:solidFill>
            <a:prstDash val="solid"/>
            <a:headEnd type="none"/>
            <a:tailEnd type="none"/>
          </a:ln>
        </p:spPr>
      </p:sp>
      <p:sp>
        <p:nvSpPr>
          <p:cNvPr id="497" name="Shape 495"/>
          <p:cNvSpPr/>
          <p:nvPr/>
        </p:nvSpPr>
        <p:spPr>
          <a:xfrm>
            <a:off x="9875520" y="4734512"/>
            <a:ext cx="0" cy="42757"/>
          </a:xfrm>
          <a:prstGeom prst="line">
            <a:avLst/>
          </a:prstGeom>
          <a:noFill/>
          <a:ln w="38100">
            <a:solidFill>
              <a:srgbClr val="2F7F93"/>
            </a:solidFill>
            <a:prstDash val="solid"/>
            <a:headEnd type="none"/>
            <a:tailEnd type="none"/>
          </a:ln>
        </p:spPr>
      </p:sp>
      <p:sp>
        <p:nvSpPr>
          <p:cNvPr id="498" name="Shape 496"/>
          <p:cNvSpPr/>
          <p:nvPr/>
        </p:nvSpPr>
        <p:spPr>
          <a:xfrm>
            <a:off x="9875520" y="4774526"/>
            <a:ext cx="176479" cy="0"/>
          </a:xfrm>
          <a:prstGeom prst="line">
            <a:avLst/>
          </a:prstGeom>
          <a:noFill/>
          <a:ln w="38100">
            <a:solidFill>
              <a:srgbClr val="2F7F93"/>
            </a:solidFill>
            <a:prstDash val="solid"/>
            <a:headEnd type="none"/>
            <a:tailEnd type="none"/>
          </a:ln>
        </p:spPr>
      </p:sp>
      <p:sp>
        <p:nvSpPr>
          <p:cNvPr id="499" name="Shape 497"/>
          <p:cNvSpPr/>
          <p:nvPr/>
        </p:nvSpPr>
        <p:spPr>
          <a:xfrm>
            <a:off x="10049256" y="4771783"/>
            <a:ext cx="0" cy="37813"/>
          </a:xfrm>
          <a:prstGeom prst="line">
            <a:avLst/>
          </a:prstGeom>
          <a:noFill/>
          <a:ln w="38100">
            <a:solidFill>
              <a:srgbClr val="2F7F93"/>
            </a:solidFill>
            <a:prstDash val="solid"/>
            <a:headEnd type="none"/>
            <a:tailEnd type="none"/>
          </a:ln>
        </p:spPr>
      </p:sp>
      <p:sp>
        <p:nvSpPr>
          <p:cNvPr id="500" name="Shape 498"/>
          <p:cNvSpPr/>
          <p:nvPr/>
        </p:nvSpPr>
        <p:spPr>
          <a:xfrm>
            <a:off x="10049256" y="4806852"/>
            <a:ext cx="176480" cy="0"/>
          </a:xfrm>
          <a:prstGeom prst="line">
            <a:avLst/>
          </a:prstGeom>
          <a:noFill/>
          <a:ln w="38100">
            <a:solidFill>
              <a:srgbClr val="2F7F93"/>
            </a:solidFill>
            <a:prstDash val="solid"/>
            <a:headEnd type="none"/>
            <a:tailEnd type="none"/>
          </a:ln>
        </p:spPr>
      </p:sp>
      <p:sp>
        <p:nvSpPr>
          <p:cNvPr id="501" name="Shape 499"/>
          <p:cNvSpPr/>
          <p:nvPr/>
        </p:nvSpPr>
        <p:spPr>
          <a:xfrm>
            <a:off x="10222992" y="4804109"/>
            <a:ext cx="0" cy="33191"/>
          </a:xfrm>
          <a:prstGeom prst="line">
            <a:avLst/>
          </a:prstGeom>
          <a:noFill/>
          <a:ln w="38100">
            <a:solidFill>
              <a:srgbClr val="2F7F93"/>
            </a:solidFill>
            <a:prstDash val="solid"/>
            <a:headEnd type="none"/>
            <a:tailEnd type="none"/>
          </a:ln>
        </p:spPr>
      </p:sp>
      <p:sp>
        <p:nvSpPr>
          <p:cNvPr id="502" name="Shape 500"/>
          <p:cNvSpPr/>
          <p:nvPr/>
        </p:nvSpPr>
        <p:spPr>
          <a:xfrm>
            <a:off x="10222992" y="4834557"/>
            <a:ext cx="176480" cy="0"/>
          </a:xfrm>
          <a:prstGeom prst="line">
            <a:avLst/>
          </a:prstGeom>
          <a:noFill/>
          <a:ln w="38100">
            <a:solidFill>
              <a:srgbClr val="2F7F93"/>
            </a:solidFill>
            <a:prstDash val="solid"/>
            <a:headEnd type="none"/>
            <a:tailEnd type="none"/>
          </a:ln>
        </p:spPr>
      </p:sp>
      <p:sp>
        <p:nvSpPr>
          <p:cNvPr id="503" name="Shape 501"/>
          <p:cNvSpPr/>
          <p:nvPr/>
        </p:nvSpPr>
        <p:spPr>
          <a:xfrm>
            <a:off x="10396728" y="4831813"/>
            <a:ext cx="0" cy="28364"/>
          </a:xfrm>
          <a:prstGeom prst="line">
            <a:avLst/>
          </a:prstGeom>
          <a:noFill/>
          <a:ln w="38100">
            <a:solidFill>
              <a:srgbClr val="2F7F93"/>
            </a:solidFill>
            <a:prstDash val="solid"/>
            <a:headEnd type="none"/>
            <a:tailEnd type="none"/>
          </a:ln>
        </p:spPr>
      </p:sp>
      <p:sp>
        <p:nvSpPr>
          <p:cNvPr id="504" name="Shape 502"/>
          <p:cNvSpPr/>
          <p:nvPr/>
        </p:nvSpPr>
        <p:spPr>
          <a:xfrm>
            <a:off x="10396728" y="4857434"/>
            <a:ext cx="176479" cy="0"/>
          </a:xfrm>
          <a:prstGeom prst="line">
            <a:avLst/>
          </a:prstGeom>
          <a:noFill/>
          <a:ln w="38100">
            <a:solidFill>
              <a:srgbClr val="2F7F93"/>
            </a:solidFill>
            <a:prstDash val="solid"/>
            <a:headEnd type="none"/>
            <a:tailEnd type="none"/>
          </a:ln>
        </p:spPr>
      </p:sp>
      <p:sp>
        <p:nvSpPr>
          <p:cNvPr id="505" name="Shape 503"/>
          <p:cNvSpPr/>
          <p:nvPr/>
        </p:nvSpPr>
        <p:spPr>
          <a:xfrm>
            <a:off x="10570464" y="4854691"/>
            <a:ext cx="0" cy="24590"/>
          </a:xfrm>
          <a:prstGeom prst="line">
            <a:avLst/>
          </a:prstGeom>
          <a:noFill/>
          <a:ln w="38100">
            <a:solidFill>
              <a:srgbClr val="2F7F93"/>
            </a:solidFill>
            <a:prstDash val="solid"/>
            <a:headEnd type="none"/>
            <a:tailEnd type="none"/>
          </a:ln>
        </p:spPr>
      </p:sp>
      <p:sp>
        <p:nvSpPr>
          <p:cNvPr id="506" name="Shape 504"/>
          <p:cNvSpPr/>
          <p:nvPr/>
        </p:nvSpPr>
        <p:spPr>
          <a:xfrm>
            <a:off x="10570464" y="4876537"/>
            <a:ext cx="176480" cy="0"/>
          </a:xfrm>
          <a:prstGeom prst="line">
            <a:avLst/>
          </a:prstGeom>
          <a:noFill/>
          <a:ln w="38100">
            <a:solidFill>
              <a:srgbClr val="2F7F93"/>
            </a:solidFill>
            <a:prstDash val="solid"/>
            <a:headEnd type="none"/>
            <a:tailEnd type="none"/>
          </a:ln>
        </p:spPr>
      </p:sp>
      <p:sp>
        <p:nvSpPr>
          <p:cNvPr id="507" name="Shape 505"/>
          <p:cNvSpPr/>
          <p:nvPr/>
        </p:nvSpPr>
        <p:spPr>
          <a:xfrm>
            <a:off x="10744200" y="4873794"/>
            <a:ext cx="0" cy="22366"/>
          </a:xfrm>
          <a:prstGeom prst="line">
            <a:avLst/>
          </a:prstGeom>
          <a:noFill/>
          <a:ln w="38100">
            <a:solidFill>
              <a:srgbClr val="2F7F93"/>
            </a:solidFill>
            <a:prstDash val="solid"/>
            <a:headEnd type="none"/>
            <a:tailEnd type="none"/>
          </a:ln>
        </p:spPr>
      </p:sp>
      <p:sp>
        <p:nvSpPr>
          <p:cNvPr id="508" name="Shape 506"/>
          <p:cNvSpPr/>
          <p:nvPr/>
        </p:nvSpPr>
        <p:spPr>
          <a:xfrm>
            <a:off x="10744200" y="4893417"/>
            <a:ext cx="176480" cy="0"/>
          </a:xfrm>
          <a:prstGeom prst="line">
            <a:avLst/>
          </a:prstGeom>
          <a:noFill/>
          <a:ln w="38100">
            <a:solidFill>
              <a:srgbClr val="2F7F93"/>
            </a:solidFill>
            <a:prstDash val="solid"/>
            <a:headEnd type="none"/>
            <a:tailEnd type="none"/>
          </a:ln>
        </p:spPr>
      </p:sp>
      <p:sp>
        <p:nvSpPr>
          <p:cNvPr id="509" name="Shape 507"/>
          <p:cNvSpPr/>
          <p:nvPr/>
        </p:nvSpPr>
        <p:spPr>
          <a:xfrm>
            <a:off x="10917936" y="4890674"/>
            <a:ext cx="0" cy="7242"/>
          </a:xfrm>
          <a:prstGeom prst="line">
            <a:avLst/>
          </a:prstGeom>
          <a:noFill/>
          <a:ln w="38100">
            <a:solidFill>
              <a:srgbClr val="2F7F93"/>
            </a:solidFill>
            <a:prstDash val="solid"/>
            <a:headEnd type="none"/>
            <a:tailEnd type="none"/>
          </a:ln>
        </p:spPr>
      </p:sp>
      <p:sp>
        <p:nvSpPr>
          <p:cNvPr id="510" name="Shape 508"/>
          <p:cNvSpPr/>
          <p:nvPr/>
        </p:nvSpPr>
        <p:spPr>
          <a:xfrm>
            <a:off x="10917936" y="4895172"/>
            <a:ext cx="176479" cy="0"/>
          </a:xfrm>
          <a:prstGeom prst="line">
            <a:avLst/>
          </a:prstGeom>
          <a:noFill/>
          <a:ln w="38100">
            <a:solidFill>
              <a:srgbClr val="2F7F93"/>
            </a:solidFill>
            <a:prstDash val="solid"/>
            <a:headEnd type="none"/>
            <a:tailEnd type="none"/>
          </a:ln>
        </p:spPr>
      </p:sp>
      <p:sp>
        <p:nvSpPr>
          <p:cNvPr id="511" name="Shape 509"/>
          <p:cNvSpPr/>
          <p:nvPr/>
        </p:nvSpPr>
        <p:spPr>
          <a:xfrm>
            <a:off x="11091672" y="4884384"/>
            <a:ext cx="0" cy="13531"/>
          </a:xfrm>
          <a:prstGeom prst="line">
            <a:avLst/>
          </a:prstGeom>
          <a:noFill/>
          <a:ln w="38100">
            <a:solidFill>
              <a:srgbClr val="2F7F93"/>
            </a:solidFill>
            <a:prstDash val="solid"/>
            <a:headEnd type="none"/>
            <a:tailEnd type="none"/>
          </a:ln>
        </p:spPr>
      </p:sp>
      <p:sp>
        <p:nvSpPr>
          <p:cNvPr id="512" name="Shape 510"/>
          <p:cNvSpPr/>
          <p:nvPr/>
        </p:nvSpPr>
        <p:spPr>
          <a:xfrm>
            <a:off x="11091672" y="4887127"/>
            <a:ext cx="176480" cy="0"/>
          </a:xfrm>
          <a:prstGeom prst="line">
            <a:avLst/>
          </a:prstGeom>
          <a:noFill/>
          <a:ln w="38100">
            <a:solidFill>
              <a:srgbClr val="2F7F93"/>
            </a:solidFill>
            <a:prstDash val="solid"/>
            <a:headEnd type="none"/>
            <a:tailEnd type="none"/>
          </a:ln>
        </p:spPr>
      </p:sp>
      <p:sp>
        <p:nvSpPr>
          <p:cNvPr id="513" name="Shape 511"/>
          <p:cNvSpPr/>
          <p:nvPr/>
        </p:nvSpPr>
        <p:spPr>
          <a:xfrm>
            <a:off x="11265408" y="4860425"/>
            <a:ext cx="0" cy="29446"/>
          </a:xfrm>
          <a:prstGeom prst="line">
            <a:avLst/>
          </a:prstGeom>
          <a:noFill/>
          <a:ln w="38100">
            <a:solidFill>
              <a:srgbClr val="2F7F93"/>
            </a:solidFill>
            <a:prstDash val="solid"/>
            <a:headEnd type="none"/>
            <a:tailEnd type="none"/>
          </a:ln>
        </p:spPr>
      </p:sp>
      <p:sp>
        <p:nvSpPr>
          <p:cNvPr id="514" name="Shape 512"/>
          <p:cNvSpPr/>
          <p:nvPr/>
        </p:nvSpPr>
        <p:spPr>
          <a:xfrm>
            <a:off x="8549640" y="1792224"/>
            <a:ext cx="256032" cy="0"/>
          </a:xfrm>
          <a:prstGeom prst="line">
            <a:avLst/>
          </a:prstGeom>
          <a:noFill/>
          <a:ln w="38100">
            <a:solidFill>
              <a:srgbClr val="2F7F93"/>
            </a:solidFill>
            <a:prstDash val="solid"/>
          </a:ln>
        </p:spPr>
      </p:sp>
      <p:sp>
        <p:nvSpPr>
          <p:cNvPr id="515" name="Text 513"/>
          <p:cNvSpPr/>
          <p:nvPr/>
        </p:nvSpPr>
        <p:spPr>
          <a:xfrm>
            <a:off x="8878824" y="1719072"/>
            <a:ext cx="2011680" cy="155448"/>
          </a:xfrm>
          <a:prstGeom prst="rect">
            <a:avLst/>
          </a:prstGeom>
          <a:noFill/>
          <a:ln/>
        </p:spPr>
        <p:txBody>
          <a:bodyPr wrap="square" lIns="0" tIns="0" rIns="0" bIns="0" rtlCol="0" anchor="ctr">
            <a:normAutofit/>
          </a:bodyPr>
          <a:lstStyle/>
          <a:p>
            <a:pPr indent="0" marL="0">
              <a:buNone/>
            </a:pPr>
            <a:r>
              <a:rPr lang="en-US" sz="920" b="1" dirty="0">
                <a:solidFill>
                  <a:srgbClr val="2F7F93"/>
                </a:solidFill>
              </a:rPr>
              <a:t>C₄/C₂</a:t>
            </a:r>
            <a:endParaRPr lang="en-US" sz="920" dirty="0"/>
          </a:p>
        </p:txBody>
      </p:sp>
      <p:sp>
        <p:nvSpPr>
          <p:cNvPr id="516" name="Shape 514"/>
          <p:cNvSpPr/>
          <p:nvPr/>
        </p:nvSpPr>
        <p:spPr>
          <a:xfrm>
            <a:off x="0" y="0"/>
            <a:ext cx="12191695" cy="502920"/>
          </a:xfrm>
          <a:prstGeom prst="rect">
            <a:avLst/>
          </a:prstGeom>
          <a:solidFill>
            <a:srgbClr val="263746"/>
          </a:solidFill>
          <a:ln w="12700">
            <a:solidFill>
              <a:srgbClr val="263746"/>
            </a:solidFill>
            <a:prstDash val="solid"/>
          </a:ln>
        </p:spPr>
      </p:sp>
      <p:sp>
        <p:nvSpPr>
          <p:cNvPr id="517" name="Shape 515"/>
          <p:cNvSpPr/>
          <p:nvPr/>
        </p:nvSpPr>
        <p:spPr>
          <a:xfrm>
            <a:off x="0" y="484632"/>
            <a:ext cx="12191695" cy="22860"/>
          </a:xfrm>
          <a:prstGeom prst="rect">
            <a:avLst/>
          </a:prstGeom>
          <a:solidFill>
            <a:srgbClr val="5C4DB7"/>
          </a:solidFill>
          <a:ln w="12700">
            <a:solidFill>
              <a:srgbClr val="5C4DB7"/>
            </a:solidFill>
            <a:prstDash val="solid"/>
          </a:ln>
        </p:spPr>
      </p:sp>
      <p:sp>
        <p:nvSpPr>
          <p:cNvPr id="518" name="Text 516"/>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519" name="Text 517"/>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F1F4"/>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263746"/>
          </a:solidFill>
          <a:ln w="12700">
            <a:solidFill>
              <a:srgbClr val="263746"/>
            </a:solidFill>
            <a:prstDash val="solid"/>
          </a:ln>
        </p:spPr>
      </p:sp>
      <p:sp>
        <p:nvSpPr>
          <p:cNvPr id="3" name="Shape 1"/>
          <p:cNvSpPr/>
          <p:nvPr/>
        </p:nvSpPr>
        <p:spPr>
          <a:xfrm>
            <a:off x="0" y="484632"/>
            <a:ext cx="12191695" cy="22860"/>
          </a:xfrm>
          <a:prstGeom prst="rect">
            <a:avLst/>
          </a:prstGeom>
          <a:solidFill>
            <a:srgbClr val="5C4DB7"/>
          </a:solidFill>
          <a:ln w="12700">
            <a:solidFill>
              <a:srgbClr val="5C4DB7"/>
            </a:solidFill>
            <a:prstDash val="solid"/>
          </a:ln>
        </p:spPr>
      </p:sp>
      <p:sp>
        <p:nvSpPr>
          <p:cNvPr id="4" name="Text 2"/>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5" name="Text 3"/>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
        <p:nvSpPr>
          <p:cNvPr id="6" name="Text 4"/>
          <p:cNvSpPr/>
          <p:nvPr/>
        </p:nvSpPr>
        <p:spPr>
          <a:xfrm>
            <a:off x="11292840" y="6510528"/>
            <a:ext cx="347472" cy="164592"/>
          </a:xfrm>
          <a:prstGeom prst="rect">
            <a:avLst/>
          </a:prstGeom>
          <a:noFill/>
          <a:ln/>
        </p:spPr>
        <p:txBody>
          <a:bodyPr wrap="square" lIns="0" tIns="0" rIns="0" bIns="0" rtlCol="0" anchor="ctr"/>
          <a:lstStyle/>
          <a:p>
            <a:pPr algn="r" indent="0" marL="0">
              <a:buNone/>
            </a:pPr>
            <a:r>
              <a:rPr lang="en-US" sz="900" dirty="0">
                <a:solidFill>
                  <a:srgbClr val="657782"/>
                </a:solidFill>
                <a:latin typeface="Aptos" pitchFamily="34" charset="0"/>
                <a:ea typeface="Aptos" pitchFamily="34" charset="-122"/>
                <a:cs typeface="Aptos" pitchFamily="34" charset="-120"/>
              </a:rPr>
              <a:t>3</a:t>
            </a:r>
            <a:endParaRPr lang="en-US" sz="900" dirty="0"/>
          </a:p>
        </p:txBody>
      </p:sp>
      <p:sp>
        <p:nvSpPr>
          <p:cNvPr id="7" name="Text 5"/>
          <p:cNvSpPr/>
          <p:nvPr/>
        </p:nvSpPr>
        <p:spPr>
          <a:xfrm>
            <a:off x="566928" y="694944"/>
            <a:ext cx="11018520" cy="658368"/>
          </a:xfrm>
          <a:prstGeom prst="rect">
            <a:avLst/>
          </a:prstGeom>
          <a:noFill/>
          <a:ln/>
        </p:spPr>
        <p:txBody>
          <a:bodyPr wrap="square" lIns="0" tIns="0" rIns="0" bIns="0" rtlCol="0" anchor="ctr"/>
          <a:lstStyle/>
          <a:p>
            <a:pPr indent="0" marL="0">
              <a:buNone/>
            </a:pPr>
            <a:r>
              <a:rPr lang="en-US" sz="2600" b="1" dirty="0">
                <a:solidFill>
                  <a:srgbClr val="263746"/>
                </a:solidFill>
                <a:latin typeface="Aptos Display" pitchFamily="34" charset="0"/>
                <a:ea typeface="Aptos Display" pitchFamily="34" charset="-122"/>
                <a:cs typeface="Aptos Display" pitchFamily="34" charset="-120"/>
              </a:rPr>
              <a:t>Coupled dynamics make transition analysis difficult</a:t>
            </a:r>
            <a:endParaRPr lang="en-US" sz="2600" dirty="0"/>
          </a:p>
        </p:txBody>
      </p:sp>
      <p:sp>
        <p:nvSpPr>
          <p:cNvPr id="8" name="Text 6"/>
          <p:cNvSpPr/>
          <p:nvPr/>
        </p:nvSpPr>
        <p:spPr>
          <a:xfrm>
            <a:off x="594360" y="1399032"/>
            <a:ext cx="4480560" cy="182880"/>
          </a:xfrm>
          <a:prstGeom prst="rect">
            <a:avLst/>
          </a:prstGeom>
          <a:noFill/>
          <a:ln/>
        </p:spPr>
        <p:txBody>
          <a:bodyPr wrap="square" lIns="0" tIns="0" rIns="0" bIns="0" rtlCol="0" anchor="ctr"/>
          <a:lstStyle/>
          <a:p>
            <a:pPr indent="0" marL="0">
              <a:buNone/>
            </a:pPr>
            <a:r>
              <a:rPr lang="en-US" sz="1050" b="1" spc="150" kern="0" dirty="0">
                <a:solidFill>
                  <a:srgbClr val="C44F4F"/>
                </a:solidFill>
                <a:latin typeface="Aptos" pitchFamily="34" charset="0"/>
                <a:ea typeface="Aptos" pitchFamily="34" charset="-122"/>
                <a:cs typeface="Aptos" pitchFamily="34" charset="-120"/>
              </a:rPr>
              <a:t>NORMALIZED ACROSS EACH SIGNAL'S OBSERVED RANGE</a:t>
            </a:r>
            <a:endParaRPr lang="en-US" sz="1050" dirty="0"/>
          </a:p>
        </p:txBody>
      </p:sp>
      <p:sp>
        <p:nvSpPr>
          <p:cNvPr id="9" name="Shape 7"/>
          <p:cNvSpPr/>
          <p:nvPr/>
        </p:nvSpPr>
        <p:spPr>
          <a:xfrm>
            <a:off x="841248" y="4896196"/>
            <a:ext cx="10424160" cy="0"/>
          </a:xfrm>
          <a:prstGeom prst="line">
            <a:avLst/>
          </a:prstGeom>
          <a:noFill/>
          <a:ln w="12700">
            <a:solidFill>
              <a:srgbClr val="DCE2E7"/>
            </a:solidFill>
            <a:prstDash val="solid"/>
          </a:ln>
        </p:spPr>
      </p:sp>
      <p:sp>
        <p:nvSpPr>
          <p:cNvPr id="10" name="Text 8"/>
          <p:cNvSpPr/>
          <p:nvPr/>
        </p:nvSpPr>
        <p:spPr>
          <a:xfrm>
            <a:off x="457200" y="4823044"/>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0%</a:t>
            </a:r>
            <a:endParaRPr lang="en-US" sz="900" dirty="0"/>
          </a:p>
        </p:txBody>
      </p:sp>
      <p:sp>
        <p:nvSpPr>
          <p:cNvPr id="11" name="Shape 9"/>
          <p:cNvSpPr/>
          <p:nvPr/>
        </p:nvSpPr>
        <p:spPr>
          <a:xfrm>
            <a:off x="841248" y="3566160"/>
            <a:ext cx="10424160" cy="0"/>
          </a:xfrm>
          <a:prstGeom prst="line">
            <a:avLst/>
          </a:prstGeom>
          <a:noFill/>
          <a:ln w="12700">
            <a:solidFill>
              <a:srgbClr val="DCE2E7"/>
            </a:solidFill>
            <a:prstDash val="solid"/>
          </a:ln>
        </p:spPr>
      </p:sp>
      <p:sp>
        <p:nvSpPr>
          <p:cNvPr id="12" name="Text 10"/>
          <p:cNvSpPr/>
          <p:nvPr/>
        </p:nvSpPr>
        <p:spPr>
          <a:xfrm>
            <a:off x="457200" y="3493008"/>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50%</a:t>
            </a:r>
            <a:endParaRPr lang="en-US" sz="900" dirty="0"/>
          </a:p>
        </p:txBody>
      </p:sp>
      <p:sp>
        <p:nvSpPr>
          <p:cNvPr id="13" name="Shape 11"/>
          <p:cNvSpPr/>
          <p:nvPr/>
        </p:nvSpPr>
        <p:spPr>
          <a:xfrm>
            <a:off x="841248" y="2236124"/>
            <a:ext cx="10424160" cy="0"/>
          </a:xfrm>
          <a:prstGeom prst="line">
            <a:avLst/>
          </a:prstGeom>
          <a:noFill/>
          <a:ln w="12700">
            <a:solidFill>
              <a:srgbClr val="DCE2E7"/>
            </a:solidFill>
            <a:prstDash val="solid"/>
          </a:ln>
        </p:spPr>
      </p:sp>
      <p:sp>
        <p:nvSpPr>
          <p:cNvPr id="14" name="Text 12"/>
          <p:cNvSpPr/>
          <p:nvPr/>
        </p:nvSpPr>
        <p:spPr>
          <a:xfrm>
            <a:off x="457200" y="2162972"/>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100%</a:t>
            </a:r>
            <a:endParaRPr lang="en-US" sz="900" dirty="0"/>
          </a:p>
        </p:txBody>
      </p:sp>
      <p:sp>
        <p:nvSpPr>
          <p:cNvPr id="15" name="Shape 13"/>
          <p:cNvSpPr/>
          <p:nvPr/>
        </p:nvSpPr>
        <p:spPr>
          <a:xfrm>
            <a:off x="841248" y="2103120"/>
            <a:ext cx="0" cy="2926080"/>
          </a:xfrm>
          <a:prstGeom prst="line">
            <a:avLst/>
          </a:prstGeom>
          <a:noFill/>
          <a:ln w="8890">
            <a:solidFill>
              <a:srgbClr val="DCE2E7">
                <a:alpha val="80000"/>
              </a:srgbClr>
            </a:solidFill>
            <a:prstDash val="solid"/>
          </a:ln>
        </p:spPr>
      </p:sp>
      <p:sp>
        <p:nvSpPr>
          <p:cNvPr id="16" name="Text 14"/>
          <p:cNvSpPr/>
          <p:nvPr/>
        </p:nvSpPr>
        <p:spPr>
          <a:xfrm>
            <a:off x="731520"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0</a:t>
            </a:r>
            <a:endParaRPr lang="en-US" sz="900" dirty="0"/>
          </a:p>
        </p:txBody>
      </p:sp>
      <p:sp>
        <p:nvSpPr>
          <p:cNvPr id="17" name="Shape 15"/>
          <p:cNvSpPr/>
          <p:nvPr/>
        </p:nvSpPr>
        <p:spPr>
          <a:xfrm>
            <a:off x="2926080" y="2103120"/>
            <a:ext cx="0" cy="2926080"/>
          </a:xfrm>
          <a:prstGeom prst="line">
            <a:avLst/>
          </a:prstGeom>
          <a:noFill/>
          <a:ln w="8890">
            <a:solidFill>
              <a:srgbClr val="DCE2E7">
                <a:alpha val="80000"/>
              </a:srgbClr>
            </a:solidFill>
            <a:prstDash val="solid"/>
          </a:ln>
        </p:spPr>
      </p:sp>
      <p:sp>
        <p:nvSpPr>
          <p:cNvPr id="18" name="Text 16"/>
          <p:cNvSpPr/>
          <p:nvPr/>
        </p:nvSpPr>
        <p:spPr>
          <a:xfrm>
            <a:off x="2816352"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2</a:t>
            </a:r>
            <a:endParaRPr lang="en-US" sz="900" dirty="0"/>
          </a:p>
        </p:txBody>
      </p:sp>
      <p:sp>
        <p:nvSpPr>
          <p:cNvPr id="19" name="Shape 17"/>
          <p:cNvSpPr/>
          <p:nvPr/>
        </p:nvSpPr>
        <p:spPr>
          <a:xfrm>
            <a:off x="5010912" y="2103120"/>
            <a:ext cx="0" cy="2926080"/>
          </a:xfrm>
          <a:prstGeom prst="line">
            <a:avLst/>
          </a:prstGeom>
          <a:noFill/>
          <a:ln w="8890">
            <a:solidFill>
              <a:srgbClr val="DCE2E7">
                <a:alpha val="80000"/>
              </a:srgbClr>
            </a:solidFill>
            <a:prstDash val="solid"/>
          </a:ln>
        </p:spPr>
      </p:sp>
      <p:sp>
        <p:nvSpPr>
          <p:cNvPr id="20" name="Text 18"/>
          <p:cNvSpPr/>
          <p:nvPr/>
        </p:nvSpPr>
        <p:spPr>
          <a:xfrm>
            <a:off x="4901184"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4</a:t>
            </a:r>
            <a:endParaRPr lang="en-US" sz="900" dirty="0"/>
          </a:p>
        </p:txBody>
      </p:sp>
      <p:sp>
        <p:nvSpPr>
          <p:cNvPr id="21" name="Shape 19"/>
          <p:cNvSpPr/>
          <p:nvPr/>
        </p:nvSpPr>
        <p:spPr>
          <a:xfrm>
            <a:off x="7095744" y="2103120"/>
            <a:ext cx="0" cy="2926080"/>
          </a:xfrm>
          <a:prstGeom prst="line">
            <a:avLst/>
          </a:prstGeom>
          <a:noFill/>
          <a:ln w="8890">
            <a:solidFill>
              <a:srgbClr val="DCE2E7">
                <a:alpha val="80000"/>
              </a:srgbClr>
            </a:solidFill>
            <a:prstDash val="solid"/>
          </a:ln>
        </p:spPr>
      </p:sp>
      <p:sp>
        <p:nvSpPr>
          <p:cNvPr id="22" name="Text 20"/>
          <p:cNvSpPr/>
          <p:nvPr/>
        </p:nvSpPr>
        <p:spPr>
          <a:xfrm>
            <a:off x="6986016"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6</a:t>
            </a:r>
            <a:endParaRPr lang="en-US" sz="900" dirty="0"/>
          </a:p>
        </p:txBody>
      </p:sp>
      <p:sp>
        <p:nvSpPr>
          <p:cNvPr id="23" name="Shape 21"/>
          <p:cNvSpPr/>
          <p:nvPr/>
        </p:nvSpPr>
        <p:spPr>
          <a:xfrm>
            <a:off x="9180576" y="2103120"/>
            <a:ext cx="0" cy="2926080"/>
          </a:xfrm>
          <a:prstGeom prst="line">
            <a:avLst/>
          </a:prstGeom>
          <a:noFill/>
          <a:ln w="8890">
            <a:solidFill>
              <a:srgbClr val="DCE2E7">
                <a:alpha val="80000"/>
              </a:srgbClr>
            </a:solidFill>
            <a:prstDash val="solid"/>
          </a:ln>
        </p:spPr>
      </p:sp>
      <p:sp>
        <p:nvSpPr>
          <p:cNvPr id="24" name="Text 22"/>
          <p:cNvSpPr/>
          <p:nvPr/>
        </p:nvSpPr>
        <p:spPr>
          <a:xfrm>
            <a:off x="9070848"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8</a:t>
            </a:r>
            <a:endParaRPr lang="en-US" sz="900" dirty="0"/>
          </a:p>
        </p:txBody>
      </p:sp>
      <p:sp>
        <p:nvSpPr>
          <p:cNvPr id="25" name="Shape 23"/>
          <p:cNvSpPr/>
          <p:nvPr/>
        </p:nvSpPr>
        <p:spPr>
          <a:xfrm>
            <a:off x="11265408" y="2103120"/>
            <a:ext cx="0" cy="2926080"/>
          </a:xfrm>
          <a:prstGeom prst="line">
            <a:avLst/>
          </a:prstGeom>
          <a:noFill/>
          <a:ln w="8890">
            <a:solidFill>
              <a:srgbClr val="DCE2E7">
                <a:alpha val="80000"/>
              </a:srgbClr>
            </a:solidFill>
            <a:prstDash val="solid"/>
          </a:ln>
        </p:spPr>
      </p:sp>
      <p:sp>
        <p:nvSpPr>
          <p:cNvPr id="26" name="Text 24"/>
          <p:cNvSpPr/>
          <p:nvPr/>
        </p:nvSpPr>
        <p:spPr>
          <a:xfrm>
            <a:off x="11155680"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10</a:t>
            </a:r>
            <a:endParaRPr lang="en-US" sz="900" dirty="0"/>
          </a:p>
        </p:txBody>
      </p:sp>
      <p:sp>
        <p:nvSpPr>
          <p:cNvPr id="27" name="Text 25"/>
          <p:cNvSpPr/>
          <p:nvPr/>
        </p:nvSpPr>
        <p:spPr>
          <a:xfrm>
            <a:off x="4841748" y="5404104"/>
            <a:ext cx="2423160" cy="164592"/>
          </a:xfrm>
          <a:prstGeom prst="rect">
            <a:avLst/>
          </a:prstGeom>
          <a:noFill/>
          <a:ln/>
        </p:spPr>
        <p:txBody>
          <a:bodyPr wrap="square" lIns="0" tIns="0" rIns="0" bIns="0" rtlCol="0" anchor="ctr"/>
          <a:lstStyle/>
          <a:p>
            <a:pPr algn="ctr" indent="0" marL="0">
              <a:buNone/>
            </a:pPr>
            <a:r>
              <a:rPr lang="en-US" sz="920" b="1" spc="70" kern="0" dirty="0">
                <a:solidFill>
                  <a:srgbClr val="657782"/>
                </a:solidFill>
              </a:rPr>
              <a:t>HOURS FROM GRADE CHANGE</a:t>
            </a:r>
            <a:endParaRPr lang="en-US" sz="920" dirty="0"/>
          </a:p>
        </p:txBody>
      </p:sp>
      <p:sp>
        <p:nvSpPr>
          <p:cNvPr id="28" name="Shape 26"/>
          <p:cNvSpPr/>
          <p:nvPr/>
        </p:nvSpPr>
        <p:spPr>
          <a:xfrm>
            <a:off x="841248" y="2254211"/>
            <a:ext cx="176480" cy="0"/>
          </a:xfrm>
          <a:prstGeom prst="line">
            <a:avLst/>
          </a:prstGeom>
          <a:noFill/>
          <a:ln w="25400">
            <a:solidFill>
              <a:srgbClr val="5C4DB7"/>
            </a:solidFill>
            <a:prstDash val="solid"/>
            <a:headEnd type="none"/>
            <a:tailEnd type="none"/>
          </a:ln>
        </p:spPr>
      </p:sp>
      <p:sp>
        <p:nvSpPr>
          <p:cNvPr id="29" name="Shape 27"/>
          <p:cNvSpPr/>
          <p:nvPr/>
        </p:nvSpPr>
        <p:spPr>
          <a:xfrm>
            <a:off x="1014984" y="2235633"/>
            <a:ext cx="0" cy="21320"/>
          </a:xfrm>
          <a:prstGeom prst="line">
            <a:avLst/>
          </a:prstGeom>
          <a:noFill/>
          <a:ln w="25400">
            <a:solidFill>
              <a:srgbClr val="5C4DB7"/>
            </a:solidFill>
            <a:prstDash val="solid"/>
            <a:headEnd type="none"/>
            <a:tailEnd type="none"/>
          </a:ln>
        </p:spPr>
      </p:sp>
      <p:sp>
        <p:nvSpPr>
          <p:cNvPr id="30" name="Shape 28"/>
          <p:cNvSpPr/>
          <p:nvPr/>
        </p:nvSpPr>
        <p:spPr>
          <a:xfrm>
            <a:off x="1014984" y="2238377"/>
            <a:ext cx="176479" cy="0"/>
          </a:xfrm>
          <a:prstGeom prst="line">
            <a:avLst/>
          </a:prstGeom>
          <a:noFill/>
          <a:ln w="25400">
            <a:solidFill>
              <a:srgbClr val="5C4DB7"/>
            </a:solidFill>
            <a:prstDash val="solid"/>
            <a:headEnd type="none"/>
            <a:tailEnd type="none"/>
          </a:ln>
        </p:spPr>
      </p:sp>
      <p:sp>
        <p:nvSpPr>
          <p:cNvPr id="31" name="Shape 29"/>
          <p:cNvSpPr/>
          <p:nvPr/>
        </p:nvSpPr>
        <p:spPr>
          <a:xfrm>
            <a:off x="1188720" y="2235633"/>
            <a:ext cx="0" cy="14004"/>
          </a:xfrm>
          <a:prstGeom prst="line">
            <a:avLst/>
          </a:prstGeom>
          <a:noFill/>
          <a:ln w="25400">
            <a:solidFill>
              <a:srgbClr val="5C4DB7"/>
            </a:solidFill>
            <a:prstDash val="solid"/>
            <a:headEnd type="none"/>
            <a:tailEnd type="none"/>
          </a:ln>
        </p:spPr>
      </p:sp>
      <p:sp>
        <p:nvSpPr>
          <p:cNvPr id="32" name="Shape 30"/>
          <p:cNvSpPr/>
          <p:nvPr/>
        </p:nvSpPr>
        <p:spPr>
          <a:xfrm>
            <a:off x="1188720" y="2246894"/>
            <a:ext cx="176480" cy="0"/>
          </a:xfrm>
          <a:prstGeom prst="line">
            <a:avLst/>
          </a:prstGeom>
          <a:noFill/>
          <a:ln w="25400">
            <a:solidFill>
              <a:srgbClr val="5C4DB7"/>
            </a:solidFill>
            <a:prstDash val="solid"/>
            <a:headEnd type="none"/>
            <a:tailEnd type="none"/>
          </a:ln>
        </p:spPr>
      </p:sp>
      <p:sp>
        <p:nvSpPr>
          <p:cNvPr id="33" name="Shape 31"/>
          <p:cNvSpPr/>
          <p:nvPr/>
        </p:nvSpPr>
        <p:spPr>
          <a:xfrm>
            <a:off x="1362456" y="2244151"/>
            <a:ext cx="0" cy="20311"/>
          </a:xfrm>
          <a:prstGeom prst="line">
            <a:avLst/>
          </a:prstGeom>
          <a:noFill/>
          <a:ln w="25400">
            <a:solidFill>
              <a:srgbClr val="5C4DB7"/>
            </a:solidFill>
            <a:prstDash val="solid"/>
            <a:headEnd type="none"/>
            <a:tailEnd type="none"/>
          </a:ln>
        </p:spPr>
      </p:sp>
      <p:sp>
        <p:nvSpPr>
          <p:cNvPr id="34" name="Shape 32"/>
          <p:cNvSpPr/>
          <p:nvPr/>
        </p:nvSpPr>
        <p:spPr>
          <a:xfrm>
            <a:off x="1362456" y="2261719"/>
            <a:ext cx="176480" cy="0"/>
          </a:xfrm>
          <a:prstGeom prst="line">
            <a:avLst/>
          </a:prstGeom>
          <a:noFill/>
          <a:ln w="25400">
            <a:solidFill>
              <a:srgbClr val="5C4DB7"/>
            </a:solidFill>
            <a:prstDash val="solid"/>
            <a:headEnd type="none"/>
            <a:tailEnd type="none"/>
          </a:ln>
        </p:spPr>
      </p:sp>
      <p:sp>
        <p:nvSpPr>
          <p:cNvPr id="35" name="Shape 33"/>
          <p:cNvSpPr/>
          <p:nvPr/>
        </p:nvSpPr>
        <p:spPr>
          <a:xfrm>
            <a:off x="1536192" y="2258976"/>
            <a:ext cx="0" cy="26650"/>
          </a:xfrm>
          <a:prstGeom prst="line">
            <a:avLst/>
          </a:prstGeom>
          <a:noFill/>
          <a:ln w="25400">
            <a:solidFill>
              <a:srgbClr val="5C4DB7"/>
            </a:solidFill>
            <a:prstDash val="solid"/>
            <a:headEnd type="none"/>
            <a:tailEnd type="none"/>
          </a:ln>
        </p:spPr>
      </p:sp>
      <p:sp>
        <p:nvSpPr>
          <p:cNvPr id="36" name="Shape 34"/>
          <p:cNvSpPr/>
          <p:nvPr/>
        </p:nvSpPr>
        <p:spPr>
          <a:xfrm>
            <a:off x="1536192" y="2282883"/>
            <a:ext cx="176479" cy="0"/>
          </a:xfrm>
          <a:prstGeom prst="line">
            <a:avLst/>
          </a:prstGeom>
          <a:noFill/>
          <a:ln w="25400">
            <a:solidFill>
              <a:srgbClr val="5C4DB7"/>
            </a:solidFill>
            <a:prstDash val="solid"/>
            <a:headEnd type="none"/>
            <a:tailEnd type="none"/>
          </a:ln>
        </p:spPr>
      </p:sp>
      <p:sp>
        <p:nvSpPr>
          <p:cNvPr id="37" name="Shape 35"/>
          <p:cNvSpPr/>
          <p:nvPr/>
        </p:nvSpPr>
        <p:spPr>
          <a:xfrm>
            <a:off x="1709928" y="2280140"/>
            <a:ext cx="0" cy="32664"/>
          </a:xfrm>
          <a:prstGeom prst="line">
            <a:avLst/>
          </a:prstGeom>
          <a:noFill/>
          <a:ln w="25400">
            <a:solidFill>
              <a:srgbClr val="5C4DB7"/>
            </a:solidFill>
            <a:prstDash val="solid"/>
            <a:headEnd type="none"/>
            <a:tailEnd type="none"/>
          </a:ln>
        </p:spPr>
      </p:sp>
      <p:sp>
        <p:nvSpPr>
          <p:cNvPr id="38" name="Shape 36"/>
          <p:cNvSpPr/>
          <p:nvPr/>
        </p:nvSpPr>
        <p:spPr>
          <a:xfrm>
            <a:off x="1709928" y="2310060"/>
            <a:ext cx="176480" cy="0"/>
          </a:xfrm>
          <a:prstGeom prst="line">
            <a:avLst/>
          </a:prstGeom>
          <a:noFill/>
          <a:ln w="25400">
            <a:solidFill>
              <a:srgbClr val="5C4DB7"/>
            </a:solidFill>
            <a:prstDash val="solid"/>
            <a:headEnd type="none"/>
            <a:tailEnd type="none"/>
          </a:ln>
        </p:spPr>
      </p:sp>
      <p:sp>
        <p:nvSpPr>
          <p:cNvPr id="39" name="Shape 37"/>
          <p:cNvSpPr/>
          <p:nvPr/>
        </p:nvSpPr>
        <p:spPr>
          <a:xfrm>
            <a:off x="1883664" y="2307317"/>
            <a:ext cx="0" cy="37595"/>
          </a:xfrm>
          <a:prstGeom prst="line">
            <a:avLst/>
          </a:prstGeom>
          <a:noFill/>
          <a:ln w="25400">
            <a:solidFill>
              <a:srgbClr val="5C4DB7"/>
            </a:solidFill>
            <a:prstDash val="solid"/>
            <a:headEnd type="none"/>
            <a:tailEnd type="none"/>
          </a:ln>
        </p:spPr>
      </p:sp>
      <p:sp>
        <p:nvSpPr>
          <p:cNvPr id="40" name="Shape 38"/>
          <p:cNvSpPr/>
          <p:nvPr/>
        </p:nvSpPr>
        <p:spPr>
          <a:xfrm>
            <a:off x="1883664" y="2342169"/>
            <a:ext cx="176480" cy="0"/>
          </a:xfrm>
          <a:prstGeom prst="line">
            <a:avLst/>
          </a:prstGeom>
          <a:noFill/>
          <a:ln w="25400">
            <a:solidFill>
              <a:srgbClr val="5C4DB7"/>
            </a:solidFill>
            <a:prstDash val="solid"/>
            <a:headEnd type="none"/>
            <a:tailEnd type="none"/>
          </a:ln>
        </p:spPr>
      </p:sp>
      <p:sp>
        <p:nvSpPr>
          <p:cNvPr id="41" name="Shape 39"/>
          <p:cNvSpPr/>
          <p:nvPr/>
        </p:nvSpPr>
        <p:spPr>
          <a:xfrm>
            <a:off x="2057400" y="2339426"/>
            <a:ext cx="0" cy="42447"/>
          </a:xfrm>
          <a:prstGeom prst="line">
            <a:avLst/>
          </a:prstGeom>
          <a:noFill/>
          <a:ln w="25400">
            <a:solidFill>
              <a:srgbClr val="5C4DB7"/>
            </a:solidFill>
            <a:prstDash val="solid"/>
            <a:headEnd type="none"/>
            <a:tailEnd type="none"/>
          </a:ln>
        </p:spPr>
      </p:sp>
      <p:sp>
        <p:nvSpPr>
          <p:cNvPr id="42" name="Shape 40"/>
          <p:cNvSpPr/>
          <p:nvPr/>
        </p:nvSpPr>
        <p:spPr>
          <a:xfrm>
            <a:off x="2057400" y="2379130"/>
            <a:ext cx="176479" cy="0"/>
          </a:xfrm>
          <a:prstGeom prst="line">
            <a:avLst/>
          </a:prstGeom>
          <a:noFill/>
          <a:ln w="25400">
            <a:solidFill>
              <a:srgbClr val="5C4DB7"/>
            </a:solidFill>
            <a:prstDash val="solid"/>
            <a:headEnd type="none"/>
            <a:tailEnd type="none"/>
          </a:ln>
        </p:spPr>
      </p:sp>
      <p:sp>
        <p:nvSpPr>
          <p:cNvPr id="43" name="Shape 41"/>
          <p:cNvSpPr/>
          <p:nvPr/>
        </p:nvSpPr>
        <p:spPr>
          <a:xfrm>
            <a:off x="2231136" y="2376387"/>
            <a:ext cx="0" cy="46836"/>
          </a:xfrm>
          <a:prstGeom prst="line">
            <a:avLst/>
          </a:prstGeom>
          <a:noFill/>
          <a:ln w="25400">
            <a:solidFill>
              <a:srgbClr val="5C4DB7"/>
            </a:solidFill>
            <a:prstDash val="solid"/>
            <a:headEnd type="none"/>
            <a:tailEnd type="none"/>
          </a:ln>
        </p:spPr>
      </p:sp>
      <p:sp>
        <p:nvSpPr>
          <p:cNvPr id="44" name="Shape 42"/>
          <p:cNvSpPr/>
          <p:nvPr/>
        </p:nvSpPr>
        <p:spPr>
          <a:xfrm>
            <a:off x="2231136" y="2420479"/>
            <a:ext cx="176480" cy="0"/>
          </a:xfrm>
          <a:prstGeom prst="line">
            <a:avLst/>
          </a:prstGeom>
          <a:noFill/>
          <a:ln w="25400">
            <a:solidFill>
              <a:srgbClr val="5C4DB7"/>
            </a:solidFill>
            <a:prstDash val="solid"/>
            <a:headEnd type="none"/>
            <a:tailEnd type="none"/>
          </a:ln>
        </p:spPr>
      </p:sp>
      <p:sp>
        <p:nvSpPr>
          <p:cNvPr id="45" name="Shape 43"/>
          <p:cNvSpPr/>
          <p:nvPr/>
        </p:nvSpPr>
        <p:spPr>
          <a:xfrm>
            <a:off x="2404872" y="2417736"/>
            <a:ext cx="0" cy="50506"/>
          </a:xfrm>
          <a:prstGeom prst="line">
            <a:avLst/>
          </a:prstGeom>
          <a:noFill/>
          <a:ln w="25400">
            <a:solidFill>
              <a:srgbClr val="5C4DB7"/>
            </a:solidFill>
            <a:prstDash val="solid"/>
            <a:headEnd type="none"/>
            <a:tailEnd type="none"/>
          </a:ln>
        </p:spPr>
      </p:sp>
      <p:sp>
        <p:nvSpPr>
          <p:cNvPr id="46" name="Shape 44"/>
          <p:cNvSpPr/>
          <p:nvPr/>
        </p:nvSpPr>
        <p:spPr>
          <a:xfrm>
            <a:off x="2404872" y="2465499"/>
            <a:ext cx="176480" cy="0"/>
          </a:xfrm>
          <a:prstGeom prst="line">
            <a:avLst/>
          </a:prstGeom>
          <a:noFill/>
          <a:ln w="25400">
            <a:solidFill>
              <a:srgbClr val="5C4DB7"/>
            </a:solidFill>
            <a:prstDash val="solid"/>
            <a:headEnd type="none"/>
            <a:tailEnd type="none"/>
          </a:ln>
        </p:spPr>
      </p:sp>
      <p:sp>
        <p:nvSpPr>
          <p:cNvPr id="47" name="Shape 45"/>
          <p:cNvSpPr/>
          <p:nvPr/>
        </p:nvSpPr>
        <p:spPr>
          <a:xfrm>
            <a:off x="2578608" y="2462756"/>
            <a:ext cx="0" cy="54152"/>
          </a:xfrm>
          <a:prstGeom prst="line">
            <a:avLst/>
          </a:prstGeom>
          <a:noFill/>
          <a:ln w="25400">
            <a:solidFill>
              <a:srgbClr val="5C4DB7"/>
            </a:solidFill>
            <a:prstDash val="solid"/>
            <a:headEnd type="none"/>
            <a:tailEnd type="none"/>
          </a:ln>
        </p:spPr>
      </p:sp>
      <p:sp>
        <p:nvSpPr>
          <p:cNvPr id="48" name="Shape 46"/>
          <p:cNvSpPr/>
          <p:nvPr/>
        </p:nvSpPr>
        <p:spPr>
          <a:xfrm>
            <a:off x="2578608" y="2514165"/>
            <a:ext cx="176479" cy="0"/>
          </a:xfrm>
          <a:prstGeom prst="line">
            <a:avLst/>
          </a:prstGeom>
          <a:noFill/>
          <a:ln w="25400">
            <a:solidFill>
              <a:srgbClr val="5C4DB7"/>
            </a:solidFill>
            <a:prstDash val="solid"/>
            <a:headEnd type="none"/>
            <a:tailEnd type="none"/>
          </a:ln>
        </p:spPr>
      </p:sp>
      <p:sp>
        <p:nvSpPr>
          <p:cNvPr id="49" name="Shape 47"/>
          <p:cNvSpPr/>
          <p:nvPr/>
        </p:nvSpPr>
        <p:spPr>
          <a:xfrm>
            <a:off x="2752344" y="2511422"/>
            <a:ext cx="0" cy="57203"/>
          </a:xfrm>
          <a:prstGeom prst="line">
            <a:avLst/>
          </a:prstGeom>
          <a:noFill/>
          <a:ln w="25400">
            <a:solidFill>
              <a:srgbClr val="5C4DB7"/>
            </a:solidFill>
            <a:prstDash val="solid"/>
            <a:headEnd type="none"/>
            <a:tailEnd type="none"/>
          </a:ln>
        </p:spPr>
      </p:sp>
      <p:sp>
        <p:nvSpPr>
          <p:cNvPr id="50" name="Shape 48"/>
          <p:cNvSpPr/>
          <p:nvPr/>
        </p:nvSpPr>
        <p:spPr>
          <a:xfrm>
            <a:off x="2752344" y="2565882"/>
            <a:ext cx="176480" cy="0"/>
          </a:xfrm>
          <a:prstGeom prst="line">
            <a:avLst/>
          </a:prstGeom>
          <a:noFill/>
          <a:ln w="25400">
            <a:solidFill>
              <a:srgbClr val="5C4DB7"/>
            </a:solidFill>
            <a:prstDash val="solid"/>
            <a:headEnd type="none"/>
            <a:tailEnd type="none"/>
          </a:ln>
        </p:spPr>
      </p:sp>
      <p:sp>
        <p:nvSpPr>
          <p:cNvPr id="51" name="Shape 49"/>
          <p:cNvSpPr/>
          <p:nvPr/>
        </p:nvSpPr>
        <p:spPr>
          <a:xfrm>
            <a:off x="2926080" y="2563139"/>
            <a:ext cx="0" cy="59553"/>
          </a:xfrm>
          <a:prstGeom prst="line">
            <a:avLst/>
          </a:prstGeom>
          <a:noFill/>
          <a:ln w="25400">
            <a:solidFill>
              <a:srgbClr val="5C4DB7"/>
            </a:solidFill>
            <a:prstDash val="solid"/>
            <a:headEnd type="none"/>
            <a:tailEnd type="none"/>
          </a:ln>
        </p:spPr>
      </p:sp>
      <p:sp>
        <p:nvSpPr>
          <p:cNvPr id="52" name="Shape 50"/>
          <p:cNvSpPr/>
          <p:nvPr/>
        </p:nvSpPr>
        <p:spPr>
          <a:xfrm>
            <a:off x="2926080" y="2619948"/>
            <a:ext cx="176480" cy="0"/>
          </a:xfrm>
          <a:prstGeom prst="line">
            <a:avLst/>
          </a:prstGeom>
          <a:noFill/>
          <a:ln w="25400">
            <a:solidFill>
              <a:srgbClr val="5C4DB7"/>
            </a:solidFill>
            <a:prstDash val="solid"/>
            <a:headEnd type="none"/>
            <a:tailEnd type="none"/>
          </a:ln>
        </p:spPr>
      </p:sp>
      <p:sp>
        <p:nvSpPr>
          <p:cNvPr id="53" name="Shape 51"/>
          <p:cNvSpPr/>
          <p:nvPr/>
        </p:nvSpPr>
        <p:spPr>
          <a:xfrm>
            <a:off x="3099816" y="2617205"/>
            <a:ext cx="0" cy="71978"/>
          </a:xfrm>
          <a:prstGeom prst="line">
            <a:avLst/>
          </a:prstGeom>
          <a:noFill/>
          <a:ln w="25400">
            <a:solidFill>
              <a:srgbClr val="5C4DB7"/>
            </a:solidFill>
            <a:prstDash val="solid"/>
            <a:headEnd type="none"/>
            <a:tailEnd type="none"/>
          </a:ln>
        </p:spPr>
      </p:sp>
      <p:sp>
        <p:nvSpPr>
          <p:cNvPr id="54" name="Shape 52"/>
          <p:cNvSpPr/>
          <p:nvPr/>
        </p:nvSpPr>
        <p:spPr>
          <a:xfrm>
            <a:off x="3099816" y="2686440"/>
            <a:ext cx="176479" cy="0"/>
          </a:xfrm>
          <a:prstGeom prst="line">
            <a:avLst/>
          </a:prstGeom>
          <a:noFill/>
          <a:ln w="25400">
            <a:solidFill>
              <a:srgbClr val="5C4DB7"/>
            </a:solidFill>
            <a:prstDash val="solid"/>
            <a:headEnd type="none"/>
            <a:tailEnd type="none"/>
          </a:ln>
        </p:spPr>
      </p:sp>
      <p:sp>
        <p:nvSpPr>
          <p:cNvPr id="55" name="Shape 53"/>
          <p:cNvSpPr/>
          <p:nvPr/>
        </p:nvSpPr>
        <p:spPr>
          <a:xfrm>
            <a:off x="3273552" y="2683697"/>
            <a:ext cx="0" cy="63026"/>
          </a:xfrm>
          <a:prstGeom prst="line">
            <a:avLst/>
          </a:prstGeom>
          <a:noFill/>
          <a:ln w="25400">
            <a:solidFill>
              <a:srgbClr val="5C4DB7"/>
            </a:solidFill>
            <a:prstDash val="solid"/>
            <a:headEnd type="none"/>
            <a:tailEnd type="none"/>
          </a:ln>
        </p:spPr>
      </p:sp>
      <p:sp>
        <p:nvSpPr>
          <p:cNvPr id="56" name="Shape 54"/>
          <p:cNvSpPr/>
          <p:nvPr/>
        </p:nvSpPr>
        <p:spPr>
          <a:xfrm>
            <a:off x="3273552" y="2743980"/>
            <a:ext cx="176480" cy="0"/>
          </a:xfrm>
          <a:prstGeom prst="line">
            <a:avLst/>
          </a:prstGeom>
          <a:noFill/>
          <a:ln w="25400">
            <a:solidFill>
              <a:srgbClr val="5C4DB7"/>
            </a:solidFill>
            <a:prstDash val="solid"/>
            <a:headEnd type="none"/>
            <a:tailEnd type="none"/>
          </a:ln>
        </p:spPr>
      </p:sp>
      <p:sp>
        <p:nvSpPr>
          <p:cNvPr id="57" name="Shape 55"/>
          <p:cNvSpPr/>
          <p:nvPr/>
        </p:nvSpPr>
        <p:spPr>
          <a:xfrm>
            <a:off x="3447288" y="2741236"/>
            <a:ext cx="0" cy="63943"/>
          </a:xfrm>
          <a:prstGeom prst="line">
            <a:avLst/>
          </a:prstGeom>
          <a:noFill/>
          <a:ln w="25400">
            <a:solidFill>
              <a:srgbClr val="5C4DB7"/>
            </a:solidFill>
            <a:prstDash val="solid"/>
            <a:headEnd type="none"/>
            <a:tailEnd type="none"/>
          </a:ln>
        </p:spPr>
      </p:sp>
      <p:sp>
        <p:nvSpPr>
          <p:cNvPr id="58" name="Shape 56"/>
          <p:cNvSpPr/>
          <p:nvPr/>
        </p:nvSpPr>
        <p:spPr>
          <a:xfrm>
            <a:off x="3447288" y="2802436"/>
            <a:ext cx="176480" cy="0"/>
          </a:xfrm>
          <a:prstGeom prst="line">
            <a:avLst/>
          </a:prstGeom>
          <a:noFill/>
          <a:ln w="25400">
            <a:solidFill>
              <a:srgbClr val="5C4DB7"/>
            </a:solidFill>
            <a:prstDash val="solid"/>
            <a:headEnd type="none"/>
            <a:tailEnd type="none"/>
          </a:ln>
        </p:spPr>
      </p:sp>
      <p:sp>
        <p:nvSpPr>
          <p:cNvPr id="59" name="Shape 57"/>
          <p:cNvSpPr/>
          <p:nvPr/>
        </p:nvSpPr>
        <p:spPr>
          <a:xfrm>
            <a:off x="3621024" y="2799693"/>
            <a:ext cx="0" cy="64504"/>
          </a:xfrm>
          <a:prstGeom prst="line">
            <a:avLst/>
          </a:prstGeom>
          <a:noFill/>
          <a:ln w="25400">
            <a:solidFill>
              <a:srgbClr val="5C4DB7"/>
            </a:solidFill>
            <a:prstDash val="solid"/>
            <a:headEnd type="none"/>
            <a:tailEnd type="none"/>
          </a:ln>
        </p:spPr>
      </p:sp>
      <p:sp>
        <p:nvSpPr>
          <p:cNvPr id="60" name="Shape 58"/>
          <p:cNvSpPr/>
          <p:nvPr/>
        </p:nvSpPr>
        <p:spPr>
          <a:xfrm>
            <a:off x="3621024" y="2861454"/>
            <a:ext cx="176479" cy="0"/>
          </a:xfrm>
          <a:prstGeom prst="line">
            <a:avLst/>
          </a:prstGeom>
          <a:noFill/>
          <a:ln w="25400">
            <a:solidFill>
              <a:srgbClr val="5C4DB7"/>
            </a:solidFill>
            <a:prstDash val="solid"/>
            <a:headEnd type="none"/>
            <a:tailEnd type="none"/>
          </a:ln>
        </p:spPr>
      </p:sp>
      <p:sp>
        <p:nvSpPr>
          <p:cNvPr id="61" name="Shape 59"/>
          <p:cNvSpPr/>
          <p:nvPr/>
        </p:nvSpPr>
        <p:spPr>
          <a:xfrm>
            <a:off x="3794760" y="2858711"/>
            <a:ext cx="0" cy="64640"/>
          </a:xfrm>
          <a:prstGeom prst="line">
            <a:avLst/>
          </a:prstGeom>
          <a:noFill/>
          <a:ln w="25400">
            <a:solidFill>
              <a:srgbClr val="5C4DB7"/>
            </a:solidFill>
            <a:prstDash val="solid"/>
            <a:headEnd type="none"/>
            <a:tailEnd type="none"/>
          </a:ln>
        </p:spPr>
      </p:sp>
      <p:sp>
        <p:nvSpPr>
          <p:cNvPr id="62" name="Shape 60"/>
          <p:cNvSpPr/>
          <p:nvPr/>
        </p:nvSpPr>
        <p:spPr>
          <a:xfrm>
            <a:off x="3794760" y="2920607"/>
            <a:ext cx="176480" cy="0"/>
          </a:xfrm>
          <a:prstGeom prst="line">
            <a:avLst/>
          </a:prstGeom>
          <a:noFill/>
          <a:ln w="25400">
            <a:solidFill>
              <a:srgbClr val="5C4DB7"/>
            </a:solidFill>
            <a:prstDash val="solid"/>
            <a:headEnd type="none"/>
            <a:tailEnd type="none"/>
          </a:ln>
        </p:spPr>
      </p:sp>
      <p:sp>
        <p:nvSpPr>
          <p:cNvPr id="63" name="Shape 61"/>
          <p:cNvSpPr/>
          <p:nvPr/>
        </p:nvSpPr>
        <p:spPr>
          <a:xfrm>
            <a:off x="3968496" y="2917864"/>
            <a:ext cx="0" cy="64331"/>
          </a:xfrm>
          <a:prstGeom prst="line">
            <a:avLst/>
          </a:prstGeom>
          <a:noFill/>
          <a:ln w="25400">
            <a:solidFill>
              <a:srgbClr val="5C4DB7"/>
            </a:solidFill>
            <a:prstDash val="solid"/>
            <a:headEnd type="none"/>
            <a:tailEnd type="none"/>
          </a:ln>
        </p:spPr>
      </p:sp>
      <p:sp>
        <p:nvSpPr>
          <p:cNvPr id="64" name="Shape 62"/>
          <p:cNvSpPr/>
          <p:nvPr/>
        </p:nvSpPr>
        <p:spPr>
          <a:xfrm>
            <a:off x="3968496" y="2979451"/>
            <a:ext cx="176480" cy="0"/>
          </a:xfrm>
          <a:prstGeom prst="line">
            <a:avLst/>
          </a:prstGeom>
          <a:noFill/>
          <a:ln w="25400">
            <a:solidFill>
              <a:srgbClr val="5C4DB7"/>
            </a:solidFill>
            <a:prstDash val="solid"/>
            <a:headEnd type="none"/>
            <a:tailEnd type="none"/>
          </a:ln>
        </p:spPr>
      </p:sp>
      <p:sp>
        <p:nvSpPr>
          <p:cNvPr id="65" name="Shape 63"/>
          <p:cNvSpPr/>
          <p:nvPr/>
        </p:nvSpPr>
        <p:spPr>
          <a:xfrm>
            <a:off x="4142232" y="2976708"/>
            <a:ext cx="0" cy="64067"/>
          </a:xfrm>
          <a:prstGeom prst="line">
            <a:avLst/>
          </a:prstGeom>
          <a:noFill/>
          <a:ln w="25400">
            <a:solidFill>
              <a:srgbClr val="5C4DB7"/>
            </a:solidFill>
            <a:prstDash val="solid"/>
            <a:headEnd type="none"/>
            <a:tailEnd type="none"/>
          </a:ln>
        </p:spPr>
      </p:sp>
      <p:sp>
        <p:nvSpPr>
          <p:cNvPr id="66" name="Shape 64"/>
          <p:cNvSpPr/>
          <p:nvPr/>
        </p:nvSpPr>
        <p:spPr>
          <a:xfrm>
            <a:off x="4142232" y="3038032"/>
            <a:ext cx="176479" cy="0"/>
          </a:xfrm>
          <a:prstGeom prst="line">
            <a:avLst/>
          </a:prstGeom>
          <a:noFill/>
          <a:ln w="25400">
            <a:solidFill>
              <a:srgbClr val="5C4DB7"/>
            </a:solidFill>
            <a:prstDash val="solid"/>
            <a:headEnd type="none"/>
            <a:tailEnd type="none"/>
          </a:ln>
        </p:spPr>
      </p:sp>
      <p:sp>
        <p:nvSpPr>
          <p:cNvPr id="67" name="Shape 65"/>
          <p:cNvSpPr/>
          <p:nvPr/>
        </p:nvSpPr>
        <p:spPr>
          <a:xfrm>
            <a:off x="4315968" y="3035289"/>
            <a:ext cx="0" cy="63965"/>
          </a:xfrm>
          <a:prstGeom prst="line">
            <a:avLst/>
          </a:prstGeom>
          <a:noFill/>
          <a:ln w="25400">
            <a:solidFill>
              <a:srgbClr val="5C4DB7"/>
            </a:solidFill>
            <a:prstDash val="solid"/>
            <a:headEnd type="none"/>
            <a:tailEnd type="none"/>
          </a:ln>
        </p:spPr>
      </p:sp>
      <p:sp>
        <p:nvSpPr>
          <p:cNvPr id="68" name="Shape 66"/>
          <p:cNvSpPr/>
          <p:nvPr/>
        </p:nvSpPr>
        <p:spPr>
          <a:xfrm>
            <a:off x="4315968" y="3096510"/>
            <a:ext cx="176480" cy="0"/>
          </a:xfrm>
          <a:prstGeom prst="line">
            <a:avLst/>
          </a:prstGeom>
          <a:noFill/>
          <a:ln w="25400">
            <a:solidFill>
              <a:srgbClr val="5C4DB7"/>
            </a:solidFill>
            <a:prstDash val="solid"/>
            <a:headEnd type="none"/>
            <a:tailEnd type="none"/>
          </a:ln>
        </p:spPr>
      </p:sp>
      <p:sp>
        <p:nvSpPr>
          <p:cNvPr id="69" name="Shape 67"/>
          <p:cNvSpPr/>
          <p:nvPr/>
        </p:nvSpPr>
        <p:spPr>
          <a:xfrm>
            <a:off x="4489704" y="3093767"/>
            <a:ext cx="0" cy="64035"/>
          </a:xfrm>
          <a:prstGeom prst="line">
            <a:avLst/>
          </a:prstGeom>
          <a:noFill/>
          <a:ln w="25400">
            <a:solidFill>
              <a:srgbClr val="5C4DB7"/>
            </a:solidFill>
            <a:prstDash val="solid"/>
            <a:headEnd type="none"/>
            <a:tailEnd type="none"/>
          </a:ln>
        </p:spPr>
      </p:sp>
      <p:sp>
        <p:nvSpPr>
          <p:cNvPr id="70" name="Shape 68"/>
          <p:cNvSpPr/>
          <p:nvPr/>
        </p:nvSpPr>
        <p:spPr>
          <a:xfrm>
            <a:off x="4489704" y="3155059"/>
            <a:ext cx="176480" cy="0"/>
          </a:xfrm>
          <a:prstGeom prst="line">
            <a:avLst/>
          </a:prstGeom>
          <a:noFill/>
          <a:ln w="25400">
            <a:solidFill>
              <a:srgbClr val="5C4DB7"/>
            </a:solidFill>
            <a:prstDash val="solid"/>
            <a:headEnd type="none"/>
            <a:tailEnd type="none"/>
          </a:ln>
        </p:spPr>
      </p:sp>
      <p:sp>
        <p:nvSpPr>
          <p:cNvPr id="71" name="Shape 69"/>
          <p:cNvSpPr/>
          <p:nvPr/>
        </p:nvSpPr>
        <p:spPr>
          <a:xfrm>
            <a:off x="4663440" y="3152316"/>
            <a:ext cx="0" cy="63998"/>
          </a:xfrm>
          <a:prstGeom prst="line">
            <a:avLst/>
          </a:prstGeom>
          <a:noFill/>
          <a:ln w="25400">
            <a:solidFill>
              <a:srgbClr val="5C4DB7"/>
            </a:solidFill>
            <a:prstDash val="solid"/>
            <a:headEnd type="none"/>
            <a:tailEnd type="none"/>
          </a:ln>
        </p:spPr>
      </p:sp>
      <p:sp>
        <p:nvSpPr>
          <p:cNvPr id="72" name="Shape 70"/>
          <p:cNvSpPr/>
          <p:nvPr/>
        </p:nvSpPr>
        <p:spPr>
          <a:xfrm>
            <a:off x="4663440" y="3213570"/>
            <a:ext cx="176479" cy="0"/>
          </a:xfrm>
          <a:prstGeom prst="line">
            <a:avLst/>
          </a:prstGeom>
          <a:noFill/>
          <a:ln w="25400">
            <a:solidFill>
              <a:srgbClr val="5C4DB7"/>
            </a:solidFill>
            <a:prstDash val="solid"/>
            <a:headEnd type="none"/>
            <a:tailEnd type="none"/>
          </a:ln>
        </p:spPr>
      </p:sp>
      <p:sp>
        <p:nvSpPr>
          <p:cNvPr id="73" name="Shape 71"/>
          <p:cNvSpPr/>
          <p:nvPr/>
        </p:nvSpPr>
        <p:spPr>
          <a:xfrm>
            <a:off x="4837176" y="3210827"/>
            <a:ext cx="0" cy="64129"/>
          </a:xfrm>
          <a:prstGeom prst="line">
            <a:avLst/>
          </a:prstGeom>
          <a:noFill/>
          <a:ln w="25400">
            <a:solidFill>
              <a:srgbClr val="5C4DB7"/>
            </a:solidFill>
            <a:prstDash val="solid"/>
            <a:headEnd type="none"/>
            <a:tailEnd type="none"/>
          </a:ln>
        </p:spPr>
      </p:sp>
      <p:sp>
        <p:nvSpPr>
          <p:cNvPr id="74" name="Shape 72"/>
          <p:cNvSpPr/>
          <p:nvPr/>
        </p:nvSpPr>
        <p:spPr>
          <a:xfrm>
            <a:off x="4837176" y="3272213"/>
            <a:ext cx="176480" cy="0"/>
          </a:xfrm>
          <a:prstGeom prst="line">
            <a:avLst/>
          </a:prstGeom>
          <a:noFill/>
          <a:ln w="25400">
            <a:solidFill>
              <a:srgbClr val="5C4DB7"/>
            </a:solidFill>
            <a:prstDash val="solid"/>
            <a:headEnd type="none"/>
            <a:tailEnd type="none"/>
          </a:ln>
        </p:spPr>
      </p:sp>
      <p:sp>
        <p:nvSpPr>
          <p:cNvPr id="75" name="Shape 73"/>
          <p:cNvSpPr/>
          <p:nvPr/>
        </p:nvSpPr>
        <p:spPr>
          <a:xfrm>
            <a:off x="5010912" y="3269470"/>
            <a:ext cx="0" cy="63827"/>
          </a:xfrm>
          <a:prstGeom prst="line">
            <a:avLst/>
          </a:prstGeom>
          <a:noFill/>
          <a:ln w="25400">
            <a:solidFill>
              <a:srgbClr val="5C4DB7"/>
            </a:solidFill>
            <a:prstDash val="solid"/>
            <a:headEnd type="none"/>
            <a:tailEnd type="none"/>
          </a:ln>
        </p:spPr>
      </p:sp>
      <p:sp>
        <p:nvSpPr>
          <p:cNvPr id="76" name="Shape 74"/>
          <p:cNvSpPr/>
          <p:nvPr/>
        </p:nvSpPr>
        <p:spPr>
          <a:xfrm>
            <a:off x="5010912" y="3330553"/>
            <a:ext cx="176480" cy="0"/>
          </a:xfrm>
          <a:prstGeom prst="line">
            <a:avLst/>
          </a:prstGeom>
          <a:noFill/>
          <a:ln w="25400">
            <a:solidFill>
              <a:srgbClr val="5C4DB7"/>
            </a:solidFill>
            <a:prstDash val="solid"/>
            <a:headEnd type="none"/>
            <a:tailEnd type="none"/>
          </a:ln>
        </p:spPr>
      </p:sp>
      <p:sp>
        <p:nvSpPr>
          <p:cNvPr id="77" name="Shape 75"/>
          <p:cNvSpPr/>
          <p:nvPr/>
        </p:nvSpPr>
        <p:spPr>
          <a:xfrm>
            <a:off x="5184648" y="3327810"/>
            <a:ext cx="0" cy="68937"/>
          </a:xfrm>
          <a:prstGeom prst="line">
            <a:avLst/>
          </a:prstGeom>
          <a:noFill/>
          <a:ln w="25400">
            <a:solidFill>
              <a:srgbClr val="5C4DB7"/>
            </a:solidFill>
            <a:prstDash val="solid"/>
            <a:headEnd type="none"/>
            <a:tailEnd type="none"/>
          </a:ln>
        </p:spPr>
      </p:sp>
      <p:sp>
        <p:nvSpPr>
          <p:cNvPr id="78" name="Shape 76"/>
          <p:cNvSpPr/>
          <p:nvPr/>
        </p:nvSpPr>
        <p:spPr>
          <a:xfrm>
            <a:off x="5184648" y="3394004"/>
            <a:ext cx="176479" cy="0"/>
          </a:xfrm>
          <a:prstGeom prst="line">
            <a:avLst/>
          </a:prstGeom>
          <a:noFill/>
          <a:ln w="25400">
            <a:solidFill>
              <a:srgbClr val="5C4DB7"/>
            </a:solidFill>
            <a:prstDash val="solid"/>
            <a:headEnd type="none"/>
            <a:tailEnd type="none"/>
          </a:ln>
        </p:spPr>
      </p:sp>
      <p:sp>
        <p:nvSpPr>
          <p:cNvPr id="79" name="Shape 77"/>
          <p:cNvSpPr/>
          <p:nvPr/>
        </p:nvSpPr>
        <p:spPr>
          <a:xfrm>
            <a:off x="5358384" y="3391261"/>
            <a:ext cx="0" cy="63366"/>
          </a:xfrm>
          <a:prstGeom prst="line">
            <a:avLst/>
          </a:prstGeom>
          <a:noFill/>
          <a:ln w="25400">
            <a:solidFill>
              <a:srgbClr val="5C4DB7"/>
            </a:solidFill>
            <a:prstDash val="solid"/>
            <a:headEnd type="none"/>
            <a:tailEnd type="none"/>
          </a:ln>
        </p:spPr>
      </p:sp>
      <p:sp>
        <p:nvSpPr>
          <p:cNvPr id="80" name="Shape 78"/>
          <p:cNvSpPr/>
          <p:nvPr/>
        </p:nvSpPr>
        <p:spPr>
          <a:xfrm>
            <a:off x="5358384" y="3451883"/>
            <a:ext cx="176480" cy="0"/>
          </a:xfrm>
          <a:prstGeom prst="line">
            <a:avLst/>
          </a:prstGeom>
          <a:noFill/>
          <a:ln w="25400">
            <a:solidFill>
              <a:srgbClr val="5C4DB7"/>
            </a:solidFill>
            <a:prstDash val="solid"/>
            <a:headEnd type="none"/>
            <a:tailEnd type="none"/>
          </a:ln>
        </p:spPr>
      </p:sp>
      <p:sp>
        <p:nvSpPr>
          <p:cNvPr id="81" name="Shape 79"/>
          <p:cNvSpPr/>
          <p:nvPr/>
        </p:nvSpPr>
        <p:spPr>
          <a:xfrm>
            <a:off x="5532120" y="3449140"/>
            <a:ext cx="0" cy="63487"/>
          </a:xfrm>
          <a:prstGeom prst="line">
            <a:avLst/>
          </a:prstGeom>
          <a:noFill/>
          <a:ln w="25400">
            <a:solidFill>
              <a:srgbClr val="5C4DB7"/>
            </a:solidFill>
            <a:prstDash val="solid"/>
            <a:headEnd type="none"/>
            <a:tailEnd type="none"/>
          </a:ln>
        </p:spPr>
      </p:sp>
      <p:sp>
        <p:nvSpPr>
          <p:cNvPr id="82" name="Shape 80"/>
          <p:cNvSpPr/>
          <p:nvPr/>
        </p:nvSpPr>
        <p:spPr>
          <a:xfrm>
            <a:off x="5532120" y="3509884"/>
            <a:ext cx="176480" cy="0"/>
          </a:xfrm>
          <a:prstGeom prst="line">
            <a:avLst/>
          </a:prstGeom>
          <a:noFill/>
          <a:ln w="25400">
            <a:solidFill>
              <a:srgbClr val="5C4DB7"/>
            </a:solidFill>
            <a:prstDash val="solid"/>
            <a:headEnd type="none"/>
            <a:tailEnd type="none"/>
          </a:ln>
        </p:spPr>
      </p:sp>
      <p:sp>
        <p:nvSpPr>
          <p:cNvPr id="83" name="Shape 81"/>
          <p:cNvSpPr/>
          <p:nvPr/>
        </p:nvSpPr>
        <p:spPr>
          <a:xfrm>
            <a:off x="5705856" y="3507140"/>
            <a:ext cx="0" cy="63280"/>
          </a:xfrm>
          <a:prstGeom prst="line">
            <a:avLst/>
          </a:prstGeom>
          <a:noFill/>
          <a:ln w="25400">
            <a:solidFill>
              <a:srgbClr val="5C4DB7"/>
            </a:solidFill>
            <a:prstDash val="solid"/>
            <a:headEnd type="none"/>
            <a:tailEnd type="none"/>
          </a:ln>
        </p:spPr>
      </p:sp>
      <p:sp>
        <p:nvSpPr>
          <p:cNvPr id="84" name="Shape 82"/>
          <p:cNvSpPr/>
          <p:nvPr/>
        </p:nvSpPr>
        <p:spPr>
          <a:xfrm>
            <a:off x="5705856" y="3567677"/>
            <a:ext cx="176479" cy="0"/>
          </a:xfrm>
          <a:prstGeom prst="line">
            <a:avLst/>
          </a:prstGeom>
          <a:noFill/>
          <a:ln w="25400">
            <a:solidFill>
              <a:srgbClr val="5C4DB7"/>
            </a:solidFill>
            <a:prstDash val="solid"/>
            <a:headEnd type="none"/>
            <a:tailEnd type="none"/>
          </a:ln>
        </p:spPr>
      </p:sp>
      <p:sp>
        <p:nvSpPr>
          <p:cNvPr id="85" name="Shape 83"/>
          <p:cNvSpPr/>
          <p:nvPr/>
        </p:nvSpPr>
        <p:spPr>
          <a:xfrm>
            <a:off x="5879592" y="3564934"/>
            <a:ext cx="0" cy="62592"/>
          </a:xfrm>
          <a:prstGeom prst="line">
            <a:avLst/>
          </a:prstGeom>
          <a:noFill/>
          <a:ln w="25400">
            <a:solidFill>
              <a:srgbClr val="5C4DB7"/>
            </a:solidFill>
            <a:prstDash val="solid"/>
            <a:headEnd type="none"/>
            <a:tailEnd type="none"/>
          </a:ln>
        </p:spPr>
      </p:sp>
      <p:sp>
        <p:nvSpPr>
          <p:cNvPr id="86" name="Shape 84"/>
          <p:cNvSpPr/>
          <p:nvPr/>
        </p:nvSpPr>
        <p:spPr>
          <a:xfrm>
            <a:off x="5879592" y="3624783"/>
            <a:ext cx="176480" cy="0"/>
          </a:xfrm>
          <a:prstGeom prst="line">
            <a:avLst/>
          </a:prstGeom>
          <a:noFill/>
          <a:ln w="25400">
            <a:solidFill>
              <a:srgbClr val="5C4DB7"/>
            </a:solidFill>
            <a:prstDash val="solid"/>
            <a:headEnd type="none"/>
            <a:tailEnd type="none"/>
          </a:ln>
        </p:spPr>
      </p:sp>
      <p:sp>
        <p:nvSpPr>
          <p:cNvPr id="87" name="Shape 85"/>
          <p:cNvSpPr/>
          <p:nvPr/>
        </p:nvSpPr>
        <p:spPr>
          <a:xfrm>
            <a:off x="6053328" y="3622040"/>
            <a:ext cx="0" cy="61866"/>
          </a:xfrm>
          <a:prstGeom prst="line">
            <a:avLst/>
          </a:prstGeom>
          <a:noFill/>
          <a:ln w="25400">
            <a:solidFill>
              <a:srgbClr val="5C4DB7"/>
            </a:solidFill>
            <a:prstDash val="solid"/>
            <a:headEnd type="none"/>
            <a:tailEnd type="none"/>
          </a:ln>
        </p:spPr>
      </p:sp>
      <p:sp>
        <p:nvSpPr>
          <p:cNvPr id="88" name="Shape 86"/>
          <p:cNvSpPr/>
          <p:nvPr/>
        </p:nvSpPr>
        <p:spPr>
          <a:xfrm>
            <a:off x="6053328" y="3681163"/>
            <a:ext cx="176480" cy="0"/>
          </a:xfrm>
          <a:prstGeom prst="line">
            <a:avLst/>
          </a:prstGeom>
          <a:noFill/>
          <a:ln w="25400">
            <a:solidFill>
              <a:srgbClr val="5C4DB7"/>
            </a:solidFill>
            <a:prstDash val="solid"/>
            <a:headEnd type="none"/>
            <a:tailEnd type="none"/>
          </a:ln>
        </p:spPr>
      </p:sp>
      <p:sp>
        <p:nvSpPr>
          <p:cNvPr id="89" name="Shape 87"/>
          <p:cNvSpPr/>
          <p:nvPr/>
        </p:nvSpPr>
        <p:spPr>
          <a:xfrm>
            <a:off x="6227064" y="3678420"/>
            <a:ext cx="0" cy="61108"/>
          </a:xfrm>
          <a:prstGeom prst="line">
            <a:avLst/>
          </a:prstGeom>
          <a:noFill/>
          <a:ln w="25400">
            <a:solidFill>
              <a:srgbClr val="5C4DB7"/>
            </a:solidFill>
            <a:prstDash val="solid"/>
            <a:headEnd type="none"/>
            <a:tailEnd type="none"/>
          </a:ln>
        </p:spPr>
      </p:sp>
      <p:sp>
        <p:nvSpPr>
          <p:cNvPr id="90" name="Shape 88"/>
          <p:cNvSpPr/>
          <p:nvPr/>
        </p:nvSpPr>
        <p:spPr>
          <a:xfrm>
            <a:off x="6227064" y="3736785"/>
            <a:ext cx="176479" cy="0"/>
          </a:xfrm>
          <a:prstGeom prst="line">
            <a:avLst/>
          </a:prstGeom>
          <a:noFill/>
          <a:ln w="25400">
            <a:solidFill>
              <a:srgbClr val="5C4DB7"/>
            </a:solidFill>
            <a:prstDash val="solid"/>
            <a:headEnd type="none"/>
            <a:tailEnd type="none"/>
          </a:ln>
        </p:spPr>
      </p:sp>
      <p:sp>
        <p:nvSpPr>
          <p:cNvPr id="91" name="Shape 89"/>
          <p:cNvSpPr/>
          <p:nvPr/>
        </p:nvSpPr>
        <p:spPr>
          <a:xfrm>
            <a:off x="6400800" y="3734042"/>
            <a:ext cx="0" cy="60199"/>
          </a:xfrm>
          <a:prstGeom prst="line">
            <a:avLst/>
          </a:prstGeom>
          <a:noFill/>
          <a:ln w="25400">
            <a:solidFill>
              <a:srgbClr val="5C4DB7"/>
            </a:solidFill>
            <a:prstDash val="solid"/>
            <a:headEnd type="none"/>
            <a:tailEnd type="none"/>
          </a:ln>
        </p:spPr>
      </p:sp>
      <p:sp>
        <p:nvSpPr>
          <p:cNvPr id="92" name="Shape 90"/>
          <p:cNvSpPr/>
          <p:nvPr/>
        </p:nvSpPr>
        <p:spPr>
          <a:xfrm>
            <a:off x="6400800" y="3791498"/>
            <a:ext cx="176480" cy="0"/>
          </a:xfrm>
          <a:prstGeom prst="line">
            <a:avLst/>
          </a:prstGeom>
          <a:noFill/>
          <a:ln w="25400">
            <a:solidFill>
              <a:srgbClr val="5C4DB7"/>
            </a:solidFill>
            <a:prstDash val="solid"/>
            <a:headEnd type="none"/>
            <a:tailEnd type="none"/>
          </a:ln>
        </p:spPr>
      </p:sp>
      <p:sp>
        <p:nvSpPr>
          <p:cNvPr id="93" name="Shape 91"/>
          <p:cNvSpPr/>
          <p:nvPr/>
        </p:nvSpPr>
        <p:spPr>
          <a:xfrm>
            <a:off x="6574536" y="3788754"/>
            <a:ext cx="0" cy="59087"/>
          </a:xfrm>
          <a:prstGeom prst="line">
            <a:avLst/>
          </a:prstGeom>
          <a:noFill/>
          <a:ln w="25400">
            <a:solidFill>
              <a:srgbClr val="5C4DB7"/>
            </a:solidFill>
            <a:prstDash val="solid"/>
            <a:headEnd type="none"/>
            <a:tailEnd type="none"/>
          </a:ln>
        </p:spPr>
      </p:sp>
      <p:sp>
        <p:nvSpPr>
          <p:cNvPr id="94" name="Shape 92"/>
          <p:cNvSpPr/>
          <p:nvPr/>
        </p:nvSpPr>
        <p:spPr>
          <a:xfrm>
            <a:off x="6574536" y="3845099"/>
            <a:ext cx="176480" cy="0"/>
          </a:xfrm>
          <a:prstGeom prst="line">
            <a:avLst/>
          </a:prstGeom>
          <a:noFill/>
          <a:ln w="25400">
            <a:solidFill>
              <a:srgbClr val="5C4DB7"/>
            </a:solidFill>
            <a:prstDash val="solid"/>
            <a:headEnd type="none"/>
            <a:tailEnd type="none"/>
          </a:ln>
        </p:spPr>
      </p:sp>
      <p:sp>
        <p:nvSpPr>
          <p:cNvPr id="95" name="Shape 93"/>
          <p:cNvSpPr/>
          <p:nvPr/>
        </p:nvSpPr>
        <p:spPr>
          <a:xfrm>
            <a:off x="6748272" y="3842356"/>
            <a:ext cx="0" cy="58157"/>
          </a:xfrm>
          <a:prstGeom prst="line">
            <a:avLst/>
          </a:prstGeom>
          <a:noFill/>
          <a:ln w="25400">
            <a:solidFill>
              <a:srgbClr val="5C4DB7"/>
            </a:solidFill>
            <a:prstDash val="solid"/>
            <a:headEnd type="none"/>
            <a:tailEnd type="none"/>
          </a:ln>
        </p:spPr>
      </p:sp>
      <p:sp>
        <p:nvSpPr>
          <p:cNvPr id="96" name="Shape 94"/>
          <p:cNvSpPr/>
          <p:nvPr/>
        </p:nvSpPr>
        <p:spPr>
          <a:xfrm>
            <a:off x="6748272" y="3897769"/>
            <a:ext cx="176479" cy="0"/>
          </a:xfrm>
          <a:prstGeom prst="line">
            <a:avLst/>
          </a:prstGeom>
          <a:noFill/>
          <a:ln w="25400">
            <a:solidFill>
              <a:srgbClr val="5C4DB7"/>
            </a:solidFill>
            <a:prstDash val="solid"/>
            <a:headEnd type="none"/>
            <a:tailEnd type="none"/>
          </a:ln>
        </p:spPr>
      </p:sp>
      <p:sp>
        <p:nvSpPr>
          <p:cNvPr id="97" name="Shape 95"/>
          <p:cNvSpPr/>
          <p:nvPr/>
        </p:nvSpPr>
        <p:spPr>
          <a:xfrm>
            <a:off x="6922008" y="3895026"/>
            <a:ext cx="0" cy="57345"/>
          </a:xfrm>
          <a:prstGeom prst="line">
            <a:avLst/>
          </a:prstGeom>
          <a:noFill/>
          <a:ln w="25400">
            <a:solidFill>
              <a:srgbClr val="5C4DB7"/>
            </a:solidFill>
            <a:prstDash val="solid"/>
            <a:headEnd type="none"/>
            <a:tailEnd type="none"/>
          </a:ln>
        </p:spPr>
      </p:sp>
      <p:sp>
        <p:nvSpPr>
          <p:cNvPr id="98" name="Shape 96"/>
          <p:cNvSpPr/>
          <p:nvPr/>
        </p:nvSpPr>
        <p:spPr>
          <a:xfrm>
            <a:off x="6922008" y="3949628"/>
            <a:ext cx="176480" cy="0"/>
          </a:xfrm>
          <a:prstGeom prst="line">
            <a:avLst/>
          </a:prstGeom>
          <a:noFill/>
          <a:ln w="25400">
            <a:solidFill>
              <a:srgbClr val="5C4DB7"/>
            </a:solidFill>
            <a:prstDash val="solid"/>
            <a:headEnd type="none"/>
            <a:tailEnd type="none"/>
          </a:ln>
        </p:spPr>
      </p:sp>
      <p:sp>
        <p:nvSpPr>
          <p:cNvPr id="99" name="Shape 97"/>
          <p:cNvSpPr/>
          <p:nvPr/>
        </p:nvSpPr>
        <p:spPr>
          <a:xfrm>
            <a:off x="7095744" y="3946885"/>
            <a:ext cx="0" cy="56465"/>
          </a:xfrm>
          <a:prstGeom prst="line">
            <a:avLst/>
          </a:prstGeom>
          <a:noFill/>
          <a:ln w="25400">
            <a:solidFill>
              <a:srgbClr val="5C4DB7"/>
            </a:solidFill>
            <a:prstDash val="solid"/>
            <a:headEnd type="none"/>
            <a:tailEnd type="none"/>
          </a:ln>
        </p:spPr>
      </p:sp>
      <p:sp>
        <p:nvSpPr>
          <p:cNvPr id="100" name="Shape 98"/>
          <p:cNvSpPr/>
          <p:nvPr/>
        </p:nvSpPr>
        <p:spPr>
          <a:xfrm>
            <a:off x="7095744" y="4000606"/>
            <a:ext cx="176480" cy="0"/>
          </a:xfrm>
          <a:prstGeom prst="line">
            <a:avLst/>
          </a:prstGeom>
          <a:noFill/>
          <a:ln w="25400">
            <a:solidFill>
              <a:srgbClr val="5C4DB7"/>
            </a:solidFill>
            <a:prstDash val="solid"/>
            <a:headEnd type="none"/>
            <a:tailEnd type="none"/>
          </a:ln>
        </p:spPr>
      </p:sp>
      <p:sp>
        <p:nvSpPr>
          <p:cNvPr id="101" name="Shape 99"/>
          <p:cNvSpPr/>
          <p:nvPr/>
        </p:nvSpPr>
        <p:spPr>
          <a:xfrm>
            <a:off x="7269480" y="3997863"/>
            <a:ext cx="0" cy="50061"/>
          </a:xfrm>
          <a:prstGeom prst="line">
            <a:avLst/>
          </a:prstGeom>
          <a:noFill/>
          <a:ln w="25400">
            <a:solidFill>
              <a:srgbClr val="5C4DB7"/>
            </a:solidFill>
            <a:prstDash val="solid"/>
            <a:headEnd type="none"/>
            <a:tailEnd type="none"/>
          </a:ln>
        </p:spPr>
      </p:sp>
      <p:sp>
        <p:nvSpPr>
          <p:cNvPr id="102" name="Shape 100"/>
          <p:cNvSpPr/>
          <p:nvPr/>
        </p:nvSpPr>
        <p:spPr>
          <a:xfrm>
            <a:off x="7269480" y="4045181"/>
            <a:ext cx="176479" cy="0"/>
          </a:xfrm>
          <a:prstGeom prst="line">
            <a:avLst/>
          </a:prstGeom>
          <a:noFill/>
          <a:ln w="25400">
            <a:solidFill>
              <a:srgbClr val="5C4DB7"/>
            </a:solidFill>
            <a:prstDash val="solid"/>
            <a:headEnd type="none"/>
            <a:tailEnd type="none"/>
          </a:ln>
        </p:spPr>
      </p:sp>
      <p:sp>
        <p:nvSpPr>
          <p:cNvPr id="103" name="Shape 101"/>
          <p:cNvSpPr/>
          <p:nvPr/>
        </p:nvSpPr>
        <p:spPr>
          <a:xfrm>
            <a:off x="7443216" y="4042437"/>
            <a:ext cx="0" cy="55036"/>
          </a:xfrm>
          <a:prstGeom prst="line">
            <a:avLst/>
          </a:prstGeom>
          <a:noFill/>
          <a:ln w="25400">
            <a:solidFill>
              <a:srgbClr val="5C4DB7"/>
            </a:solidFill>
            <a:prstDash val="solid"/>
            <a:headEnd type="none"/>
            <a:tailEnd type="none"/>
          </a:ln>
        </p:spPr>
      </p:sp>
      <p:sp>
        <p:nvSpPr>
          <p:cNvPr id="104" name="Shape 102"/>
          <p:cNvSpPr/>
          <p:nvPr/>
        </p:nvSpPr>
        <p:spPr>
          <a:xfrm>
            <a:off x="7443216" y="4094730"/>
            <a:ext cx="176480" cy="0"/>
          </a:xfrm>
          <a:prstGeom prst="line">
            <a:avLst/>
          </a:prstGeom>
          <a:noFill/>
          <a:ln w="25400">
            <a:solidFill>
              <a:srgbClr val="5C4DB7"/>
            </a:solidFill>
            <a:prstDash val="solid"/>
            <a:headEnd type="none"/>
            <a:tailEnd type="none"/>
          </a:ln>
        </p:spPr>
      </p:sp>
      <p:sp>
        <p:nvSpPr>
          <p:cNvPr id="105" name="Shape 103"/>
          <p:cNvSpPr/>
          <p:nvPr/>
        </p:nvSpPr>
        <p:spPr>
          <a:xfrm>
            <a:off x="7616952" y="4091987"/>
            <a:ext cx="0" cy="54219"/>
          </a:xfrm>
          <a:prstGeom prst="line">
            <a:avLst/>
          </a:prstGeom>
          <a:noFill/>
          <a:ln w="25400">
            <a:solidFill>
              <a:srgbClr val="5C4DB7"/>
            </a:solidFill>
            <a:prstDash val="solid"/>
            <a:headEnd type="none"/>
            <a:tailEnd type="none"/>
          </a:ln>
        </p:spPr>
      </p:sp>
      <p:sp>
        <p:nvSpPr>
          <p:cNvPr id="106" name="Shape 104"/>
          <p:cNvSpPr/>
          <p:nvPr/>
        </p:nvSpPr>
        <p:spPr>
          <a:xfrm>
            <a:off x="7616952" y="4143462"/>
            <a:ext cx="176480" cy="0"/>
          </a:xfrm>
          <a:prstGeom prst="line">
            <a:avLst/>
          </a:prstGeom>
          <a:noFill/>
          <a:ln w="25400">
            <a:solidFill>
              <a:srgbClr val="5C4DB7"/>
            </a:solidFill>
            <a:prstDash val="solid"/>
            <a:headEnd type="none"/>
            <a:tailEnd type="none"/>
          </a:ln>
        </p:spPr>
      </p:sp>
      <p:sp>
        <p:nvSpPr>
          <p:cNvPr id="107" name="Shape 105"/>
          <p:cNvSpPr/>
          <p:nvPr/>
        </p:nvSpPr>
        <p:spPr>
          <a:xfrm>
            <a:off x="7790688" y="4140719"/>
            <a:ext cx="0" cy="53140"/>
          </a:xfrm>
          <a:prstGeom prst="line">
            <a:avLst/>
          </a:prstGeom>
          <a:noFill/>
          <a:ln w="25400">
            <a:solidFill>
              <a:srgbClr val="5C4DB7"/>
            </a:solidFill>
            <a:prstDash val="solid"/>
            <a:headEnd type="none"/>
            <a:tailEnd type="none"/>
          </a:ln>
        </p:spPr>
      </p:sp>
      <p:sp>
        <p:nvSpPr>
          <p:cNvPr id="108" name="Shape 106"/>
          <p:cNvSpPr/>
          <p:nvPr/>
        </p:nvSpPr>
        <p:spPr>
          <a:xfrm>
            <a:off x="7790688" y="4191116"/>
            <a:ext cx="176479" cy="0"/>
          </a:xfrm>
          <a:prstGeom prst="line">
            <a:avLst/>
          </a:prstGeom>
          <a:noFill/>
          <a:ln w="25400">
            <a:solidFill>
              <a:srgbClr val="5C4DB7"/>
            </a:solidFill>
            <a:prstDash val="solid"/>
            <a:headEnd type="none"/>
            <a:tailEnd type="none"/>
          </a:ln>
        </p:spPr>
      </p:sp>
      <p:sp>
        <p:nvSpPr>
          <p:cNvPr id="109" name="Shape 107"/>
          <p:cNvSpPr/>
          <p:nvPr/>
        </p:nvSpPr>
        <p:spPr>
          <a:xfrm>
            <a:off x="7964424" y="4188373"/>
            <a:ext cx="0" cy="52235"/>
          </a:xfrm>
          <a:prstGeom prst="line">
            <a:avLst/>
          </a:prstGeom>
          <a:noFill/>
          <a:ln w="25400">
            <a:solidFill>
              <a:srgbClr val="5C4DB7"/>
            </a:solidFill>
            <a:prstDash val="solid"/>
            <a:headEnd type="none"/>
            <a:tailEnd type="none"/>
          </a:ln>
        </p:spPr>
      </p:sp>
      <p:sp>
        <p:nvSpPr>
          <p:cNvPr id="110" name="Shape 108"/>
          <p:cNvSpPr/>
          <p:nvPr/>
        </p:nvSpPr>
        <p:spPr>
          <a:xfrm>
            <a:off x="7964424" y="4237865"/>
            <a:ext cx="176480" cy="0"/>
          </a:xfrm>
          <a:prstGeom prst="line">
            <a:avLst/>
          </a:prstGeom>
          <a:noFill/>
          <a:ln w="25400">
            <a:solidFill>
              <a:srgbClr val="5C4DB7"/>
            </a:solidFill>
            <a:prstDash val="solid"/>
            <a:headEnd type="none"/>
            <a:tailEnd type="none"/>
          </a:ln>
        </p:spPr>
      </p:sp>
      <p:sp>
        <p:nvSpPr>
          <p:cNvPr id="111" name="Shape 109"/>
          <p:cNvSpPr/>
          <p:nvPr/>
        </p:nvSpPr>
        <p:spPr>
          <a:xfrm>
            <a:off x="8138160" y="4235121"/>
            <a:ext cx="0" cy="51455"/>
          </a:xfrm>
          <a:prstGeom prst="line">
            <a:avLst/>
          </a:prstGeom>
          <a:noFill/>
          <a:ln w="25400">
            <a:solidFill>
              <a:srgbClr val="5C4DB7"/>
            </a:solidFill>
            <a:prstDash val="solid"/>
            <a:headEnd type="none"/>
            <a:tailEnd type="none"/>
          </a:ln>
        </p:spPr>
      </p:sp>
      <p:sp>
        <p:nvSpPr>
          <p:cNvPr id="112" name="Shape 110"/>
          <p:cNvSpPr/>
          <p:nvPr/>
        </p:nvSpPr>
        <p:spPr>
          <a:xfrm>
            <a:off x="8138160" y="4283833"/>
            <a:ext cx="176480" cy="0"/>
          </a:xfrm>
          <a:prstGeom prst="line">
            <a:avLst/>
          </a:prstGeom>
          <a:noFill/>
          <a:ln w="25400">
            <a:solidFill>
              <a:srgbClr val="5C4DB7"/>
            </a:solidFill>
            <a:prstDash val="solid"/>
            <a:headEnd type="none"/>
            <a:tailEnd type="none"/>
          </a:ln>
        </p:spPr>
      </p:sp>
      <p:sp>
        <p:nvSpPr>
          <p:cNvPr id="113" name="Shape 111"/>
          <p:cNvSpPr/>
          <p:nvPr/>
        </p:nvSpPr>
        <p:spPr>
          <a:xfrm>
            <a:off x="8311896" y="4281090"/>
            <a:ext cx="0" cy="50708"/>
          </a:xfrm>
          <a:prstGeom prst="line">
            <a:avLst/>
          </a:prstGeom>
          <a:noFill/>
          <a:ln w="25400">
            <a:solidFill>
              <a:srgbClr val="5C4DB7"/>
            </a:solidFill>
            <a:prstDash val="solid"/>
            <a:headEnd type="none"/>
            <a:tailEnd type="none"/>
          </a:ln>
        </p:spPr>
      </p:sp>
      <p:sp>
        <p:nvSpPr>
          <p:cNvPr id="114" name="Shape 112"/>
          <p:cNvSpPr/>
          <p:nvPr/>
        </p:nvSpPr>
        <p:spPr>
          <a:xfrm>
            <a:off x="8311896" y="4329055"/>
            <a:ext cx="176479" cy="0"/>
          </a:xfrm>
          <a:prstGeom prst="line">
            <a:avLst/>
          </a:prstGeom>
          <a:noFill/>
          <a:ln w="25400">
            <a:solidFill>
              <a:srgbClr val="5C4DB7"/>
            </a:solidFill>
            <a:prstDash val="solid"/>
            <a:headEnd type="none"/>
            <a:tailEnd type="none"/>
          </a:ln>
        </p:spPr>
      </p:sp>
      <p:sp>
        <p:nvSpPr>
          <p:cNvPr id="115" name="Shape 113"/>
          <p:cNvSpPr/>
          <p:nvPr/>
        </p:nvSpPr>
        <p:spPr>
          <a:xfrm>
            <a:off x="8485632" y="4326311"/>
            <a:ext cx="0" cy="50016"/>
          </a:xfrm>
          <a:prstGeom prst="line">
            <a:avLst/>
          </a:prstGeom>
          <a:noFill/>
          <a:ln w="25400">
            <a:solidFill>
              <a:srgbClr val="5C4DB7"/>
            </a:solidFill>
            <a:prstDash val="solid"/>
            <a:headEnd type="none"/>
            <a:tailEnd type="none"/>
          </a:ln>
        </p:spPr>
      </p:sp>
      <p:sp>
        <p:nvSpPr>
          <p:cNvPr id="116" name="Shape 114"/>
          <p:cNvSpPr/>
          <p:nvPr/>
        </p:nvSpPr>
        <p:spPr>
          <a:xfrm>
            <a:off x="8485632" y="4373585"/>
            <a:ext cx="176480" cy="0"/>
          </a:xfrm>
          <a:prstGeom prst="line">
            <a:avLst/>
          </a:prstGeom>
          <a:noFill/>
          <a:ln w="25400">
            <a:solidFill>
              <a:srgbClr val="5C4DB7"/>
            </a:solidFill>
            <a:prstDash val="solid"/>
            <a:headEnd type="none"/>
            <a:tailEnd type="none"/>
          </a:ln>
        </p:spPr>
      </p:sp>
      <p:sp>
        <p:nvSpPr>
          <p:cNvPr id="117" name="Shape 115"/>
          <p:cNvSpPr/>
          <p:nvPr/>
        </p:nvSpPr>
        <p:spPr>
          <a:xfrm>
            <a:off x="8659368" y="4370841"/>
            <a:ext cx="0" cy="49254"/>
          </a:xfrm>
          <a:prstGeom prst="line">
            <a:avLst/>
          </a:prstGeom>
          <a:noFill/>
          <a:ln w="25400">
            <a:solidFill>
              <a:srgbClr val="5C4DB7"/>
            </a:solidFill>
            <a:prstDash val="solid"/>
            <a:headEnd type="none"/>
            <a:tailEnd type="none"/>
          </a:ln>
        </p:spPr>
      </p:sp>
      <p:sp>
        <p:nvSpPr>
          <p:cNvPr id="118" name="Shape 116"/>
          <p:cNvSpPr/>
          <p:nvPr/>
        </p:nvSpPr>
        <p:spPr>
          <a:xfrm>
            <a:off x="8659368" y="4417352"/>
            <a:ext cx="176480" cy="0"/>
          </a:xfrm>
          <a:prstGeom prst="line">
            <a:avLst/>
          </a:prstGeom>
          <a:noFill/>
          <a:ln w="25400">
            <a:solidFill>
              <a:srgbClr val="5C4DB7"/>
            </a:solidFill>
            <a:prstDash val="solid"/>
            <a:headEnd type="none"/>
            <a:tailEnd type="none"/>
          </a:ln>
        </p:spPr>
      </p:sp>
      <p:sp>
        <p:nvSpPr>
          <p:cNvPr id="119" name="Shape 117"/>
          <p:cNvSpPr/>
          <p:nvPr/>
        </p:nvSpPr>
        <p:spPr>
          <a:xfrm>
            <a:off x="8833104" y="4414609"/>
            <a:ext cx="0" cy="48205"/>
          </a:xfrm>
          <a:prstGeom prst="line">
            <a:avLst/>
          </a:prstGeom>
          <a:noFill/>
          <a:ln w="25400">
            <a:solidFill>
              <a:srgbClr val="5C4DB7"/>
            </a:solidFill>
            <a:prstDash val="solid"/>
            <a:headEnd type="none"/>
            <a:tailEnd type="none"/>
          </a:ln>
        </p:spPr>
      </p:sp>
      <p:sp>
        <p:nvSpPr>
          <p:cNvPr id="120" name="Shape 118"/>
          <p:cNvSpPr/>
          <p:nvPr/>
        </p:nvSpPr>
        <p:spPr>
          <a:xfrm>
            <a:off x="8833104" y="4460071"/>
            <a:ext cx="176479" cy="0"/>
          </a:xfrm>
          <a:prstGeom prst="line">
            <a:avLst/>
          </a:prstGeom>
          <a:noFill/>
          <a:ln w="25400">
            <a:solidFill>
              <a:srgbClr val="5C4DB7"/>
            </a:solidFill>
            <a:prstDash val="solid"/>
            <a:headEnd type="none"/>
            <a:tailEnd type="none"/>
          </a:ln>
        </p:spPr>
      </p:sp>
      <p:sp>
        <p:nvSpPr>
          <p:cNvPr id="121" name="Shape 119"/>
          <p:cNvSpPr/>
          <p:nvPr/>
        </p:nvSpPr>
        <p:spPr>
          <a:xfrm>
            <a:off x="9006840" y="4457328"/>
            <a:ext cx="0" cy="47202"/>
          </a:xfrm>
          <a:prstGeom prst="line">
            <a:avLst/>
          </a:prstGeom>
          <a:noFill/>
          <a:ln w="25400">
            <a:solidFill>
              <a:srgbClr val="5C4DB7"/>
            </a:solidFill>
            <a:prstDash val="solid"/>
            <a:headEnd type="none"/>
            <a:tailEnd type="none"/>
          </a:ln>
        </p:spPr>
      </p:sp>
      <p:sp>
        <p:nvSpPr>
          <p:cNvPr id="122" name="Shape 120"/>
          <p:cNvSpPr/>
          <p:nvPr/>
        </p:nvSpPr>
        <p:spPr>
          <a:xfrm>
            <a:off x="9006840" y="4501786"/>
            <a:ext cx="176480" cy="0"/>
          </a:xfrm>
          <a:prstGeom prst="line">
            <a:avLst/>
          </a:prstGeom>
          <a:noFill/>
          <a:ln w="25400">
            <a:solidFill>
              <a:srgbClr val="5C4DB7"/>
            </a:solidFill>
            <a:prstDash val="solid"/>
            <a:headEnd type="none"/>
            <a:tailEnd type="none"/>
          </a:ln>
        </p:spPr>
      </p:sp>
      <p:sp>
        <p:nvSpPr>
          <p:cNvPr id="123" name="Shape 121"/>
          <p:cNvSpPr/>
          <p:nvPr/>
        </p:nvSpPr>
        <p:spPr>
          <a:xfrm>
            <a:off x="9180576" y="4499043"/>
            <a:ext cx="0" cy="46151"/>
          </a:xfrm>
          <a:prstGeom prst="line">
            <a:avLst/>
          </a:prstGeom>
          <a:noFill/>
          <a:ln w="25400">
            <a:solidFill>
              <a:srgbClr val="5C4DB7"/>
            </a:solidFill>
            <a:prstDash val="solid"/>
            <a:headEnd type="none"/>
            <a:tailEnd type="none"/>
          </a:ln>
        </p:spPr>
      </p:sp>
      <p:sp>
        <p:nvSpPr>
          <p:cNvPr id="124" name="Shape 122"/>
          <p:cNvSpPr/>
          <p:nvPr/>
        </p:nvSpPr>
        <p:spPr>
          <a:xfrm>
            <a:off x="9180576" y="4542451"/>
            <a:ext cx="176480" cy="0"/>
          </a:xfrm>
          <a:prstGeom prst="line">
            <a:avLst/>
          </a:prstGeom>
          <a:noFill/>
          <a:ln w="25400">
            <a:solidFill>
              <a:srgbClr val="5C4DB7"/>
            </a:solidFill>
            <a:prstDash val="solid"/>
            <a:headEnd type="none"/>
            <a:tailEnd type="none"/>
          </a:ln>
        </p:spPr>
      </p:sp>
      <p:sp>
        <p:nvSpPr>
          <p:cNvPr id="125" name="Shape 123"/>
          <p:cNvSpPr/>
          <p:nvPr/>
        </p:nvSpPr>
        <p:spPr>
          <a:xfrm>
            <a:off x="9354312" y="4539708"/>
            <a:ext cx="0" cy="35651"/>
          </a:xfrm>
          <a:prstGeom prst="line">
            <a:avLst/>
          </a:prstGeom>
          <a:noFill/>
          <a:ln w="25400">
            <a:solidFill>
              <a:srgbClr val="5C4DB7"/>
            </a:solidFill>
            <a:prstDash val="solid"/>
            <a:headEnd type="none"/>
            <a:tailEnd type="none"/>
          </a:ln>
        </p:spPr>
      </p:sp>
      <p:sp>
        <p:nvSpPr>
          <p:cNvPr id="126" name="Shape 124"/>
          <p:cNvSpPr/>
          <p:nvPr/>
        </p:nvSpPr>
        <p:spPr>
          <a:xfrm>
            <a:off x="9354312" y="4572616"/>
            <a:ext cx="176479" cy="0"/>
          </a:xfrm>
          <a:prstGeom prst="line">
            <a:avLst/>
          </a:prstGeom>
          <a:noFill/>
          <a:ln w="25400">
            <a:solidFill>
              <a:srgbClr val="5C4DB7"/>
            </a:solidFill>
            <a:prstDash val="solid"/>
            <a:headEnd type="none"/>
            <a:tailEnd type="none"/>
          </a:ln>
        </p:spPr>
      </p:sp>
      <p:sp>
        <p:nvSpPr>
          <p:cNvPr id="127" name="Shape 125"/>
          <p:cNvSpPr/>
          <p:nvPr/>
        </p:nvSpPr>
        <p:spPr>
          <a:xfrm>
            <a:off x="9528048" y="4569873"/>
            <a:ext cx="0" cy="44035"/>
          </a:xfrm>
          <a:prstGeom prst="line">
            <a:avLst/>
          </a:prstGeom>
          <a:noFill/>
          <a:ln w="25400">
            <a:solidFill>
              <a:srgbClr val="5C4DB7"/>
            </a:solidFill>
            <a:prstDash val="solid"/>
            <a:headEnd type="none"/>
            <a:tailEnd type="none"/>
          </a:ln>
        </p:spPr>
      </p:sp>
      <p:sp>
        <p:nvSpPr>
          <p:cNvPr id="128" name="Shape 126"/>
          <p:cNvSpPr/>
          <p:nvPr/>
        </p:nvSpPr>
        <p:spPr>
          <a:xfrm>
            <a:off x="9528048" y="4611164"/>
            <a:ext cx="176480" cy="0"/>
          </a:xfrm>
          <a:prstGeom prst="line">
            <a:avLst/>
          </a:prstGeom>
          <a:noFill/>
          <a:ln w="25400">
            <a:solidFill>
              <a:srgbClr val="5C4DB7"/>
            </a:solidFill>
            <a:prstDash val="solid"/>
            <a:headEnd type="none"/>
            <a:tailEnd type="none"/>
          </a:ln>
        </p:spPr>
      </p:sp>
      <p:sp>
        <p:nvSpPr>
          <p:cNvPr id="129" name="Shape 127"/>
          <p:cNvSpPr/>
          <p:nvPr/>
        </p:nvSpPr>
        <p:spPr>
          <a:xfrm>
            <a:off x="9701784" y="4608421"/>
            <a:ext cx="0" cy="42919"/>
          </a:xfrm>
          <a:prstGeom prst="line">
            <a:avLst/>
          </a:prstGeom>
          <a:noFill/>
          <a:ln w="25400">
            <a:solidFill>
              <a:srgbClr val="5C4DB7"/>
            </a:solidFill>
            <a:prstDash val="solid"/>
            <a:headEnd type="none"/>
            <a:tailEnd type="none"/>
          </a:ln>
        </p:spPr>
      </p:sp>
      <p:sp>
        <p:nvSpPr>
          <p:cNvPr id="130" name="Shape 128"/>
          <p:cNvSpPr/>
          <p:nvPr/>
        </p:nvSpPr>
        <p:spPr>
          <a:xfrm>
            <a:off x="9701784" y="4648597"/>
            <a:ext cx="176480" cy="0"/>
          </a:xfrm>
          <a:prstGeom prst="line">
            <a:avLst/>
          </a:prstGeom>
          <a:noFill/>
          <a:ln w="25400">
            <a:solidFill>
              <a:srgbClr val="5C4DB7"/>
            </a:solidFill>
            <a:prstDash val="solid"/>
            <a:headEnd type="none"/>
            <a:tailEnd type="none"/>
          </a:ln>
        </p:spPr>
      </p:sp>
      <p:sp>
        <p:nvSpPr>
          <p:cNvPr id="131" name="Shape 129"/>
          <p:cNvSpPr/>
          <p:nvPr/>
        </p:nvSpPr>
        <p:spPr>
          <a:xfrm>
            <a:off x="9875520" y="4645854"/>
            <a:ext cx="0" cy="41931"/>
          </a:xfrm>
          <a:prstGeom prst="line">
            <a:avLst/>
          </a:prstGeom>
          <a:noFill/>
          <a:ln w="25400">
            <a:solidFill>
              <a:srgbClr val="5C4DB7"/>
            </a:solidFill>
            <a:prstDash val="solid"/>
            <a:headEnd type="none"/>
            <a:tailEnd type="none"/>
          </a:ln>
        </p:spPr>
      </p:sp>
      <p:sp>
        <p:nvSpPr>
          <p:cNvPr id="132" name="Shape 130"/>
          <p:cNvSpPr/>
          <p:nvPr/>
        </p:nvSpPr>
        <p:spPr>
          <a:xfrm>
            <a:off x="9875520" y="4685042"/>
            <a:ext cx="176479" cy="0"/>
          </a:xfrm>
          <a:prstGeom prst="line">
            <a:avLst/>
          </a:prstGeom>
          <a:noFill/>
          <a:ln w="25400">
            <a:solidFill>
              <a:srgbClr val="5C4DB7"/>
            </a:solidFill>
            <a:prstDash val="solid"/>
            <a:headEnd type="none"/>
            <a:tailEnd type="none"/>
          </a:ln>
        </p:spPr>
      </p:sp>
      <p:sp>
        <p:nvSpPr>
          <p:cNvPr id="133" name="Shape 131"/>
          <p:cNvSpPr/>
          <p:nvPr/>
        </p:nvSpPr>
        <p:spPr>
          <a:xfrm>
            <a:off x="10049256" y="4682299"/>
            <a:ext cx="0" cy="40845"/>
          </a:xfrm>
          <a:prstGeom prst="line">
            <a:avLst/>
          </a:prstGeom>
          <a:noFill/>
          <a:ln w="25400">
            <a:solidFill>
              <a:srgbClr val="5C4DB7"/>
            </a:solidFill>
            <a:prstDash val="solid"/>
            <a:headEnd type="none"/>
            <a:tailEnd type="none"/>
          </a:ln>
        </p:spPr>
      </p:sp>
      <p:sp>
        <p:nvSpPr>
          <p:cNvPr id="134" name="Shape 132"/>
          <p:cNvSpPr/>
          <p:nvPr/>
        </p:nvSpPr>
        <p:spPr>
          <a:xfrm>
            <a:off x="10049256" y="4720400"/>
            <a:ext cx="176480" cy="0"/>
          </a:xfrm>
          <a:prstGeom prst="line">
            <a:avLst/>
          </a:prstGeom>
          <a:noFill/>
          <a:ln w="25400">
            <a:solidFill>
              <a:srgbClr val="5C4DB7"/>
            </a:solidFill>
            <a:prstDash val="solid"/>
            <a:headEnd type="none"/>
            <a:tailEnd type="none"/>
          </a:ln>
        </p:spPr>
      </p:sp>
      <p:sp>
        <p:nvSpPr>
          <p:cNvPr id="135" name="Shape 133"/>
          <p:cNvSpPr/>
          <p:nvPr/>
        </p:nvSpPr>
        <p:spPr>
          <a:xfrm>
            <a:off x="10222992" y="4717657"/>
            <a:ext cx="0" cy="39171"/>
          </a:xfrm>
          <a:prstGeom prst="line">
            <a:avLst/>
          </a:prstGeom>
          <a:noFill/>
          <a:ln w="25400">
            <a:solidFill>
              <a:srgbClr val="5C4DB7"/>
            </a:solidFill>
            <a:prstDash val="solid"/>
            <a:headEnd type="none"/>
            <a:tailEnd type="none"/>
          </a:ln>
        </p:spPr>
      </p:sp>
      <p:sp>
        <p:nvSpPr>
          <p:cNvPr id="136" name="Shape 134"/>
          <p:cNvSpPr/>
          <p:nvPr/>
        </p:nvSpPr>
        <p:spPr>
          <a:xfrm>
            <a:off x="10222992" y="4754085"/>
            <a:ext cx="176480" cy="0"/>
          </a:xfrm>
          <a:prstGeom prst="line">
            <a:avLst/>
          </a:prstGeom>
          <a:noFill/>
          <a:ln w="25400">
            <a:solidFill>
              <a:srgbClr val="5C4DB7"/>
            </a:solidFill>
            <a:prstDash val="solid"/>
            <a:headEnd type="none"/>
            <a:tailEnd type="none"/>
          </a:ln>
        </p:spPr>
      </p:sp>
      <p:sp>
        <p:nvSpPr>
          <p:cNvPr id="137" name="Shape 135"/>
          <p:cNvSpPr/>
          <p:nvPr/>
        </p:nvSpPr>
        <p:spPr>
          <a:xfrm>
            <a:off x="10396728" y="4751342"/>
            <a:ext cx="0" cy="36678"/>
          </a:xfrm>
          <a:prstGeom prst="line">
            <a:avLst/>
          </a:prstGeom>
          <a:noFill/>
          <a:ln w="25400">
            <a:solidFill>
              <a:srgbClr val="5C4DB7"/>
            </a:solidFill>
            <a:prstDash val="solid"/>
            <a:headEnd type="none"/>
            <a:tailEnd type="none"/>
          </a:ln>
        </p:spPr>
      </p:sp>
      <p:sp>
        <p:nvSpPr>
          <p:cNvPr id="138" name="Shape 136"/>
          <p:cNvSpPr/>
          <p:nvPr/>
        </p:nvSpPr>
        <p:spPr>
          <a:xfrm>
            <a:off x="10396728" y="4785277"/>
            <a:ext cx="176479" cy="0"/>
          </a:xfrm>
          <a:prstGeom prst="line">
            <a:avLst/>
          </a:prstGeom>
          <a:noFill/>
          <a:ln w="25400">
            <a:solidFill>
              <a:srgbClr val="5C4DB7"/>
            </a:solidFill>
            <a:prstDash val="solid"/>
            <a:headEnd type="none"/>
            <a:tailEnd type="none"/>
          </a:ln>
        </p:spPr>
      </p:sp>
      <p:sp>
        <p:nvSpPr>
          <p:cNvPr id="139" name="Shape 137"/>
          <p:cNvSpPr/>
          <p:nvPr/>
        </p:nvSpPr>
        <p:spPr>
          <a:xfrm>
            <a:off x="10570464" y="4782533"/>
            <a:ext cx="0" cy="33713"/>
          </a:xfrm>
          <a:prstGeom prst="line">
            <a:avLst/>
          </a:prstGeom>
          <a:noFill/>
          <a:ln w="25400">
            <a:solidFill>
              <a:srgbClr val="5C4DB7"/>
            </a:solidFill>
            <a:prstDash val="solid"/>
            <a:headEnd type="none"/>
            <a:tailEnd type="none"/>
          </a:ln>
        </p:spPr>
      </p:sp>
      <p:sp>
        <p:nvSpPr>
          <p:cNvPr id="140" name="Shape 138"/>
          <p:cNvSpPr/>
          <p:nvPr/>
        </p:nvSpPr>
        <p:spPr>
          <a:xfrm>
            <a:off x="10570464" y="4813503"/>
            <a:ext cx="176480" cy="0"/>
          </a:xfrm>
          <a:prstGeom prst="line">
            <a:avLst/>
          </a:prstGeom>
          <a:noFill/>
          <a:ln w="25400">
            <a:solidFill>
              <a:srgbClr val="5C4DB7"/>
            </a:solidFill>
            <a:prstDash val="solid"/>
            <a:headEnd type="none"/>
            <a:tailEnd type="none"/>
          </a:ln>
        </p:spPr>
      </p:sp>
      <p:sp>
        <p:nvSpPr>
          <p:cNvPr id="141" name="Shape 139"/>
          <p:cNvSpPr/>
          <p:nvPr/>
        </p:nvSpPr>
        <p:spPr>
          <a:xfrm>
            <a:off x="10744200" y="4810760"/>
            <a:ext cx="0" cy="30652"/>
          </a:xfrm>
          <a:prstGeom prst="line">
            <a:avLst/>
          </a:prstGeom>
          <a:noFill/>
          <a:ln w="25400">
            <a:solidFill>
              <a:srgbClr val="5C4DB7"/>
            </a:solidFill>
            <a:prstDash val="solid"/>
            <a:headEnd type="none"/>
            <a:tailEnd type="none"/>
          </a:ln>
        </p:spPr>
      </p:sp>
      <p:sp>
        <p:nvSpPr>
          <p:cNvPr id="142" name="Shape 140"/>
          <p:cNvSpPr/>
          <p:nvPr/>
        </p:nvSpPr>
        <p:spPr>
          <a:xfrm>
            <a:off x="10744200" y="4838669"/>
            <a:ext cx="176480" cy="0"/>
          </a:xfrm>
          <a:prstGeom prst="line">
            <a:avLst/>
          </a:prstGeom>
          <a:noFill/>
          <a:ln w="25400">
            <a:solidFill>
              <a:srgbClr val="5C4DB7"/>
            </a:solidFill>
            <a:prstDash val="solid"/>
            <a:headEnd type="none"/>
            <a:tailEnd type="none"/>
          </a:ln>
        </p:spPr>
      </p:sp>
      <p:sp>
        <p:nvSpPr>
          <p:cNvPr id="143" name="Shape 141"/>
          <p:cNvSpPr/>
          <p:nvPr/>
        </p:nvSpPr>
        <p:spPr>
          <a:xfrm>
            <a:off x="10917936" y="4835926"/>
            <a:ext cx="0" cy="27584"/>
          </a:xfrm>
          <a:prstGeom prst="line">
            <a:avLst/>
          </a:prstGeom>
          <a:noFill/>
          <a:ln w="25400">
            <a:solidFill>
              <a:srgbClr val="5C4DB7"/>
            </a:solidFill>
            <a:prstDash val="solid"/>
            <a:headEnd type="none"/>
            <a:tailEnd type="none"/>
          </a:ln>
        </p:spPr>
      </p:sp>
      <p:sp>
        <p:nvSpPr>
          <p:cNvPr id="144" name="Shape 142"/>
          <p:cNvSpPr/>
          <p:nvPr/>
        </p:nvSpPr>
        <p:spPr>
          <a:xfrm>
            <a:off x="10917936" y="4860766"/>
            <a:ext cx="176479" cy="0"/>
          </a:xfrm>
          <a:prstGeom prst="line">
            <a:avLst/>
          </a:prstGeom>
          <a:noFill/>
          <a:ln w="25400">
            <a:solidFill>
              <a:srgbClr val="5C4DB7"/>
            </a:solidFill>
            <a:prstDash val="solid"/>
            <a:headEnd type="none"/>
            <a:tailEnd type="none"/>
          </a:ln>
        </p:spPr>
      </p:sp>
      <p:sp>
        <p:nvSpPr>
          <p:cNvPr id="145" name="Shape 143"/>
          <p:cNvSpPr/>
          <p:nvPr/>
        </p:nvSpPr>
        <p:spPr>
          <a:xfrm>
            <a:off x="11091672" y="4858023"/>
            <a:ext cx="0" cy="24638"/>
          </a:xfrm>
          <a:prstGeom prst="line">
            <a:avLst/>
          </a:prstGeom>
          <a:noFill/>
          <a:ln w="25400">
            <a:solidFill>
              <a:srgbClr val="5C4DB7"/>
            </a:solidFill>
            <a:prstDash val="solid"/>
            <a:headEnd type="none"/>
            <a:tailEnd type="none"/>
          </a:ln>
        </p:spPr>
      </p:sp>
      <p:sp>
        <p:nvSpPr>
          <p:cNvPr id="146" name="Shape 144"/>
          <p:cNvSpPr/>
          <p:nvPr/>
        </p:nvSpPr>
        <p:spPr>
          <a:xfrm>
            <a:off x="11091672" y="4879918"/>
            <a:ext cx="176480" cy="0"/>
          </a:xfrm>
          <a:prstGeom prst="line">
            <a:avLst/>
          </a:prstGeom>
          <a:noFill/>
          <a:ln w="25400">
            <a:solidFill>
              <a:srgbClr val="5C4DB7"/>
            </a:solidFill>
            <a:prstDash val="solid"/>
            <a:headEnd type="none"/>
            <a:tailEnd type="none"/>
          </a:ln>
        </p:spPr>
      </p:sp>
      <p:sp>
        <p:nvSpPr>
          <p:cNvPr id="147" name="Shape 145"/>
          <p:cNvSpPr/>
          <p:nvPr/>
        </p:nvSpPr>
        <p:spPr>
          <a:xfrm>
            <a:off x="11265408" y="4877175"/>
            <a:ext cx="0" cy="21765"/>
          </a:xfrm>
          <a:prstGeom prst="line">
            <a:avLst/>
          </a:prstGeom>
          <a:noFill/>
          <a:ln w="25400">
            <a:solidFill>
              <a:srgbClr val="5C4DB7"/>
            </a:solidFill>
            <a:prstDash val="solid"/>
            <a:headEnd type="none"/>
            <a:tailEnd type="none"/>
          </a:ln>
        </p:spPr>
      </p:sp>
      <p:sp>
        <p:nvSpPr>
          <p:cNvPr id="148" name="Shape 146"/>
          <p:cNvSpPr/>
          <p:nvPr/>
        </p:nvSpPr>
        <p:spPr>
          <a:xfrm>
            <a:off x="868680" y="1792224"/>
            <a:ext cx="256032" cy="0"/>
          </a:xfrm>
          <a:prstGeom prst="line">
            <a:avLst/>
          </a:prstGeom>
          <a:noFill/>
          <a:ln w="27940">
            <a:solidFill>
              <a:srgbClr val="5C4DB7"/>
            </a:solidFill>
            <a:prstDash val="solid"/>
          </a:ln>
        </p:spPr>
      </p:sp>
      <p:sp>
        <p:nvSpPr>
          <p:cNvPr id="149" name="Text 147"/>
          <p:cNvSpPr/>
          <p:nvPr/>
        </p:nvSpPr>
        <p:spPr>
          <a:xfrm>
            <a:off x="1197864" y="1719072"/>
            <a:ext cx="2011680"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MFR</a:t>
            </a:r>
            <a:endParaRPr lang="en-US" sz="920" dirty="0"/>
          </a:p>
        </p:txBody>
      </p:sp>
      <p:sp>
        <p:nvSpPr>
          <p:cNvPr id="150" name="Shape 148"/>
          <p:cNvSpPr/>
          <p:nvPr/>
        </p:nvSpPr>
        <p:spPr>
          <a:xfrm>
            <a:off x="841248" y="4864808"/>
            <a:ext cx="176480" cy="0"/>
          </a:xfrm>
          <a:prstGeom prst="line">
            <a:avLst/>
          </a:prstGeom>
          <a:noFill/>
          <a:ln w="25400">
            <a:solidFill>
              <a:srgbClr val="168B83"/>
            </a:solidFill>
            <a:prstDash val="solid"/>
            <a:headEnd type="none"/>
            <a:tailEnd type="none"/>
          </a:ln>
        </p:spPr>
      </p:sp>
      <p:sp>
        <p:nvSpPr>
          <p:cNvPr id="151" name="Shape 149"/>
          <p:cNvSpPr/>
          <p:nvPr/>
        </p:nvSpPr>
        <p:spPr>
          <a:xfrm>
            <a:off x="1014984" y="4862064"/>
            <a:ext cx="0" cy="35711"/>
          </a:xfrm>
          <a:prstGeom prst="line">
            <a:avLst/>
          </a:prstGeom>
          <a:noFill/>
          <a:ln w="25400">
            <a:solidFill>
              <a:srgbClr val="168B83"/>
            </a:solidFill>
            <a:prstDash val="solid"/>
            <a:headEnd type="none"/>
            <a:tailEnd type="none"/>
          </a:ln>
        </p:spPr>
      </p:sp>
      <p:sp>
        <p:nvSpPr>
          <p:cNvPr id="152" name="Shape 150"/>
          <p:cNvSpPr/>
          <p:nvPr/>
        </p:nvSpPr>
        <p:spPr>
          <a:xfrm>
            <a:off x="1014984" y="4895032"/>
            <a:ext cx="176479" cy="0"/>
          </a:xfrm>
          <a:prstGeom prst="line">
            <a:avLst/>
          </a:prstGeom>
          <a:noFill/>
          <a:ln w="25400">
            <a:solidFill>
              <a:srgbClr val="168B83"/>
            </a:solidFill>
            <a:prstDash val="solid"/>
            <a:headEnd type="none"/>
            <a:tailEnd type="none"/>
          </a:ln>
        </p:spPr>
      </p:sp>
      <p:sp>
        <p:nvSpPr>
          <p:cNvPr id="153" name="Shape 151"/>
          <p:cNvSpPr/>
          <p:nvPr/>
        </p:nvSpPr>
        <p:spPr>
          <a:xfrm>
            <a:off x="1188720" y="4868124"/>
            <a:ext cx="0" cy="29651"/>
          </a:xfrm>
          <a:prstGeom prst="line">
            <a:avLst/>
          </a:prstGeom>
          <a:noFill/>
          <a:ln w="25400">
            <a:solidFill>
              <a:srgbClr val="168B83"/>
            </a:solidFill>
            <a:prstDash val="solid"/>
            <a:headEnd type="none"/>
            <a:tailEnd type="none"/>
          </a:ln>
        </p:spPr>
      </p:sp>
      <p:sp>
        <p:nvSpPr>
          <p:cNvPr id="154" name="Shape 152"/>
          <p:cNvSpPr/>
          <p:nvPr/>
        </p:nvSpPr>
        <p:spPr>
          <a:xfrm>
            <a:off x="1188720" y="4870867"/>
            <a:ext cx="176480" cy="0"/>
          </a:xfrm>
          <a:prstGeom prst="line">
            <a:avLst/>
          </a:prstGeom>
          <a:noFill/>
          <a:ln w="25400">
            <a:solidFill>
              <a:srgbClr val="168B83"/>
            </a:solidFill>
            <a:prstDash val="solid"/>
            <a:headEnd type="none"/>
            <a:tailEnd type="none"/>
          </a:ln>
        </p:spPr>
      </p:sp>
      <p:sp>
        <p:nvSpPr>
          <p:cNvPr id="155" name="Shape 153"/>
          <p:cNvSpPr/>
          <p:nvPr/>
        </p:nvSpPr>
        <p:spPr>
          <a:xfrm>
            <a:off x="1362456" y="4795948"/>
            <a:ext cx="0" cy="77662"/>
          </a:xfrm>
          <a:prstGeom prst="line">
            <a:avLst/>
          </a:prstGeom>
          <a:noFill/>
          <a:ln w="25400">
            <a:solidFill>
              <a:srgbClr val="168B83"/>
            </a:solidFill>
            <a:prstDash val="solid"/>
            <a:headEnd type="none"/>
            <a:tailEnd type="none"/>
          </a:ln>
        </p:spPr>
      </p:sp>
      <p:sp>
        <p:nvSpPr>
          <p:cNvPr id="156" name="Shape 154"/>
          <p:cNvSpPr/>
          <p:nvPr/>
        </p:nvSpPr>
        <p:spPr>
          <a:xfrm>
            <a:off x="1362456" y="4798691"/>
            <a:ext cx="176480" cy="0"/>
          </a:xfrm>
          <a:prstGeom prst="line">
            <a:avLst/>
          </a:prstGeom>
          <a:noFill/>
          <a:ln w="25400">
            <a:solidFill>
              <a:srgbClr val="168B83"/>
            </a:solidFill>
            <a:prstDash val="solid"/>
            <a:headEnd type="none"/>
            <a:tailEnd type="none"/>
          </a:ln>
        </p:spPr>
      </p:sp>
      <p:sp>
        <p:nvSpPr>
          <p:cNvPr id="157" name="Shape 155"/>
          <p:cNvSpPr/>
          <p:nvPr/>
        </p:nvSpPr>
        <p:spPr>
          <a:xfrm>
            <a:off x="1536192" y="4670219"/>
            <a:ext cx="0" cy="131216"/>
          </a:xfrm>
          <a:prstGeom prst="line">
            <a:avLst/>
          </a:prstGeom>
          <a:noFill/>
          <a:ln w="25400">
            <a:solidFill>
              <a:srgbClr val="168B83"/>
            </a:solidFill>
            <a:prstDash val="solid"/>
            <a:headEnd type="none"/>
            <a:tailEnd type="none"/>
          </a:ln>
        </p:spPr>
      </p:sp>
      <p:sp>
        <p:nvSpPr>
          <p:cNvPr id="158" name="Shape 156"/>
          <p:cNvSpPr/>
          <p:nvPr/>
        </p:nvSpPr>
        <p:spPr>
          <a:xfrm>
            <a:off x="1536192" y="4672962"/>
            <a:ext cx="176479" cy="0"/>
          </a:xfrm>
          <a:prstGeom prst="line">
            <a:avLst/>
          </a:prstGeom>
          <a:noFill/>
          <a:ln w="25400">
            <a:solidFill>
              <a:srgbClr val="168B83"/>
            </a:solidFill>
            <a:prstDash val="solid"/>
            <a:headEnd type="none"/>
            <a:tailEnd type="none"/>
          </a:ln>
        </p:spPr>
      </p:sp>
      <p:sp>
        <p:nvSpPr>
          <p:cNvPr id="159" name="Shape 157"/>
          <p:cNvSpPr/>
          <p:nvPr/>
        </p:nvSpPr>
        <p:spPr>
          <a:xfrm>
            <a:off x="1709928" y="4499591"/>
            <a:ext cx="0" cy="176114"/>
          </a:xfrm>
          <a:prstGeom prst="line">
            <a:avLst/>
          </a:prstGeom>
          <a:noFill/>
          <a:ln w="25400">
            <a:solidFill>
              <a:srgbClr val="168B83"/>
            </a:solidFill>
            <a:prstDash val="solid"/>
            <a:headEnd type="none"/>
            <a:tailEnd type="none"/>
          </a:ln>
        </p:spPr>
      </p:sp>
      <p:sp>
        <p:nvSpPr>
          <p:cNvPr id="160" name="Shape 158"/>
          <p:cNvSpPr/>
          <p:nvPr/>
        </p:nvSpPr>
        <p:spPr>
          <a:xfrm>
            <a:off x="1709928" y="4502334"/>
            <a:ext cx="176480" cy="0"/>
          </a:xfrm>
          <a:prstGeom prst="line">
            <a:avLst/>
          </a:prstGeom>
          <a:noFill/>
          <a:ln w="25400">
            <a:solidFill>
              <a:srgbClr val="168B83"/>
            </a:solidFill>
            <a:prstDash val="solid"/>
            <a:headEnd type="none"/>
            <a:tailEnd type="none"/>
          </a:ln>
        </p:spPr>
      </p:sp>
      <p:sp>
        <p:nvSpPr>
          <p:cNvPr id="161" name="Shape 159"/>
          <p:cNvSpPr/>
          <p:nvPr/>
        </p:nvSpPr>
        <p:spPr>
          <a:xfrm>
            <a:off x="1883664" y="4299560"/>
            <a:ext cx="0" cy="205518"/>
          </a:xfrm>
          <a:prstGeom prst="line">
            <a:avLst/>
          </a:prstGeom>
          <a:noFill/>
          <a:ln w="25400">
            <a:solidFill>
              <a:srgbClr val="168B83"/>
            </a:solidFill>
            <a:prstDash val="solid"/>
            <a:headEnd type="none"/>
            <a:tailEnd type="none"/>
          </a:ln>
        </p:spPr>
      </p:sp>
      <p:sp>
        <p:nvSpPr>
          <p:cNvPr id="162" name="Shape 160"/>
          <p:cNvSpPr/>
          <p:nvPr/>
        </p:nvSpPr>
        <p:spPr>
          <a:xfrm>
            <a:off x="1883664" y="4302303"/>
            <a:ext cx="176480" cy="0"/>
          </a:xfrm>
          <a:prstGeom prst="line">
            <a:avLst/>
          </a:prstGeom>
          <a:noFill/>
          <a:ln w="25400">
            <a:solidFill>
              <a:srgbClr val="168B83"/>
            </a:solidFill>
            <a:prstDash val="solid"/>
            <a:headEnd type="none"/>
            <a:tailEnd type="none"/>
          </a:ln>
        </p:spPr>
      </p:sp>
      <p:sp>
        <p:nvSpPr>
          <p:cNvPr id="163" name="Shape 161"/>
          <p:cNvSpPr/>
          <p:nvPr/>
        </p:nvSpPr>
        <p:spPr>
          <a:xfrm>
            <a:off x="2057400" y="4085783"/>
            <a:ext cx="0" cy="219263"/>
          </a:xfrm>
          <a:prstGeom prst="line">
            <a:avLst/>
          </a:prstGeom>
          <a:noFill/>
          <a:ln w="25400">
            <a:solidFill>
              <a:srgbClr val="168B83"/>
            </a:solidFill>
            <a:prstDash val="solid"/>
            <a:headEnd type="none"/>
            <a:tailEnd type="none"/>
          </a:ln>
        </p:spPr>
      </p:sp>
      <p:sp>
        <p:nvSpPr>
          <p:cNvPr id="164" name="Shape 162"/>
          <p:cNvSpPr/>
          <p:nvPr/>
        </p:nvSpPr>
        <p:spPr>
          <a:xfrm>
            <a:off x="2057400" y="4088527"/>
            <a:ext cx="176479" cy="0"/>
          </a:xfrm>
          <a:prstGeom prst="line">
            <a:avLst/>
          </a:prstGeom>
          <a:noFill/>
          <a:ln w="25400">
            <a:solidFill>
              <a:srgbClr val="168B83"/>
            </a:solidFill>
            <a:prstDash val="solid"/>
            <a:headEnd type="none"/>
            <a:tailEnd type="none"/>
          </a:ln>
        </p:spPr>
      </p:sp>
      <p:sp>
        <p:nvSpPr>
          <p:cNvPr id="165" name="Shape 163"/>
          <p:cNvSpPr/>
          <p:nvPr/>
        </p:nvSpPr>
        <p:spPr>
          <a:xfrm>
            <a:off x="2231136" y="3873375"/>
            <a:ext cx="0" cy="217894"/>
          </a:xfrm>
          <a:prstGeom prst="line">
            <a:avLst/>
          </a:prstGeom>
          <a:noFill/>
          <a:ln w="25400">
            <a:solidFill>
              <a:srgbClr val="168B83"/>
            </a:solidFill>
            <a:prstDash val="solid"/>
            <a:headEnd type="none"/>
            <a:tailEnd type="none"/>
          </a:ln>
        </p:spPr>
      </p:sp>
      <p:sp>
        <p:nvSpPr>
          <p:cNvPr id="166" name="Shape 164"/>
          <p:cNvSpPr/>
          <p:nvPr/>
        </p:nvSpPr>
        <p:spPr>
          <a:xfrm>
            <a:off x="2231136" y="3876118"/>
            <a:ext cx="176480" cy="0"/>
          </a:xfrm>
          <a:prstGeom prst="line">
            <a:avLst/>
          </a:prstGeom>
          <a:noFill/>
          <a:ln w="25400">
            <a:solidFill>
              <a:srgbClr val="168B83"/>
            </a:solidFill>
            <a:prstDash val="solid"/>
            <a:headEnd type="none"/>
            <a:tailEnd type="none"/>
          </a:ln>
        </p:spPr>
      </p:sp>
      <p:sp>
        <p:nvSpPr>
          <p:cNvPr id="167" name="Shape 165"/>
          <p:cNvSpPr/>
          <p:nvPr/>
        </p:nvSpPr>
        <p:spPr>
          <a:xfrm>
            <a:off x="2404872" y="3674090"/>
            <a:ext cx="0" cy="204772"/>
          </a:xfrm>
          <a:prstGeom prst="line">
            <a:avLst/>
          </a:prstGeom>
          <a:noFill/>
          <a:ln w="25400">
            <a:solidFill>
              <a:srgbClr val="168B83"/>
            </a:solidFill>
            <a:prstDash val="solid"/>
            <a:headEnd type="none"/>
            <a:tailEnd type="none"/>
          </a:ln>
        </p:spPr>
      </p:sp>
      <p:sp>
        <p:nvSpPr>
          <p:cNvPr id="168" name="Shape 166"/>
          <p:cNvSpPr/>
          <p:nvPr/>
        </p:nvSpPr>
        <p:spPr>
          <a:xfrm>
            <a:off x="2404872" y="3676833"/>
            <a:ext cx="176480" cy="0"/>
          </a:xfrm>
          <a:prstGeom prst="line">
            <a:avLst/>
          </a:prstGeom>
          <a:noFill/>
          <a:ln w="25400">
            <a:solidFill>
              <a:srgbClr val="168B83"/>
            </a:solidFill>
            <a:prstDash val="solid"/>
            <a:headEnd type="none"/>
            <a:tailEnd type="none"/>
          </a:ln>
        </p:spPr>
      </p:sp>
      <p:sp>
        <p:nvSpPr>
          <p:cNvPr id="169" name="Shape 167"/>
          <p:cNvSpPr/>
          <p:nvPr/>
        </p:nvSpPr>
        <p:spPr>
          <a:xfrm>
            <a:off x="2578608" y="3494614"/>
            <a:ext cx="0" cy="184962"/>
          </a:xfrm>
          <a:prstGeom prst="line">
            <a:avLst/>
          </a:prstGeom>
          <a:noFill/>
          <a:ln w="25400">
            <a:solidFill>
              <a:srgbClr val="168B83"/>
            </a:solidFill>
            <a:prstDash val="solid"/>
            <a:headEnd type="none"/>
            <a:tailEnd type="none"/>
          </a:ln>
        </p:spPr>
      </p:sp>
      <p:sp>
        <p:nvSpPr>
          <p:cNvPr id="170" name="Shape 168"/>
          <p:cNvSpPr/>
          <p:nvPr/>
        </p:nvSpPr>
        <p:spPr>
          <a:xfrm>
            <a:off x="2578608" y="3497358"/>
            <a:ext cx="176479" cy="0"/>
          </a:xfrm>
          <a:prstGeom prst="line">
            <a:avLst/>
          </a:prstGeom>
          <a:noFill/>
          <a:ln w="25400">
            <a:solidFill>
              <a:srgbClr val="168B83"/>
            </a:solidFill>
            <a:prstDash val="solid"/>
            <a:headEnd type="none"/>
            <a:tailEnd type="none"/>
          </a:ln>
        </p:spPr>
      </p:sp>
      <p:sp>
        <p:nvSpPr>
          <p:cNvPr id="171" name="Shape 169"/>
          <p:cNvSpPr/>
          <p:nvPr/>
        </p:nvSpPr>
        <p:spPr>
          <a:xfrm>
            <a:off x="2752344" y="3338623"/>
            <a:ext cx="0" cy="161478"/>
          </a:xfrm>
          <a:prstGeom prst="line">
            <a:avLst/>
          </a:prstGeom>
          <a:noFill/>
          <a:ln w="25400">
            <a:solidFill>
              <a:srgbClr val="168B83"/>
            </a:solidFill>
            <a:prstDash val="solid"/>
            <a:headEnd type="none"/>
            <a:tailEnd type="none"/>
          </a:ln>
        </p:spPr>
      </p:sp>
      <p:sp>
        <p:nvSpPr>
          <p:cNvPr id="172" name="Shape 170"/>
          <p:cNvSpPr/>
          <p:nvPr/>
        </p:nvSpPr>
        <p:spPr>
          <a:xfrm>
            <a:off x="2752344" y="3341366"/>
            <a:ext cx="176480" cy="0"/>
          </a:xfrm>
          <a:prstGeom prst="line">
            <a:avLst/>
          </a:prstGeom>
          <a:noFill/>
          <a:ln w="25400">
            <a:solidFill>
              <a:srgbClr val="168B83"/>
            </a:solidFill>
            <a:prstDash val="solid"/>
            <a:headEnd type="none"/>
            <a:tailEnd type="none"/>
          </a:ln>
        </p:spPr>
      </p:sp>
      <p:sp>
        <p:nvSpPr>
          <p:cNvPr id="173" name="Shape 171"/>
          <p:cNvSpPr/>
          <p:nvPr/>
        </p:nvSpPr>
        <p:spPr>
          <a:xfrm>
            <a:off x="2926080" y="3206574"/>
            <a:ext cx="0" cy="137536"/>
          </a:xfrm>
          <a:prstGeom prst="line">
            <a:avLst/>
          </a:prstGeom>
          <a:noFill/>
          <a:ln w="25400">
            <a:solidFill>
              <a:srgbClr val="168B83"/>
            </a:solidFill>
            <a:prstDash val="solid"/>
            <a:headEnd type="none"/>
            <a:tailEnd type="none"/>
          </a:ln>
        </p:spPr>
      </p:sp>
      <p:sp>
        <p:nvSpPr>
          <p:cNvPr id="174" name="Shape 172"/>
          <p:cNvSpPr/>
          <p:nvPr/>
        </p:nvSpPr>
        <p:spPr>
          <a:xfrm>
            <a:off x="2926080" y="3209317"/>
            <a:ext cx="176480" cy="0"/>
          </a:xfrm>
          <a:prstGeom prst="line">
            <a:avLst/>
          </a:prstGeom>
          <a:noFill/>
          <a:ln w="25400">
            <a:solidFill>
              <a:srgbClr val="168B83"/>
            </a:solidFill>
            <a:prstDash val="solid"/>
            <a:headEnd type="none"/>
            <a:tailEnd type="none"/>
          </a:ln>
        </p:spPr>
      </p:sp>
      <p:sp>
        <p:nvSpPr>
          <p:cNvPr id="175" name="Shape 173"/>
          <p:cNvSpPr/>
          <p:nvPr/>
        </p:nvSpPr>
        <p:spPr>
          <a:xfrm>
            <a:off x="3099816" y="3090124"/>
            <a:ext cx="0" cy="121936"/>
          </a:xfrm>
          <a:prstGeom prst="line">
            <a:avLst/>
          </a:prstGeom>
          <a:noFill/>
          <a:ln w="25400">
            <a:solidFill>
              <a:srgbClr val="168B83"/>
            </a:solidFill>
            <a:prstDash val="solid"/>
            <a:headEnd type="none"/>
            <a:tailEnd type="none"/>
          </a:ln>
        </p:spPr>
      </p:sp>
      <p:sp>
        <p:nvSpPr>
          <p:cNvPr id="176" name="Shape 174"/>
          <p:cNvSpPr/>
          <p:nvPr/>
        </p:nvSpPr>
        <p:spPr>
          <a:xfrm>
            <a:off x="3099816" y="3092868"/>
            <a:ext cx="176479" cy="0"/>
          </a:xfrm>
          <a:prstGeom prst="line">
            <a:avLst/>
          </a:prstGeom>
          <a:noFill/>
          <a:ln w="25400">
            <a:solidFill>
              <a:srgbClr val="168B83"/>
            </a:solidFill>
            <a:prstDash val="solid"/>
            <a:headEnd type="none"/>
            <a:tailEnd type="none"/>
          </a:ln>
        </p:spPr>
      </p:sp>
      <p:sp>
        <p:nvSpPr>
          <p:cNvPr id="177" name="Shape 175"/>
          <p:cNvSpPr/>
          <p:nvPr/>
        </p:nvSpPr>
        <p:spPr>
          <a:xfrm>
            <a:off x="3273552" y="2998210"/>
            <a:ext cx="0" cy="97401"/>
          </a:xfrm>
          <a:prstGeom prst="line">
            <a:avLst/>
          </a:prstGeom>
          <a:noFill/>
          <a:ln w="25400">
            <a:solidFill>
              <a:srgbClr val="168B83"/>
            </a:solidFill>
            <a:prstDash val="solid"/>
            <a:headEnd type="none"/>
            <a:tailEnd type="none"/>
          </a:ln>
        </p:spPr>
      </p:sp>
      <p:sp>
        <p:nvSpPr>
          <p:cNvPr id="178" name="Shape 176"/>
          <p:cNvSpPr/>
          <p:nvPr/>
        </p:nvSpPr>
        <p:spPr>
          <a:xfrm>
            <a:off x="3273552" y="3000953"/>
            <a:ext cx="176480" cy="0"/>
          </a:xfrm>
          <a:prstGeom prst="line">
            <a:avLst/>
          </a:prstGeom>
          <a:noFill/>
          <a:ln w="25400">
            <a:solidFill>
              <a:srgbClr val="168B83"/>
            </a:solidFill>
            <a:prstDash val="solid"/>
            <a:headEnd type="none"/>
            <a:tailEnd type="none"/>
          </a:ln>
        </p:spPr>
      </p:sp>
      <p:sp>
        <p:nvSpPr>
          <p:cNvPr id="179" name="Shape 177"/>
          <p:cNvSpPr/>
          <p:nvPr/>
        </p:nvSpPr>
        <p:spPr>
          <a:xfrm>
            <a:off x="3447288" y="2921524"/>
            <a:ext cx="0" cy="82172"/>
          </a:xfrm>
          <a:prstGeom prst="line">
            <a:avLst/>
          </a:prstGeom>
          <a:noFill/>
          <a:ln w="25400">
            <a:solidFill>
              <a:srgbClr val="168B83"/>
            </a:solidFill>
            <a:prstDash val="solid"/>
            <a:headEnd type="none"/>
            <a:tailEnd type="none"/>
          </a:ln>
        </p:spPr>
      </p:sp>
      <p:sp>
        <p:nvSpPr>
          <p:cNvPr id="180" name="Shape 178"/>
          <p:cNvSpPr/>
          <p:nvPr/>
        </p:nvSpPr>
        <p:spPr>
          <a:xfrm>
            <a:off x="3447288" y="2924267"/>
            <a:ext cx="176480" cy="0"/>
          </a:xfrm>
          <a:prstGeom prst="line">
            <a:avLst/>
          </a:prstGeom>
          <a:noFill/>
          <a:ln w="25400">
            <a:solidFill>
              <a:srgbClr val="168B83"/>
            </a:solidFill>
            <a:prstDash val="solid"/>
            <a:headEnd type="none"/>
            <a:tailEnd type="none"/>
          </a:ln>
        </p:spPr>
      </p:sp>
      <p:sp>
        <p:nvSpPr>
          <p:cNvPr id="181" name="Shape 179"/>
          <p:cNvSpPr/>
          <p:nvPr/>
        </p:nvSpPr>
        <p:spPr>
          <a:xfrm>
            <a:off x="3621024" y="2856437"/>
            <a:ext cx="0" cy="70574"/>
          </a:xfrm>
          <a:prstGeom prst="line">
            <a:avLst/>
          </a:prstGeom>
          <a:noFill/>
          <a:ln w="25400">
            <a:solidFill>
              <a:srgbClr val="168B83"/>
            </a:solidFill>
            <a:prstDash val="solid"/>
            <a:headEnd type="none"/>
            <a:tailEnd type="none"/>
          </a:ln>
        </p:spPr>
      </p:sp>
      <p:sp>
        <p:nvSpPr>
          <p:cNvPr id="182" name="Shape 180"/>
          <p:cNvSpPr/>
          <p:nvPr/>
        </p:nvSpPr>
        <p:spPr>
          <a:xfrm>
            <a:off x="3621024" y="2859180"/>
            <a:ext cx="176479" cy="0"/>
          </a:xfrm>
          <a:prstGeom prst="line">
            <a:avLst/>
          </a:prstGeom>
          <a:noFill/>
          <a:ln w="25400">
            <a:solidFill>
              <a:srgbClr val="168B83"/>
            </a:solidFill>
            <a:prstDash val="solid"/>
            <a:headEnd type="none"/>
            <a:tailEnd type="none"/>
          </a:ln>
        </p:spPr>
      </p:sp>
      <p:sp>
        <p:nvSpPr>
          <p:cNvPr id="183" name="Shape 181"/>
          <p:cNvSpPr/>
          <p:nvPr/>
        </p:nvSpPr>
        <p:spPr>
          <a:xfrm>
            <a:off x="3794760" y="2799951"/>
            <a:ext cx="0" cy="61972"/>
          </a:xfrm>
          <a:prstGeom prst="line">
            <a:avLst/>
          </a:prstGeom>
          <a:noFill/>
          <a:ln w="25400">
            <a:solidFill>
              <a:srgbClr val="168B83"/>
            </a:solidFill>
            <a:prstDash val="solid"/>
            <a:headEnd type="none"/>
            <a:tailEnd type="none"/>
          </a:ln>
        </p:spPr>
      </p:sp>
      <p:sp>
        <p:nvSpPr>
          <p:cNvPr id="184" name="Shape 182"/>
          <p:cNvSpPr/>
          <p:nvPr/>
        </p:nvSpPr>
        <p:spPr>
          <a:xfrm>
            <a:off x="3794760" y="2802694"/>
            <a:ext cx="176480" cy="0"/>
          </a:xfrm>
          <a:prstGeom prst="line">
            <a:avLst/>
          </a:prstGeom>
          <a:noFill/>
          <a:ln w="25400">
            <a:solidFill>
              <a:srgbClr val="168B83"/>
            </a:solidFill>
            <a:prstDash val="solid"/>
            <a:headEnd type="none"/>
            <a:tailEnd type="none"/>
          </a:ln>
        </p:spPr>
      </p:sp>
      <p:sp>
        <p:nvSpPr>
          <p:cNvPr id="185" name="Shape 183"/>
          <p:cNvSpPr/>
          <p:nvPr/>
        </p:nvSpPr>
        <p:spPr>
          <a:xfrm>
            <a:off x="3968496" y="2749685"/>
            <a:ext cx="0" cy="55752"/>
          </a:xfrm>
          <a:prstGeom prst="line">
            <a:avLst/>
          </a:prstGeom>
          <a:noFill/>
          <a:ln w="25400">
            <a:solidFill>
              <a:srgbClr val="168B83"/>
            </a:solidFill>
            <a:prstDash val="solid"/>
            <a:headEnd type="none"/>
            <a:tailEnd type="none"/>
          </a:ln>
        </p:spPr>
      </p:sp>
      <p:sp>
        <p:nvSpPr>
          <p:cNvPr id="186" name="Shape 184"/>
          <p:cNvSpPr/>
          <p:nvPr/>
        </p:nvSpPr>
        <p:spPr>
          <a:xfrm>
            <a:off x="3968496" y="2752429"/>
            <a:ext cx="176480" cy="0"/>
          </a:xfrm>
          <a:prstGeom prst="line">
            <a:avLst/>
          </a:prstGeom>
          <a:noFill/>
          <a:ln w="25400">
            <a:solidFill>
              <a:srgbClr val="168B83"/>
            </a:solidFill>
            <a:prstDash val="solid"/>
            <a:headEnd type="none"/>
            <a:tailEnd type="none"/>
          </a:ln>
        </p:spPr>
      </p:sp>
      <p:sp>
        <p:nvSpPr>
          <p:cNvPr id="187" name="Shape 185"/>
          <p:cNvSpPr/>
          <p:nvPr/>
        </p:nvSpPr>
        <p:spPr>
          <a:xfrm>
            <a:off x="4142232" y="2703201"/>
            <a:ext cx="0" cy="51971"/>
          </a:xfrm>
          <a:prstGeom prst="line">
            <a:avLst/>
          </a:prstGeom>
          <a:noFill/>
          <a:ln w="25400">
            <a:solidFill>
              <a:srgbClr val="168B83"/>
            </a:solidFill>
            <a:prstDash val="solid"/>
            <a:headEnd type="none"/>
            <a:tailEnd type="none"/>
          </a:ln>
        </p:spPr>
      </p:sp>
      <p:sp>
        <p:nvSpPr>
          <p:cNvPr id="188" name="Shape 186"/>
          <p:cNvSpPr/>
          <p:nvPr/>
        </p:nvSpPr>
        <p:spPr>
          <a:xfrm>
            <a:off x="4142232" y="2705944"/>
            <a:ext cx="176479" cy="0"/>
          </a:xfrm>
          <a:prstGeom prst="line">
            <a:avLst/>
          </a:prstGeom>
          <a:noFill/>
          <a:ln w="25400">
            <a:solidFill>
              <a:srgbClr val="168B83"/>
            </a:solidFill>
            <a:prstDash val="solid"/>
            <a:headEnd type="none"/>
            <a:tailEnd type="none"/>
          </a:ln>
        </p:spPr>
      </p:sp>
      <p:sp>
        <p:nvSpPr>
          <p:cNvPr id="189" name="Shape 187"/>
          <p:cNvSpPr/>
          <p:nvPr/>
        </p:nvSpPr>
        <p:spPr>
          <a:xfrm>
            <a:off x="4315968" y="2659016"/>
            <a:ext cx="0" cy="49671"/>
          </a:xfrm>
          <a:prstGeom prst="line">
            <a:avLst/>
          </a:prstGeom>
          <a:noFill/>
          <a:ln w="25400">
            <a:solidFill>
              <a:srgbClr val="168B83"/>
            </a:solidFill>
            <a:prstDash val="solid"/>
            <a:headEnd type="none"/>
            <a:tailEnd type="none"/>
          </a:ln>
        </p:spPr>
      </p:sp>
      <p:sp>
        <p:nvSpPr>
          <p:cNvPr id="190" name="Shape 188"/>
          <p:cNvSpPr/>
          <p:nvPr/>
        </p:nvSpPr>
        <p:spPr>
          <a:xfrm>
            <a:off x="4315968" y="2661760"/>
            <a:ext cx="176480" cy="0"/>
          </a:xfrm>
          <a:prstGeom prst="line">
            <a:avLst/>
          </a:prstGeom>
          <a:noFill/>
          <a:ln w="25400">
            <a:solidFill>
              <a:srgbClr val="168B83"/>
            </a:solidFill>
            <a:prstDash val="solid"/>
            <a:headEnd type="none"/>
            <a:tailEnd type="none"/>
          </a:ln>
        </p:spPr>
      </p:sp>
      <p:sp>
        <p:nvSpPr>
          <p:cNvPr id="191" name="Shape 189"/>
          <p:cNvSpPr/>
          <p:nvPr/>
        </p:nvSpPr>
        <p:spPr>
          <a:xfrm>
            <a:off x="4489704" y="2616783"/>
            <a:ext cx="0" cy="47720"/>
          </a:xfrm>
          <a:prstGeom prst="line">
            <a:avLst/>
          </a:prstGeom>
          <a:noFill/>
          <a:ln w="25400">
            <a:solidFill>
              <a:srgbClr val="168B83"/>
            </a:solidFill>
            <a:prstDash val="solid"/>
            <a:headEnd type="none"/>
            <a:tailEnd type="none"/>
          </a:ln>
        </p:spPr>
      </p:sp>
      <p:sp>
        <p:nvSpPr>
          <p:cNvPr id="192" name="Shape 190"/>
          <p:cNvSpPr/>
          <p:nvPr/>
        </p:nvSpPr>
        <p:spPr>
          <a:xfrm>
            <a:off x="4489704" y="2619526"/>
            <a:ext cx="176480" cy="0"/>
          </a:xfrm>
          <a:prstGeom prst="line">
            <a:avLst/>
          </a:prstGeom>
          <a:noFill/>
          <a:ln w="25400">
            <a:solidFill>
              <a:srgbClr val="168B83"/>
            </a:solidFill>
            <a:prstDash val="solid"/>
            <a:headEnd type="none"/>
            <a:tailEnd type="none"/>
          </a:ln>
        </p:spPr>
      </p:sp>
      <p:sp>
        <p:nvSpPr>
          <p:cNvPr id="193" name="Shape 191"/>
          <p:cNvSpPr/>
          <p:nvPr/>
        </p:nvSpPr>
        <p:spPr>
          <a:xfrm>
            <a:off x="4663440" y="2577056"/>
            <a:ext cx="0" cy="45213"/>
          </a:xfrm>
          <a:prstGeom prst="line">
            <a:avLst/>
          </a:prstGeom>
          <a:noFill/>
          <a:ln w="25400">
            <a:solidFill>
              <a:srgbClr val="168B83"/>
            </a:solidFill>
            <a:prstDash val="solid"/>
            <a:headEnd type="none"/>
            <a:tailEnd type="none"/>
          </a:ln>
        </p:spPr>
      </p:sp>
      <p:sp>
        <p:nvSpPr>
          <p:cNvPr id="194" name="Shape 192"/>
          <p:cNvSpPr/>
          <p:nvPr/>
        </p:nvSpPr>
        <p:spPr>
          <a:xfrm>
            <a:off x="4663440" y="2579799"/>
            <a:ext cx="176479" cy="0"/>
          </a:xfrm>
          <a:prstGeom prst="line">
            <a:avLst/>
          </a:prstGeom>
          <a:noFill/>
          <a:ln w="25400">
            <a:solidFill>
              <a:srgbClr val="168B83"/>
            </a:solidFill>
            <a:prstDash val="solid"/>
            <a:headEnd type="none"/>
            <a:tailEnd type="none"/>
          </a:ln>
        </p:spPr>
      </p:sp>
      <p:sp>
        <p:nvSpPr>
          <p:cNvPr id="195" name="Shape 193"/>
          <p:cNvSpPr/>
          <p:nvPr/>
        </p:nvSpPr>
        <p:spPr>
          <a:xfrm>
            <a:off x="4837176" y="2540079"/>
            <a:ext cx="0" cy="42463"/>
          </a:xfrm>
          <a:prstGeom prst="line">
            <a:avLst/>
          </a:prstGeom>
          <a:noFill/>
          <a:ln w="25400">
            <a:solidFill>
              <a:srgbClr val="168B83"/>
            </a:solidFill>
            <a:prstDash val="solid"/>
            <a:headEnd type="none"/>
            <a:tailEnd type="none"/>
          </a:ln>
        </p:spPr>
      </p:sp>
      <p:sp>
        <p:nvSpPr>
          <p:cNvPr id="196" name="Shape 194"/>
          <p:cNvSpPr/>
          <p:nvPr/>
        </p:nvSpPr>
        <p:spPr>
          <a:xfrm>
            <a:off x="4837176" y="2542822"/>
            <a:ext cx="176480" cy="0"/>
          </a:xfrm>
          <a:prstGeom prst="line">
            <a:avLst/>
          </a:prstGeom>
          <a:noFill/>
          <a:ln w="25400">
            <a:solidFill>
              <a:srgbClr val="168B83"/>
            </a:solidFill>
            <a:prstDash val="solid"/>
            <a:headEnd type="none"/>
            <a:tailEnd type="none"/>
          </a:ln>
        </p:spPr>
      </p:sp>
      <p:sp>
        <p:nvSpPr>
          <p:cNvPr id="197" name="Shape 195"/>
          <p:cNvSpPr/>
          <p:nvPr/>
        </p:nvSpPr>
        <p:spPr>
          <a:xfrm>
            <a:off x="5010912" y="2507052"/>
            <a:ext cx="0" cy="38514"/>
          </a:xfrm>
          <a:prstGeom prst="line">
            <a:avLst/>
          </a:prstGeom>
          <a:noFill/>
          <a:ln w="25400">
            <a:solidFill>
              <a:srgbClr val="168B83"/>
            </a:solidFill>
            <a:prstDash val="solid"/>
            <a:headEnd type="none"/>
            <a:tailEnd type="none"/>
          </a:ln>
        </p:spPr>
      </p:sp>
      <p:sp>
        <p:nvSpPr>
          <p:cNvPr id="198" name="Shape 196"/>
          <p:cNvSpPr/>
          <p:nvPr/>
        </p:nvSpPr>
        <p:spPr>
          <a:xfrm>
            <a:off x="5010912" y="2509795"/>
            <a:ext cx="176480" cy="0"/>
          </a:xfrm>
          <a:prstGeom prst="line">
            <a:avLst/>
          </a:prstGeom>
          <a:noFill/>
          <a:ln w="25400">
            <a:solidFill>
              <a:srgbClr val="168B83"/>
            </a:solidFill>
            <a:prstDash val="solid"/>
            <a:headEnd type="none"/>
            <a:tailEnd type="none"/>
          </a:ln>
        </p:spPr>
      </p:sp>
      <p:sp>
        <p:nvSpPr>
          <p:cNvPr id="199" name="Shape 197"/>
          <p:cNvSpPr/>
          <p:nvPr/>
        </p:nvSpPr>
        <p:spPr>
          <a:xfrm>
            <a:off x="5184648" y="2364344"/>
            <a:ext cx="0" cy="148194"/>
          </a:xfrm>
          <a:prstGeom prst="line">
            <a:avLst/>
          </a:prstGeom>
          <a:noFill/>
          <a:ln w="25400">
            <a:solidFill>
              <a:srgbClr val="168B83"/>
            </a:solidFill>
            <a:prstDash val="solid"/>
            <a:headEnd type="none"/>
            <a:tailEnd type="none"/>
          </a:ln>
        </p:spPr>
      </p:sp>
      <p:sp>
        <p:nvSpPr>
          <p:cNvPr id="200" name="Shape 198"/>
          <p:cNvSpPr/>
          <p:nvPr/>
        </p:nvSpPr>
        <p:spPr>
          <a:xfrm>
            <a:off x="5184648" y="2367087"/>
            <a:ext cx="176479" cy="0"/>
          </a:xfrm>
          <a:prstGeom prst="line">
            <a:avLst/>
          </a:prstGeom>
          <a:noFill/>
          <a:ln w="25400">
            <a:solidFill>
              <a:srgbClr val="168B83"/>
            </a:solidFill>
            <a:prstDash val="solid"/>
            <a:headEnd type="none"/>
            <a:tailEnd type="none"/>
          </a:ln>
        </p:spPr>
      </p:sp>
      <p:sp>
        <p:nvSpPr>
          <p:cNvPr id="201" name="Shape 199"/>
          <p:cNvSpPr/>
          <p:nvPr/>
        </p:nvSpPr>
        <p:spPr>
          <a:xfrm>
            <a:off x="5358384" y="2338147"/>
            <a:ext cx="0" cy="31683"/>
          </a:xfrm>
          <a:prstGeom prst="line">
            <a:avLst/>
          </a:prstGeom>
          <a:noFill/>
          <a:ln w="25400">
            <a:solidFill>
              <a:srgbClr val="168B83"/>
            </a:solidFill>
            <a:prstDash val="solid"/>
            <a:headEnd type="none"/>
            <a:tailEnd type="none"/>
          </a:ln>
        </p:spPr>
      </p:sp>
      <p:sp>
        <p:nvSpPr>
          <p:cNvPr id="202" name="Shape 200"/>
          <p:cNvSpPr/>
          <p:nvPr/>
        </p:nvSpPr>
        <p:spPr>
          <a:xfrm>
            <a:off x="5358384" y="2340890"/>
            <a:ext cx="176480" cy="0"/>
          </a:xfrm>
          <a:prstGeom prst="line">
            <a:avLst/>
          </a:prstGeom>
          <a:noFill/>
          <a:ln w="25400">
            <a:solidFill>
              <a:srgbClr val="168B83"/>
            </a:solidFill>
            <a:prstDash val="solid"/>
            <a:headEnd type="none"/>
            <a:tailEnd type="none"/>
          </a:ln>
        </p:spPr>
      </p:sp>
      <p:sp>
        <p:nvSpPr>
          <p:cNvPr id="203" name="Shape 201"/>
          <p:cNvSpPr/>
          <p:nvPr/>
        </p:nvSpPr>
        <p:spPr>
          <a:xfrm>
            <a:off x="5532120" y="2317211"/>
            <a:ext cx="0" cy="26423"/>
          </a:xfrm>
          <a:prstGeom prst="line">
            <a:avLst/>
          </a:prstGeom>
          <a:noFill/>
          <a:ln w="25400">
            <a:solidFill>
              <a:srgbClr val="168B83"/>
            </a:solidFill>
            <a:prstDash val="solid"/>
            <a:headEnd type="none"/>
            <a:tailEnd type="none"/>
          </a:ln>
        </p:spPr>
      </p:sp>
      <p:sp>
        <p:nvSpPr>
          <p:cNvPr id="204" name="Shape 202"/>
          <p:cNvSpPr/>
          <p:nvPr/>
        </p:nvSpPr>
        <p:spPr>
          <a:xfrm>
            <a:off x="5532120" y="2319954"/>
            <a:ext cx="176480" cy="0"/>
          </a:xfrm>
          <a:prstGeom prst="line">
            <a:avLst/>
          </a:prstGeom>
          <a:noFill/>
          <a:ln w="25400">
            <a:solidFill>
              <a:srgbClr val="168B83"/>
            </a:solidFill>
            <a:prstDash val="solid"/>
            <a:headEnd type="none"/>
            <a:tailEnd type="none"/>
          </a:ln>
        </p:spPr>
      </p:sp>
      <p:sp>
        <p:nvSpPr>
          <p:cNvPr id="205" name="Shape 203"/>
          <p:cNvSpPr/>
          <p:nvPr/>
        </p:nvSpPr>
        <p:spPr>
          <a:xfrm>
            <a:off x="5705856" y="2302528"/>
            <a:ext cx="0" cy="20169"/>
          </a:xfrm>
          <a:prstGeom prst="line">
            <a:avLst/>
          </a:prstGeom>
          <a:noFill/>
          <a:ln w="25400">
            <a:solidFill>
              <a:srgbClr val="168B83"/>
            </a:solidFill>
            <a:prstDash val="solid"/>
            <a:headEnd type="none"/>
            <a:tailEnd type="none"/>
          </a:ln>
        </p:spPr>
      </p:sp>
      <p:sp>
        <p:nvSpPr>
          <p:cNvPr id="206" name="Shape 204"/>
          <p:cNvSpPr/>
          <p:nvPr/>
        </p:nvSpPr>
        <p:spPr>
          <a:xfrm>
            <a:off x="5705856" y="2305271"/>
            <a:ext cx="176479" cy="0"/>
          </a:xfrm>
          <a:prstGeom prst="line">
            <a:avLst/>
          </a:prstGeom>
          <a:noFill/>
          <a:ln w="25400">
            <a:solidFill>
              <a:srgbClr val="168B83"/>
            </a:solidFill>
            <a:prstDash val="solid"/>
            <a:headEnd type="none"/>
            <a:tailEnd type="none"/>
          </a:ln>
        </p:spPr>
      </p:sp>
      <p:sp>
        <p:nvSpPr>
          <p:cNvPr id="207" name="Shape 205"/>
          <p:cNvSpPr/>
          <p:nvPr/>
        </p:nvSpPr>
        <p:spPr>
          <a:xfrm>
            <a:off x="5879592" y="2294020"/>
            <a:ext cx="0" cy="13995"/>
          </a:xfrm>
          <a:prstGeom prst="line">
            <a:avLst/>
          </a:prstGeom>
          <a:noFill/>
          <a:ln w="25400">
            <a:solidFill>
              <a:srgbClr val="168B83"/>
            </a:solidFill>
            <a:prstDash val="solid"/>
            <a:headEnd type="none"/>
            <a:tailEnd type="none"/>
          </a:ln>
        </p:spPr>
      </p:sp>
      <p:sp>
        <p:nvSpPr>
          <p:cNvPr id="208" name="Shape 206"/>
          <p:cNvSpPr/>
          <p:nvPr/>
        </p:nvSpPr>
        <p:spPr>
          <a:xfrm>
            <a:off x="5879592" y="2296763"/>
            <a:ext cx="176480" cy="0"/>
          </a:xfrm>
          <a:prstGeom prst="line">
            <a:avLst/>
          </a:prstGeom>
          <a:noFill/>
          <a:ln w="25400">
            <a:solidFill>
              <a:srgbClr val="168B83"/>
            </a:solidFill>
            <a:prstDash val="solid"/>
            <a:headEnd type="none"/>
            <a:tailEnd type="none"/>
          </a:ln>
        </p:spPr>
      </p:sp>
      <p:sp>
        <p:nvSpPr>
          <p:cNvPr id="209" name="Shape 207"/>
          <p:cNvSpPr/>
          <p:nvPr/>
        </p:nvSpPr>
        <p:spPr>
          <a:xfrm>
            <a:off x="6053328" y="2289786"/>
            <a:ext cx="0" cy="9720"/>
          </a:xfrm>
          <a:prstGeom prst="line">
            <a:avLst/>
          </a:prstGeom>
          <a:noFill/>
          <a:ln w="25400">
            <a:solidFill>
              <a:srgbClr val="168B83"/>
            </a:solidFill>
            <a:prstDash val="solid"/>
            <a:headEnd type="none"/>
            <a:tailEnd type="none"/>
          </a:ln>
        </p:spPr>
      </p:sp>
      <p:sp>
        <p:nvSpPr>
          <p:cNvPr id="210" name="Shape 208"/>
          <p:cNvSpPr/>
          <p:nvPr/>
        </p:nvSpPr>
        <p:spPr>
          <a:xfrm>
            <a:off x="6053328" y="2292530"/>
            <a:ext cx="176480" cy="0"/>
          </a:xfrm>
          <a:prstGeom prst="line">
            <a:avLst/>
          </a:prstGeom>
          <a:noFill/>
          <a:ln w="25400">
            <a:solidFill>
              <a:srgbClr val="168B83"/>
            </a:solidFill>
            <a:prstDash val="solid"/>
            <a:headEnd type="none"/>
            <a:tailEnd type="none"/>
          </a:ln>
        </p:spPr>
      </p:sp>
      <p:sp>
        <p:nvSpPr>
          <p:cNvPr id="211" name="Shape 209"/>
          <p:cNvSpPr/>
          <p:nvPr/>
        </p:nvSpPr>
        <p:spPr>
          <a:xfrm>
            <a:off x="6227064" y="2288109"/>
            <a:ext cx="0" cy="7164"/>
          </a:xfrm>
          <a:prstGeom prst="line">
            <a:avLst/>
          </a:prstGeom>
          <a:noFill/>
          <a:ln w="25400">
            <a:solidFill>
              <a:srgbClr val="168B83"/>
            </a:solidFill>
            <a:prstDash val="solid"/>
            <a:headEnd type="none"/>
            <a:tailEnd type="none"/>
          </a:ln>
        </p:spPr>
      </p:sp>
      <p:sp>
        <p:nvSpPr>
          <p:cNvPr id="212" name="Shape 210"/>
          <p:cNvSpPr/>
          <p:nvPr/>
        </p:nvSpPr>
        <p:spPr>
          <a:xfrm>
            <a:off x="6227064" y="2290852"/>
            <a:ext cx="176479" cy="0"/>
          </a:xfrm>
          <a:prstGeom prst="line">
            <a:avLst/>
          </a:prstGeom>
          <a:noFill/>
          <a:ln w="25400">
            <a:solidFill>
              <a:srgbClr val="168B83"/>
            </a:solidFill>
            <a:prstDash val="solid"/>
            <a:headEnd type="none"/>
            <a:tailEnd type="none"/>
          </a:ln>
        </p:spPr>
      </p:sp>
      <p:sp>
        <p:nvSpPr>
          <p:cNvPr id="213" name="Shape 211"/>
          <p:cNvSpPr/>
          <p:nvPr/>
        </p:nvSpPr>
        <p:spPr>
          <a:xfrm>
            <a:off x="6400800" y="2287940"/>
            <a:ext cx="0" cy="5655"/>
          </a:xfrm>
          <a:prstGeom prst="line">
            <a:avLst/>
          </a:prstGeom>
          <a:noFill/>
          <a:ln w="25400">
            <a:solidFill>
              <a:srgbClr val="168B83"/>
            </a:solidFill>
            <a:prstDash val="solid"/>
            <a:headEnd type="none"/>
            <a:tailEnd type="none"/>
          </a:ln>
        </p:spPr>
      </p:sp>
      <p:sp>
        <p:nvSpPr>
          <p:cNvPr id="214" name="Shape 212"/>
          <p:cNvSpPr/>
          <p:nvPr/>
        </p:nvSpPr>
        <p:spPr>
          <a:xfrm>
            <a:off x="6400800" y="2290683"/>
            <a:ext cx="176480" cy="0"/>
          </a:xfrm>
          <a:prstGeom prst="line">
            <a:avLst/>
          </a:prstGeom>
          <a:noFill/>
          <a:ln w="25400">
            <a:solidFill>
              <a:srgbClr val="168B83"/>
            </a:solidFill>
            <a:prstDash val="solid"/>
            <a:headEnd type="none"/>
            <a:tailEnd type="none"/>
          </a:ln>
        </p:spPr>
      </p:sp>
      <p:sp>
        <p:nvSpPr>
          <p:cNvPr id="215" name="Shape 213"/>
          <p:cNvSpPr/>
          <p:nvPr/>
        </p:nvSpPr>
        <p:spPr>
          <a:xfrm>
            <a:off x="6574536" y="2287940"/>
            <a:ext cx="0" cy="5916"/>
          </a:xfrm>
          <a:prstGeom prst="line">
            <a:avLst/>
          </a:prstGeom>
          <a:noFill/>
          <a:ln w="25400">
            <a:solidFill>
              <a:srgbClr val="168B83"/>
            </a:solidFill>
            <a:prstDash val="solid"/>
            <a:headEnd type="none"/>
            <a:tailEnd type="none"/>
          </a:ln>
        </p:spPr>
      </p:sp>
      <p:sp>
        <p:nvSpPr>
          <p:cNvPr id="216" name="Shape 214"/>
          <p:cNvSpPr/>
          <p:nvPr/>
        </p:nvSpPr>
        <p:spPr>
          <a:xfrm>
            <a:off x="6574536" y="2291113"/>
            <a:ext cx="176480" cy="0"/>
          </a:xfrm>
          <a:prstGeom prst="line">
            <a:avLst/>
          </a:prstGeom>
          <a:noFill/>
          <a:ln w="25400">
            <a:solidFill>
              <a:srgbClr val="168B83"/>
            </a:solidFill>
            <a:prstDash val="solid"/>
            <a:headEnd type="none"/>
            <a:tailEnd type="none"/>
          </a:ln>
        </p:spPr>
      </p:sp>
      <p:sp>
        <p:nvSpPr>
          <p:cNvPr id="217" name="Shape 215"/>
          <p:cNvSpPr/>
          <p:nvPr/>
        </p:nvSpPr>
        <p:spPr>
          <a:xfrm>
            <a:off x="6748272" y="2288025"/>
            <a:ext cx="0" cy="5831"/>
          </a:xfrm>
          <a:prstGeom prst="line">
            <a:avLst/>
          </a:prstGeom>
          <a:noFill/>
          <a:ln w="25400">
            <a:solidFill>
              <a:srgbClr val="168B83"/>
            </a:solidFill>
            <a:prstDash val="solid"/>
            <a:headEnd type="none"/>
            <a:tailEnd type="none"/>
          </a:ln>
        </p:spPr>
      </p:sp>
      <p:sp>
        <p:nvSpPr>
          <p:cNvPr id="218" name="Shape 216"/>
          <p:cNvSpPr/>
          <p:nvPr/>
        </p:nvSpPr>
        <p:spPr>
          <a:xfrm>
            <a:off x="6748272" y="2290768"/>
            <a:ext cx="176479" cy="0"/>
          </a:xfrm>
          <a:prstGeom prst="line">
            <a:avLst/>
          </a:prstGeom>
          <a:noFill/>
          <a:ln w="25400">
            <a:solidFill>
              <a:srgbClr val="168B83"/>
            </a:solidFill>
            <a:prstDash val="solid"/>
            <a:headEnd type="none"/>
            <a:tailEnd type="none"/>
          </a:ln>
        </p:spPr>
      </p:sp>
      <p:sp>
        <p:nvSpPr>
          <p:cNvPr id="219" name="Shape 217"/>
          <p:cNvSpPr/>
          <p:nvPr/>
        </p:nvSpPr>
        <p:spPr>
          <a:xfrm>
            <a:off x="6922008" y="2286526"/>
            <a:ext cx="0" cy="6986"/>
          </a:xfrm>
          <a:prstGeom prst="line">
            <a:avLst/>
          </a:prstGeom>
          <a:noFill/>
          <a:ln w="25400">
            <a:solidFill>
              <a:srgbClr val="168B83"/>
            </a:solidFill>
            <a:prstDash val="solid"/>
            <a:headEnd type="none"/>
            <a:tailEnd type="none"/>
          </a:ln>
        </p:spPr>
      </p:sp>
      <p:sp>
        <p:nvSpPr>
          <p:cNvPr id="220" name="Shape 218"/>
          <p:cNvSpPr/>
          <p:nvPr/>
        </p:nvSpPr>
        <p:spPr>
          <a:xfrm>
            <a:off x="6922008" y="2289269"/>
            <a:ext cx="176480" cy="0"/>
          </a:xfrm>
          <a:prstGeom prst="line">
            <a:avLst/>
          </a:prstGeom>
          <a:noFill/>
          <a:ln w="25400">
            <a:solidFill>
              <a:srgbClr val="168B83"/>
            </a:solidFill>
            <a:prstDash val="solid"/>
            <a:headEnd type="none"/>
            <a:tailEnd type="none"/>
          </a:ln>
        </p:spPr>
      </p:sp>
      <p:sp>
        <p:nvSpPr>
          <p:cNvPr id="221" name="Shape 219"/>
          <p:cNvSpPr/>
          <p:nvPr/>
        </p:nvSpPr>
        <p:spPr>
          <a:xfrm>
            <a:off x="7095744" y="2284302"/>
            <a:ext cx="0" cy="7710"/>
          </a:xfrm>
          <a:prstGeom prst="line">
            <a:avLst/>
          </a:prstGeom>
          <a:noFill/>
          <a:ln w="25400">
            <a:solidFill>
              <a:srgbClr val="168B83"/>
            </a:solidFill>
            <a:prstDash val="solid"/>
            <a:headEnd type="none"/>
            <a:tailEnd type="none"/>
          </a:ln>
        </p:spPr>
      </p:sp>
      <p:sp>
        <p:nvSpPr>
          <p:cNvPr id="222" name="Shape 220"/>
          <p:cNvSpPr/>
          <p:nvPr/>
        </p:nvSpPr>
        <p:spPr>
          <a:xfrm>
            <a:off x="7095744" y="2287046"/>
            <a:ext cx="176480" cy="0"/>
          </a:xfrm>
          <a:prstGeom prst="line">
            <a:avLst/>
          </a:prstGeom>
          <a:noFill/>
          <a:ln w="25400">
            <a:solidFill>
              <a:srgbClr val="168B83"/>
            </a:solidFill>
            <a:prstDash val="solid"/>
            <a:headEnd type="none"/>
            <a:tailEnd type="none"/>
          </a:ln>
        </p:spPr>
      </p:sp>
      <p:sp>
        <p:nvSpPr>
          <p:cNvPr id="223" name="Shape 221"/>
          <p:cNvSpPr/>
          <p:nvPr/>
        </p:nvSpPr>
        <p:spPr>
          <a:xfrm>
            <a:off x="7269480" y="2284302"/>
            <a:ext cx="0" cy="69104"/>
          </a:xfrm>
          <a:prstGeom prst="line">
            <a:avLst/>
          </a:prstGeom>
          <a:noFill/>
          <a:ln w="25400">
            <a:solidFill>
              <a:srgbClr val="168B83"/>
            </a:solidFill>
            <a:prstDash val="solid"/>
            <a:headEnd type="none"/>
            <a:tailEnd type="none"/>
          </a:ln>
        </p:spPr>
      </p:sp>
      <p:sp>
        <p:nvSpPr>
          <p:cNvPr id="224" name="Shape 222"/>
          <p:cNvSpPr/>
          <p:nvPr/>
        </p:nvSpPr>
        <p:spPr>
          <a:xfrm>
            <a:off x="7269480" y="2350663"/>
            <a:ext cx="176479" cy="0"/>
          </a:xfrm>
          <a:prstGeom prst="line">
            <a:avLst/>
          </a:prstGeom>
          <a:noFill/>
          <a:ln w="25400">
            <a:solidFill>
              <a:srgbClr val="168B83"/>
            </a:solidFill>
            <a:prstDash val="solid"/>
            <a:headEnd type="none"/>
            <a:tailEnd type="none"/>
          </a:ln>
        </p:spPr>
      </p:sp>
      <p:sp>
        <p:nvSpPr>
          <p:cNvPr id="225" name="Shape 223"/>
          <p:cNvSpPr/>
          <p:nvPr/>
        </p:nvSpPr>
        <p:spPr>
          <a:xfrm>
            <a:off x="7443216" y="2344536"/>
            <a:ext cx="0" cy="8870"/>
          </a:xfrm>
          <a:prstGeom prst="line">
            <a:avLst/>
          </a:prstGeom>
          <a:noFill/>
          <a:ln w="25400">
            <a:solidFill>
              <a:srgbClr val="168B83"/>
            </a:solidFill>
            <a:prstDash val="solid"/>
            <a:headEnd type="none"/>
            <a:tailEnd type="none"/>
          </a:ln>
        </p:spPr>
      </p:sp>
      <p:sp>
        <p:nvSpPr>
          <p:cNvPr id="226" name="Shape 224"/>
          <p:cNvSpPr/>
          <p:nvPr/>
        </p:nvSpPr>
        <p:spPr>
          <a:xfrm>
            <a:off x="7443216" y="2347280"/>
            <a:ext cx="176480" cy="0"/>
          </a:xfrm>
          <a:prstGeom prst="line">
            <a:avLst/>
          </a:prstGeom>
          <a:noFill/>
          <a:ln w="25400">
            <a:solidFill>
              <a:srgbClr val="168B83"/>
            </a:solidFill>
            <a:prstDash val="solid"/>
            <a:headEnd type="none"/>
            <a:tailEnd type="none"/>
          </a:ln>
        </p:spPr>
      </p:sp>
      <p:sp>
        <p:nvSpPr>
          <p:cNvPr id="227" name="Shape 225"/>
          <p:cNvSpPr/>
          <p:nvPr/>
        </p:nvSpPr>
        <p:spPr>
          <a:xfrm>
            <a:off x="7616952" y="2340161"/>
            <a:ext cx="0" cy="9861"/>
          </a:xfrm>
          <a:prstGeom prst="line">
            <a:avLst/>
          </a:prstGeom>
          <a:noFill/>
          <a:ln w="25400">
            <a:solidFill>
              <a:srgbClr val="168B83"/>
            </a:solidFill>
            <a:prstDash val="solid"/>
            <a:headEnd type="none"/>
            <a:tailEnd type="none"/>
          </a:ln>
        </p:spPr>
      </p:sp>
      <p:sp>
        <p:nvSpPr>
          <p:cNvPr id="228" name="Shape 226"/>
          <p:cNvSpPr/>
          <p:nvPr/>
        </p:nvSpPr>
        <p:spPr>
          <a:xfrm>
            <a:off x="7616952" y="2342904"/>
            <a:ext cx="176480" cy="0"/>
          </a:xfrm>
          <a:prstGeom prst="line">
            <a:avLst/>
          </a:prstGeom>
          <a:noFill/>
          <a:ln w="25400">
            <a:solidFill>
              <a:srgbClr val="168B83"/>
            </a:solidFill>
            <a:prstDash val="solid"/>
            <a:headEnd type="none"/>
            <a:tailEnd type="none"/>
          </a:ln>
        </p:spPr>
      </p:sp>
      <p:sp>
        <p:nvSpPr>
          <p:cNvPr id="229" name="Shape 227"/>
          <p:cNvSpPr/>
          <p:nvPr/>
        </p:nvSpPr>
        <p:spPr>
          <a:xfrm>
            <a:off x="7790688" y="2335380"/>
            <a:ext cx="0" cy="10268"/>
          </a:xfrm>
          <a:prstGeom prst="line">
            <a:avLst/>
          </a:prstGeom>
          <a:noFill/>
          <a:ln w="25400">
            <a:solidFill>
              <a:srgbClr val="168B83"/>
            </a:solidFill>
            <a:prstDash val="solid"/>
            <a:headEnd type="none"/>
            <a:tailEnd type="none"/>
          </a:ln>
        </p:spPr>
      </p:sp>
      <p:sp>
        <p:nvSpPr>
          <p:cNvPr id="230" name="Shape 228"/>
          <p:cNvSpPr/>
          <p:nvPr/>
        </p:nvSpPr>
        <p:spPr>
          <a:xfrm>
            <a:off x="7790688" y="2338123"/>
            <a:ext cx="176479" cy="0"/>
          </a:xfrm>
          <a:prstGeom prst="line">
            <a:avLst/>
          </a:prstGeom>
          <a:noFill/>
          <a:ln w="25400">
            <a:solidFill>
              <a:srgbClr val="168B83"/>
            </a:solidFill>
            <a:prstDash val="solid"/>
            <a:headEnd type="none"/>
            <a:tailEnd type="none"/>
          </a:ln>
        </p:spPr>
      </p:sp>
      <p:sp>
        <p:nvSpPr>
          <p:cNvPr id="231" name="Shape 229"/>
          <p:cNvSpPr/>
          <p:nvPr/>
        </p:nvSpPr>
        <p:spPr>
          <a:xfrm>
            <a:off x="7964424" y="2329508"/>
            <a:ext cx="0" cy="11358"/>
          </a:xfrm>
          <a:prstGeom prst="line">
            <a:avLst/>
          </a:prstGeom>
          <a:noFill/>
          <a:ln w="25400">
            <a:solidFill>
              <a:srgbClr val="168B83"/>
            </a:solidFill>
            <a:prstDash val="solid"/>
            <a:headEnd type="none"/>
            <a:tailEnd type="none"/>
          </a:ln>
        </p:spPr>
      </p:sp>
      <p:sp>
        <p:nvSpPr>
          <p:cNvPr id="232" name="Shape 230"/>
          <p:cNvSpPr/>
          <p:nvPr/>
        </p:nvSpPr>
        <p:spPr>
          <a:xfrm>
            <a:off x="7964424" y="2332251"/>
            <a:ext cx="176480" cy="0"/>
          </a:xfrm>
          <a:prstGeom prst="line">
            <a:avLst/>
          </a:prstGeom>
          <a:noFill/>
          <a:ln w="25400">
            <a:solidFill>
              <a:srgbClr val="168B83"/>
            </a:solidFill>
            <a:prstDash val="solid"/>
            <a:headEnd type="none"/>
            <a:tailEnd type="none"/>
          </a:ln>
        </p:spPr>
      </p:sp>
      <p:sp>
        <p:nvSpPr>
          <p:cNvPr id="233" name="Shape 231"/>
          <p:cNvSpPr/>
          <p:nvPr/>
        </p:nvSpPr>
        <p:spPr>
          <a:xfrm>
            <a:off x="8138160" y="2322738"/>
            <a:ext cx="0" cy="12256"/>
          </a:xfrm>
          <a:prstGeom prst="line">
            <a:avLst/>
          </a:prstGeom>
          <a:noFill/>
          <a:ln w="25400">
            <a:solidFill>
              <a:srgbClr val="168B83"/>
            </a:solidFill>
            <a:prstDash val="solid"/>
            <a:headEnd type="none"/>
            <a:tailEnd type="none"/>
          </a:ln>
        </p:spPr>
      </p:sp>
      <p:sp>
        <p:nvSpPr>
          <p:cNvPr id="234" name="Shape 232"/>
          <p:cNvSpPr/>
          <p:nvPr/>
        </p:nvSpPr>
        <p:spPr>
          <a:xfrm>
            <a:off x="8138160" y="2325481"/>
            <a:ext cx="176480" cy="0"/>
          </a:xfrm>
          <a:prstGeom prst="line">
            <a:avLst/>
          </a:prstGeom>
          <a:noFill/>
          <a:ln w="25400">
            <a:solidFill>
              <a:srgbClr val="168B83"/>
            </a:solidFill>
            <a:prstDash val="solid"/>
            <a:headEnd type="none"/>
            <a:tailEnd type="none"/>
          </a:ln>
        </p:spPr>
      </p:sp>
      <p:sp>
        <p:nvSpPr>
          <p:cNvPr id="235" name="Shape 233"/>
          <p:cNvSpPr/>
          <p:nvPr/>
        </p:nvSpPr>
        <p:spPr>
          <a:xfrm>
            <a:off x="8311896" y="2315745"/>
            <a:ext cx="0" cy="12479"/>
          </a:xfrm>
          <a:prstGeom prst="line">
            <a:avLst/>
          </a:prstGeom>
          <a:noFill/>
          <a:ln w="25400">
            <a:solidFill>
              <a:srgbClr val="168B83"/>
            </a:solidFill>
            <a:prstDash val="solid"/>
            <a:headEnd type="none"/>
            <a:tailEnd type="none"/>
          </a:ln>
        </p:spPr>
      </p:sp>
      <p:sp>
        <p:nvSpPr>
          <p:cNvPr id="236" name="Shape 234"/>
          <p:cNvSpPr/>
          <p:nvPr/>
        </p:nvSpPr>
        <p:spPr>
          <a:xfrm>
            <a:off x="8311896" y="2318488"/>
            <a:ext cx="176479" cy="0"/>
          </a:xfrm>
          <a:prstGeom prst="line">
            <a:avLst/>
          </a:prstGeom>
          <a:noFill/>
          <a:ln w="25400">
            <a:solidFill>
              <a:srgbClr val="168B83"/>
            </a:solidFill>
            <a:prstDash val="solid"/>
            <a:headEnd type="none"/>
            <a:tailEnd type="none"/>
          </a:ln>
        </p:spPr>
      </p:sp>
      <p:sp>
        <p:nvSpPr>
          <p:cNvPr id="237" name="Shape 235"/>
          <p:cNvSpPr/>
          <p:nvPr/>
        </p:nvSpPr>
        <p:spPr>
          <a:xfrm>
            <a:off x="8485632" y="2309022"/>
            <a:ext cx="0" cy="12209"/>
          </a:xfrm>
          <a:prstGeom prst="line">
            <a:avLst/>
          </a:prstGeom>
          <a:noFill/>
          <a:ln w="25400">
            <a:solidFill>
              <a:srgbClr val="168B83"/>
            </a:solidFill>
            <a:prstDash val="solid"/>
            <a:headEnd type="none"/>
            <a:tailEnd type="none"/>
          </a:ln>
        </p:spPr>
      </p:sp>
      <p:sp>
        <p:nvSpPr>
          <p:cNvPr id="238" name="Shape 236"/>
          <p:cNvSpPr/>
          <p:nvPr/>
        </p:nvSpPr>
        <p:spPr>
          <a:xfrm>
            <a:off x="8485632" y="2311766"/>
            <a:ext cx="176480" cy="0"/>
          </a:xfrm>
          <a:prstGeom prst="line">
            <a:avLst/>
          </a:prstGeom>
          <a:noFill/>
          <a:ln w="25400">
            <a:solidFill>
              <a:srgbClr val="168B83"/>
            </a:solidFill>
            <a:prstDash val="solid"/>
            <a:headEnd type="none"/>
            <a:tailEnd type="none"/>
          </a:ln>
        </p:spPr>
      </p:sp>
      <p:sp>
        <p:nvSpPr>
          <p:cNvPr id="239" name="Shape 237"/>
          <p:cNvSpPr/>
          <p:nvPr/>
        </p:nvSpPr>
        <p:spPr>
          <a:xfrm>
            <a:off x="8659368" y="2303368"/>
            <a:ext cx="0" cy="11141"/>
          </a:xfrm>
          <a:prstGeom prst="line">
            <a:avLst/>
          </a:prstGeom>
          <a:noFill/>
          <a:ln w="25400">
            <a:solidFill>
              <a:srgbClr val="168B83"/>
            </a:solidFill>
            <a:prstDash val="solid"/>
            <a:headEnd type="none"/>
            <a:tailEnd type="none"/>
          </a:ln>
        </p:spPr>
      </p:sp>
      <p:sp>
        <p:nvSpPr>
          <p:cNvPr id="240" name="Shape 238"/>
          <p:cNvSpPr/>
          <p:nvPr/>
        </p:nvSpPr>
        <p:spPr>
          <a:xfrm>
            <a:off x="8659368" y="2306111"/>
            <a:ext cx="176480" cy="0"/>
          </a:xfrm>
          <a:prstGeom prst="line">
            <a:avLst/>
          </a:prstGeom>
          <a:noFill/>
          <a:ln w="25400">
            <a:solidFill>
              <a:srgbClr val="168B83"/>
            </a:solidFill>
            <a:prstDash val="solid"/>
            <a:headEnd type="none"/>
            <a:tailEnd type="none"/>
          </a:ln>
        </p:spPr>
      </p:sp>
      <p:sp>
        <p:nvSpPr>
          <p:cNvPr id="241" name="Shape 239"/>
          <p:cNvSpPr/>
          <p:nvPr/>
        </p:nvSpPr>
        <p:spPr>
          <a:xfrm>
            <a:off x="8833104" y="2299606"/>
            <a:ext cx="0" cy="9248"/>
          </a:xfrm>
          <a:prstGeom prst="line">
            <a:avLst/>
          </a:prstGeom>
          <a:noFill/>
          <a:ln w="25400">
            <a:solidFill>
              <a:srgbClr val="168B83"/>
            </a:solidFill>
            <a:prstDash val="solid"/>
            <a:headEnd type="none"/>
            <a:tailEnd type="none"/>
          </a:ln>
        </p:spPr>
      </p:sp>
      <p:sp>
        <p:nvSpPr>
          <p:cNvPr id="242" name="Shape 240"/>
          <p:cNvSpPr/>
          <p:nvPr/>
        </p:nvSpPr>
        <p:spPr>
          <a:xfrm>
            <a:off x="8833104" y="2302350"/>
            <a:ext cx="176479" cy="0"/>
          </a:xfrm>
          <a:prstGeom prst="line">
            <a:avLst/>
          </a:prstGeom>
          <a:noFill/>
          <a:ln w="25400">
            <a:solidFill>
              <a:srgbClr val="168B83"/>
            </a:solidFill>
            <a:prstDash val="solid"/>
            <a:headEnd type="none"/>
            <a:tailEnd type="none"/>
          </a:ln>
        </p:spPr>
      </p:sp>
      <p:sp>
        <p:nvSpPr>
          <p:cNvPr id="243" name="Shape 241"/>
          <p:cNvSpPr/>
          <p:nvPr/>
        </p:nvSpPr>
        <p:spPr>
          <a:xfrm>
            <a:off x="9006840" y="2296860"/>
            <a:ext cx="0" cy="8232"/>
          </a:xfrm>
          <a:prstGeom prst="line">
            <a:avLst/>
          </a:prstGeom>
          <a:noFill/>
          <a:ln w="25400">
            <a:solidFill>
              <a:srgbClr val="168B83"/>
            </a:solidFill>
            <a:prstDash val="solid"/>
            <a:headEnd type="none"/>
            <a:tailEnd type="none"/>
          </a:ln>
        </p:spPr>
      </p:sp>
      <p:sp>
        <p:nvSpPr>
          <p:cNvPr id="244" name="Shape 242"/>
          <p:cNvSpPr/>
          <p:nvPr/>
        </p:nvSpPr>
        <p:spPr>
          <a:xfrm>
            <a:off x="9006840" y="2299603"/>
            <a:ext cx="176480" cy="0"/>
          </a:xfrm>
          <a:prstGeom prst="line">
            <a:avLst/>
          </a:prstGeom>
          <a:noFill/>
          <a:ln w="25400">
            <a:solidFill>
              <a:srgbClr val="168B83"/>
            </a:solidFill>
            <a:prstDash val="solid"/>
            <a:headEnd type="none"/>
            <a:tailEnd type="none"/>
          </a:ln>
        </p:spPr>
      </p:sp>
      <p:sp>
        <p:nvSpPr>
          <p:cNvPr id="245" name="Shape 243"/>
          <p:cNvSpPr/>
          <p:nvPr/>
        </p:nvSpPr>
        <p:spPr>
          <a:xfrm>
            <a:off x="9180576" y="2294776"/>
            <a:ext cx="0" cy="7571"/>
          </a:xfrm>
          <a:prstGeom prst="line">
            <a:avLst/>
          </a:prstGeom>
          <a:noFill/>
          <a:ln w="25400">
            <a:solidFill>
              <a:srgbClr val="168B83"/>
            </a:solidFill>
            <a:prstDash val="solid"/>
            <a:headEnd type="none"/>
            <a:tailEnd type="none"/>
          </a:ln>
        </p:spPr>
      </p:sp>
      <p:sp>
        <p:nvSpPr>
          <p:cNvPr id="246" name="Shape 244"/>
          <p:cNvSpPr/>
          <p:nvPr/>
        </p:nvSpPr>
        <p:spPr>
          <a:xfrm>
            <a:off x="9180576" y="2297519"/>
            <a:ext cx="176480" cy="0"/>
          </a:xfrm>
          <a:prstGeom prst="line">
            <a:avLst/>
          </a:prstGeom>
          <a:noFill/>
          <a:ln w="25400">
            <a:solidFill>
              <a:srgbClr val="168B83"/>
            </a:solidFill>
            <a:prstDash val="solid"/>
            <a:headEnd type="none"/>
            <a:tailEnd type="none"/>
          </a:ln>
        </p:spPr>
      </p:sp>
      <p:sp>
        <p:nvSpPr>
          <p:cNvPr id="247" name="Shape 245"/>
          <p:cNvSpPr/>
          <p:nvPr/>
        </p:nvSpPr>
        <p:spPr>
          <a:xfrm>
            <a:off x="9354312" y="2294776"/>
            <a:ext cx="0" cy="70132"/>
          </a:xfrm>
          <a:prstGeom prst="line">
            <a:avLst/>
          </a:prstGeom>
          <a:noFill/>
          <a:ln w="25400">
            <a:solidFill>
              <a:srgbClr val="168B83"/>
            </a:solidFill>
            <a:prstDash val="solid"/>
            <a:headEnd type="none"/>
            <a:tailEnd type="none"/>
          </a:ln>
        </p:spPr>
      </p:sp>
      <p:sp>
        <p:nvSpPr>
          <p:cNvPr id="248" name="Shape 246"/>
          <p:cNvSpPr/>
          <p:nvPr/>
        </p:nvSpPr>
        <p:spPr>
          <a:xfrm>
            <a:off x="9354312" y="2362165"/>
            <a:ext cx="176479" cy="0"/>
          </a:xfrm>
          <a:prstGeom prst="line">
            <a:avLst/>
          </a:prstGeom>
          <a:noFill/>
          <a:ln w="25400">
            <a:solidFill>
              <a:srgbClr val="168B83"/>
            </a:solidFill>
            <a:prstDash val="solid"/>
            <a:headEnd type="none"/>
            <a:tailEnd type="none"/>
          </a:ln>
        </p:spPr>
      </p:sp>
      <p:sp>
        <p:nvSpPr>
          <p:cNvPr id="249" name="Shape 247"/>
          <p:cNvSpPr/>
          <p:nvPr/>
        </p:nvSpPr>
        <p:spPr>
          <a:xfrm>
            <a:off x="9528048" y="2357186"/>
            <a:ext cx="0" cy="7722"/>
          </a:xfrm>
          <a:prstGeom prst="line">
            <a:avLst/>
          </a:prstGeom>
          <a:noFill/>
          <a:ln w="25400">
            <a:solidFill>
              <a:srgbClr val="168B83"/>
            </a:solidFill>
            <a:prstDash val="solid"/>
            <a:headEnd type="none"/>
            <a:tailEnd type="none"/>
          </a:ln>
        </p:spPr>
      </p:sp>
      <p:sp>
        <p:nvSpPr>
          <p:cNvPr id="250" name="Shape 248"/>
          <p:cNvSpPr/>
          <p:nvPr/>
        </p:nvSpPr>
        <p:spPr>
          <a:xfrm>
            <a:off x="9528048" y="2359929"/>
            <a:ext cx="176480" cy="0"/>
          </a:xfrm>
          <a:prstGeom prst="line">
            <a:avLst/>
          </a:prstGeom>
          <a:noFill/>
          <a:ln w="25400">
            <a:solidFill>
              <a:srgbClr val="168B83"/>
            </a:solidFill>
            <a:prstDash val="solid"/>
            <a:headEnd type="none"/>
            <a:tailEnd type="none"/>
          </a:ln>
        </p:spPr>
      </p:sp>
      <p:sp>
        <p:nvSpPr>
          <p:cNvPr id="251" name="Shape 249"/>
          <p:cNvSpPr/>
          <p:nvPr/>
        </p:nvSpPr>
        <p:spPr>
          <a:xfrm>
            <a:off x="9701784" y="2353262"/>
            <a:ext cx="0" cy="9410"/>
          </a:xfrm>
          <a:prstGeom prst="line">
            <a:avLst/>
          </a:prstGeom>
          <a:noFill/>
          <a:ln w="25400">
            <a:solidFill>
              <a:srgbClr val="168B83"/>
            </a:solidFill>
            <a:prstDash val="solid"/>
            <a:headEnd type="none"/>
            <a:tailEnd type="none"/>
          </a:ln>
        </p:spPr>
      </p:sp>
      <p:sp>
        <p:nvSpPr>
          <p:cNvPr id="252" name="Shape 250"/>
          <p:cNvSpPr/>
          <p:nvPr/>
        </p:nvSpPr>
        <p:spPr>
          <a:xfrm>
            <a:off x="9701784" y="2356005"/>
            <a:ext cx="176480" cy="0"/>
          </a:xfrm>
          <a:prstGeom prst="line">
            <a:avLst/>
          </a:prstGeom>
          <a:noFill/>
          <a:ln w="25400">
            <a:solidFill>
              <a:srgbClr val="168B83"/>
            </a:solidFill>
            <a:prstDash val="solid"/>
            <a:headEnd type="none"/>
            <a:tailEnd type="none"/>
          </a:ln>
        </p:spPr>
      </p:sp>
      <p:sp>
        <p:nvSpPr>
          <p:cNvPr id="253" name="Shape 251"/>
          <p:cNvSpPr/>
          <p:nvPr/>
        </p:nvSpPr>
        <p:spPr>
          <a:xfrm>
            <a:off x="9875520" y="2346935"/>
            <a:ext cx="0" cy="11813"/>
          </a:xfrm>
          <a:prstGeom prst="line">
            <a:avLst/>
          </a:prstGeom>
          <a:noFill/>
          <a:ln w="25400">
            <a:solidFill>
              <a:srgbClr val="168B83"/>
            </a:solidFill>
            <a:prstDash val="solid"/>
            <a:headEnd type="none"/>
            <a:tailEnd type="none"/>
          </a:ln>
        </p:spPr>
      </p:sp>
      <p:sp>
        <p:nvSpPr>
          <p:cNvPr id="254" name="Shape 252"/>
          <p:cNvSpPr/>
          <p:nvPr/>
        </p:nvSpPr>
        <p:spPr>
          <a:xfrm>
            <a:off x="9875520" y="2349678"/>
            <a:ext cx="176479" cy="0"/>
          </a:xfrm>
          <a:prstGeom prst="line">
            <a:avLst/>
          </a:prstGeom>
          <a:noFill/>
          <a:ln w="25400">
            <a:solidFill>
              <a:srgbClr val="168B83"/>
            </a:solidFill>
            <a:prstDash val="solid"/>
            <a:headEnd type="none"/>
            <a:tailEnd type="none"/>
          </a:ln>
        </p:spPr>
      </p:sp>
      <p:sp>
        <p:nvSpPr>
          <p:cNvPr id="255" name="Shape 253"/>
          <p:cNvSpPr/>
          <p:nvPr/>
        </p:nvSpPr>
        <p:spPr>
          <a:xfrm>
            <a:off x="10049256" y="2338596"/>
            <a:ext cx="0" cy="13826"/>
          </a:xfrm>
          <a:prstGeom prst="line">
            <a:avLst/>
          </a:prstGeom>
          <a:noFill/>
          <a:ln w="25400">
            <a:solidFill>
              <a:srgbClr val="168B83"/>
            </a:solidFill>
            <a:prstDash val="solid"/>
            <a:headEnd type="none"/>
            <a:tailEnd type="none"/>
          </a:ln>
        </p:spPr>
      </p:sp>
      <p:sp>
        <p:nvSpPr>
          <p:cNvPr id="256" name="Shape 254"/>
          <p:cNvSpPr/>
          <p:nvPr/>
        </p:nvSpPr>
        <p:spPr>
          <a:xfrm>
            <a:off x="10049256" y="2341339"/>
            <a:ext cx="176480" cy="0"/>
          </a:xfrm>
          <a:prstGeom prst="line">
            <a:avLst/>
          </a:prstGeom>
          <a:noFill/>
          <a:ln w="25400">
            <a:solidFill>
              <a:srgbClr val="168B83"/>
            </a:solidFill>
            <a:prstDash val="solid"/>
            <a:headEnd type="none"/>
            <a:tailEnd type="none"/>
          </a:ln>
        </p:spPr>
      </p:sp>
      <p:sp>
        <p:nvSpPr>
          <p:cNvPr id="257" name="Shape 255"/>
          <p:cNvSpPr/>
          <p:nvPr/>
        </p:nvSpPr>
        <p:spPr>
          <a:xfrm>
            <a:off x="10222992" y="2328311"/>
            <a:ext cx="0" cy="15771"/>
          </a:xfrm>
          <a:prstGeom prst="line">
            <a:avLst/>
          </a:prstGeom>
          <a:noFill/>
          <a:ln w="25400">
            <a:solidFill>
              <a:srgbClr val="168B83"/>
            </a:solidFill>
            <a:prstDash val="solid"/>
            <a:headEnd type="none"/>
            <a:tailEnd type="none"/>
          </a:ln>
        </p:spPr>
      </p:sp>
      <p:sp>
        <p:nvSpPr>
          <p:cNvPr id="258" name="Shape 256"/>
          <p:cNvSpPr/>
          <p:nvPr/>
        </p:nvSpPr>
        <p:spPr>
          <a:xfrm>
            <a:off x="10222992" y="2331054"/>
            <a:ext cx="176480" cy="0"/>
          </a:xfrm>
          <a:prstGeom prst="line">
            <a:avLst/>
          </a:prstGeom>
          <a:noFill/>
          <a:ln w="25400">
            <a:solidFill>
              <a:srgbClr val="168B83"/>
            </a:solidFill>
            <a:prstDash val="solid"/>
            <a:headEnd type="none"/>
            <a:tailEnd type="none"/>
          </a:ln>
        </p:spPr>
      </p:sp>
      <p:sp>
        <p:nvSpPr>
          <p:cNvPr id="259" name="Shape 257"/>
          <p:cNvSpPr/>
          <p:nvPr/>
        </p:nvSpPr>
        <p:spPr>
          <a:xfrm>
            <a:off x="10396728" y="2315778"/>
            <a:ext cx="0" cy="18020"/>
          </a:xfrm>
          <a:prstGeom prst="line">
            <a:avLst/>
          </a:prstGeom>
          <a:noFill/>
          <a:ln w="25400">
            <a:solidFill>
              <a:srgbClr val="168B83"/>
            </a:solidFill>
            <a:prstDash val="solid"/>
            <a:headEnd type="none"/>
            <a:tailEnd type="none"/>
          </a:ln>
        </p:spPr>
      </p:sp>
      <p:sp>
        <p:nvSpPr>
          <p:cNvPr id="260" name="Shape 258"/>
          <p:cNvSpPr/>
          <p:nvPr/>
        </p:nvSpPr>
        <p:spPr>
          <a:xfrm>
            <a:off x="10396728" y="2318521"/>
            <a:ext cx="176479" cy="0"/>
          </a:xfrm>
          <a:prstGeom prst="line">
            <a:avLst/>
          </a:prstGeom>
          <a:noFill/>
          <a:ln w="25400">
            <a:solidFill>
              <a:srgbClr val="168B83"/>
            </a:solidFill>
            <a:prstDash val="solid"/>
            <a:headEnd type="none"/>
            <a:tailEnd type="none"/>
          </a:ln>
        </p:spPr>
      </p:sp>
      <p:sp>
        <p:nvSpPr>
          <p:cNvPr id="261" name="Shape 259"/>
          <p:cNvSpPr/>
          <p:nvPr/>
        </p:nvSpPr>
        <p:spPr>
          <a:xfrm>
            <a:off x="10570464" y="2300779"/>
            <a:ext cx="0" cy="20485"/>
          </a:xfrm>
          <a:prstGeom prst="line">
            <a:avLst/>
          </a:prstGeom>
          <a:noFill/>
          <a:ln w="25400">
            <a:solidFill>
              <a:srgbClr val="168B83"/>
            </a:solidFill>
            <a:prstDash val="solid"/>
            <a:headEnd type="none"/>
            <a:tailEnd type="none"/>
          </a:ln>
        </p:spPr>
      </p:sp>
      <p:sp>
        <p:nvSpPr>
          <p:cNvPr id="262" name="Shape 260"/>
          <p:cNvSpPr/>
          <p:nvPr/>
        </p:nvSpPr>
        <p:spPr>
          <a:xfrm>
            <a:off x="10570464" y="2303522"/>
            <a:ext cx="176480" cy="0"/>
          </a:xfrm>
          <a:prstGeom prst="line">
            <a:avLst/>
          </a:prstGeom>
          <a:noFill/>
          <a:ln w="25400">
            <a:solidFill>
              <a:srgbClr val="168B83"/>
            </a:solidFill>
            <a:prstDash val="solid"/>
            <a:headEnd type="none"/>
            <a:tailEnd type="none"/>
          </a:ln>
        </p:spPr>
      </p:sp>
      <p:sp>
        <p:nvSpPr>
          <p:cNvPr id="263" name="Shape 261"/>
          <p:cNvSpPr/>
          <p:nvPr/>
        </p:nvSpPr>
        <p:spPr>
          <a:xfrm>
            <a:off x="10744200" y="2283412"/>
            <a:ext cx="0" cy="22853"/>
          </a:xfrm>
          <a:prstGeom prst="line">
            <a:avLst/>
          </a:prstGeom>
          <a:noFill/>
          <a:ln w="25400">
            <a:solidFill>
              <a:srgbClr val="168B83"/>
            </a:solidFill>
            <a:prstDash val="solid"/>
            <a:headEnd type="none"/>
            <a:tailEnd type="none"/>
          </a:ln>
        </p:spPr>
      </p:sp>
      <p:sp>
        <p:nvSpPr>
          <p:cNvPr id="264" name="Shape 262"/>
          <p:cNvSpPr/>
          <p:nvPr/>
        </p:nvSpPr>
        <p:spPr>
          <a:xfrm>
            <a:off x="10744200" y="2286155"/>
            <a:ext cx="176480" cy="0"/>
          </a:xfrm>
          <a:prstGeom prst="line">
            <a:avLst/>
          </a:prstGeom>
          <a:noFill/>
          <a:ln w="25400">
            <a:solidFill>
              <a:srgbClr val="168B83"/>
            </a:solidFill>
            <a:prstDash val="solid"/>
            <a:headEnd type="none"/>
            <a:tailEnd type="none"/>
          </a:ln>
        </p:spPr>
      </p:sp>
      <p:sp>
        <p:nvSpPr>
          <p:cNvPr id="265" name="Shape 263"/>
          <p:cNvSpPr/>
          <p:nvPr/>
        </p:nvSpPr>
        <p:spPr>
          <a:xfrm>
            <a:off x="10917936" y="2265111"/>
            <a:ext cx="0" cy="23788"/>
          </a:xfrm>
          <a:prstGeom prst="line">
            <a:avLst/>
          </a:prstGeom>
          <a:noFill/>
          <a:ln w="25400">
            <a:solidFill>
              <a:srgbClr val="168B83"/>
            </a:solidFill>
            <a:prstDash val="solid"/>
            <a:headEnd type="none"/>
            <a:tailEnd type="none"/>
          </a:ln>
        </p:spPr>
      </p:sp>
      <p:sp>
        <p:nvSpPr>
          <p:cNvPr id="266" name="Shape 264"/>
          <p:cNvSpPr/>
          <p:nvPr/>
        </p:nvSpPr>
        <p:spPr>
          <a:xfrm>
            <a:off x="10917936" y="2267854"/>
            <a:ext cx="176479" cy="0"/>
          </a:xfrm>
          <a:prstGeom prst="line">
            <a:avLst/>
          </a:prstGeom>
          <a:noFill/>
          <a:ln w="25400">
            <a:solidFill>
              <a:srgbClr val="168B83"/>
            </a:solidFill>
            <a:prstDash val="solid"/>
            <a:headEnd type="none"/>
            <a:tailEnd type="none"/>
          </a:ln>
        </p:spPr>
      </p:sp>
      <p:sp>
        <p:nvSpPr>
          <p:cNvPr id="267" name="Shape 265"/>
          <p:cNvSpPr/>
          <p:nvPr/>
        </p:nvSpPr>
        <p:spPr>
          <a:xfrm>
            <a:off x="11091672" y="2247666"/>
            <a:ext cx="0" cy="22931"/>
          </a:xfrm>
          <a:prstGeom prst="line">
            <a:avLst/>
          </a:prstGeom>
          <a:noFill/>
          <a:ln w="25400">
            <a:solidFill>
              <a:srgbClr val="168B83"/>
            </a:solidFill>
            <a:prstDash val="solid"/>
            <a:headEnd type="none"/>
            <a:tailEnd type="none"/>
          </a:ln>
        </p:spPr>
      </p:sp>
      <p:sp>
        <p:nvSpPr>
          <p:cNvPr id="268" name="Shape 266"/>
          <p:cNvSpPr/>
          <p:nvPr/>
        </p:nvSpPr>
        <p:spPr>
          <a:xfrm>
            <a:off x="11091672" y="2250409"/>
            <a:ext cx="176480" cy="0"/>
          </a:xfrm>
          <a:prstGeom prst="line">
            <a:avLst/>
          </a:prstGeom>
          <a:noFill/>
          <a:ln w="25400">
            <a:solidFill>
              <a:srgbClr val="168B83"/>
            </a:solidFill>
            <a:prstDash val="solid"/>
            <a:headEnd type="none"/>
            <a:tailEnd type="none"/>
          </a:ln>
        </p:spPr>
      </p:sp>
      <p:sp>
        <p:nvSpPr>
          <p:cNvPr id="269" name="Shape 267"/>
          <p:cNvSpPr/>
          <p:nvPr/>
        </p:nvSpPr>
        <p:spPr>
          <a:xfrm>
            <a:off x="11265408" y="2233380"/>
            <a:ext cx="0" cy="19772"/>
          </a:xfrm>
          <a:prstGeom prst="line">
            <a:avLst/>
          </a:prstGeom>
          <a:noFill/>
          <a:ln w="25400">
            <a:solidFill>
              <a:srgbClr val="168B83"/>
            </a:solidFill>
            <a:prstDash val="solid"/>
            <a:headEnd type="none"/>
            <a:tailEnd type="none"/>
          </a:ln>
        </p:spPr>
      </p:sp>
      <p:sp>
        <p:nvSpPr>
          <p:cNvPr id="270" name="Shape 268"/>
          <p:cNvSpPr/>
          <p:nvPr/>
        </p:nvSpPr>
        <p:spPr>
          <a:xfrm>
            <a:off x="3429000" y="1792224"/>
            <a:ext cx="256032" cy="0"/>
          </a:xfrm>
          <a:prstGeom prst="line">
            <a:avLst/>
          </a:prstGeom>
          <a:noFill/>
          <a:ln w="27940">
            <a:solidFill>
              <a:srgbClr val="168B83"/>
            </a:solidFill>
            <a:prstDash val="solid"/>
          </a:ln>
        </p:spPr>
      </p:sp>
      <p:sp>
        <p:nvSpPr>
          <p:cNvPr id="271" name="Text 269"/>
          <p:cNvSpPr/>
          <p:nvPr/>
        </p:nvSpPr>
        <p:spPr>
          <a:xfrm>
            <a:off x="3758184" y="1719072"/>
            <a:ext cx="2011680"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DENSITY</a:t>
            </a:r>
            <a:endParaRPr lang="en-US" sz="920" dirty="0"/>
          </a:p>
        </p:txBody>
      </p:sp>
      <p:sp>
        <p:nvSpPr>
          <p:cNvPr id="272" name="Shape 270"/>
          <p:cNvSpPr/>
          <p:nvPr/>
        </p:nvSpPr>
        <p:spPr>
          <a:xfrm>
            <a:off x="841248" y="2238126"/>
            <a:ext cx="176480" cy="0"/>
          </a:xfrm>
          <a:prstGeom prst="line">
            <a:avLst/>
          </a:prstGeom>
          <a:noFill/>
          <a:ln w="25400">
            <a:solidFill>
              <a:srgbClr val="C44F4F"/>
            </a:solidFill>
            <a:prstDash val="solid"/>
            <a:headEnd type="none"/>
            <a:tailEnd type="none"/>
          </a:ln>
        </p:spPr>
      </p:sp>
      <p:sp>
        <p:nvSpPr>
          <p:cNvPr id="273" name="Shape 271"/>
          <p:cNvSpPr/>
          <p:nvPr/>
        </p:nvSpPr>
        <p:spPr>
          <a:xfrm>
            <a:off x="1014984" y="2235382"/>
            <a:ext cx="0" cy="36583"/>
          </a:xfrm>
          <a:prstGeom prst="line">
            <a:avLst/>
          </a:prstGeom>
          <a:noFill/>
          <a:ln w="25400">
            <a:solidFill>
              <a:srgbClr val="C44F4F"/>
            </a:solidFill>
            <a:prstDash val="solid"/>
            <a:headEnd type="none"/>
            <a:tailEnd type="none"/>
          </a:ln>
        </p:spPr>
      </p:sp>
      <p:sp>
        <p:nvSpPr>
          <p:cNvPr id="274" name="Shape 272"/>
          <p:cNvSpPr/>
          <p:nvPr/>
        </p:nvSpPr>
        <p:spPr>
          <a:xfrm>
            <a:off x="1014984" y="2269222"/>
            <a:ext cx="176479" cy="0"/>
          </a:xfrm>
          <a:prstGeom prst="line">
            <a:avLst/>
          </a:prstGeom>
          <a:noFill/>
          <a:ln w="25400">
            <a:solidFill>
              <a:srgbClr val="C44F4F"/>
            </a:solidFill>
            <a:prstDash val="solid"/>
            <a:headEnd type="none"/>
            <a:tailEnd type="none"/>
          </a:ln>
        </p:spPr>
      </p:sp>
      <p:sp>
        <p:nvSpPr>
          <p:cNvPr id="275" name="Shape 273"/>
          <p:cNvSpPr/>
          <p:nvPr/>
        </p:nvSpPr>
        <p:spPr>
          <a:xfrm>
            <a:off x="1188720" y="2266479"/>
            <a:ext cx="0" cy="53697"/>
          </a:xfrm>
          <a:prstGeom prst="line">
            <a:avLst/>
          </a:prstGeom>
          <a:noFill/>
          <a:ln w="25400">
            <a:solidFill>
              <a:srgbClr val="C44F4F"/>
            </a:solidFill>
            <a:prstDash val="solid"/>
            <a:headEnd type="none"/>
            <a:tailEnd type="none"/>
          </a:ln>
        </p:spPr>
      </p:sp>
      <p:sp>
        <p:nvSpPr>
          <p:cNvPr id="276" name="Shape 274"/>
          <p:cNvSpPr/>
          <p:nvPr/>
        </p:nvSpPr>
        <p:spPr>
          <a:xfrm>
            <a:off x="1188720" y="2317433"/>
            <a:ext cx="176480" cy="0"/>
          </a:xfrm>
          <a:prstGeom prst="line">
            <a:avLst/>
          </a:prstGeom>
          <a:noFill/>
          <a:ln w="25400">
            <a:solidFill>
              <a:srgbClr val="C44F4F"/>
            </a:solidFill>
            <a:prstDash val="solid"/>
            <a:headEnd type="none"/>
            <a:tailEnd type="none"/>
          </a:ln>
        </p:spPr>
      </p:sp>
      <p:sp>
        <p:nvSpPr>
          <p:cNvPr id="277" name="Shape 275"/>
          <p:cNvSpPr/>
          <p:nvPr/>
        </p:nvSpPr>
        <p:spPr>
          <a:xfrm>
            <a:off x="1362456" y="2314689"/>
            <a:ext cx="0" cy="54375"/>
          </a:xfrm>
          <a:prstGeom prst="line">
            <a:avLst/>
          </a:prstGeom>
          <a:noFill/>
          <a:ln w="25400">
            <a:solidFill>
              <a:srgbClr val="C44F4F"/>
            </a:solidFill>
            <a:prstDash val="solid"/>
            <a:headEnd type="none"/>
            <a:tailEnd type="none"/>
          </a:ln>
        </p:spPr>
      </p:sp>
      <p:sp>
        <p:nvSpPr>
          <p:cNvPr id="278" name="Shape 276"/>
          <p:cNvSpPr/>
          <p:nvPr/>
        </p:nvSpPr>
        <p:spPr>
          <a:xfrm>
            <a:off x="1362456" y="2366321"/>
            <a:ext cx="176480" cy="0"/>
          </a:xfrm>
          <a:prstGeom prst="line">
            <a:avLst/>
          </a:prstGeom>
          <a:noFill/>
          <a:ln w="25400">
            <a:solidFill>
              <a:srgbClr val="C44F4F"/>
            </a:solidFill>
            <a:prstDash val="solid"/>
            <a:headEnd type="none"/>
            <a:tailEnd type="none"/>
          </a:ln>
        </p:spPr>
      </p:sp>
      <p:sp>
        <p:nvSpPr>
          <p:cNvPr id="279" name="Shape 277"/>
          <p:cNvSpPr/>
          <p:nvPr/>
        </p:nvSpPr>
        <p:spPr>
          <a:xfrm>
            <a:off x="1536192" y="2363578"/>
            <a:ext cx="0" cy="58541"/>
          </a:xfrm>
          <a:prstGeom prst="line">
            <a:avLst/>
          </a:prstGeom>
          <a:noFill/>
          <a:ln w="25400">
            <a:solidFill>
              <a:srgbClr val="C44F4F"/>
            </a:solidFill>
            <a:prstDash val="solid"/>
            <a:headEnd type="none"/>
            <a:tailEnd type="none"/>
          </a:ln>
        </p:spPr>
      </p:sp>
      <p:sp>
        <p:nvSpPr>
          <p:cNvPr id="280" name="Shape 278"/>
          <p:cNvSpPr/>
          <p:nvPr/>
        </p:nvSpPr>
        <p:spPr>
          <a:xfrm>
            <a:off x="1536192" y="2419375"/>
            <a:ext cx="176479" cy="0"/>
          </a:xfrm>
          <a:prstGeom prst="line">
            <a:avLst/>
          </a:prstGeom>
          <a:noFill/>
          <a:ln w="25400">
            <a:solidFill>
              <a:srgbClr val="C44F4F"/>
            </a:solidFill>
            <a:prstDash val="solid"/>
            <a:headEnd type="none"/>
            <a:tailEnd type="none"/>
          </a:ln>
        </p:spPr>
      </p:sp>
      <p:sp>
        <p:nvSpPr>
          <p:cNvPr id="281" name="Shape 279"/>
          <p:cNvSpPr/>
          <p:nvPr/>
        </p:nvSpPr>
        <p:spPr>
          <a:xfrm>
            <a:off x="1709928" y="2416632"/>
            <a:ext cx="0" cy="58896"/>
          </a:xfrm>
          <a:prstGeom prst="line">
            <a:avLst/>
          </a:prstGeom>
          <a:noFill/>
          <a:ln w="25400">
            <a:solidFill>
              <a:srgbClr val="C44F4F"/>
            </a:solidFill>
            <a:prstDash val="solid"/>
            <a:headEnd type="none"/>
            <a:tailEnd type="none"/>
          </a:ln>
        </p:spPr>
      </p:sp>
      <p:sp>
        <p:nvSpPr>
          <p:cNvPr id="282" name="Shape 280"/>
          <p:cNvSpPr/>
          <p:nvPr/>
        </p:nvSpPr>
        <p:spPr>
          <a:xfrm>
            <a:off x="1709928" y="2472785"/>
            <a:ext cx="176480" cy="0"/>
          </a:xfrm>
          <a:prstGeom prst="line">
            <a:avLst/>
          </a:prstGeom>
          <a:noFill/>
          <a:ln w="25400">
            <a:solidFill>
              <a:srgbClr val="C44F4F"/>
            </a:solidFill>
            <a:prstDash val="solid"/>
            <a:headEnd type="none"/>
            <a:tailEnd type="none"/>
          </a:ln>
        </p:spPr>
      </p:sp>
      <p:sp>
        <p:nvSpPr>
          <p:cNvPr id="283" name="Shape 281"/>
          <p:cNvSpPr/>
          <p:nvPr/>
        </p:nvSpPr>
        <p:spPr>
          <a:xfrm>
            <a:off x="1883664" y="2470042"/>
            <a:ext cx="0" cy="59671"/>
          </a:xfrm>
          <a:prstGeom prst="line">
            <a:avLst/>
          </a:prstGeom>
          <a:noFill/>
          <a:ln w="25400">
            <a:solidFill>
              <a:srgbClr val="C44F4F"/>
            </a:solidFill>
            <a:prstDash val="solid"/>
            <a:headEnd type="none"/>
            <a:tailEnd type="none"/>
          </a:ln>
        </p:spPr>
      </p:sp>
      <p:sp>
        <p:nvSpPr>
          <p:cNvPr id="284" name="Shape 282"/>
          <p:cNvSpPr/>
          <p:nvPr/>
        </p:nvSpPr>
        <p:spPr>
          <a:xfrm>
            <a:off x="1883664" y="2526969"/>
            <a:ext cx="176480" cy="0"/>
          </a:xfrm>
          <a:prstGeom prst="line">
            <a:avLst/>
          </a:prstGeom>
          <a:noFill/>
          <a:ln w="25400">
            <a:solidFill>
              <a:srgbClr val="C44F4F"/>
            </a:solidFill>
            <a:prstDash val="solid"/>
            <a:headEnd type="none"/>
            <a:tailEnd type="none"/>
          </a:ln>
        </p:spPr>
      </p:sp>
      <p:sp>
        <p:nvSpPr>
          <p:cNvPr id="285" name="Shape 283"/>
          <p:cNvSpPr/>
          <p:nvPr/>
        </p:nvSpPr>
        <p:spPr>
          <a:xfrm>
            <a:off x="2057400" y="2524226"/>
            <a:ext cx="0" cy="64224"/>
          </a:xfrm>
          <a:prstGeom prst="line">
            <a:avLst/>
          </a:prstGeom>
          <a:noFill/>
          <a:ln w="25400">
            <a:solidFill>
              <a:srgbClr val="C44F4F"/>
            </a:solidFill>
            <a:prstDash val="solid"/>
            <a:headEnd type="none"/>
            <a:tailEnd type="none"/>
          </a:ln>
        </p:spPr>
      </p:sp>
      <p:sp>
        <p:nvSpPr>
          <p:cNvPr id="286" name="Shape 284"/>
          <p:cNvSpPr/>
          <p:nvPr/>
        </p:nvSpPr>
        <p:spPr>
          <a:xfrm>
            <a:off x="2057400" y="2585707"/>
            <a:ext cx="176479" cy="0"/>
          </a:xfrm>
          <a:prstGeom prst="line">
            <a:avLst/>
          </a:prstGeom>
          <a:noFill/>
          <a:ln w="25400">
            <a:solidFill>
              <a:srgbClr val="C44F4F"/>
            </a:solidFill>
            <a:prstDash val="solid"/>
            <a:headEnd type="none"/>
            <a:tailEnd type="none"/>
          </a:ln>
        </p:spPr>
      </p:sp>
      <p:sp>
        <p:nvSpPr>
          <p:cNvPr id="287" name="Shape 285"/>
          <p:cNvSpPr/>
          <p:nvPr/>
        </p:nvSpPr>
        <p:spPr>
          <a:xfrm>
            <a:off x="2231136" y="2582963"/>
            <a:ext cx="0" cy="65709"/>
          </a:xfrm>
          <a:prstGeom prst="line">
            <a:avLst/>
          </a:prstGeom>
          <a:noFill/>
          <a:ln w="25400">
            <a:solidFill>
              <a:srgbClr val="C44F4F"/>
            </a:solidFill>
            <a:prstDash val="solid"/>
            <a:headEnd type="none"/>
            <a:tailEnd type="none"/>
          </a:ln>
        </p:spPr>
      </p:sp>
      <p:sp>
        <p:nvSpPr>
          <p:cNvPr id="288" name="Shape 286"/>
          <p:cNvSpPr/>
          <p:nvPr/>
        </p:nvSpPr>
        <p:spPr>
          <a:xfrm>
            <a:off x="2231136" y="2645929"/>
            <a:ext cx="176480" cy="0"/>
          </a:xfrm>
          <a:prstGeom prst="line">
            <a:avLst/>
          </a:prstGeom>
          <a:noFill/>
          <a:ln w="25400">
            <a:solidFill>
              <a:srgbClr val="C44F4F"/>
            </a:solidFill>
            <a:prstDash val="solid"/>
            <a:headEnd type="none"/>
            <a:tailEnd type="none"/>
          </a:ln>
        </p:spPr>
      </p:sp>
      <p:sp>
        <p:nvSpPr>
          <p:cNvPr id="289" name="Shape 287"/>
          <p:cNvSpPr/>
          <p:nvPr/>
        </p:nvSpPr>
        <p:spPr>
          <a:xfrm>
            <a:off x="2404872" y="2643186"/>
            <a:ext cx="0" cy="66452"/>
          </a:xfrm>
          <a:prstGeom prst="line">
            <a:avLst/>
          </a:prstGeom>
          <a:noFill/>
          <a:ln w="25400">
            <a:solidFill>
              <a:srgbClr val="C44F4F"/>
            </a:solidFill>
            <a:prstDash val="solid"/>
            <a:headEnd type="none"/>
            <a:tailEnd type="none"/>
          </a:ln>
        </p:spPr>
      </p:sp>
      <p:sp>
        <p:nvSpPr>
          <p:cNvPr id="290" name="Shape 288"/>
          <p:cNvSpPr/>
          <p:nvPr/>
        </p:nvSpPr>
        <p:spPr>
          <a:xfrm>
            <a:off x="2404872" y="2706895"/>
            <a:ext cx="176480" cy="0"/>
          </a:xfrm>
          <a:prstGeom prst="line">
            <a:avLst/>
          </a:prstGeom>
          <a:noFill/>
          <a:ln w="25400">
            <a:solidFill>
              <a:srgbClr val="C44F4F"/>
            </a:solidFill>
            <a:prstDash val="solid"/>
            <a:headEnd type="none"/>
            <a:tailEnd type="none"/>
          </a:ln>
        </p:spPr>
      </p:sp>
      <p:sp>
        <p:nvSpPr>
          <p:cNvPr id="291" name="Shape 289"/>
          <p:cNvSpPr/>
          <p:nvPr/>
        </p:nvSpPr>
        <p:spPr>
          <a:xfrm>
            <a:off x="2578608" y="2704152"/>
            <a:ext cx="0" cy="69229"/>
          </a:xfrm>
          <a:prstGeom prst="line">
            <a:avLst/>
          </a:prstGeom>
          <a:noFill/>
          <a:ln w="25400">
            <a:solidFill>
              <a:srgbClr val="C44F4F"/>
            </a:solidFill>
            <a:prstDash val="solid"/>
            <a:headEnd type="none"/>
            <a:tailEnd type="none"/>
          </a:ln>
        </p:spPr>
      </p:sp>
      <p:sp>
        <p:nvSpPr>
          <p:cNvPr id="292" name="Shape 290"/>
          <p:cNvSpPr/>
          <p:nvPr/>
        </p:nvSpPr>
        <p:spPr>
          <a:xfrm>
            <a:off x="2578608" y="2770638"/>
            <a:ext cx="176479" cy="0"/>
          </a:xfrm>
          <a:prstGeom prst="line">
            <a:avLst/>
          </a:prstGeom>
          <a:noFill/>
          <a:ln w="25400">
            <a:solidFill>
              <a:srgbClr val="C44F4F"/>
            </a:solidFill>
            <a:prstDash val="solid"/>
            <a:headEnd type="none"/>
            <a:tailEnd type="none"/>
          </a:ln>
        </p:spPr>
      </p:sp>
      <p:sp>
        <p:nvSpPr>
          <p:cNvPr id="293" name="Shape 291"/>
          <p:cNvSpPr/>
          <p:nvPr/>
        </p:nvSpPr>
        <p:spPr>
          <a:xfrm>
            <a:off x="2752344" y="2767894"/>
            <a:ext cx="0" cy="67065"/>
          </a:xfrm>
          <a:prstGeom prst="line">
            <a:avLst/>
          </a:prstGeom>
          <a:noFill/>
          <a:ln w="25400">
            <a:solidFill>
              <a:srgbClr val="C44F4F"/>
            </a:solidFill>
            <a:prstDash val="solid"/>
            <a:headEnd type="none"/>
            <a:tailEnd type="none"/>
          </a:ln>
        </p:spPr>
      </p:sp>
      <p:sp>
        <p:nvSpPr>
          <p:cNvPr id="294" name="Shape 292"/>
          <p:cNvSpPr/>
          <p:nvPr/>
        </p:nvSpPr>
        <p:spPr>
          <a:xfrm>
            <a:off x="2752344" y="2832217"/>
            <a:ext cx="176480" cy="0"/>
          </a:xfrm>
          <a:prstGeom prst="line">
            <a:avLst/>
          </a:prstGeom>
          <a:noFill/>
          <a:ln w="25400">
            <a:solidFill>
              <a:srgbClr val="C44F4F"/>
            </a:solidFill>
            <a:prstDash val="solid"/>
            <a:headEnd type="none"/>
            <a:tailEnd type="none"/>
          </a:ln>
        </p:spPr>
      </p:sp>
      <p:sp>
        <p:nvSpPr>
          <p:cNvPr id="295" name="Shape 293"/>
          <p:cNvSpPr/>
          <p:nvPr/>
        </p:nvSpPr>
        <p:spPr>
          <a:xfrm>
            <a:off x="2926080" y="2829473"/>
            <a:ext cx="0" cy="65580"/>
          </a:xfrm>
          <a:prstGeom prst="line">
            <a:avLst/>
          </a:prstGeom>
          <a:noFill/>
          <a:ln w="25400">
            <a:solidFill>
              <a:srgbClr val="C44F4F"/>
            </a:solidFill>
            <a:prstDash val="solid"/>
            <a:headEnd type="none"/>
            <a:tailEnd type="none"/>
          </a:ln>
        </p:spPr>
      </p:sp>
      <p:sp>
        <p:nvSpPr>
          <p:cNvPr id="296" name="Shape 294"/>
          <p:cNvSpPr/>
          <p:nvPr/>
        </p:nvSpPr>
        <p:spPr>
          <a:xfrm>
            <a:off x="2926080" y="2892310"/>
            <a:ext cx="176480" cy="0"/>
          </a:xfrm>
          <a:prstGeom prst="line">
            <a:avLst/>
          </a:prstGeom>
          <a:noFill/>
          <a:ln w="25400">
            <a:solidFill>
              <a:srgbClr val="C44F4F"/>
            </a:solidFill>
            <a:prstDash val="solid"/>
            <a:headEnd type="none"/>
            <a:tailEnd type="none"/>
          </a:ln>
        </p:spPr>
      </p:sp>
      <p:sp>
        <p:nvSpPr>
          <p:cNvPr id="297" name="Shape 295"/>
          <p:cNvSpPr/>
          <p:nvPr/>
        </p:nvSpPr>
        <p:spPr>
          <a:xfrm>
            <a:off x="3099816" y="2889567"/>
            <a:ext cx="0" cy="65451"/>
          </a:xfrm>
          <a:prstGeom prst="line">
            <a:avLst/>
          </a:prstGeom>
          <a:noFill/>
          <a:ln w="25400">
            <a:solidFill>
              <a:srgbClr val="C44F4F"/>
            </a:solidFill>
            <a:prstDash val="solid"/>
            <a:headEnd type="none"/>
            <a:tailEnd type="none"/>
          </a:ln>
        </p:spPr>
      </p:sp>
      <p:sp>
        <p:nvSpPr>
          <p:cNvPr id="298" name="Shape 296"/>
          <p:cNvSpPr/>
          <p:nvPr/>
        </p:nvSpPr>
        <p:spPr>
          <a:xfrm>
            <a:off x="3099816" y="2952275"/>
            <a:ext cx="176479" cy="0"/>
          </a:xfrm>
          <a:prstGeom prst="line">
            <a:avLst/>
          </a:prstGeom>
          <a:noFill/>
          <a:ln w="25400">
            <a:solidFill>
              <a:srgbClr val="C44F4F"/>
            </a:solidFill>
            <a:prstDash val="solid"/>
            <a:headEnd type="none"/>
            <a:tailEnd type="none"/>
          </a:ln>
        </p:spPr>
      </p:sp>
      <p:sp>
        <p:nvSpPr>
          <p:cNvPr id="299" name="Shape 297"/>
          <p:cNvSpPr/>
          <p:nvPr/>
        </p:nvSpPr>
        <p:spPr>
          <a:xfrm>
            <a:off x="3273552" y="2949532"/>
            <a:ext cx="0" cy="62803"/>
          </a:xfrm>
          <a:prstGeom prst="line">
            <a:avLst/>
          </a:prstGeom>
          <a:noFill/>
          <a:ln w="25400">
            <a:solidFill>
              <a:srgbClr val="C44F4F"/>
            </a:solidFill>
            <a:prstDash val="solid"/>
            <a:headEnd type="none"/>
            <a:tailEnd type="none"/>
          </a:ln>
        </p:spPr>
      </p:sp>
      <p:sp>
        <p:nvSpPr>
          <p:cNvPr id="300" name="Shape 298"/>
          <p:cNvSpPr/>
          <p:nvPr/>
        </p:nvSpPr>
        <p:spPr>
          <a:xfrm>
            <a:off x="3273552" y="3009591"/>
            <a:ext cx="176480" cy="0"/>
          </a:xfrm>
          <a:prstGeom prst="line">
            <a:avLst/>
          </a:prstGeom>
          <a:noFill/>
          <a:ln w="25400">
            <a:solidFill>
              <a:srgbClr val="C44F4F"/>
            </a:solidFill>
            <a:prstDash val="solid"/>
            <a:headEnd type="none"/>
            <a:tailEnd type="none"/>
          </a:ln>
        </p:spPr>
      </p:sp>
      <p:sp>
        <p:nvSpPr>
          <p:cNvPr id="301" name="Shape 299"/>
          <p:cNvSpPr/>
          <p:nvPr/>
        </p:nvSpPr>
        <p:spPr>
          <a:xfrm>
            <a:off x="3447288" y="3006848"/>
            <a:ext cx="0" cy="60091"/>
          </a:xfrm>
          <a:prstGeom prst="line">
            <a:avLst/>
          </a:prstGeom>
          <a:noFill/>
          <a:ln w="25400">
            <a:solidFill>
              <a:srgbClr val="C44F4F"/>
            </a:solidFill>
            <a:prstDash val="solid"/>
            <a:headEnd type="none"/>
            <a:tailEnd type="none"/>
          </a:ln>
        </p:spPr>
      </p:sp>
      <p:sp>
        <p:nvSpPr>
          <p:cNvPr id="302" name="Shape 300"/>
          <p:cNvSpPr/>
          <p:nvPr/>
        </p:nvSpPr>
        <p:spPr>
          <a:xfrm>
            <a:off x="3447288" y="3064196"/>
            <a:ext cx="176480" cy="0"/>
          </a:xfrm>
          <a:prstGeom prst="line">
            <a:avLst/>
          </a:prstGeom>
          <a:noFill/>
          <a:ln w="25400">
            <a:solidFill>
              <a:srgbClr val="C44F4F"/>
            </a:solidFill>
            <a:prstDash val="solid"/>
            <a:headEnd type="none"/>
            <a:tailEnd type="none"/>
          </a:ln>
        </p:spPr>
      </p:sp>
      <p:sp>
        <p:nvSpPr>
          <p:cNvPr id="303" name="Shape 301"/>
          <p:cNvSpPr/>
          <p:nvPr/>
        </p:nvSpPr>
        <p:spPr>
          <a:xfrm>
            <a:off x="3621024" y="3061452"/>
            <a:ext cx="0" cy="58637"/>
          </a:xfrm>
          <a:prstGeom prst="line">
            <a:avLst/>
          </a:prstGeom>
          <a:noFill/>
          <a:ln w="25400">
            <a:solidFill>
              <a:srgbClr val="C44F4F"/>
            </a:solidFill>
            <a:prstDash val="solid"/>
            <a:headEnd type="none"/>
            <a:tailEnd type="none"/>
          </a:ln>
        </p:spPr>
      </p:sp>
      <p:sp>
        <p:nvSpPr>
          <p:cNvPr id="304" name="Shape 302"/>
          <p:cNvSpPr/>
          <p:nvPr/>
        </p:nvSpPr>
        <p:spPr>
          <a:xfrm>
            <a:off x="3621024" y="3117347"/>
            <a:ext cx="176479" cy="0"/>
          </a:xfrm>
          <a:prstGeom prst="line">
            <a:avLst/>
          </a:prstGeom>
          <a:noFill/>
          <a:ln w="25400">
            <a:solidFill>
              <a:srgbClr val="C44F4F"/>
            </a:solidFill>
            <a:prstDash val="solid"/>
            <a:headEnd type="none"/>
            <a:tailEnd type="none"/>
          </a:ln>
        </p:spPr>
      </p:sp>
      <p:sp>
        <p:nvSpPr>
          <p:cNvPr id="305" name="Shape 303"/>
          <p:cNvSpPr/>
          <p:nvPr/>
        </p:nvSpPr>
        <p:spPr>
          <a:xfrm>
            <a:off x="3794760" y="3114603"/>
            <a:ext cx="0" cy="54246"/>
          </a:xfrm>
          <a:prstGeom prst="line">
            <a:avLst/>
          </a:prstGeom>
          <a:noFill/>
          <a:ln w="25400">
            <a:solidFill>
              <a:srgbClr val="C44F4F"/>
            </a:solidFill>
            <a:prstDash val="solid"/>
            <a:headEnd type="none"/>
            <a:tailEnd type="none"/>
          </a:ln>
        </p:spPr>
      </p:sp>
      <p:sp>
        <p:nvSpPr>
          <p:cNvPr id="306" name="Shape 304"/>
          <p:cNvSpPr/>
          <p:nvPr/>
        </p:nvSpPr>
        <p:spPr>
          <a:xfrm>
            <a:off x="3794760" y="3166106"/>
            <a:ext cx="176480" cy="0"/>
          </a:xfrm>
          <a:prstGeom prst="line">
            <a:avLst/>
          </a:prstGeom>
          <a:noFill/>
          <a:ln w="25400">
            <a:solidFill>
              <a:srgbClr val="C44F4F"/>
            </a:solidFill>
            <a:prstDash val="solid"/>
            <a:headEnd type="none"/>
            <a:tailEnd type="none"/>
          </a:ln>
        </p:spPr>
      </p:sp>
      <p:sp>
        <p:nvSpPr>
          <p:cNvPr id="307" name="Shape 305"/>
          <p:cNvSpPr/>
          <p:nvPr/>
        </p:nvSpPr>
        <p:spPr>
          <a:xfrm>
            <a:off x="3968496" y="3163363"/>
            <a:ext cx="0" cy="52082"/>
          </a:xfrm>
          <a:prstGeom prst="line">
            <a:avLst/>
          </a:prstGeom>
          <a:noFill/>
          <a:ln w="25400">
            <a:solidFill>
              <a:srgbClr val="C44F4F"/>
            </a:solidFill>
            <a:prstDash val="solid"/>
            <a:headEnd type="none"/>
            <a:tailEnd type="none"/>
          </a:ln>
        </p:spPr>
      </p:sp>
      <p:sp>
        <p:nvSpPr>
          <p:cNvPr id="308" name="Shape 306"/>
          <p:cNvSpPr/>
          <p:nvPr/>
        </p:nvSpPr>
        <p:spPr>
          <a:xfrm>
            <a:off x="3968496" y="3212702"/>
            <a:ext cx="176480" cy="0"/>
          </a:xfrm>
          <a:prstGeom prst="line">
            <a:avLst/>
          </a:prstGeom>
          <a:noFill/>
          <a:ln w="25400">
            <a:solidFill>
              <a:srgbClr val="C44F4F"/>
            </a:solidFill>
            <a:prstDash val="solid"/>
            <a:headEnd type="none"/>
            <a:tailEnd type="none"/>
          </a:ln>
        </p:spPr>
      </p:sp>
      <p:sp>
        <p:nvSpPr>
          <p:cNvPr id="309" name="Shape 307"/>
          <p:cNvSpPr/>
          <p:nvPr/>
        </p:nvSpPr>
        <p:spPr>
          <a:xfrm>
            <a:off x="4142232" y="3209959"/>
            <a:ext cx="0" cy="53794"/>
          </a:xfrm>
          <a:prstGeom prst="line">
            <a:avLst/>
          </a:prstGeom>
          <a:noFill/>
          <a:ln w="25400">
            <a:solidFill>
              <a:srgbClr val="C44F4F"/>
            </a:solidFill>
            <a:prstDash val="solid"/>
            <a:headEnd type="none"/>
            <a:tailEnd type="none"/>
          </a:ln>
        </p:spPr>
      </p:sp>
      <p:sp>
        <p:nvSpPr>
          <p:cNvPr id="310" name="Shape 308"/>
          <p:cNvSpPr/>
          <p:nvPr/>
        </p:nvSpPr>
        <p:spPr>
          <a:xfrm>
            <a:off x="4142232" y="3261010"/>
            <a:ext cx="176479" cy="0"/>
          </a:xfrm>
          <a:prstGeom prst="line">
            <a:avLst/>
          </a:prstGeom>
          <a:noFill/>
          <a:ln w="25400">
            <a:solidFill>
              <a:srgbClr val="C44F4F"/>
            </a:solidFill>
            <a:prstDash val="solid"/>
            <a:headEnd type="none"/>
            <a:tailEnd type="none"/>
          </a:ln>
        </p:spPr>
      </p:sp>
      <p:sp>
        <p:nvSpPr>
          <p:cNvPr id="311" name="Shape 309"/>
          <p:cNvSpPr/>
          <p:nvPr/>
        </p:nvSpPr>
        <p:spPr>
          <a:xfrm>
            <a:off x="4315968" y="3258266"/>
            <a:ext cx="0" cy="56732"/>
          </a:xfrm>
          <a:prstGeom prst="line">
            <a:avLst/>
          </a:prstGeom>
          <a:noFill/>
          <a:ln w="25400">
            <a:solidFill>
              <a:srgbClr val="C44F4F"/>
            </a:solidFill>
            <a:prstDash val="solid"/>
            <a:headEnd type="none"/>
            <a:tailEnd type="none"/>
          </a:ln>
        </p:spPr>
      </p:sp>
      <p:sp>
        <p:nvSpPr>
          <p:cNvPr id="312" name="Shape 310"/>
          <p:cNvSpPr/>
          <p:nvPr/>
        </p:nvSpPr>
        <p:spPr>
          <a:xfrm>
            <a:off x="4315968" y="3312255"/>
            <a:ext cx="176480" cy="0"/>
          </a:xfrm>
          <a:prstGeom prst="line">
            <a:avLst/>
          </a:prstGeom>
          <a:noFill/>
          <a:ln w="25400">
            <a:solidFill>
              <a:srgbClr val="C44F4F"/>
            </a:solidFill>
            <a:prstDash val="solid"/>
            <a:headEnd type="none"/>
            <a:tailEnd type="none"/>
          </a:ln>
        </p:spPr>
      </p:sp>
      <p:sp>
        <p:nvSpPr>
          <p:cNvPr id="313" name="Shape 311"/>
          <p:cNvSpPr/>
          <p:nvPr/>
        </p:nvSpPr>
        <p:spPr>
          <a:xfrm>
            <a:off x="4489704" y="3309512"/>
            <a:ext cx="0" cy="56926"/>
          </a:xfrm>
          <a:prstGeom prst="line">
            <a:avLst/>
          </a:prstGeom>
          <a:noFill/>
          <a:ln w="25400">
            <a:solidFill>
              <a:srgbClr val="C44F4F"/>
            </a:solidFill>
            <a:prstDash val="solid"/>
            <a:headEnd type="none"/>
            <a:tailEnd type="none"/>
          </a:ln>
        </p:spPr>
      </p:sp>
      <p:sp>
        <p:nvSpPr>
          <p:cNvPr id="314" name="Shape 312"/>
          <p:cNvSpPr/>
          <p:nvPr/>
        </p:nvSpPr>
        <p:spPr>
          <a:xfrm>
            <a:off x="4489704" y="3363695"/>
            <a:ext cx="176480" cy="0"/>
          </a:xfrm>
          <a:prstGeom prst="line">
            <a:avLst/>
          </a:prstGeom>
          <a:noFill/>
          <a:ln w="25400">
            <a:solidFill>
              <a:srgbClr val="C44F4F"/>
            </a:solidFill>
            <a:prstDash val="solid"/>
            <a:headEnd type="none"/>
            <a:tailEnd type="none"/>
          </a:ln>
        </p:spPr>
      </p:sp>
      <p:sp>
        <p:nvSpPr>
          <p:cNvPr id="315" name="Shape 313"/>
          <p:cNvSpPr/>
          <p:nvPr/>
        </p:nvSpPr>
        <p:spPr>
          <a:xfrm>
            <a:off x="4663440" y="3360952"/>
            <a:ext cx="0" cy="57507"/>
          </a:xfrm>
          <a:prstGeom prst="line">
            <a:avLst/>
          </a:prstGeom>
          <a:noFill/>
          <a:ln w="25400">
            <a:solidFill>
              <a:srgbClr val="C44F4F"/>
            </a:solidFill>
            <a:prstDash val="solid"/>
            <a:headEnd type="none"/>
            <a:tailEnd type="none"/>
          </a:ln>
        </p:spPr>
      </p:sp>
      <p:sp>
        <p:nvSpPr>
          <p:cNvPr id="316" name="Shape 314"/>
          <p:cNvSpPr/>
          <p:nvPr/>
        </p:nvSpPr>
        <p:spPr>
          <a:xfrm>
            <a:off x="4663440" y="3415716"/>
            <a:ext cx="176479" cy="0"/>
          </a:xfrm>
          <a:prstGeom prst="line">
            <a:avLst/>
          </a:prstGeom>
          <a:noFill/>
          <a:ln w="25400">
            <a:solidFill>
              <a:srgbClr val="C44F4F"/>
            </a:solidFill>
            <a:prstDash val="solid"/>
            <a:headEnd type="none"/>
            <a:tailEnd type="none"/>
          </a:ln>
        </p:spPr>
      </p:sp>
      <p:sp>
        <p:nvSpPr>
          <p:cNvPr id="317" name="Shape 315"/>
          <p:cNvSpPr/>
          <p:nvPr/>
        </p:nvSpPr>
        <p:spPr>
          <a:xfrm>
            <a:off x="4837176" y="3412973"/>
            <a:ext cx="0" cy="58960"/>
          </a:xfrm>
          <a:prstGeom prst="line">
            <a:avLst/>
          </a:prstGeom>
          <a:noFill/>
          <a:ln w="25400">
            <a:solidFill>
              <a:srgbClr val="C44F4F"/>
            </a:solidFill>
            <a:prstDash val="solid"/>
            <a:headEnd type="none"/>
            <a:tailEnd type="none"/>
          </a:ln>
        </p:spPr>
      </p:sp>
      <p:sp>
        <p:nvSpPr>
          <p:cNvPr id="318" name="Shape 316"/>
          <p:cNvSpPr/>
          <p:nvPr/>
        </p:nvSpPr>
        <p:spPr>
          <a:xfrm>
            <a:off x="4837176" y="3469190"/>
            <a:ext cx="176480" cy="0"/>
          </a:xfrm>
          <a:prstGeom prst="line">
            <a:avLst/>
          </a:prstGeom>
          <a:noFill/>
          <a:ln w="25400">
            <a:solidFill>
              <a:srgbClr val="C44F4F"/>
            </a:solidFill>
            <a:prstDash val="solid"/>
            <a:headEnd type="none"/>
            <a:tailEnd type="none"/>
          </a:ln>
        </p:spPr>
      </p:sp>
      <p:sp>
        <p:nvSpPr>
          <p:cNvPr id="319" name="Shape 317"/>
          <p:cNvSpPr/>
          <p:nvPr/>
        </p:nvSpPr>
        <p:spPr>
          <a:xfrm>
            <a:off x="5010912" y="3466447"/>
            <a:ext cx="0" cy="55602"/>
          </a:xfrm>
          <a:prstGeom prst="line">
            <a:avLst/>
          </a:prstGeom>
          <a:noFill/>
          <a:ln w="25400">
            <a:solidFill>
              <a:srgbClr val="C44F4F"/>
            </a:solidFill>
            <a:prstDash val="solid"/>
            <a:headEnd type="none"/>
            <a:tailEnd type="none"/>
          </a:ln>
        </p:spPr>
      </p:sp>
      <p:sp>
        <p:nvSpPr>
          <p:cNvPr id="320" name="Shape 318"/>
          <p:cNvSpPr/>
          <p:nvPr/>
        </p:nvSpPr>
        <p:spPr>
          <a:xfrm>
            <a:off x="5010912" y="3519306"/>
            <a:ext cx="176480" cy="0"/>
          </a:xfrm>
          <a:prstGeom prst="line">
            <a:avLst/>
          </a:prstGeom>
          <a:noFill/>
          <a:ln w="25400">
            <a:solidFill>
              <a:srgbClr val="C44F4F"/>
            </a:solidFill>
            <a:prstDash val="solid"/>
            <a:headEnd type="none"/>
            <a:tailEnd type="none"/>
          </a:ln>
        </p:spPr>
      </p:sp>
      <p:sp>
        <p:nvSpPr>
          <p:cNvPr id="321" name="Shape 319"/>
          <p:cNvSpPr/>
          <p:nvPr/>
        </p:nvSpPr>
        <p:spPr>
          <a:xfrm>
            <a:off x="5184648" y="3516562"/>
            <a:ext cx="0" cy="56861"/>
          </a:xfrm>
          <a:prstGeom prst="line">
            <a:avLst/>
          </a:prstGeom>
          <a:noFill/>
          <a:ln w="25400">
            <a:solidFill>
              <a:srgbClr val="C44F4F"/>
            </a:solidFill>
            <a:prstDash val="solid"/>
            <a:headEnd type="none"/>
            <a:tailEnd type="none"/>
          </a:ln>
        </p:spPr>
      </p:sp>
      <p:sp>
        <p:nvSpPr>
          <p:cNvPr id="322" name="Shape 320"/>
          <p:cNvSpPr/>
          <p:nvPr/>
        </p:nvSpPr>
        <p:spPr>
          <a:xfrm>
            <a:off x="5184648" y="3570681"/>
            <a:ext cx="176479" cy="0"/>
          </a:xfrm>
          <a:prstGeom prst="line">
            <a:avLst/>
          </a:prstGeom>
          <a:noFill/>
          <a:ln w="25400">
            <a:solidFill>
              <a:srgbClr val="C44F4F"/>
            </a:solidFill>
            <a:prstDash val="solid"/>
            <a:headEnd type="none"/>
            <a:tailEnd type="none"/>
          </a:ln>
        </p:spPr>
      </p:sp>
      <p:sp>
        <p:nvSpPr>
          <p:cNvPr id="323" name="Shape 321"/>
          <p:cNvSpPr/>
          <p:nvPr/>
        </p:nvSpPr>
        <p:spPr>
          <a:xfrm>
            <a:off x="5358384" y="3567938"/>
            <a:ext cx="0" cy="61673"/>
          </a:xfrm>
          <a:prstGeom prst="line">
            <a:avLst/>
          </a:prstGeom>
          <a:noFill/>
          <a:ln w="25400">
            <a:solidFill>
              <a:srgbClr val="C44F4F"/>
            </a:solidFill>
            <a:prstDash val="solid"/>
            <a:headEnd type="none"/>
            <a:tailEnd type="none"/>
          </a:ln>
        </p:spPr>
      </p:sp>
      <p:sp>
        <p:nvSpPr>
          <p:cNvPr id="324" name="Shape 322"/>
          <p:cNvSpPr/>
          <p:nvPr/>
        </p:nvSpPr>
        <p:spPr>
          <a:xfrm>
            <a:off x="5358384" y="3626867"/>
            <a:ext cx="176480" cy="0"/>
          </a:xfrm>
          <a:prstGeom prst="line">
            <a:avLst/>
          </a:prstGeom>
          <a:noFill/>
          <a:ln w="25400">
            <a:solidFill>
              <a:srgbClr val="C44F4F"/>
            </a:solidFill>
            <a:prstDash val="solid"/>
            <a:headEnd type="none"/>
            <a:tailEnd type="none"/>
          </a:ln>
        </p:spPr>
      </p:sp>
      <p:sp>
        <p:nvSpPr>
          <p:cNvPr id="325" name="Shape 323"/>
          <p:cNvSpPr/>
          <p:nvPr/>
        </p:nvSpPr>
        <p:spPr>
          <a:xfrm>
            <a:off x="5532120" y="3624124"/>
            <a:ext cx="0" cy="62448"/>
          </a:xfrm>
          <a:prstGeom prst="line">
            <a:avLst/>
          </a:prstGeom>
          <a:noFill/>
          <a:ln w="25400">
            <a:solidFill>
              <a:srgbClr val="C44F4F"/>
            </a:solidFill>
            <a:prstDash val="solid"/>
            <a:headEnd type="none"/>
            <a:tailEnd type="none"/>
          </a:ln>
        </p:spPr>
      </p:sp>
      <p:sp>
        <p:nvSpPr>
          <p:cNvPr id="326" name="Shape 324"/>
          <p:cNvSpPr/>
          <p:nvPr/>
        </p:nvSpPr>
        <p:spPr>
          <a:xfrm>
            <a:off x="5532120" y="3683829"/>
            <a:ext cx="176480" cy="0"/>
          </a:xfrm>
          <a:prstGeom prst="line">
            <a:avLst/>
          </a:prstGeom>
          <a:noFill/>
          <a:ln w="25400">
            <a:solidFill>
              <a:srgbClr val="C44F4F"/>
            </a:solidFill>
            <a:prstDash val="solid"/>
            <a:headEnd type="none"/>
            <a:tailEnd type="none"/>
          </a:ln>
        </p:spPr>
      </p:sp>
      <p:sp>
        <p:nvSpPr>
          <p:cNvPr id="327" name="Shape 325"/>
          <p:cNvSpPr/>
          <p:nvPr/>
        </p:nvSpPr>
        <p:spPr>
          <a:xfrm>
            <a:off x="5705856" y="3681085"/>
            <a:ext cx="0" cy="59380"/>
          </a:xfrm>
          <a:prstGeom prst="line">
            <a:avLst/>
          </a:prstGeom>
          <a:noFill/>
          <a:ln w="25400">
            <a:solidFill>
              <a:srgbClr val="C44F4F"/>
            </a:solidFill>
            <a:prstDash val="solid"/>
            <a:headEnd type="none"/>
            <a:tailEnd type="none"/>
          </a:ln>
        </p:spPr>
      </p:sp>
      <p:sp>
        <p:nvSpPr>
          <p:cNvPr id="328" name="Shape 326"/>
          <p:cNvSpPr/>
          <p:nvPr/>
        </p:nvSpPr>
        <p:spPr>
          <a:xfrm>
            <a:off x="5705856" y="3737722"/>
            <a:ext cx="176479" cy="0"/>
          </a:xfrm>
          <a:prstGeom prst="line">
            <a:avLst/>
          </a:prstGeom>
          <a:noFill/>
          <a:ln w="25400">
            <a:solidFill>
              <a:srgbClr val="C44F4F"/>
            </a:solidFill>
            <a:prstDash val="solid"/>
            <a:headEnd type="none"/>
            <a:tailEnd type="none"/>
          </a:ln>
        </p:spPr>
      </p:sp>
      <p:sp>
        <p:nvSpPr>
          <p:cNvPr id="329" name="Shape 327"/>
          <p:cNvSpPr/>
          <p:nvPr/>
        </p:nvSpPr>
        <p:spPr>
          <a:xfrm>
            <a:off x="5879592" y="3734979"/>
            <a:ext cx="0" cy="56054"/>
          </a:xfrm>
          <a:prstGeom prst="line">
            <a:avLst/>
          </a:prstGeom>
          <a:noFill/>
          <a:ln w="25400">
            <a:solidFill>
              <a:srgbClr val="C44F4F"/>
            </a:solidFill>
            <a:prstDash val="solid"/>
            <a:headEnd type="none"/>
            <a:tailEnd type="none"/>
          </a:ln>
        </p:spPr>
      </p:sp>
      <p:sp>
        <p:nvSpPr>
          <p:cNvPr id="330" name="Shape 328"/>
          <p:cNvSpPr/>
          <p:nvPr/>
        </p:nvSpPr>
        <p:spPr>
          <a:xfrm>
            <a:off x="5879592" y="3788290"/>
            <a:ext cx="176480" cy="0"/>
          </a:xfrm>
          <a:prstGeom prst="line">
            <a:avLst/>
          </a:prstGeom>
          <a:noFill/>
          <a:ln w="25400">
            <a:solidFill>
              <a:srgbClr val="C44F4F"/>
            </a:solidFill>
            <a:prstDash val="solid"/>
            <a:headEnd type="none"/>
            <a:tailEnd type="none"/>
          </a:ln>
        </p:spPr>
      </p:sp>
      <p:sp>
        <p:nvSpPr>
          <p:cNvPr id="331" name="Shape 329"/>
          <p:cNvSpPr/>
          <p:nvPr/>
        </p:nvSpPr>
        <p:spPr>
          <a:xfrm>
            <a:off x="6053328" y="3785547"/>
            <a:ext cx="0" cy="56248"/>
          </a:xfrm>
          <a:prstGeom prst="line">
            <a:avLst/>
          </a:prstGeom>
          <a:noFill/>
          <a:ln w="25400">
            <a:solidFill>
              <a:srgbClr val="C44F4F"/>
            </a:solidFill>
            <a:prstDash val="solid"/>
            <a:headEnd type="none"/>
            <a:tailEnd type="none"/>
          </a:ln>
        </p:spPr>
      </p:sp>
      <p:sp>
        <p:nvSpPr>
          <p:cNvPr id="332" name="Shape 330"/>
          <p:cNvSpPr/>
          <p:nvPr/>
        </p:nvSpPr>
        <p:spPr>
          <a:xfrm>
            <a:off x="6053328" y="3839052"/>
            <a:ext cx="176480" cy="0"/>
          </a:xfrm>
          <a:prstGeom prst="line">
            <a:avLst/>
          </a:prstGeom>
          <a:noFill/>
          <a:ln w="25400">
            <a:solidFill>
              <a:srgbClr val="C44F4F"/>
            </a:solidFill>
            <a:prstDash val="solid"/>
            <a:headEnd type="none"/>
            <a:tailEnd type="none"/>
          </a:ln>
        </p:spPr>
      </p:sp>
      <p:sp>
        <p:nvSpPr>
          <p:cNvPr id="333" name="Shape 331"/>
          <p:cNvSpPr/>
          <p:nvPr/>
        </p:nvSpPr>
        <p:spPr>
          <a:xfrm>
            <a:off x="6227064" y="3836309"/>
            <a:ext cx="0" cy="55796"/>
          </a:xfrm>
          <a:prstGeom prst="line">
            <a:avLst/>
          </a:prstGeom>
          <a:noFill/>
          <a:ln w="25400">
            <a:solidFill>
              <a:srgbClr val="C44F4F"/>
            </a:solidFill>
            <a:prstDash val="solid"/>
            <a:headEnd type="none"/>
            <a:tailEnd type="none"/>
          </a:ln>
        </p:spPr>
      </p:sp>
      <p:sp>
        <p:nvSpPr>
          <p:cNvPr id="334" name="Shape 332"/>
          <p:cNvSpPr/>
          <p:nvPr/>
        </p:nvSpPr>
        <p:spPr>
          <a:xfrm>
            <a:off x="6227064" y="3889361"/>
            <a:ext cx="176479" cy="0"/>
          </a:xfrm>
          <a:prstGeom prst="line">
            <a:avLst/>
          </a:prstGeom>
          <a:noFill/>
          <a:ln w="25400">
            <a:solidFill>
              <a:srgbClr val="C44F4F"/>
            </a:solidFill>
            <a:prstDash val="solid"/>
            <a:headEnd type="none"/>
            <a:tailEnd type="none"/>
          </a:ln>
        </p:spPr>
      </p:sp>
      <p:sp>
        <p:nvSpPr>
          <p:cNvPr id="335" name="Shape 333"/>
          <p:cNvSpPr/>
          <p:nvPr/>
        </p:nvSpPr>
        <p:spPr>
          <a:xfrm>
            <a:off x="6400800" y="3886618"/>
            <a:ext cx="0" cy="51889"/>
          </a:xfrm>
          <a:prstGeom prst="line">
            <a:avLst/>
          </a:prstGeom>
          <a:noFill/>
          <a:ln w="25400">
            <a:solidFill>
              <a:srgbClr val="C44F4F"/>
            </a:solidFill>
            <a:prstDash val="solid"/>
            <a:headEnd type="none"/>
            <a:tailEnd type="none"/>
          </a:ln>
        </p:spPr>
      </p:sp>
      <p:sp>
        <p:nvSpPr>
          <p:cNvPr id="336" name="Shape 334"/>
          <p:cNvSpPr/>
          <p:nvPr/>
        </p:nvSpPr>
        <p:spPr>
          <a:xfrm>
            <a:off x="6400800" y="3935763"/>
            <a:ext cx="176480" cy="0"/>
          </a:xfrm>
          <a:prstGeom prst="line">
            <a:avLst/>
          </a:prstGeom>
          <a:noFill/>
          <a:ln w="25400">
            <a:solidFill>
              <a:srgbClr val="C44F4F"/>
            </a:solidFill>
            <a:prstDash val="solid"/>
            <a:headEnd type="none"/>
            <a:tailEnd type="none"/>
          </a:ln>
        </p:spPr>
      </p:sp>
      <p:sp>
        <p:nvSpPr>
          <p:cNvPr id="337" name="Shape 335"/>
          <p:cNvSpPr/>
          <p:nvPr/>
        </p:nvSpPr>
        <p:spPr>
          <a:xfrm>
            <a:off x="6574536" y="3933020"/>
            <a:ext cx="0" cy="52922"/>
          </a:xfrm>
          <a:prstGeom prst="line">
            <a:avLst/>
          </a:prstGeom>
          <a:noFill/>
          <a:ln w="25400">
            <a:solidFill>
              <a:srgbClr val="C44F4F"/>
            </a:solidFill>
            <a:prstDash val="solid"/>
            <a:headEnd type="none"/>
            <a:tailEnd type="none"/>
          </a:ln>
        </p:spPr>
      </p:sp>
      <p:sp>
        <p:nvSpPr>
          <p:cNvPr id="338" name="Shape 336"/>
          <p:cNvSpPr/>
          <p:nvPr/>
        </p:nvSpPr>
        <p:spPr>
          <a:xfrm>
            <a:off x="6574536" y="3983199"/>
            <a:ext cx="176480" cy="0"/>
          </a:xfrm>
          <a:prstGeom prst="line">
            <a:avLst/>
          </a:prstGeom>
          <a:noFill/>
          <a:ln w="25400">
            <a:solidFill>
              <a:srgbClr val="C44F4F"/>
            </a:solidFill>
            <a:prstDash val="solid"/>
            <a:headEnd type="none"/>
            <a:tailEnd type="none"/>
          </a:ln>
        </p:spPr>
      </p:sp>
      <p:sp>
        <p:nvSpPr>
          <p:cNvPr id="339" name="Shape 337"/>
          <p:cNvSpPr/>
          <p:nvPr/>
        </p:nvSpPr>
        <p:spPr>
          <a:xfrm>
            <a:off x="6748272" y="3980456"/>
            <a:ext cx="0" cy="53568"/>
          </a:xfrm>
          <a:prstGeom prst="line">
            <a:avLst/>
          </a:prstGeom>
          <a:noFill/>
          <a:ln w="25400">
            <a:solidFill>
              <a:srgbClr val="C44F4F"/>
            </a:solidFill>
            <a:prstDash val="solid"/>
            <a:headEnd type="none"/>
            <a:tailEnd type="none"/>
          </a:ln>
        </p:spPr>
      </p:sp>
      <p:sp>
        <p:nvSpPr>
          <p:cNvPr id="340" name="Shape 338"/>
          <p:cNvSpPr/>
          <p:nvPr/>
        </p:nvSpPr>
        <p:spPr>
          <a:xfrm>
            <a:off x="6748272" y="4031280"/>
            <a:ext cx="176479" cy="0"/>
          </a:xfrm>
          <a:prstGeom prst="line">
            <a:avLst/>
          </a:prstGeom>
          <a:noFill/>
          <a:ln w="25400">
            <a:solidFill>
              <a:srgbClr val="C44F4F"/>
            </a:solidFill>
            <a:prstDash val="solid"/>
            <a:headEnd type="none"/>
            <a:tailEnd type="none"/>
          </a:ln>
        </p:spPr>
      </p:sp>
      <p:sp>
        <p:nvSpPr>
          <p:cNvPr id="341" name="Shape 339"/>
          <p:cNvSpPr/>
          <p:nvPr/>
        </p:nvSpPr>
        <p:spPr>
          <a:xfrm>
            <a:off x="6922008" y="4028537"/>
            <a:ext cx="0" cy="52825"/>
          </a:xfrm>
          <a:prstGeom prst="line">
            <a:avLst/>
          </a:prstGeom>
          <a:noFill/>
          <a:ln w="25400">
            <a:solidFill>
              <a:srgbClr val="C44F4F"/>
            </a:solidFill>
            <a:prstDash val="solid"/>
            <a:headEnd type="none"/>
            <a:tailEnd type="none"/>
          </a:ln>
        </p:spPr>
      </p:sp>
      <p:sp>
        <p:nvSpPr>
          <p:cNvPr id="342" name="Shape 340"/>
          <p:cNvSpPr/>
          <p:nvPr/>
        </p:nvSpPr>
        <p:spPr>
          <a:xfrm>
            <a:off x="6922008" y="4078619"/>
            <a:ext cx="176480" cy="0"/>
          </a:xfrm>
          <a:prstGeom prst="line">
            <a:avLst/>
          </a:prstGeom>
          <a:noFill/>
          <a:ln w="25400">
            <a:solidFill>
              <a:srgbClr val="C44F4F"/>
            </a:solidFill>
            <a:prstDash val="solid"/>
            <a:headEnd type="none"/>
            <a:tailEnd type="none"/>
          </a:ln>
        </p:spPr>
      </p:sp>
      <p:sp>
        <p:nvSpPr>
          <p:cNvPr id="343" name="Shape 341"/>
          <p:cNvSpPr/>
          <p:nvPr/>
        </p:nvSpPr>
        <p:spPr>
          <a:xfrm>
            <a:off x="7095744" y="4075876"/>
            <a:ext cx="0" cy="53632"/>
          </a:xfrm>
          <a:prstGeom prst="line">
            <a:avLst/>
          </a:prstGeom>
          <a:noFill/>
          <a:ln w="25400">
            <a:solidFill>
              <a:srgbClr val="C44F4F"/>
            </a:solidFill>
            <a:prstDash val="solid"/>
            <a:headEnd type="none"/>
            <a:tailEnd type="none"/>
          </a:ln>
        </p:spPr>
      </p:sp>
      <p:sp>
        <p:nvSpPr>
          <p:cNvPr id="344" name="Shape 342"/>
          <p:cNvSpPr/>
          <p:nvPr/>
        </p:nvSpPr>
        <p:spPr>
          <a:xfrm>
            <a:off x="7095744" y="4126765"/>
            <a:ext cx="176480" cy="0"/>
          </a:xfrm>
          <a:prstGeom prst="line">
            <a:avLst/>
          </a:prstGeom>
          <a:noFill/>
          <a:ln w="25400">
            <a:solidFill>
              <a:srgbClr val="C44F4F"/>
            </a:solidFill>
            <a:prstDash val="solid"/>
            <a:headEnd type="none"/>
            <a:tailEnd type="none"/>
          </a:ln>
        </p:spPr>
      </p:sp>
      <p:sp>
        <p:nvSpPr>
          <p:cNvPr id="345" name="Shape 343"/>
          <p:cNvSpPr/>
          <p:nvPr/>
        </p:nvSpPr>
        <p:spPr>
          <a:xfrm>
            <a:off x="7269480" y="4124022"/>
            <a:ext cx="0" cy="54989"/>
          </a:xfrm>
          <a:prstGeom prst="line">
            <a:avLst/>
          </a:prstGeom>
          <a:noFill/>
          <a:ln w="25400">
            <a:solidFill>
              <a:srgbClr val="C44F4F"/>
            </a:solidFill>
            <a:prstDash val="solid"/>
            <a:headEnd type="none"/>
            <a:tailEnd type="none"/>
          </a:ln>
        </p:spPr>
      </p:sp>
      <p:sp>
        <p:nvSpPr>
          <p:cNvPr id="346" name="Shape 344"/>
          <p:cNvSpPr/>
          <p:nvPr/>
        </p:nvSpPr>
        <p:spPr>
          <a:xfrm>
            <a:off x="7269480" y="4176267"/>
            <a:ext cx="176479" cy="0"/>
          </a:xfrm>
          <a:prstGeom prst="line">
            <a:avLst/>
          </a:prstGeom>
          <a:noFill/>
          <a:ln w="25400">
            <a:solidFill>
              <a:srgbClr val="C44F4F"/>
            </a:solidFill>
            <a:prstDash val="solid"/>
            <a:headEnd type="none"/>
            <a:tailEnd type="none"/>
          </a:ln>
        </p:spPr>
      </p:sp>
      <p:sp>
        <p:nvSpPr>
          <p:cNvPr id="347" name="Shape 345"/>
          <p:cNvSpPr/>
          <p:nvPr/>
        </p:nvSpPr>
        <p:spPr>
          <a:xfrm>
            <a:off x="7443216" y="4173524"/>
            <a:ext cx="0" cy="53245"/>
          </a:xfrm>
          <a:prstGeom prst="line">
            <a:avLst/>
          </a:prstGeom>
          <a:noFill/>
          <a:ln w="25400">
            <a:solidFill>
              <a:srgbClr val="C44F4F"/>
            </a:solidFill>
            <a:prstDash val="solid"/>
            <a:headEnd type="none"/>
            <a:tailEnd type="none"/>
          </a:ln>
        </p:spPr>
      </p:sp>
      <p:sp>
        <p:nvSpPr>
          <p:cNvPr id="348" name="Shape 346"/>
          <p:cNvSpPr/>
          <p:nvPr/>
        </p:nvSpPr>
        <p:spPr>
          <a:xfrm>
            <a:off x="7443216" y="4224026"/>
            <a:ext cx="176480" cy="0"/>
          </a:xfrm>
          <a:prstGeom prst="line">
            <a:avLst/>
          </a:prstGeom>
          <a:noFill/>
          <a:ln w="25400">
            <a:solidFill>
              <a:srgbClr val="C44F4F"/>
            </a:solidFill>
            <a:prstDash val="solid"/>
            <a:headEnd type="none"/>
            <a:tailEnd type="none"/>
          </a:ln>
        </p:spPr>
      </p:sp>
      <p:sp>
        <p:nvSpPr>
          <p:cNvPr id="349" name="Shape 347"/>
          <p:cNvSpPr/>
          <p:nvPr/>
        </p:nvSpPr>
        <p:spPr>
          <a:xfrm>
            <a:off x="7616952" y="4221283"/>
            <a:ext cx="0" cy="52502"/>
          </a:xfrm>
          <a:prstGeom prst="line">
            <a:avLst/>
          </a:prstGeom>
          <a:noFill/>
          <a:ln w="25400">
            <a:solidFill>
              <a:srgbClr val="C44F4F"/>
            </a:solidFill>
            <a:prstDash val="solid"/>
            <a:headEnd type="none"/>
            <a:tailEnd type="none"/>
          </a:ln>
        </p:spPr>
      </p:sp>
      <p:sp>
        <p:nvSpPr>
          <p:cNvPr id="350" name="Shape 348"/>
          <p:cNvSpPr/>
          <p:nvPr/>
        </p:nvSpPr>
        <p:spPr>
          <a:xfrm>
            <a:off x="7616952" y="4271041"/>
            <a:ext cx="176480" cy="0"/>
          </a:xfrm>
          <a:prstGeom prst="line">
            <a:avLst/>
          </a:prstGeom>
          <a:noFill/>
          <a:ln w="25400">
            <a:solidFill>
              <a:srgbClr val="C44F4F"/>
            </a:solidFill>
            <a:prstDash val="solid"/>
            <a:headEnd type="none"/>
            <a:tailEnd type="none"/>
          </a:ln>
        </p:spPr>
      </p:sp>
      <p:sp>
        <p:nvSpPr>
          <p:cNvPr id="351" name="Shape 349"/>
          <p:cNvSpPr/>
          <p:nvPr/>
        </p:nvSpPr>
        <p:spPr>
          <a:xfrm>
            <a:off x="7790688" y="4268298"/>
            <a:ext cx="0" cy="49596"/>
          </a:xfrm>
          <a:prstGeom prst="line">
            <a:avLst/>
          </a:prstGeom>
          <a:noFill/>
          <a:ln w="25400">
            <a:solidFill>
              <a:srgbClr val="C44F4F"/>
            </a:solidFill>
            <a:prstDash val="solid"/>
            <a:headEnd type="none"/>
            <a:tailEnd type="none"/>
          </a:ln>
        </p:spPr>
      </p:sp>
      <p:sp>
        <p:nvSpPr>
          <p:cNvPr id="352" name="Shape 350"/>
          <p:cNvSpPr/>
          <p:nvPr/>
        </p:nvSpPr>
        <p:spPr>
          <a:xfrm>
            <a:off x="7790688" y="4315151"/>
            <a:ext cx="176479" cy="0"/>
          </a:xfrm>
          <a:prstGeom prst="line">
            <a:avLst/>
          </a:prstGeom>
          <a:noFill/>
          <a:ln w="25400">
            <a:solidFill>
              <a:srgbClr val="C44F4F"/>
            </a:solidFill>
            <a:prstDash val="solid"/>
            <a:headEnd type="none"/>
            <a:tailEnd type="none"/>
          </a:ln>
        </p:spPr>
      </p:sp>
      <p:sp>
        <p:nvSpPr>
          <p:cNvPr id="353" name="Shape 351"/>
          <p:cNvSpPr/>
          <p:nvPr/>
        </p:nvSpPr>
        <p:spPr>
          <a:xfrm>
            <a:off x="7964424" y="4312408"/>
            <a:ext cx="0" cy="52276"/>
          </a:xfrm>
          <a:prstGeom prst="line">
            <a:avLst/>
          </a:prstGeom>
          <a:noFill/>
          <a:ln w="25400">
            <a:solidFill>
              <a:srgbClr val="C44F4F"/>
            </a:solidFill>
            <a:prstDash val="solid"/>
            <a:headEnd type="none"/>
            <a:tailEnd type="none"/>
          </a:ln>
        </p:spPr>
      </p:sp>
      <p:sp>
        <p:nvSpPr>
          <p:cNvPr id="354" name="Shape 352"/>
          <p:cNvSpPr/>
          <p:nvPr/>
        </p:nvSpPr>
        <p:spPr>
          <a:xfrm>
            <a:off x="7964424" y="4361941"/>
            <a:ext cx="176480" cy="0"/>
          </a:xfrm>
          <a:prstGeom prst="line">
            <a:avLst/>
          </a:prstGeom>
          <a:noFill/>
          <a:ln w="25400">
            <a:solidFill>
              <a:srgbClr val="C44F4F"/>
            </a:solidFill>
            <a:prstDash val="solid"/>
            <a:headEnd type="none"/>
            <a:tailEnd type="none"/>
          </a:ln>
        </p:spPr>
      </p:sp>
      <p:sp>
        <p:nvSpPr>
          <p:cNvPr id="355" name="Shape 353"/>
          <p:cNvSpPr/>
          <p:nvPr/>
        </p:nvSpPr>
        <p:spPr>
          <a:xfrm>
            <a:off x="8138160" y="4359198"/>
            <a:ext cx="0" cy="53116"/>
          </a:xfrm>
          <a:prstGeom prst="line">
            <a:avLst/>
          </a:prstGeom>
          <a:noFill/>
          <a:ln w="25400">
            <a:solidFill>
              <a:srgbClr val="C44F4F"/>
            </a:solidFill>
            <a:prstDash val="solid"/>
            <a:headEnd type="none"/>
            <a:tailEnd type="none"/>
          </a:ln>
        </p:spPr>
      </p:sp>
      <p:sp>
        <p:nvSpPr>
          <p:cNvPr id="356" name="Shape 354"/>
          <p:cNvSpPr/>
          <p:nvPr/>
        </p:nvSpPr>
        <p:spPr>
          <a:xfrm>
            <a:off x="8138160" y="4409570"/>
            <a:ext cx="176480" cy="0"/>
          </a:xfrm>
          <a:prstGeom prst="line">
            <a:avLst/>
          </a:prstGeom>
          <a:noFill/>
          <a:ln w="25400">
            <a:solidFill>
              <a:srgbClr val="C44F4F"/>
            </a:solidFill>
            <a:prstDash val="solid"/>
            <a:headEnd type="none"/>
            <a:tailEnd type="none"/>
          </a:ln>
        </p:spPr>
      </p:sp>
      <p:sp>
        <p:nvSpPr>
          <p:cNvPr id="357" name="Shape 355"/>
          <p:cNvSpPr/>
          <p:nvPr/>
        </p:nvSpPr>
        <p:spPr>
          <a:xfrm>
            <a:off x="8311896" y="4406827"/>
            <a:ext cx="0" cy="52179"/>
          </a:xfrm>
          <a:prstGeom prst="line">
            <a:avLst/>
          </a:prstGeom>
          <a:noFill/>
          <a:ln w="25400">
            <a:solidFill>
              <a:srgbClr val="C44F4F"/>
            </a:solidFill>
            <a:prstDash val="solid"/>
            <a:headEnd type="none"/>
            <a:tailEnd type="none"/>
          </a:ln>
        </p:spPr>
      </p:sp>
      <p:sp>
        <p:nvSpPr>
          <p:cNvPr id="358" name="Shape 356"/>
          <p:cNvSpPr/>
          <p:nvPr/>
        </p:nvSpPr>
        <p:spPr>
          <a:xfrm>
            <a:off x="8311896" y="4456263"/>
            <a:ext cx="176479" cy="0"/>
          </a:xfrm>
          <a:prstGeom prst="line">
            <a:avLst/>
          </a:prstGeom>
          <a:noFill/>
          <a:ln w="25400">
            <a:solidFill>
              <a:srgbClr val="C44F4F"/>
            </a:solidFill>
            <a:prstDash val="solid"/>
            <a:headEnd type="none"/>
            <a:tailEnd type="none"/>
          </a:ln>
        </p:spPr>
      </p:sp>
      <p:sp>
        <p:nvSpPr>
          <p:cNvPr id="359" name="Shape 357"/>
          <p:cNvSpPr/>
          <p:nvPr/>
        </p:nvSpPr>
        <p:spPr>
          <a:xfrm>
            <a:off x="8485632" y="4453520"/>
            <a:ext cx="0" cy="54375"/>
          </a:xfrm>
          <a:prstGeom prst="line">
            <a:avLst/>
          </a:prstGeom>
          <a:noFill/>
          <a:ln w="25400">
            <a:solidFill>
              <a:srgbClr val="C44F4F"/>
            </a:solidFill>
            <a:prstDash val="solid"/>
            <a:headEnd type="none"/>
            <a:tailEnd type="none"/>
          </a:ln>
        </p:spPr>
      </p:sp>
      <p:sp>
        <p:nvSpPr>
          <p:cNvPr id="360" name="Shape 358"/>
          <p:cNvSpPr/>
          <p:nvPr/>
        </p:nvSpPr>
        <p:spPr>
          <a:xfrm>
            <a:off x="8485632" y="4505152"/>
            <a:ext cx="176480" cy="0"/>
          </a:xfrm>
          <a:prstGeom prst="line">
            <a:avLst/>
          </a:prstGeom>
          <a:noFill/>
          <a:ln w="25400">
            <a:solidFill>
              <a:srgbClr val="C44F4F"/>
            </a:solidFill>
            <a:prstDash val="solid"/>
            <a:headEnd type="none"/>
            <a:tailEnd type="none"/>
          </a:ln>
        </p:spPr>
      </p:sp>
      <p:sp>
        <p:nvSpPr>
          <p:cNvPr id="361" name="Shape 359"/>
          <p:cNvSpPr/>
          <p:nvPr/>
        </p:nvSpPr>
        <p:spPr>
          <a:xfrm>
            <a:off x="8659368" y="4502408"/>
            <a:ext cx="0" cy="50984"/>
          </a:xfrm>
          <a:prstGeom prst="line">
            <a:avLst/>
          </a:prstGeom>
          <a:noFill/>
          <a:ln w="25400">
            <a:solidFill>
              <a:srgbClr val="C44F4F"/>
            </a:solidFill>
            <a:prstDash val="solid"/>
            <a:headEnd type="none"/>
            <a:tailEnd type="none"/>
          </a:ln>
        </p:spPr>
      </p:sp>
      <p:sp>
        <p:nvSpPr>
          <p:cNvPr id="362" name="Shape 360"/>
          <p:cNvSpPr/>
          <p:nvPr/>
        </p:nvSpPr>
        <p:spPr>
          <a:xfrm>
            <a:off x="8659368" y="4550650"/>
            <a:ext cx="176480" cy="0"/>
          </a:xfrm>
          <a:prstGeom prst="line">
            <a:avLst/>
          </a:prstGeom>
          <a:noFill/>
          <a:ln w="25400">
            <a:solidFill>
              <a:srgbClr val="C44F4F"/>
            </a:solidFill>
            <a:prstDash val="solid"/>
            <a:headEnd type="none"/>
            <a:tailEnd type="none"/>
          </a:ln>
        </p:spPr>
      </p:sp>
      <p:sp>
        <p:nvSpPr>
          <p:cNvPr id="363" name="Shape 361"/>
          <p:cNvSpPr/>
          <p:nvPr/>
        </p:nvSpPr>
        <p:spPr>
          <a:xfrm>
            <a:off x="8833104" y="4547907"/>
            <a:ext cx="0" cy="48595"/>
          </a:xfrm>
          <a:prstGeom prst="line">
            <a:avLst/>
          </a:prstGeom>
          <a:noFill/>
          <a:ln w="25400">
            <a:solidFill>
              <a:srgbClr val="C44F4F"/>
            </a:solidFill>
            <a:prstDash val="solid"/>
            <a:headEnd type="none"/>
            <a:tailEnd type="none"/>
          </a:ln>
        </p:spPr>
      </p:sp>
      <p:sp>
        <p:nvSpPr>
          <p:cNvPr id="364" name="Shape 362"/>
          <p:cNvSpPr/>
          <p:nvPr/>
        </p:nvSpPr>
        <p:spPr>
          <a:xfrm>
            <a:off x="8833104" y="4593758"/>
            <a:ext cx="176479" cy="0"/>
          </a:xfrm>
          <a:prstGeom prst="line">
            <a:avLst/>
          </a:prstGeom>
          <a:noFill/>
          <a:ln w="25400">
            <a:solidFill>
              <a:srgbClr val="C44F4F"/>
            </a:solidFill>
            <a:prstDash val="solid"/>
            <a:headEnd type="none"/>
            <a:tailEnd type="none"/>
          </a:ln>
        </p:spPr>
      </p:sp>
      <p:sp>
        <p:nvSpPr>
          <p:cNvPr id="365" name="Shape 363"/>
          <p:cNvSpPr/>
          <p:nvPr/>
        </p:nvSpPr>
        <p:spPr>
          <a:xfrm>
            <a:off x="9006840" y="4591015"/>
            <a:ext cx="0" cy="48530"/>
          </a:xfrm>
          <a:prstGeom prst="line">
            <a:avLst/>
          </a:prstGeom>
          <a:noFill/>
          <a:ln w="25400">
            <a:solidFill>
              <a:srgbClr val="C44F4F"/>
            </a:solidFill>
            <a:prstDash val="solid"/>
            <a:headEnd type="none"/>
            <a:tailEnd type="none"/>
          </a:ln>
        </p:spPr>
      </p:sp>
      <p:sp>
        <p:nvSpPr>
          <p:cNvPr id="366" name="Shape 364"/>
          <p:cNvSpPr/>
          <p:nvPr/>
        </p:nvSpPr>
        <p:spPr>
          <a:xfrm>
            <a:off x="9006840" y="4636802"/>
            <a:ext cx="176480" cy="0"/>
          </a:xfrm>
          <a:prstGeom prst="line">
            <a:avLst/>
          </a:prstGeom>
          <a:noFill/>
          <a:ln w="25400">
            <a:solidFill>
              <a:srgbClr val="C44F4F"/>
            </a:solidFill>
            <a:prstDash val="solid"/>
            <a:headEnd type="none"/>
            <a:tailEnd type="none"/>
          </a:ln>
        </p:spPr>
      </p:sp>
      <p:sp>
        <p:nvSpPr>
          <p:cNvPr id="367" name="Shape 365"/>
          <p:cNvSpPr/>
          <p:nvPr/>
        </p:nvSpPr>
        <p:spPr>
          <a:xfrm>
            <a:off x="9180576" y="4634059"/>
            <a:ext cx="0" cy="47013"/>
          </a:xfrm>
          <a:prstGeom prst="line">
            <a:avLst/>
          </a:prstGeom>
          <a:noFill/>
          <a:ln w="25400">
            <a:solidFill>
              <a:srgbClr val="C44F4F"/>
            </a:solidFill>
            <a:prstDash val="solid"/>
            <a:headEnd type="none"/>
            <a:tailEnd type="none"/>
          </a:ln>
        </p:spPr>
      </p:sp>
      <p:sp>
        <p:nvSpPr>
          <p:cNvPr id="368" name="Shape 366"/>
          <p:cNvSpPr/>
          <p:nvPr/>
        </p:nvSpPr>
        <p:spPr>
          <a:xfrm>
            <a:off x="9180576" y="4678329"/>
            <a:ext cx="176480" cy="0"/>
          </a:xfrm>
          <a:prstGeom prst="line">
            <a:avLst/>
          </a:prstGeom>
          <a:noFill/>
          <a:ln w="25400">
            <a:solidFill>
              <a:srgbClr val="C44F4F"/>
            </a:solidFill>
            <a:prstDash val="solid"/>
            <a:headEnd type="none"/>
            <a:tailEnd type="none"/>
          </a:ln>
        </p:spPr>
      </p:sp>
      <p:sp>
        <p:nvSpPr>
          <p:cNvPr id="369" name="Shape 367"/>
          <p:cNvSpPr/>
          <p:nvPr/>
        </p:nvSpPr>
        <p:spPr>
          <a:xfrm>
            <a:off x="9354312" y="4675585"/>
            <a:ext cx="0" cy="45463"/>
          </a:xfrm>
          <a:prstGeom prst="line">
            <a:avLst/>
          </a:prstGeom>
          <a:noFill/>
          <a:ln w="25400">
            <a:solidFill>
              <a:srgbClr val="C44F4F"/>
            </a:solidFill>
            <a:prstDash val="solid"/>
            <a:headEnd type="none"/>
            <a:tailEnd type="none"/>
          </a:ln>
        </p:spPr>
      </p:sp>
      <p:sp>
        <p:nvSpPr>
          <p:cNvPr id="370" name="Shape 368"/>
          <p:cNvSpPr/>
          <p:nvPr/>
        </p:nvSpPr>
        <p:spPr>
          <a:xfrm>
            <a:off x="9354312" y="4718305"/>
            <a:ext cx="176479" cy="0"/>
          </a:xfrm>
          <a:prstGeom prst="line">
            <a:avLst/>
          </a:prstGeom>
          <a:noFill/>
          <a:ln w="25400">
            <a:solidFill>
              <a:srgbClr val="C44F4F"/>
            </a:solidFill>
            <a:prstDash val="solid"/>
            <a:headEnd type="none"/>
            <a:tailEnd type="none"/>
          </a:ln>
        </p:spPr>
      </p:sp>
      <p:sp>
        <p:nvSpPr>
          <p:cNvPr id="371" name="Shape 369"/>
          <p:cNvSpPr/>
          <p:nvPr/>
        </p:nvSpPr>
        <p:spPr>
          <a:xfrm>
            <a:off x="9528048" y="4715562"/>
            <a:ext cx="0" cy="44300"/>
          </a:xfrm>
          <a:prstGeom prst="line">
            <a:avLst/>
          </a:prstGeom>
          <a:noFill/>
          <a:ln w="25400">
            <a:solidFill>
              <a:srgbClr val="C44F4F"/>
            </a:solidFill>
            <a:prstDash val="solid"/>
            <a:headEnd type="none"/>
            <a:tailEnd type="none"/>
          </a:ln>
        </p:spPr>
      </p:sp>
      <p:sp>
        <p:nvSpPr>
          <p:cNvPr id="372" name="Shape 370"/>
          <p:cNvSpPr/>
          <p:nvPr/>
        </p:nvSpPr>
        <p:spPr>
          <a:xfrm>
            <a:off x="9528048" y="4757119"/>
            <a:ext cx="176480" cy="0"/>
          </a:xfrm>
          <a:prstGeom prst="line">
            <a:avLst/>
          </a:prstGeom>
          <a:noFill/>
          <a:ln w="25400">
            <a:solidFill>
              <a:srgbClr val="C44F4F"/>
            </a:solidFill>
            <a:prstDash val="solid"/>
            <a:headEnd type="none"/>
            <a:tailEnd type="none"/>
          </a:ln>
        </p:spPr>
      </p:sp>
      <p:sp>
        <p:nvSpPr>
          <p:cNvPr id="373" name="Shape 371"/>
          <p:cNvSpPr/>
          <p:nvPr/>
        </p:nvSpPr>
        <p:spPr>
          <a:xfrm>
            <a:off x="9701784" y="4754376"/>
            <a:ext cx="0" cy="42944"/>
          </a:xfrm>
          <a:prstGeom prst="line">
            <a:avLst/>
          </a:prstGeom>
          <a:noFill/>
          <a:ln w="25400">
            <a:solidFill>
              <a:srgbClr val="C44F4F"/>
            </a:solidFill>
            <a:prstDash val="solid"/>
            <a:headEnd type="none"/>
            <a:tailEnd type="none"/>
          </a:ln>
        </p:spPr>
      </p:sp>
      <p:sp>
        <p:nvSpPr>
          <p:cNvPr id="374" name="Shape 372"/>
          <p:cNvSpPr/>
          <p:nvPr/>
        </p:nvSpPr>
        <p:spPr>
          <a:xfrm>
            <a:off x="9701784" y="4794576"/>
            <a:ext cx="176480" cy="0"/>
          </a:xfrm>
          <a:prstGeom prst="line">
            <a:avLst/>
          </a:prstGeom>
          <a:noFill/>
          <a:ln w="25400">
            <a:solidFill>
              <a:srgbClr val="C44F4F"/>
            </a:solidFill>
            <a:prstDash val="solid"/>
            <a:headEnd type="none"/>
            <a:tailEnd type="none"/>
          </a:ln>
        </p:spPr>
      </p:sp>
      <p:sp>
        <p:nvSpPr>
          <p:cNvPr id="375" name="Shape 373"/>
          <p:cNvSpPr/>
          <p:nvPr/>
        </p:nvSpPr>
        <p:spPr>
          <a:xfrm>
            <a:off x="9875520" y="4791833"/>
            <a:ext cx="0" cy="44042"/>
          </a:xfrm>
          <a:prstGeom prst="line">
            <a:avLst/>
          </a:prstGeom>
          <a:noFill/>
          <a:ln w="25400">
            <a:solidFill>
              <a:srgbClr val="C44F4F"/>
            </a:solidFill>
            <a:prstDash val="solid"/>
            <a:headEnd type="none"/>
            <a:tailEnd type="none"/>
          </a:ln>
        </p:spPr>
      </p:sp>
      <p:sp>
        <p:nvSpPr>
          <p:cNvPr id="376" name="Shape 374"/>
          <p:cNvSpPr/>
          <p:nvPr/>
        </p:nvSpPr>
        <p:spPr>
          <a:xfrm>
            <a:off x="9875520" y="4833132"/>
            <a:ext cx="176479" cy="0"/>
          </a:xfrm>
          <a:prstGeom prst="line">
            <a:avLst/>
          </a:prstGeom>
          <a:noFill/>
          <a:ln w="25400">
            <a:solidFill>
              <a:srgbClr val="C44F4F"/>
            </a:solidFill>
            <a:prstDash val="solid"/>
            <a:headEnd type="none"/>
            <a:tailEnd type="none"/>
          </a:ln>
        </p:spPr>
      </p:sp>
      <p:sp>
        <p:nvSpPr>
          <p:cNvPr id="377" name="Shape 375"/>
          <p:cNvSpPr/>
          <p:nvPr/>
        </p:nvSpPr>
        <p:spPr>
          <a:xfrm>
            <a:off x="10049256" y="4830389"/>
            <a:ext cx="0" cy="39586"/>
          </a:xfrm>
          <a:prstGeom prst="line">
            <a:avLst/>
          </a:prstGeom>
          <a:noFill/>
          <a:ln w="25400">
            <a:solidFill>
              <a:srgbClr val="C44F4F"/>
            </a:solidFill>
            <a:prstDash val="solid"/>
            <a:headEnd type="none"/>
            <a:tailEnd type="none"/>
          </a:ln>
        </p:spPr>
      </p:sp>
      <p:sp>
        <p:nvSpPr>
          <p:cNvPr id="378" name="Shape 376"/>
          <p:cNvSpPr/>
          <p:nvPr/>
        </p:nvSpPr>
        <p:spPr>
          <a:xfrm>
            <a:off x="10049256" y="4867231"/>
            <a:ext cx="176480" cy="0"/>
          </a:xfrm>
          <a:prstGeom prst="line">
            <a:avLst/>
          </a:prstGeom>
          <a:noFill/>
          <a:ln w="25400">
            <a:solidFill>
              <a:srgbClr val="C44F4F"/>
            </a:solidFill>
            <a:prstDash val="solid"/>
            <a:headEnd type="none"/>
            <a:tailEnd type="none"/>
          </a:ln>
        </p:spPr>
      </p:sp>
      <p:sp>
        <p:nvSpPr>
          <p:cNvPr id="379" name="Shape 377"/>
          <p:cNvSpPr/>
          <p:nvPr/>
        </p:nvSpPr>
        <p:spPr>
          <a:xfrm>
            <a:off x="10222992" y="4864488"/>
            <a:ext cx="0" cy="26766"/>
          </a:xfrm>
          <a:prstGeom prst="line">
            <a:avLst/>
          </a:prstGeom>
          <a:noFill/>
          <a:ln w="25400">
            <a:solidFill>
              <a:srgbClr val="C44F4F"/>
            </a:solidFill>
            <a:prstDash val="solid"/>
            <a:headEnd type="none"/>
            <a:tailEnd type="none"/>
          </a:ln>
        </p:spPr>
      </p:sp>
      <p:sp>
        <p:nvSpPr>
          <p:cNvPr id="380" name="Shape 378"/>
          <p:cNvSpPr/>
          <p:nvPr/>
        </p:nvSpPr>
        <p:spPr>
          <a:xfrm>
            <a:off x="10222992" y="4888511"/>
            <a:ext cx="176480" cy="0"/>
          </a:xfrm>
          <a:prstGeom prst="line">
            <a:avLst/>
          </a:prstGeom>
          <a:noFill/>
          <a:ln w="25400">
            <a:solidFill>
              <a:srgbClr val="C44F4F"/>
            </a:solidFill>
            <a:prstDash val="solid"/>
            <a:headEnd type="none"/>
            <a:tailEnd type="none"/>
          </a:ln>
        </p:spPr>
      </p:sp>
      <p:sp>
        <p:nvSpPr>
          <p:cNvPr id="381" name="Shape 379"/>
          <p:cNvSpPr/>
          <p:nvPr/>
        </p:nvSpPr>
        <p:spPr>
          <a:xfrm>
            <a:off x="10396728" y="4885768"/>
            <a:ext cx="0" cy="12816"/>
          </a:xfrm>
          <a:prstGeom prst="line">
            <a:avLst/>
          </a:prstGeom>
          <a:noFill/>
          <a:ln w="25400">
            <a:solidFill>
              <a:srgbClr val="C44F4F"/>
            </a:solidFill>
            <a:prstDash val="solid"/>
            <a:headEnd type="none"/>
            <a:tailEnd type="none"/>
          </a:ln>
        </p:spPr>
      </p:sp>
      <p:sp>
        <p:nvSpPr>
          <p:cNvPr id="382" name="Shape 380"/>
          <p:cNvSpPr/>
          <p:nvPr/>
        </p:nvSpPr>
        <p:spPr>
          <a:xfrm>
            <a:off x="10396728" y="4895841"/>
            <a:ext cx="176479" cy="0"/>
          </a:xfrm>
          <a:prstGeom prst="line">
            <a:avLst/>
          </a:prstGeom>
          <a:noFill/>
          <a:ln w="25400">
            <a:solidFill>
              <a:srgbClr val="C44F4F"/>
            </a:solidFill>
            <a:prstDash val="solid"/>
            <a:headEnd type="none"/>
            <a:tailEnd type="none"/>
          </a:ln>
        </p:spPr>
      </p:sp>
      <p:sp>
        <p:nvSpPr>
          <p:cNvPr id="383" name="Shape 381"/>
          <p:cNvSpPr/>
          <p:nvPr/>
        </p:nvSpPr>
        <p:spPr>
          <a:xfrm>
            <a:off x="10570464" y="4890676"/>
            <a:ext cx="0" cy="7908"/>
          </a:xfrm>
          <a:prstGeom prst="line">
            <a:avLst/>
          </a:prstGeom>
          <a:noFill/>
          <a:ln w="25400">
            <a:solidFill>
              <a:srgbClr val="C44F4F"/>
            </a:solidFill>
            <a:prstDash val="solid"/>
            <a:headEnd type="none"/>
            <a:tailEnd type="none"/>
          </a:ln>
        </p:spPr>
      </p:sp>
      <p:sp>
        <p:nvSpPr>
          <p:cNvPr id="384" name="Shape 382"/>
          <p:cNvSpPr/>
          <p:nvPr/>
        </p:nvSpPr>
        <p:spPr>
          <a:xfrm>
            <a:off x="10570464" y="4893419"/>
            <a:ext cx="176480" cy="0"/>
          </a:xfrm>
          <a:prstGeom prst="line">
            <a:avLst/>
          </a:prstGeom>
          <a:noFill/>
          <a:ln w="25400">
            <a:solidFill>
              <a:srgbClr val="C44F4F"/>
            </a:solidFill>
            <a:prstDash val="solid"/>
            <a:headEnd type="none"/>
            <a:tailEnd type="none"/>
          </a:ln>
        </p:spPr>
      </p:sp>
      <p:sp>
        <p:nvSpPr>
          <p:cNvPr id="385" name="Shape 383"/>
          <p:cNvSpPr/>
          <p:nvPr/>
        </p:nvSpPr>
        <p:spPr>
          <a:xfrm>
            <a:off x="10744200" y="4883927"/>
            <a:ext cx="0" cy="12235"/>
          </a:xfrm>
          <a:prstGeom prst="line">
            <a:avLst/>
          </a:prstGeom>
          <a:noFill/>
          <a:ln w="25400">
            <a:solidFill>
              <a:srgbClr val="C44F4F"/>
            </a:solidFill>
            <a:prstDash val="solid"/>
            <a:headEnd type="none"/>
            <a:tailEnd type="none"/>
          </a:ln>
        </p:spPr>
      </p:sp>
      <p:sp>
        <p:nvSpPr>
          <p:cNvPr id="386" name="Shape 384"/>
          <p:cNvSpPr/>
          <p:nvPr/>
        </p:nvSpPr>
        <p:spPr>
          <a:xfrm>
            <a:off x="10744200" y="4886671"/>
            <a:ext cx="176480" cy="0"/>
          </a:xfrm>
          <a:prstGeom prst="line">
            <a:avLst/>
          </a:prstGeom>
          <a:noFill/>
          <a:ln w="25400">
            <a:solidFill>
              <a:srgbClr val="C44F4F"/>
            </a:solidFill>
            <a:prstDash val="solid"/>
            <a:headEnd type="none"/>
            <a:tailEnd type="none"/>
          </a:ln>
        </p:spPr>
      </p:sp>
      <p:sp>
        <p:nvSpPr>
          <p:cNvPr id="387" name="Shape 385"/>
          <p:cNvSpPr/>
          <p:nvPr/>
        </p:nvSpPr>
        <p:spPr>
          <a:xfrm>
            <a:off x="10917936" y="4870300"/>
            <a:ext cx="0" cy="19113"/>
          </a:xfrm>
          <a:prstGeom prst="line">
            <a:avLst/>
          </a:prstGeom>
          <a:noFill/>
          <a:ln w="25400">
            <a:solidFill>
              <a:srgbClr val="C44F4F"/>
            </a:solidFill>
            <a:prstDash val="solid"/>
            <a:headEnd type="none"/>
            <a:tailEnd type="none"/>
          </a:ln>
        </p:spPr>
      </p:sp>
      <p:sp>
        <p:nvSpPr>
          <p:cNvPr id="388" name="Shape 386"/>
          <p:cNvSpPr/>
          <p:nvPr/>
        </p:nvSpPr>
        <p:spPr>
          <a:xfrm>
            <a:off x="10917936" y="4873044"/>
            <a:ext cx="176479" cy="0"/>
          </a:xfrm>
          <a:prstGeom prst="line">
            <a:avLst/>
          </a:prstGeom>
          <a:noFill/>
          <a:ln w="25400">
            <a:solidFill>
              <a:srgbClr val="C44F4F"/>
            </a:solidFill>
            <a:prstDash val="solid"/>
            <a:headEnd type="none"/>
            <a:tailEnd type="none"/>
          </a:ln>
        </p:spPr>
      </p:sp>
      <p:sp>
        <p:nvSpPr>
          <p:cNvPr id="389" name="Shape 387"/>
          <p:cNvSpPr/>
          <p:nvPr/>
        </p:nvSpPr>
        <p:spPr>
          <a:xfrm>
            <a:off x="11091672" y="4855221"/>
            <a:ext cx="0" cy="20566"/>
          </a:xfrm>
          <a:prstGeom prst="line">
            <a:avLst/>
          </a:prstGeom>
          <a:noFill/>
          <a:ln w="25400">
            <a:solidFill>
              <a:srgbClr val="C44F4F"/>
            </a:solidFill>
            <a:prstDash val="solid"/>
            <a:headEnd type="none"/>
            <a:tailEnd type="none"/>
          </a:ln>
        </p:spPr>
      </p:sp>
      <p:sp>
        <p:nvSpPr>
          <p:cNvPr id="390" name="Shape 388"/>
          <p:cNvSpPr/>
          <p:nvPr/>
        </p:nvSpPr>
        <p:spPr>
          <a:xfrm>
            <a:off x="11091672" y="4857964"/>
            <a:ext cx="176480" cy="0"/>
          </a:xfrm>
          <a:prstGeom prst="line">
            <a:avLst/>
          </a:prstGeom>
          <a:noFill/>
          <a:ln w="25400">
            <a:solidFill>
              <a:srgbClr val="C44F4F"/>
            </a:solidFill>
            <a:prstDash val="solid"/>
            <a:headEnd type="none"/>
            <a:tailEnd type="none"/>
          </a:ln>
        </p:spPr>
      </p:sp>
      <p:sp>
        <p:nvSpPr>
          <p:cNvPr id="391" name="Shape 389"/>
          <p:cNvSpPr/>
          <p:nvPr/>
        </p:nvSpPr>
        <p:spPr>
          <a:xfrm>
            <a:off x="11265408" y="4836556"/>
            <a:ext cx="0" cy="24151"/>
          </a:xfrm>
          <a:prstGeom prst="line">
            <a:avLst/>
          </a:prstGeom>
          <a:noFill/>
          <a:ln w="25400">
            <a:solidFill>
              <a:srgbClr val="C44F4F"/>
            </a:solidFill>
            <a:prstDash val="solid"/>
            <a:headEnd type="none"/>
            <a:tailEnd type="none"/>
          </a:ln>
        </p:spPr>
      </p:sp>
      <p:sp>
        <p:nvSpPr>
          <p:cNvPr id="392" name="Shape 390"/>
          <p:cNvSpPr/>
          <p:nvPr/>
        </p:nvSpPr>
        <p:spPr>
          <a:xfrm>
            <a:off x="5989320" y="1792224"/>
            <a:ext cx="256032" cy="0"/>
          </a:xfrm>
          <a:prstGeom prst="line">
            <a:avLst/>
          </a:prstGeom>
          <a:noFill/>
          <a:ln w="27940">
            <a:solidFill>
              <a:srgbClr val="C44F4F"/>
            </a:solidFill>
            <a:prstDash val="solid"/>
          </a:ln>
        </p:spPr>
      </p:sp>
      <p:sp>
        <p:nvSpPr>
          <p:cNvPr id="393" name="Text 391"/>
          <p:cNvSpPr/>
          <p:nvPr/>
        </p:nvSpPr>
        <p:spPr>
          <a:xfrm>
            <a:off x="6318504" y="1719072"/>
            <a:ext cx="2011680"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H₂/C₂</a:t>
            </a:r>
            <a:endParaRPr lang="en-US" sz="920" dirty="0"/>
          </a:p>
        </p:txBody>
      </p:sp>
      <p:sp>
        <p:nvSpPr>
          <p:cNvPr id="394" name="Shape 392"/>
          <p:cNvSpPr/>
          <p:nvPr/>
        </p:nvSpPr>
        <p:spPr>
          <a:xfrm>
            <a:off x="841248" y="2242033"/>
            <a:ext cx="176480" cy="0"/>
          </a:xfrm>
          <a:prstGeom prst="line">
            <a:avLst/>
          </a:prstGeom>
          <a:noFill/>
          <a:ln w="25400">
            <a:solidFill>
              <a:srgbClr val="2F7F93"/>
            </a:solidFill>
            <a:prstDash val="solid"/>
            <a:headEnd type="none"/>
            <a:tailEnd type="none"/>
          </a:ln>
        </p:spPr>
      </p:sp>
      <p:sp>
        <p:nvSpPr>
          <p:cNvPr id="395" name="Shape 393"/>
          <p:cNvSpPr/>
          <p:nvPr/>
        </p:nvSpPr>
        <p:spPr>
          <a:xfrm>
            <a:off x="1014984" y="2239290"/>
            <a:ext cx="0" cy="46940"/>
          </a:xfrm>
          <a:prstGeom prst="line">
            <a:avLst/>
          </a:prstGeom>
          <a:noFill/>
          <a:ln w="25400">
            <a:solidFill>
              <a:srgbClr val="2F7F93"/>
            </a:solidFill>
            <a:prstDash val="solid"/>
            <a:headEnd type="none"/>
            <a:tailEnd type="none"/>
          </a:ln>
        </p:spPr>
      </p:sp>
      <p:sp>
        <p:nvSpPr>
          <p:cNvPr id="396" name="Shape 394"/>
          <p:cNvSpPr/>
          <p:nvPr/>
        </p:nvSpPr>
        <p:spPr>
          <a:xfrm>
            <a:off x="1014984" y="2283487"/>
            <a:ext cx="176479" cy="0"/>
          </a:xfrm>
          <a:prstGeom prst="line">
            <a:avLst/>
          </a:prstGeom>
          <a:noFill/>
          <a:ln w="25400">
            <a:solidFill>
              <a:srgbClr val="2F7F93"/>
            </a:solidFill>
            <a:prstDash val="solid"/>
            <a:headEnd type="none"/>
            <a:tailEnd type="none"/>
          </a:ln>
        </p:spPr>
      </p:sp>
      <p:sp>
        <p:nvSpPr>
          <p:cNvPr id="397" name="Shape 395"/>
          <p:cNvSpPr/>
          <p:nvPr/>
        </p:nvSpPr>
        <p:spPr>
          <a:xfrm>
            <a:off x="1188720" y="2280744"/>
            <a:ext cx="0" cy="267696"/>
          </a:xfrm>
          <a:prstGeom prst="line">
            <a:avLst/>
          </a:prstGeom>
          <a:noFill/>
          <a:ln w="25400">
            <a:solidFill>
              <a:srgbClr val="2F7F93"/>
            </a:solidFill>
            <a:prstDash val="solid"/>
            <a:headEnd type="none"/>
            <a:tailEnd type="none"/>
          </a:ln>
        </p:spPr>
      </p:sp>
      <p:sp>
        <p:nvSpPr>
          <p:cNvPr id="398" name="Shape 396"/>
          <p:cNvSpPr/>
          <p:nvPr/>
        </p:nvSpPr>
        <p:spPr>
          <a:xfrm>
            <a:off x="1188720" y="2545697"/>
            <a:ext cx="176480" cy="0"/>
          </a:xfrm>
          <a:prstGeom prst="line">
            <a:avLst/>
          </a:prstGeom>
          <a:noFill/>
          <a:ln w="25400">
            <a:solidFill>
              <a:srgbClr val="2F7F93"/>
            </a:solidFill>
            <a:prstDash val="solid"/>
            <a:headEnd type="none"/>
            <a:tailEnd type="none"/>
          </a:ln>
        </p:spPr>
      </p:sp>
      <p:sp>
        <p:nvSpPr>
          <p:cNvPr id="399" name="Shape 397"/>
          <p:cNvSpPr/>
          <p:nvPr/>
        </p:nvSpPr>
        <p:spPr>
          <a:xfrm>
            <a:off x="1362456" y="2542954"/>
            <a:ext cx="0" cy="389572"/>
          </a:xfrm>
          <a:prstGeom prst="line">
            <a:avLst/>
          </a:prstGeom>
          <a:noFill/>
          <a:ln w="25400">
            <a:solidFill>
              <a:srgbClr val="2F7F93"/>
            </a:solidFill>
            <a:prstDash val="solid"/>
            <a:headEnd type="none"/>
            <a:tailEnd type="none"/>
          </a:ln>
        </p:spPr>
      </p:sp>
      <p:sp>
        <p:nvSpPr>
          <p:cNvPr id="400" name="Shape 398"/>
          <p:cNvSpPr/>
          <p:nvPr/>
        </p:nvSpPr>
        <p:spPr>
          <a:xfrm>
            <a:off x="1362456" y="2929782"/>
            <a:ext cx="176480" cy="0"/>
          </a:xfrm>
          <a:prstGeom prst="line">
            <a:avLst/>
          </a:prstGeom>
          <a:noFill/>
          <a:ln w="25400">
            <a:solidFill>
              <a:srgbClr val="2F7F93"/>
            </a:solidFill>
            <a:prstDash val="solid"/>
            <a:headEnd type="none"/>
            <a:tailEnd type="none"/>
          </a:ln>
        </p:spPr>
      </p:sp>
      <p:sp>
        <p:nvSpPr>
          <p:cNvPr id="401" name="Shape 399"/>
          <p:cNvSpPr/>
          <p:nvPr/>
        </p:nvSpPr>
        <p:spPr>
          <a:xfrm>
            <a:off x="1536192" y="2927039"/>
            <a:ext cx="0" cy="405018"/>
          </a:xfrm>
          <a:prstGeom prst="line">
            <a:avLst/>
          </a:prstGeom>
          <a:noFill/>
          <a:ln w="25400">
            <a:solidFill>
              <a:srgbClr val="2F7F93"/>
            </a:solidFill>
            <a:prstDash val="solid"/>
            <a:headEnd type="none"/>
            <a:tailEnd type="none"/>
          </a:ln>
        </p:spPr>
      </p:sp>
      <p:sp>
        <p:nvSpPr>
          <p:cNvPr id="402" name="Shape 400"/>
          <p:cNvSpPr/>
          <p:nvPr/>
        </p:nvSpPr>
        <p:spPr>
          <a:xfrm>
            <a:off x="1536192" y="3329314"/>
            <a:ext cx="176479" cy="0"/>
          </a:xfrm>
          <a:prstGeom prst="line">
            <a:avLst/>
          </a:prstGeom>
          <a:noFill/>
          <a:ln w="25400">
            <a:solidFill>
              <a:srgbClr val="2F7F93"/>
            </a:solidFill>
            <a:prstDash val="solid"/>
            <a:headEnd type="none"/>
            <a:tailEnd type="none"/>
          </a:ln>
        </p:spPr>
      </p:sp>
      <p:sp>
        <p:nvSpPr>
          <p:cNvPr id="403" name="Shape 401"/>
          <p:cNvSpPr/>
          <p:nvPr/>
        </p:nvSpPr>
        <p:spPr>
          <a:xfrm>
            <a:off x="1709928" y="3326571"/>
            <a:ext cx="0" cy="344753"/>
          </a:xfrm>
          <a:prstGeom prst="line">
            <a:avLst/>
          </a:prstGeom>
          <a:noFill/>
          <a:ln w="25400">
            <a:solidFill>
              <a:srgbClr val="2F7F93"/>
            </a:solidFill>
            <a:prstDash val="solid"/>
            <a:headEnd type="none"/>
            <a:tailEnd type="none"/>
          </a:ln>
        </p:spPr>
      </p:sp>
      <p:sp>
        <p:nvSpPr>
          <p:cNvPr id="404" name="Shape 402"/>
          <p:cNvSpPr/>
          <p:nvPr/>
        </p:nvSpPr>
        <p:spPr>
          <a:xfrm>
            <a:off x="1709928" y="3668581"/>
            <a:ext cx="176480" cy="0"/>
          </a:xfrm>
          <a:prstGeom prst="line">
            <a:avLst/>
          </a:prstGeom>
          <a:noFill/>
          <a:ln w="25400">
            <a:solidFill>
              <a:srgbClr val="2F7F93"/>
            </a:solidFill>
            <a:prstDash val="solid"/>
            <a:headEnd type="none"/>
            <a:tailEnd type="none"/>
          </a:ln>
        </p:spPr>
      </p:sp>
      <p:sp>
        <p:nvSpPr>
          <p:cNvPr id="405" name="Shape 403"/>
          <p:cNvSpPr/>
          <p:nvPr/>
        </p:nvSpPr>
        <p:spPr>
          <a:xfrm>
            <a:off x="1883664" y="3665838"/>
            <a:ext cx="0" cy="258218"/>
          </a:xfrm>
          <a:prstGeom prst="line">
            <a:avLst/>
          </a:prstGeom>
          <a:noFill/>
          <a:ln w="25400">
            <a:solidFill>
              <a:srgbClr val="2F7F93"/>
            </a:solidFill>
            <a:prstDash val="solid"/>
            <a:headEnd type="none"/>
            <a:tailEnd type="none"/>
          </a:ln>
        </p:spPr>
      </p:sp>
      <p:sp>
        <p:nvSpPr>
          <p:cNvPr id="406" name="Shape 404"/>
          <p:cNvSpPr/>
          <p:nvPr/>
        </p:nvSpPr>
        <p:spPr>
          <a:xfrm>
            <a:off x="1883664" y="3921312"/>
            <a:ext cx="176480" cy="0"/>
          </a:xfrm>
          <a:prstGeom prst="line">
            <a:avLst/>
          </a:prstGeom>
          <a:noFill/>
          <a:ln w="25400">
            <a:solidFill>
              <a:srgbClr val="2F7F93"/>
            </a:solidFill>
            <a:prstDash val="solid"/>
            <a:headEnd type="none"/>
            <a:tailEnd type="none"/>
          </a:ln>
        </p:spPr>
      </p:sp>
      <p:sp>
        <p:nvSpPr>
          <p:cNvPr id="407" name="Shape 405"/>
          <p:cNvSpPr/>
          <p:nvPr/>
        </p:nvSpPr>
        <p:spPr>
          <a:xfrm>
            <a:off x="2057400" y="3918569"/>
            <a:ext cx="0" cy="171595"/>
          </a:xfrm>
          <a:prstGeom prst="line">
            <a:avLst/>
          </a:prstGeom>
          <a:noFill/>
          <a:ln w="25400">
            <a:solidFill>
              <a:srgbClr val="2F7F93"/>
            </a:solidFill>
            <a:prstDash val="solid"/>
            <a:headEnd type="none"/>
            <a:tailEnd type="none"/>
          </a:ln>
        </p:spPr>
      </p:sp>
      <p:sp>
        <p:nvSpPr>
          <p:cNvPr id="408" name="Shape 406"/>
          <p:cNvSpPr/>
          <p:nvPr/>
        </p:nvSpPr>
        <p:spPr>
          <a:xfrm>
            <a:off x="2057400" y="4087421"/>
            <a:ext cx="176479" cy="0"/>
          </a:xfrm>
          <a:prstGeom prst="line">
            <a:avLst/>
          </a:prstGeom>
          <a:noFill/>
          <a:ln w="25400">
            <a:solidFill>
              <a:srgbClr val="2F7F93"/>
            </a:solidFill>
            <a:prstDash val="solid"/>
            <a:headEnd type="none"/>
            <a:tailEnd type="none"/>
          </a:ln>
        </p:spPr>
      </p:sp>
      <p:sp>
        <p:nvSpPr>
          <p:cNvPr id="409" name="Shape 407"/>
          <p:cNvSpPr/>
          <p:nvPr/>
        </p:nvSpPr>
        <p:spPr>
          <a:xfrm>
            <a:off x="2231136" y="4084677"/>
            <a:ext cx="0" cy="90208"/>
          </a:xfrm>
          <a:prstGeom prst="line">
            <a:avLst/>
          </a:prstGeom>
          <a:noFill/>
          <a:ln w="25400">
            <a:solidFill>
              <a:srgbClr val="2F7F93"/>
            </a:solidFill>
            <a:prstDash val="solid"/>
            <a:headEnd type="none"/>
            <a:tailEnd type="none"/>
          </a:ln>
        </p:spPr>
      </p:sp>
      <p:sp>
        <p:nvSpPr>
          <p:cNvPr id="410" name="Shape 408"/>
          <p:cNvSpPr/>
          <p:nvPr/>
        </p:nvSpPr>
        <p:spPr>
          <a:xfrm>
            <a:off x="2231136" y="4172142"/>
            <a:ext cx="176480" cy="0"/>
          </a:xfrm>
          <a:prstGeom prst="line">
            <a:avLst/>
          </a:prstGeom>
          <a:noFill/>
          <a:ln w="25400">
            <a:solidFill>
              <a:srgbClr val="2F7F93"/>
            </a:solidFill>
            <a:prstDash val="solid"/>
            <a:headEnd type="none"/>
            <a:tailEnd type="none"/>
          </a:ln>
        </p:spPr>
      </p:sp>
      <p:sp>
        <p:nvSpPr>
          <p:cNvPr id="411" name="Shape 409"/>
          <p:cNvSpPr/>
          <p:nvPr/>
        </p:nvSpPr>
        <p:spPr>
          <a:xfrm>
            <a:off x="2404872" y="4169399"/>
            <a:ext cx="0" cy="29388"/>
          </a:xfrm>
          <a:prstGeom prst="line">
            <a:avLst/>
          </a:prstGeom>
          <a:noFill/>
          <a:ln w="25400">
            <a:solidFill>
              <a:srgbClr val="2F7F93"/>
            </a:solidFill>
            <a:prstDash val="solid"/>
            <a:headEnd type="none"/>
            <a:tailEnd type="none"/>
          </a:ln>
        </p:spPr>
      </p:sp>
      <p:sp>
        <p:nvSpPr>
          <p:cNvPr id="412" name="Shape 410"/>
          <p:cNvSpPr/>
          <p:nvPr/>
        </p:nvSpPr>
        <p:spPr>
          <a:xfrm>
            <a:off x="2404872" y="4196043"/>
            <a:ext cx="176480" cy="0"/>
          </a:xfrm>
          <a:prstGeom prst="line">
            <a:avLst/>
          </a:prstGeom>
          <a:noFill/>
          <a:ln w="25400">
            <a:solidFill>
              <a:srgbClr val="2F7F93"/>
            </a:solidFill>
            <a:prstDash val="solid"/>
            <a:headEnd type="none"/>
            <a:tailEnd type="none"/>
          </a:ln>
        </p:spPr>
      </p:sp>
      <p:sp>
        <p:nvSpPr>
          <p:cNvPr id="413" name="Shape 411"/>
          <p:cNvSpPr/>
          <p:nvPr/>
        </p:nvSpPr>
        <p:spPr>
          <a:xfrm>
            <a:off x="2578608" y="4179931"/>
            <a:ext cx="0" cy="18856"/>
          </a:xfrm>
          <a:prstGeom prst="line">
            <a:avLst/>
          </a:prstGeom>
          <a:noFill/>
          <a:ln w="25400">
            <a:solidFill>
              <a:srgbClr val="2F7F93"/>
            </a:solidFill>
            <a:prstDash val="solid"/>
            <a:headEnd type="none"/>
            <a:tailEnd type="none"/>
          </a:ln>
        </p:spPr>
      </p:sp>
      <p:sp>
        <p:nvSpPr>
          <p:cNvPr id="414" name="Shape 412"/>
          <p:cNvSpPr/>
          <p:nvPr/>
        </p:nvSpPr>
        <p:spPr>
          <a:xfrm>
            <a:off x="2578608" y="4182674"/>
            <a:ext cx="176479" cy="0"/>
          </a:xfrm>
          <a:prstGeom prst="line">
            <a:avLst/>
          </a:prstGeom>
          <a:noFill/>
          <a:ln w="25400">
            <a:solidFill>
              <a:srgbClr val="2F7F93"/>
            </a:solidFill>
            <a:prstDash val="solid"/>
            <a:headEnd type="none"/>
            <a:tailEnd type="none"/>
          </a:ln>
        </p:spPr>
      </p:sp>
      <p:sp>
        <p:nvSpPr>
          <p:cNvPr id="415" name="Shape 413"/>
          <p:cNvSpPr/>
          <p:nvPr/>
        </p:nvSpPr>
        <p:spPr>
          <a:xfrm>
            <a:off x="2752344" y="4140408"/>
            <a:ext cx="0" cy="45010"/>
          </a:xfrm>
          <a:prstGeom prst="line">
            <a:avLst/>
          </a:prstGeom>
          <a:noFill/>
          <a:ln w="25400">
            <a:solidFill>
              <a:srgbClr val="2F7F93"/>
            </a:solidFill>
            <a:prstDash val="solid"/>
            <a:headEnd type="none"/>
            <a:tailEnd type="none"/>
          </a:ln>
        </p:spPr>
      </p:sp>
      <p:sp>
        <p:nvSpPr>
          <p:cNvPr id="416" name="Shape 414"/>
          <p:cNvSpPr/>
          <p:nvPr/>
        </p:nvSpPr>
        <p:spPr>
          <a:xfrm>
            <a:off x="2752344" y="4143151"/>
            <a:ext cx="176480" cy="0"/>
          </a:xfrm>
          <a:prstGeom prst="line">
            <a:avLst/>
          </a:prstGeom>
          <a:noFill/>
          <a:ln w="25400">
            <a:solidFill>
              <a:srgbClr val="2F7F93"/>
            </a:solidFill>
            <a:prstDash val="solid"/>
            <a:headEnd type="none"/>
            <a:tailEnd type="none"/>
          </a:ln>
        </p:spPr>
      </p:sp>
      <p:sp>
        <p:nvSpPr>
          <p:cNvPr id="417" name="Shape 415"/>
          <p:cNvSpPr/>
          <p:nvPr/>
        </p:nvSpPr>
        <p:spPr>
          <a:xfrm>
            <a:off x="2926080" y="4095092"/>
            <a:ext cx="0" cy="50802"/>
          </a:xfrm>
          <a:prstGeom prst="line">
            <a:avLst/>
          </a:prstGeom>
          <a:noFill/>
          <a:ln w="25400">
            <a:solidFill>
              <a:srgbClr val="2F7F93"/>
            </a:solidFill>
            <a:prstDash val="solid"/>
            <a:headEnd type="none"/>
            <a:tailEnd type="none"/>
          </a:ln>
        </p:spPr>
      </p:sp>
      <p:sp>
        <p:nvSpPr>
          <p:cNvPr id="418" name="Shape 416"/>
          <p:cNvSpPr/>
          <p:nvPr/>
        </p:nvSpPr>
        <p:spPr>
          <a:xfrm>
            <a:off x="2926080" y="4097835"/>
            <a:ext cx="176480" cy="0"/>
          </a:xfrm>
          <a:prstGeom prst="line">
            <a:avLst/>
          </a:prstGeom>
          <a:noFill/>
          <a:ln w="25400">
            <a:solidFill>
              <a:srgbClr val="2F7F93"/>
            </a:solidFill>
            <a:prstDash val="solid"/>
            <a:headEnd type="none"/>
            <a:tailEnd type="none"/>
          </a:ln>
        </p:spPr>
      </p:sp>
      <p:sp>
        <p:nvSpPr>
          <p:cNvPr id="419" name="Shape 417"/>
          <p:cNvSpPr/>
          <p:nvPr/>
        </p:nvSpPr>
        <p:spPr>
          <a:xfrm>
            <a:off x="3099816" y="4056768"/>
            <a:ext cx="0" cy="43810"/>
          </a:xfrm>
          <a:prstGeom prst="line">
            <a:avLst/>
          </a:prstGeom>
          <a:noFill/>
          <a:ln w="25400">
            <a:solidFill>
              <a:srgbClr val="2F7F93"/>
            </a:solidFill>
            <a:prstDash val="solid"/>
            <a:headEnd type="none"/>
            <a:tailEnd type="none"/>
          </a:ln>
        </p:spPr>
      </p:sp>
      <p:sp>
        <p:nvSpPr>
          <p:cNvPr id="420" name="Shape 418"/>
          <p:cNvSpPr/>
          <p:nvPr/>
        </p:nvSpPr>
        <p:spPr>
          <a:xfrm>
            <a:off x="3099816" y="4059512"/>
            <a:ext cx="176479" cy="0"/>
          </a:xfrm>
          <a:prstGeom prst="line">
            <a:avLst/>
          </a:prstGeom>
          <a:noFill/>
          <a:ln w="25400">
            <a:solidFill>
              <a:srgbClr val="2F7F93"/>
            </a:solidFill>
            <a:prstDash val="solid"/>
            <a:headEnd type="none"/>
            <a:tailEnd type="none"/>
          </a:ln>
        </p:spPr>
      </p:sp>
      <p:sp>
        <p:nvSpPr>
          <p:cNvPr id="421" name="Shape 419"/>
          <p:cNvSpPr/>
          <p:nvPr/>
        </p:nvSpPr>
        <p:spPr>
          <a:xfrm>
            <a:off x="3273552" y="4026197"/>
            <a:ext cx="0" cy="36058"/>
          </a:xfrm>
          <a:prstGeom prst="line">
            <a:avLst/>
          </a:prstGeom>
          <a:noFill/>
          <a:ln w="25400">
            <a:solidFill>
              <a:srgbClr val="2F7F93"/>
            </a:solidFill>
            <a:prstDash val="solid"/>
            <a:headEnd type="none"/>
            <a:tailEnd type="none"/>
          </a:ln>
        </p:spPr>
      </p:sp>
      <p:sp>
        <p:nvSpPr>
          <p:cNvPr id="422" name="Shape 420"/>
          <p:cNvSpPr/>
          <p:nvPr/>
        </p:nvSpPr>
        <p:spPr>
          <a:xfrm>
            <a:off x="3273552" y="4028940"/>
            <a:ext cx="176480" cy="0"/>
          </a:xfrm>
          <a:prstGeom prst="line">
            <a:avLst/>
          </a:prstGeom>
          <a:noFill/>
          <a:ln w="25400">
            <a:solidFill>
              <a:srgbClr val="2F7F93"/>
            </a:solidFill>
            <a:prstDash val="solid"/>
            <a:headEnd type="none"/>
            <a:tailEnd type="none"/>
          </a:ln>
        </p:spPr>
      </p:sp>
      <p:sp>
        <p:nvSpPr>
          <p:cNvPr id="423" name="Shape 421"/>
          <p:cNvSpPr/>
          <p:nvPr/>
        </p:nvSpPr>
        <p:spPr>
          <a:xfrm>
            <a:off x="3447288" y="4007854"/>
            <a:ext cx="0" cy="23829"/>
          </a:xfrm>
          <a:prstGeom prst="line">
            <a:avLst/>
          </a:prstGeom>
          <a:noFill/>
          <a:ln w="25400">
            <a:solidFill>
              <a:srgbClr val="2F7F93"/>
            </a:solidFill>
            <a:prstDash val="solid"/>
            <a:headEnd type="none"/>
            <a:tailEnd type="none"/>
          </a:ln>
        </p:spPr>
      </p:sp>
      <p:sp>
        <p:nvSpPr>
          <p:cNvPr id="424" name="Shape 422"/>
          <p:cNvSpPr/>
          <p:nvPr/>
        </p:nvSpPr>
        <p:spPr>
          <a:xfrm>
            <a:off x="3447288" y="4010598"/>
            <a:ext cx="176480" cy="0"/>
          </a:xfrm>
          <a:prstGeom prst="line">
            <a:avLst/>
          </a:prstGeom>
          <a:noFill/>
          <a:ln w="25400">
            <a:solidFill>
              <a:srgbClr val="2F7F93"/>
            </a:solidFill>
            <a:prstDash val="solid"/>
            <a:headEnd type="none"/>
            <a:tailEnd type="none"/>
          </a:ln>
        </p:spPr>
      </p:sp>
      <p:sp>
        <p:nvSpPr>
          <p:cNvPr id="425" name="Shape 423"/>
          <p:cNvSpPr/>
          <p:nvPr/>
        </p:nvSpPr>
        <p:spPr>
          <a:xfrm>
            <a:off x="3621024" y="4003583"/>
            <a:ext cx="0" cy="9758"/>
          </a:xfrm>
          <a:prstGeom prst="line">
            <a:avLst/>
          </a:prstGeom>
          <a:noFill/>
          <a:ln w="25400">
            <a:solidFill>
              <a:srgbClr val="2F7F93"/>
            </a:solidFill>
            <a:prstDash val="solid"/>
            <a:headEnd type="none"/>
            <a:tailEnd type="none"/>
          </a:ln>
        </p:spPr>
      </p:sp>
      <p:sp>
        <p:nvSpPr>
          <p:cNvPr id="426" name="Shape 424"/>
          <p:cNvSpPr/>
          <p:nvPr/>
        </p:nvSpPr>
        <p:spPr>
          <a:xfrm>
            <a:off x="3621024" y="4006326"/>
            <a:ext cx="176479" cy="0"/>
          </a:xfrm>
          <a:prstGeom prst="line">
            <a:avLst/>
          </a:prstGeom>
          <a:noFill/>
          <a:ln w="25400">
            <a:solidFill>
              <a:srgbClr val="2F7F93"/>
            </a:solidFill>
            <a:prstDash val="solid"/>
            <a:headEnd type="none"/>
            <a:tailEnd type="none"/>
          </a:ln>
        </p:spPr>
      </p:sp>
      <p:sp>
        <p:nvSpPr>
          <p:cNvPr id="427" name="Shape 425"/>
          <p:cNvSpPr/>
          <p:nvPr/>
        </p:nvSpPr>
        <p:spPr>
          <a:xfrm>
            <a:off x="3794760" y="4003583"/>
            <a:ext cx="0" cy="8412"/>
          </a:xfrm>
          <a:prstGeom prst="line">
            <a:avLst/>
          </a:prstGeom>
          <a:noFill/>
          <a:ln w="25400">
            <a:solidFill>
              <a:srgbClr val="2F7F93"/>
            </a:solidFill>
            <a:prstDash val="solid"/>
            <a:headEnd type="none"/>
            <a:tailEnd type="none"/>
          </a:ln>
        </p:spPr>
      </p:sp>
      <p:sp>
        <p:nvSpPr>
          <p:cNvPr id="428" name="Shape 426"/>
          <p:cNvSpPr/>
          <p:nvPr/>
        </p:nvSpPr>
        <p:spPr>
          <a:xfrm>
            <a:off x="3794760" y="4009252"/>
            <a:ext cx="176480" cy="0"/>
          </a:xfrm>
          <a:prstGeom prst="line">
            <a:avLst/>
          </a:prstGeom>
          <a:noFill/>
          <a:ln w="25400">
            <a:solidFill>
              <a:srgbClr val="2F7F93"/>
            </a:solidFill>
            <a:prstDash val="solid"/>
            <a:headEnd type="none"/>
            <a:tailEnd type="none"/>
          </a:ln>
        </p:spPr>
      </p:sp>
      <p:sp>
        <p:nvSpPr>
          <p:cNvPr id="429" name="Shape 427"/>
          <p:cNvSpPr/>
          <p:nvPr/>
        </p:nvSpPr>
        <p:spPr>
          <a:xfrm>
            <a:off x="3968496" y="4006509"/>
            <a:ext cx="0" cy="18534"/>
          </a:xfrm>
          <a:prstGeom prst="line">
            <a:avLst/>
          </a:prstGeom>
          <a:noFill/>
          <a:ln w="25400">
            <a:solidFill>
              <a:srgbClr val="2F7F93"/>
            </a:solidFill>
            <a:prstDash val="solid"/>
            <a:headEnd type="none"/>
            <a:tailEnd type="none"/>
          </a:ln>
        </p:spPr>
      </p:sp>
      <p:sp>
        <p:nvSpPr>
          <p:cNvPr id="430" name="Shape 428"/>
          <p:cNvSpPr/>
          <p:nvPr/>
        </p:nvSpPr>
        <p:spPr>
          <a:xfrm>
            <a:off x="3968496" y="4022300"/>
            <a:ext cx="176480" cy="0"/>
          </a:xfrm>
          <a:prstGeom prst="line">
            <a:avLst/>
          </a:prstGeom>
          <a:noFill/>
          <a:ln w="25400">
            <a:solidFill>
              <a:srgbClr val="2F7F93"/>
            </a:solidFill>
            <a:prstDash val="solid"/>
            <a:headEnd type="none"/>
            <a:tailEnd type="none"/>
          </a:ln>
        </p:spPr>
      </p:sp>
      <p:sp>
        <p:nvSpPr>
          <p:cNvPr id="431" name="Shape 429"/>
          <p:cNvSpPr/>
          <p:nvPr/>
        </p:nvSpPr>
        <p:spPr>
          <a:xfrm>
            <a:off x="4142232" y="4019556"/>
            <a:ext cx="0" cy="30558"/>
          </a:xfrm>
          <a:prstGeom prst="line">
            <a:avLst/>
          </a:prstGeom>
          <a:noFill/>
          <a:ln w="25400">
            <a:solidFill>
              <a:srgbClr val="2F7F93"/>
            </a:solidFill>
            <a:prstDash val="solid"/>
            <a:headEnd type="none"/>
            <a:tailEnd type="none"/>
          </a:ln>
        </p:spPr>
      </p:sp>
      <p:sp>
        <p:nvSpPr>
          <p:cNvPr id="432" name="Shape 430"/>
          <p:cNvSpPr/>
          <p:nvPr/>
        </p:nvSpPr>
        <p:spPr>
          <a:xfrm>
            <a:off x="4142232" y="4047371"/>
            <a:ext cx="176479" cy="0"/>
          </a:xfrm>
          <a:prstGeom prst="line">
            <a:avLst/>
          </a:prstGeom>
          <a:noFill/>
          <a:ln w="25400">
            <a:solidFill>
              <a:srgbClr val="2F7F93"/>
            </a:solidFill>
            <a:prstDash val="solid"/>
            <a:headEnd type="none"/>
            <a:tailEnd type="none"/>
          </a:ln>
        </p:spPr>
      </p:sp>
      <p:sp>
        <p:nvSpPr>
          <p:cNvPr id="433" name="Shape 431"/>
          <p:cNvSpPr/>
          <p:nvPr/>
        </p:nvSpPr>
        <p:spPr>
          <a:xfrm>
            <a:off x="4315968" y="4044628"/>
            <a:ext cx="0" cy="38369"/>
          </a:xfrm>
          <a:prstGeom prst="line">
            <a:avLst/>
          </a:prstGeom>
          <a:noFill/>
          <a:ln w="25400">
            <a:solidFill>
              <a:srgbClr val="2F7F93"/>
            </a:solidFill>
            <a:prstDash val="solid"/>
            <a:headEnd type="none"/>
            <a:tailEnd type="none"/>
          </a:ln>
        </p:spPr>
      </p:sp>
      <p:sp>
        <p:nvSpPr>
          <p:cNvPr id="434" name="Shape 432"/>
          <p:cNvSpPr/>
          <p:nvPr/>
        </p:nvSpPr>
        <p:spPr>
          <a:xfrm>
            <a:off x="4315968" y="4080253"/>
            <a:ext cx="176480" cy="0"/>
          </a:xfrm>
          <a:prstGeom prst="line">
            <a:avLst/>
          </a:prstGeom>
          <a:noFill/>
          <a:ln w="25400">
            <a:solidFill>
              <a:srgbClr val="2F7F93"/>
            </a:solidFill>
            <a:prstDash val="solid"/>
            <a:headEnd type="none"/>
            <a:tailEnd type="none"/>
          </a:ln>
        </p:spPr>
      </p:sp>
      <p:sp>
        <p:nvSpPr>
          <p:cNvPr id="435" name="Shape 433"/>
          <p:cNvSpPr/>
          <p:nvPr/>
        </p:nvSpPr>
        <p:spPr>
          <a:xfrm>
            <a:off x="4489704" y="4077510"/>
            <a:ext cx="0" cy="34829"/>
          </a:xfrm>
          <a:prstGeom prst="line">
            <a:avLst/>
          </a:prstGeom>
          <a:noFill/>
          <a:ln w="25400">
            <a:solidFill>
              <a:srgbClr val="2F7F93"/>
            </a:solidFill>
            <a:prstDash val="solid"/>
            <a:headEnd type="none"/>
            <a:tailEnd type="none"/>
          </a:ln>
        </p:spPr>
      </p:sp>
      <p:sp>
        <p:nvSpPr>
          <p:cNvPr id="436" name="Shape 434"/>
          <p:cNvSpPr/>
          <p:nvPr/>
        </p:nvSpPr>
        <p:spPr>
          <a:xfrm>
            <a:off x="4489704" y="4109596"/>
            <a:ext cx="176480" cy="0"/>
          </a:xfrm>
          <a:prstGeom prst="line">
            <a:avLst/>
          </a:prstGeom>
          <a:noFill/>
          <a:ln w="25400">
            <a:solidFill>
              <a:srgbClr val="2F7F93"/>
            </a:solidFill>
            <a:prstDash val="solid"/>
            <a:headEnd type="none"/>
            <a:tailEnd type="none"/>
          </a:ln>
        </p:spPr>
      </p:sp>
      <p:sp>
        <p:nvSpPr>
          <p:cNvPr id="437" name="Shape 435"/>
          <p:cNvSpPr/>
          <p:nvPr/>
        </p:nvSpPr>
        <p:spPr>
          <a:xfrm>
            <a:off x="4663440" y="4106852"/>
            <a:ext cx="0" cy="31933"/>
          </a:xfrm>
          <a:prstGeom prst="line">
            <a:avLst/>
          </a:prstGeom>
          <a:noFill/>
          <a:ln w="25400">
            <a:solidFill>
              <a:srgbClr val="2F7F93"/>
            </a:solidFill>
            <a:prstDash val="solid"/>
            <a:headEnd type="none"/>
            <a:tailEnd type="none"/>
          </a:ln>
        </p:spPr>
      </p:sp>
      <p:sp>
        <p:nvSpPr>
          <p:cNvPr id="438" name="Shape 436"/>
          <p:cNvSpPr/>
          <p:nvPr/>
        </p:nvSpPr>
        <p:spPr>
          <a:xfrm>
            <a:off x="4663440" y="4136042"/>
            <a:ext cx="176479" cy="0"/>
          </a:xfrm>
          <a:prstGeom prst="line">
            <a:avLst/>
          </a:prstGeom>
          <a:noFill/>
          <a:ln w="25400">
            <a:solidFill>
              <a:srgbClr val="2F7F93"/>
            </a:solidFill>
            <a:prstDash val="solid"/>
            <a:headEnd type="none"/>
            <a:tailEnd type="none"/>
          </a:ln>
        </p:spPr>
      </p:sp>
      <p:sp>
        <p:nvSpPr>
          <p:cNvPr id="439" name="Shape 437"/>
          <p:cNvSpPr/>
          <p:nvPr/>
        </p:nvSpPr>
        <p:spPr>
          <a:xfrm>
            <a:off x="4837176" y="4133299"/>
            <a:ext cx="0" cy="29007"/>
          </a:xfrm>
          <a:prstGeom prst="line">
            <a:avLst/>
          </a:prstGeom>
          <a:noFill/>
          <a:ln w="25400">
            <a:solidFill>
              <a:srgbClr val="2F7F93"/>
            </a:solidFill>
            <a:prstDash val="solid"/>
            <a:headEnd type="none"/>
            <a:tailEnd type="none"/>
          </a:ln>
        </p:spPr>
      </p:sp>
      <p:sp>
        <p:nvSpPr>
          <p:cNvPr id="440" name="Shape 438"/>
          <p:cNvSpPr/>
          <p:nvPr/>
        </p:nvSpPr>
        <p:spPr>
          <a:xfrm>
            <a:off x="4837176" y="4159563"/>
            <a:ext cx="176480" cy="0"/>
          </a:xfrm>
          <a:prstGeom prst="line">
            <a:avLst/>
          </a:prstGeom>
          <a:noFill/>
          <a:ln w="25400">
            <a:solidFill>
              <a:srgbClr val="2F7F93"/>
            </a:solidFill>
            <a:prstDash val="solid"/>
            <a:headEnd type="none"/>
            <a:tailEnd type="none"/>
          </a:ln>
        </p:spPr>
      </p:sp>
      <p:sp>
        <p:nvSpPr>
          <p:cNvPr id="441" name="Shape 439"/>
          <p:cNvSpPr/>
          <p:nvPr/>
        </p:nvSpPr>
        <p:spPr>
          <a:xfrm>
            <a:off x="5010912" y="4156819"/>
            <a:ext cx="0" cy="19997"/>
          </a:xfrm>
          <a:prstGeom prst="line">
            <a:avLst/>
          </a:prstGeom>
          <a:noFill/>
          <a:ln w="25400">
            <a:solidFill>
              <a:srgbClr val="2F7F93"/>
            </a:solidFill>
            <a:prstDash val="solid"/>
            <a:headEnd type="none"/>
            <a:tailEnd type="none"/>
          </a:ln>
        </p:spPr>
      </p:sp>
      <p:sp>
        <p:nvSpPr>
          <p:cNvPr id="442" name="Shape 440"/>
          <p:cNvSpPr/>
          <p:nvPr/>
        </p:nvSpPr>
        <p:spPr>
          <a:xfrm>
            <a:off x="5010912" y="4174073"/>
            <a:ext cx="176480" cy="0"/>
          </a:xfrm>
          <a:prstGeom prst="line">
            <a:avLst/>
          </a:prstGeom>
          <a:noFill/>
          <a:ln w="25400">
            <a:solidFill>
              <a:srgbClr val="2F7F93"/>
            </a:solidFill>
            <a:prstDash val="solid"/>
            <a:headEnd type="none"/>
            <a:tailEnd type="none"/>
          </a:ln>
        </p:spPr>
      </p:sp>
      <p:sp>
        <p:nvSpPr>
          <p:cNvPr id="443" name="Shape 441"/>
          <p:cNvSpPr/>
          <p:nvPr/>
        </p:nvSpPr>
        <p:spPr>
          <a:xfrm>
            <a:off x="5184648" y="4171330"/>
            <a:ext cx="0" cy="20699"/>
          </a:xfrm>
          <a:prstGeom prst="line">
            <a:avLst/>
          </a:prstGeom>
          <a:noFill/>
          <a:ln w="25400">
            <a:solidFill>
              <a:srgbClr val="2F7F93"/>
            </a:solidFill>
            <a:prstDash val="solid"/>
            <a:headEnd type="none"/>
            <a:tailEnd type="none"/>
          </a:ln>
        </p:spPr>
      </p:sp>
      <p:sp>
        <p:nvSpPr>
          <p:cNvPr id="444" name="Shape 442"/>
          <p:cNvSpPr/>
          <p:nvPr/>
        </p:nvSpPr>
        <p:spPr>
          <a:xfrm>
            <a:off x="5184648" y="4189285"/>
            <a:ext cx="176479" cy="0"/>
          </a:xfrm>
          <a:prstGeom prst="line">
            <a:avLst/>
          </a:prstGeom>
          <a:noFill/>
          <a:ln w="25400">
            <a:solidFill>
              <a:srgbClr val="2F7F93"/>
            </a:solidFill>
            <a:prstDash val="solid"/>
            <a:headEnd type="none"/>
            <a:tailEnd type="none"/>
          </a:ln>
        </p:spPr>
      </p:sp>
      <p:sp>
        <p:nvSpPr>
          <p:cNvPr id="445" name="Shape 443"/>
          <p:cNvSpPr/>
          <p:nvPr/>
        </p:nvSpPr>
        <p:spPr>
          <a:xfrm>
            <a:off x="5358384" y="4186542"/>
            <a:ext cx="0" cy="17920"/>
          </a:xfrm>
          <a:prstGeom prst="line">
            <a:avLst/>
          </a:prstGeom>
          <a:noFill/>
          <a:ln w="25400">
            <a:solidFill>
              <a:srgbClr val="2F7F93"/>
            </a:solidFill>
            <a:prstDash val="solid"/>
            <a:headEnd type="none"/>
            <a:tailEnd type="none"/>
          </a:ln>
        </p:spPr>
      </p:sp>
      <p:sp>
        <p:nvSpPr>
          <p:cNvPr id="446" name="Shape 444"/>
          <p:cNvSpPr/>
          <p:nvPr/>
        </p:nvSpPr>
        <p:spPr>
          <a:xfrm>
            <a:off x="5358384" y="4201719"/>
            <a:ext cx="176480" cy="0"/>
          </a:xfrm>
          <a:prstGeom prst="line">
            <a:avLst/>
          </a:prstGeom>
          <a:noFill/>
          <a:ln w="25400">
            <a:solidFill>
              <a:srgbClr val="2F7F93"/>
            </a:solidFill>
            <a:prstDash val="solid"/>
            <a:headEnd type="none"/>
            <a:tailEnd type="none"/>
          </a:ln>
        </p:spPr>
      </p:sp>
      <p:sp>
        <p:nvSpPr>
          <p:cNvPr id="447" name="Shape 445"/>
          <p:cNvSpPr/>
          <p:nvPr/>
        </p:nvSpPr>
        <p:spPr>
          <a:xfrm>
            <a:off x="5532120" y="4198975"/>
            <a:ext cx="0" cy="9524"/>
          </a:xfrm>
          <a:prstGeom prst="line">
            <a:avLst/>
          </a:prstGeom>
          <a:noFill/>
          <a:ln w="25400">
            <a:solidFill>
              <a:srgbClr val="2F7F93"/>
            </a:solidFill>
            <a:prstDash val="solid"/>
            <a:headEnd type="none"/>
            <a:tailEnd type="none"/>
          </a:ln>
        </p:spPr>
      </p:sp>
      <p:sp>
        <p:nvSpPr>
          <p:cNvPr id="448" name="Shape 446"/>
          <p:cNvSpPr/>
          <p:nvPr/>
        </p:nvSpPr>
        <p:spPr>
          <a:xfrm>
            <a:off x="5532120" y="4205756"/>
            <a:ext cx="176480" cy="0"/>
          </a:xfrm>
          <a:prstGeom prst="line">
            <a:avLst/>
          </a:prstGeom>
          <a:noFill/>
          <a:ln w="25400">
            <a:solidFill>
              <a:srgbClr val="2F7F93"/>
            </a:solidFill>
            <a:prstDash val="solid"/>
            <a:headEnd type="none"/>
            <a:tailEnd type="none"/>
          </a:ln>
        </p:spPr>
      </p:sp>
      <p:sp>
        <p:nvSpPr>
          <p:cNvPr id="449" name="Shape 447"/>
          <p:cNvSpPr/>
          <p:nvPr/>
        </p:nvSpPr>
        <p:spPr>
          <a:xfrm>
            <a:off x="5705856" y="4199122"/>
            <a:ext cx="0" cy="9377"/>
          </a:xfrm>
          <a:prstGeom prst="line">
            <a:avLst/>
          </a:prstGeom>
          <a:noFill/>
          <a:ln w="25400">
            <a:solidFill>
              <a:srgbClr val="2F7F93"/>
            </a:solidFill>
            <a:prstDash val="solid"/>
            <a:headEnd type="none"/>
            <a:tailEnd type="none"/>
          </a:ln>
        </p:spPr>
      </p:sp>
      <p:sp>
        <p:nvSpPr>
          <p:cNvPr id="450" name="Shape 448"/>
          <p:cNvSpPr/>
          <p:nvPr/>
        </p:nvSpPr>
        <p:spPr>
          <a:xfrm>
            <a:off x="5705856" y="4201865"/>
            <a:ext cx="176479" cy="0"/>
          </a:xfrm>
          <a:prstGeom prst="line">
            <a:avLst/>
          </a:prstGeom>
          <a:noFill/>
          <a:ln w="25400">
            <a:solidFill>
              <a:srgbClr val="2F7F93"/>
            </a:solidFill>
            <a:prstDash val="solid"/>
            <a:headEnd type="none"/>
            <a:tailEnd type="none"/>
          </a:ln>
        </p:spPr>
      </p:sp>
      <p:sp>
        <p:nvSpPr>
          <p:cNvPr id="451" name="Shape 449"/>
          <p:cNvSpPr/>
          <p:nvPr/>
        </p:nvSpPr>
        <p:spPr>
          <a:xfrm>
            <a:off x="5879592" y="4195582"/>
            <a:ext cx="0" cy="9026"/>
          </a:xfrm>
          <a:prstGeom prst="line">
            <a:avLst/>
          </a:prstGeom>
          <a:noFill/>
          <a:ln w="25400">
            <a:solidFill>
              <a:srgbClr val="2F7F93"/>
            </a:solidFill>
            <a:prstDash val="solid"/>
            <a:headEnd type="none"/>
            <a:tailEnd type="none"/>
          </a:ln>
        </p:spPr>
      </p:sp>
      <p:sp>
        <p:nvSpPr>
          <p:cNvPr id="452" name="Shape 450"/>
          <p:cNvSpPr/>
          <p:nvPr/>
        </p:nvSpPr>
        <p:spPr>
          <a:xfrm>
            <a:off x="5879592" y="4198325"/>
            <a:ext cx="176480" cy="0"/>
          </a:xfrm>
          <a:prstGeom prst="line">
            <a:avLst/>
          </a:prstGeom>
          <a:noFill/>
          <a:ln w="25400">
            <a:solidFill>
              <a:srgbClr val="2F7F93"/>
            </a:solidFill>
            <a:prstDash val="solid"/>
            <a:headEnd type="none"/>
            <a:tailEnd type="none"/>
          </a:ln>
        </p:spPr>
      </p:sp>
      <p:sp>
        <p:nvSpPr>
          <p:cNvPr id="453" name="Shape 451"/>
          <p:cNvSpPr/>
          <p:nvPr/>
        </p:nvSpPr>
        <p:spPr>
          <a:xfrm>
            <a:off x="6053328" y="4195582"/>
            <a:ext cx="0" cy="11922"/>
          </a:xfrm>
          <a:prstGeom prst="line">
            <a:avLst/>
          </a:prstGeom>
          <a:noFill/>
          <a:ln w="25400">
            <a:solidFill>
              <a:srgbClr val="2F7F93"/>
            </a:solidFill>
            <a:prstDash val="solid"/>
            <a:headEnd type="none"/>
            <a:tailEnd type="none"/>
          </a:ln>
        </p:spPr>
      </p:sp>
      <p:sp>
        <p:nvSpPr>
          <p:cNvPr id="454" name="Shape 452"/>
          <p:cNvSpPr/>
          <p:nvPr/>
        </p:nvSpPr>
        <p:spPr>
          <a:xfrm>
            <a:off x="6053328" y="4204761"/>
            <a:ext cx="176480" cy="0"/>
          </a:xfrm>
          <a:prstGeom prst="line">
            <a:avLst/>
          </a:prstGeom>
          <a:noFill/>
          <a:ln w="25400">
            <a:solidFill>
              <a:srgbClr val="2F7F93"/>
            </a:solidFill>
            <a:prstDash val="solid"/>
            <a:headEnd type="none"/>
            <a:tailEnd type="none"/>
          </a:ln>
        </p:spPr>
      </p:sp>
      <p:sp>
        <p:nvSpPr>
          <p:cNvPr id="455" name="Shape 453"/>
          <p:cNvSpPr/>
          <p:nvPr/>
        </p:nvSpPr>
        <p:spPr>
          <a:xfrm>
            <a:off x="6227064" y="4202018"/>
            <a:ext cx="0" cy="19353"/>
          </a:xfrm>
          <a:prstGeom prst="line">
            <a:avLst/>
          </a:prstGeom>
          <a:noFill/>
          <a:ln w="25400">
            <a:solidFill>
              <a:srgbClr val="2F7F93"/>
            </a:solidFill>
            <a:prstDash val="solid"/>
            <a:headEnd type="none"/>
            <a:tailEnd type="none"/>
          </a:ln>
        </p:spPr>
      </p:sp>
      <p:sp>
        <p:nvSpPr>
          <p:cNvPr id="456" name="Shape 454"/>
          <p:cNvSpPr/>
          <p:nvPr/>
        </p:nvSpPr>
        <p:spPr>
          <a:xfrm>
            <a:off x="6227064" y="4218628"/>
            <a:ext cx="176479" cy="0"/>
          </a:xfrm>
          <a:prstGeom prst="line">
            <a:avLst/>
          </a:prstGeom>
          <a:noFill/>
          <a:ln w="25400">
            <a:solidFill>
              <a:srgbClr val="2F7F93"/>
            </a:solidFill>
            <a:prstDash val="solid"/>
            <a:headEnd type="none"/>
            <a:tailEnd type="none"/>
          </a:ln>
        </p:spPr>
      </p:sp>
      <p:sp>
        <p:nvSpPr>
          <p:cNvPr id="457" name="Shape 455"/>
          <p:cNvSpPr/>
          <p:nvPr/>
        </p:nvSpPr>
        <p:spPr>
          <a:xfrm>
            <a:off x="6400800" y="4215885"/>
            <a:ext cx="0" cy="19031"/>
          </a:xfrm>
          <a:prstGeom prst="line">
            <a:avLst/>
          </a:prstGeom>
          <a:noFill/>
          <a:ln w="25400">
            <a:solidFill>
              <a:srgbClr val="2F7F93"/>
            </a:solidFill>
            <a:prstDash val="solid"/>
            <a:headEnd type="none"/>
            <a:tailEnd type="none"/>
          </a:ln>
        </p:spPr>
      </p:sp>
      <p:sp>
        <p:nvSpPr>
          <p:cNvPr id="458" name="Shape 456"/>
          <p:cNvSpPr/>
          <p:nvPr/>
        </p:nvSpPr>
        <p:spPr>
          <a:xfrm>
            <a:off x="6400800" y="4232173"/>
            <a:ext cx="176480" cy="0"/>
          </a:xfrm>
          <a:prstGeom prst="line">
            <a:avLst/>
          </a:prstGeom>
          <a:noFill/>
          <a:ln w="25400">
            <a:solidFill>
              <a:srgbClr val="2F7F93"/>
            </a:solidFill>
            <a:prstDash val="solid"/>
            <a:headEnd type="none"/>
            <a:tailEnd type="none"/>
          </a:ln>
        </p:spPr>
      </p:sp>
      <p:sp>
        <p:nvSpPr>
          <p:cNvPr id="459" name="Shape 457"/>
          <p:cNvSpPr/>
          <p:nvPr/>
        </p:nvSpPr>
        <p:spPr>
          <a:xfrm>
            <a:off x="6574536" y="4229430"/>
            <a:ext cx="0" cy="29973"/>
          </a:xfrm>
          <a:prstGeom prst="line">
            <a:avLst/>
          </a:prstGeom>
          <a:noFill/>
          <a:ln w="25400">
            <a:solidFill>
              <a:srgbClr val="2F7F93"/>
            </a:solidFill>
            <a:prstDash val="solid"/>
            <a:headEnd type="none"/>
            <a:tailEnd type="none"/>
          </a:ln>
        </p:spPr>
      </p:sp>
      <p:sp>
        <p:nvSpPr>
          <p:cNvPr id="460" name="Shape 458"/>
          <p:cNvSpPr/>
          <p:nvPr/>
        </p:nvSpPr>
        <p:spPr>
          <a:xfrm>
            <a:off x="6574536" y="4256659"/>
            <a:ext cx="176480" cy="0"/>
          </a:xfrm>
          <a:prstGeom prst="line">
            <a:avLst/>
          </a:prstGeom>
          <a:noFill/>
          <a:ln w="25400">
            <a:solidFill>
              <a:srgbClr val="2F7F93"/>
            </a:solidFill>
            <a:prstDash val="solid"/>
            <a:headEnd type="none"/>
            <a:tailEnd type="none"/>
          </a:ln>
        </p:spPr>
      </p:sp>
      <p:sp>
        <p:nvSpPr>
          <p:cNvPr id="461" name="Shape 459"/>
          <p:cNvSpPr/>
          <p:nvPr/>
        </p:nvSpPr>
        <p:spPr>
          <a:xfrm>
            <a:off x="6748272" y="4253916"/>
            <a:ext cx="0" cy="35268"/>
          </a:xfrm>
          <a:prstGeom prst="line">
            <a:avLst/>
          </a:prstGeom>
          <a:noFill/>
          <a:ln w="25400">
            <a:solidFill>
              <a:srgbClr val="2F7F93"/>
            </a:solidFill>
            <a:prstDash val="solid"/>
            <a:headEnd type="none"/>
            <a:tailEnd type="none"/>
          </a:ln>
        </p:spPr>
      </p:sp>
      <p:sp>
        <p:nvSpPr>
          <p:cNvPr id="462" name="Shape 460"/>
          <p:cNvSpPr/>
          <p:nvPr/>
        </p:nvSpPr>
        <p:spPr>
          <a:xfrm>
            <a:off x="6748272" y="4286440"/>
            <a:ext cx="176479" cy="0"/>
          </a:xfrm>
          <a:prstGeom prst="line">
            <a:avLst/>
          </a:prstGeom>
          <a:noFill/>
          <a:ln w="25400">
            <a:solidFill>
              <a:srgbClr val="2F7F93"/>
            </a:solidFill>
            <a:prstDash val="solid"/>
            <a:headEnd type="none"/>
            <a:tailEnd type="none"/>
          </a:ln>
        </p:spPr>
      </p:sp>
      <p:sp>
        <p:nvSpPr>
          <p:cNvPr id="463" name="Shape 461"/>
          <p:cNvSpPr/>
          <p:nvPr/>
        </p:nvSpPr>
        <p:spPr>
          <a:xfrm>
            <a:off x="6922008" y="4283697"/>
            <a:ext cx="0" cy="33688"/>
          </a:xfrm>
          <a:prstGeom prst="line">
            <a:avLst/>
          </a:prstGeom>
          <a:noFill/>
          <a:ln w="25400">
            <a:solidFill>
              <a:srgbClr val="2F7F93"/>
            </a:solidFill>
            <a:prstDash val="solid"/>
            <a:headEnd type="none"/>
            <a:tailEnd type="none"/>
          </a:ln>
        </p:spPr>
      </p:sp>
      <p:sp>
        <p:nvSpPr>
          <p:cNvPr id="464" name="Shape 462"/>
          <p:cNvSpPr/>
          <p:nvPr/>
        </p:nvSpPr>
        <p:spPr>
          <a:xfrm>
            <a:off x="6922008" y="4314642"/>
            <a:ext cx="176480" cy="0"/>
          </a:xfrm>
          <a:prstGeom prst="line">
            <a:avLst/>
          </a:prstGeom>
          <a:noFill/>
          <a:ln w="25400">
            <a:solidFill>
              <a:srgbClr val="2F7F93"/>
            </a:solidFill>
            <a:prstDash val="solid"/>
            <a:headEnd type="none"/>
            <a:tailEnd type="none"/>
          </a:ln>
        </p:spPr>
      </p:sp>
      <p:sp>
        <p:nvSpPr>
          <p:cNvPr id="465" name="Shape 463"/>
          <p:cNvSpPr/>
          <p:nvPr/>
        </p:nvSpPr>
        <p:spPr>
          <a:xfrm>
            <a:off x="7095744" y="4311899"/>
            <a:ext cx="0" cy="34975"/>
          </a:xfrm>
          <a:prstGeom prst="line">
            <a:avLst/>
          </a:prstGeom>
          <a:noFill/>
          <a:ln w="25400">
            <a:solidFill>
              <a:srgbClr val="2F7F93"/>
            </a:solidFill>
            <a:prstDash val="solid"/>
            <a:headEnd type="none"/>
            <a:tailEnd type="none"/>
          </a:ln>
        </p:spPr>
      </p:sp>
      <p:sp>
        <p:nvSpPr>
          <p:cNvPr id="466" name="Shape 464"/>
          <p:cNvSpPr/>
          <p:nvPr/>
        </p:nvSpPr>
        <p:spPr>
          <a:xfrm>
            <a:off x="7095744" y="4344131"/>
            <a:ext cx="176480" cy="0"/>
          </a:xfrm>
          <a:prstGeom prst="line">
            <a:avLst/>
          </a:prstGeom>
          <a:noFill/>
          <a:ln w="25400">
            <a:solidFill>
              <a:srgbClr val="2F7F93"/>
            </a:solidFill>
            <a:prstDash val="solid"/>
            <a:headEnd type="none"/>
            <a:tailEnd type="none"/>
          </a:ln>
        </p:spPr>
      </p:sp>
      <p:sp>
        <p:nvSpPr>
          <p:cNvPr id="467" name="Shape 465"/>
          <p:cNvSpPr/>
          <p:nvPr/>
        </p:nvSpPr>
        <p:spPr>
          <a:xfrm>
            <a:off x="7269480" y="4341387"/>
            <a:ext cx="0" cy="36555"/>
          </a:xfrm>
          <a:prstGeom prst="line">
            <a:avLst/>
          </a:prstGeom>
          <a:noFill/>
          <a:ln w="25400">
            <a:solidFill>
              <a:srgbClr val="2F7F93"/>
            </a:solidFill>
            <a:prstDash val="solid"/>
            <a:headEnd type="none"/>
            <a:tailEnd type="none"/>
          </a:ln>
        </p:spPr>
      </p:sp>
      <p:sp>
        <p:nvSpPr>
          <p:cNvPr id="468" name="Shape 466"/>
          <p:cNvSpPr/>
          <p:nvPr/>
        </p:nvSpPr>
        <p:spPr>
          <a:xfrm>
            <a:off x="7269480" y="4375199"/>
            <a:ext cx="176479" cy="0"/>
          </a:xfrm>
          <a:prstGeom prst="line">
            <a:avLst/>
          </a:prstGeom>
          <a:noFill/>
          <a:ln w="25400">
            <a:solidFill>
              <a:srgbClr val="2F7F93"/>
            </a:solidFill>
            <a:prstDash val="solid"/>
            <a:headEnd type="none"/>
            <a:tailEnd type="none"/>
          </a:ln>
        </p:spPr>
      </p:sp>
      <p:sp>
        <p:nvSpPr>
          <p:cNvPr id="469" name="Shape 467"/>
          <p:cNvSpPr/>
          <p:nvPr/>
        </p:nvSpPr>
        <p:spPr>
          <a:xfrm>
            <a:off x="7443216" y="4372456"/>
            <a:ext cx="0" cy="35824"/>
          </a:xfrm>
          <a:prstGeom prst="line">
            <a:avLst/>
          </a:prstGeom>
          <a:noFill/>
          <a:ln w="25400">
            <a:solidFill>
              <a:srgbClr val="2F7F93"/>
            </a:solidFill>
            <a:prstDash val="solid"/>
            <a:headEnd type="none"/>
            <a:tailEnd type="none"/>
          </a:ln>
        </p:spPr>
      </p:sp>
      <p:sp>
        <p:nvSpPr>
          <p:cNvPr id="470" name="Shape 468"/>
          <p:cNvSpPr/>
          <p:nvPr/>
        </p:nvSpPr>
        <p:spPr>
          <a:xfrm>
            <a:off x="7443216" y="4405536"/>
            <a:ext cx="176480" cy="0"/>
          </a:xfrm>
          <a:prstGeom prst="line">
            <a:avLst/>
          </a:prstGeom>
          <a:noFill/>
          <a:ln w="25400">
            <a:solidFill>
              <a:srgbClr val="2F7F93"/>
            </a:solidFill>
            <a:prstDash val="solid"/>
            <a:headEnd type="none"/>
            <a:tailEnd type="none"/>
          </a:ln>
        </p:spPr>
      </p:sp>
      <p:sp>
        <p:nvSpPr>
          <p:cNvPr id="471" name="Shape 469"/>
          <p:cNvSpPr/>
          <p:nvPr/>
        </p:nvSpPr>
        <p:spPr>
          <a:xfrm>
            <a:off x="7616952" y="4402793"/>
            <a:ext cx="0" cy="35970"/>
          </a:xfrm>
          <a:prstGeom prst="line">
            <a:avLst/>
          </a:prstGeom>
          <a:noFill/>
          <a:ln w="25400">
            <a:solidFill>
              <a:srgbClr val="2F7F93"/>
            </a:solidFill>
            <a:prstDash val="solid"/>
            <a:headEnd type="none"/>
            <a:tailEnd type="none"/>
          </a:ln>
        </p:spPr>
      </p:sp>
      <p:sp>
        <p:nvSpPr>
          <p:cNvPr id="472" name="Shape 470"/>
          <p:cNvSpPr/>
          <p:nvPr/>
        </p:nvSpPr>
        <p:spPr>
          <a:xfrm>
            <a:off x="7616952" y="4436020"/>
            <a:ext cx="176480" cy="0"/>
          </a:xfrm>
          <a:prstGeom prst="line">
            <a:avLst/>
          </a:prstGeom>
          <a:noFill/>
          <a:ln w="25400">
            <a:solidFill>
              <a:srgbClr val="2F7F93"/>
            </a:solidFill>
            <a:prstDash val="solid"/>
            <a:headEnd type="none"/>
            <a:tailEnd type="none"/>
          </a:ln>
        </p:spPr>
      </p:sp>
      <p:sp>
        <p:nvSpPr>
          <p:cNvPr id="473" name="Shape 471"/>
          <p:cNvSpPr/>
          <p:nvPr/>
        </p:nvSpPr>
        <p:spPr>
          <a:xfrm>
            <a:off x="7790688" y="4433276"/>
            <a:ext cx="0" cy="32254"/>
          </a:xfrm>
          <a:prstGeom prst="line">
            <a:avLst/>
          </a:prstGeom>
          <a:noFill/>
          <a:ln w="25400">
            <a:solidFill>
              <a:srgbClr val="2F7F93"/>
            </a:solidFill>
            <a:prstDash val="solid"/>
            <a:headEnd type="none"/>
            <a:tailEnd type="none"/>
          </a:ln>
        </p:spPr>
      </p:sp>
      <p:sp>
        <p:nvSpPr>
          <p:cNvPr id="474" name="Shape 472"/>
          <p:cNvSpPr/>
          <p:nvPr/>
        </p:nvSpPr>
        <p:spPr>
          <a:xfrm>
            <a:off x="7790688" y="4462788"/>
            <a:ext cx="176479" cy="0"/>
          </a:xfrm>
          <a:prstGeom prst="line">
            <a:avLst/>
          </a:prstGeom>
          <a:noFill/>
          <a:ln w="25400">
            <a:solidFill>
              <a:srgbClr val="2F7F93"/>
            </a:solidFill>
            <a:prstDash val="solid"/>
            <a:headEnd type="none"/>
            <a:tailEnd type="none"/>
          </a:ln>
        </p:spPr>
      </p:sp>
      <p:sp>
        <p:nvSpPr>
          <p:cNvPr id="475" name="Shape 473"/>
          <p:cNvSpPr/>
          <p:nvPr/>
        </p:nvSpPr>
        <p:spPr>
          <a:xfrm>
            <a:off x="7964424" y="4460045"/>
            <a:ext cx="0" cy="38837"/>
          </a:xfrm>
          <a:prstGeom prst="line">
            <a:avLst/>
          </a:prstGeom>
          <a:noFill/>
          <a:ln w="25400">
            <a:solidFill>
              <a:srgbClr val="2F7F93"/>
            </a:solidFill>
            <a:prstDash val="solid"/>
            <a:headEnd type="none"/>
            <a:tailEnd type="none"/>
          </a:ln>
        </p:spPr>
      </p:sp>
      <p:sp>
        <p:nvSpPr>
          <p:cNvPr id="476" name="Shape 474"/>
          <p:cNvSpPr/>
          <p:nvPr/>
        </p:nvSpPr>
        <p:spPr>
          <a:xfrm>
            <a:off x="7964424" y="4496138"/>
            <a:ext cx="176480" cy="0"/>
          </a:xfrm>
          <a:prstGeom prst="line">
            <a:avLst/>
          </a:prstGeom>
          <a:noFill/>
          <a:ln w="25400">
            <a:solidFill>
              <a:srgbClr val="2F7F93"/>
            </a:solidFill>
            <a:prstDash val="solid"/>
            <a:headEnd type="none"/>
            <a:tailEnd type="none"/>
          </a:ln>
        </p:spPr>
      </p:sp>
      <p:sp>
        <p:nvSpPr>
          <p:cNvPr id="477" name="Shape 475"/>
          <p:cNvSpPr/>
          <p:nvPr/>
        </p:nvSpPr>
        <p:spPr>
          <a:xfrm>
            <a:off x="8138160" y="4493395"/>
            <a:ext cx="0" cy="37345"/>
          </a:xfrm>
          <a:prstGeom prst="line">
            <a:avLst/>
          </a:prstGeom>
          <a:noFill/>
          <a:ln w="25400">
            <a:solidFill>
              <a:srgbClr val="2F7F93"/>
            </a:solidFill>
            <a:prstDash val="solid"/>
            <a:headEnd type="none"/>
            <a:tailEnd type="none"/>
          </a:ln>
        </p:spPr>
      </p:sp>
      <p:sp>
        <p:nvSpPr>
          <p:cNvPr id="478" name="Shape 476"/>
          <p:cNvSpPr/>
          <p:nvPr/>
        </p:nvSpPr>
        <p:spPr>
          <a:xfrm>
            <a:off x="8138160" y="4527997"/>
            <a:ext cx="176480" cy="0"/>
          </a:xfrm>
          <a:prstGeom prst="line">
            <a:avLst/>
          </a:prstGeom>
          <a:noFill/>
          <a:ln w="25400">
            <a:solidFill>
              <a:srgbClr val="2F7F93"/>
            </a:solidFill>
            <a:prstDash val="solid"/>
            <a:headEnd type="none"/>
            <a:tailEnd type="none"/>
          </a:ln>
        </p:spPr>
      </p:sp>
      <p:sp>
        <p:nvSpPr>
          <p:cNvPr id="479" name="Shape 477"/>
          <p:cNvSpPr/>
          <p:nvPr/>
        </p:nvSpPr>
        <p:spPr>
          <a:xfrm>
            <a:off x="8311896" y="4525253"/>
            <a:ext cx="0" cy="31231"/>
          </a:xfrm>
          <a:prstGeom prst="line">
            <a:avLst/>
          </a:prstGeom>
          <a:noFill/>
          <a:ln w="25400">
            <a:solidFill>
              <a:srgbClr val="2F7F93"/>
            </a:solidFill>
            <a:prstDash val="solid"/>
            <a:headEnd type="none"/>
            <a:tailEnd type="none"/>
          </a:ln>
        </p:spPr>
      </p:sp>
      <p:sp>
        <p:nvSpPr>
          <p:cNvPr id="480" name="Shape 478"/>
          <p:cNvSpPr/>
          <p:nvPr/>
        </p:nvSpPr>
        <p:spPr>
          <a:xfrm>
            <a:off x="8311896" y="4553741"/>
            <a:ext cx="176479" cy="0"/>
          </a:xfrm>
          <a:prstGeom prst="line">
            <a:avLst/>
          </a:prstGeom>
          <a:noFill/>
          <a:ln w="25400">
            <a:solidFill>
              <a:srgbClr val="2F7F93"/>
            </a:solidFill>
            <a:prstDash val="solid"/>
            <a:headEnd type="none"/>
            <a:tailEnd type="none"/>
          </a:ln>
        </p:spPr>
      </p:sp>
      <p:sp>
        <p:nvSpPr>
          <p:cNvPr id="481" name="Shape 479"/>
          <p:cNvSpPr/>
          <p:nvPr/>
        </p:nvSpPr>
        <p:spPr>
          <a:xfrm>
            <a:off x="8485632" y="4550997"/>
            <a:ext cx="0" cy="32723"/>
          </a:xfrm>
          <a:prstGeom prst="line">
            <a:avLst/>
          </a:prstGeom>
          <a:noFill/>
          <a:ln w="25400">
            <a:solidFill>
              <a:srgbClr val="2F7F93"/>
            </a:solidFill>
            <a:prstDash val="solid"/>
            <a:headEnd type="none"/>
            <a:tailEnd type="none"/>
          </a:ln>
        </p:spPr>
      </p:sp>
      <p:sp>
        <p:nvSpPr>
          <p:cNvPr id="482" name="Shape 480"/>
          <p:cNvSpPr/>
          <p:nvPr/>
        </p:nvSpPr>
        <p:spPr>
          <a:xfrm>
            <a:off x="8485632" y="4580977"/>
            <a:ext cx="176480" cy="0"/>
          </a:xfrm>
          <a:prstGeom prst="line">
            <a:avLst/>
          </a:prstGeom>
          <a:noFill/>
          <a:ln w="25400">
            <a:solidFill>
              <a:srgbClr val="2F7F93"/>
            </a:solidFill>
            <a:prstDash val="solid"/>
            <a:headEnd type="none"/>
            <a:tailEnd type="none"/>
          </a:ln>
        </p:spPr>
      </p:sp>
      <p:sp>
        <p:nvSpPr>
          <p:cNvPr id="483" name="Shape 481"/>
          <p:cNvSpPr/>
          <p:nvPr/>
        </p:nvSpPr>
        <p:spPr>
          <a:xfrm>
            <a:off x="8659368" y="4578234"/>
            <a:ext cx="0" cy="22747"/>
          </a:xfrm>
          <a:prstGeom prst="line">
            <a:avLst/>
          </a:prstGeom>
          <a:noFill/>
          <a:ln w="25400">
            <a:solidFill>
              <a:srgbClr val="2F7F93"/>
            </a:solidFill>
            <a:prstDash val="solid"/>
            <a:headEnd type="none"/>
            <a:tailEnd type="none"/>
          </a:ln>
        </p:spPr>
      </p:sp>
      <p:sp>
        <p:nvSpPr>
          <p:cNvPr id="484" name="Shape 482"/>
          <p:cNvSpPr/>
          <p:nvPr/>
        </p:nvSpPr>
        <p:spPr>
          <a:xfrm>
            <a:off x="8659368" y="4598237"/>
            <a:ext cx="176480" cy="0"/>
          </a:xfrm>
          <a:prstGeom prst="line">
            <a:avLst/>
          </a:prstGeom>
          <a:noFill/>
          <a:ln w="25400">
            <a:solidFill>
              <a:srgbClr val="2F7F93"/>
            </a:solidFill>
            <a:prstDash val="solid"/>
            <a:headEnd type="none"/>
            <a:tailEnd type="none"/>
          </a:ln>
        </p:spPr>
      </p:sp>
      <p:sp>
        <p:nvSpPr>
          <p:cNvPr id="485" name="Shape 483"/>
          <p:cNvSpPr/>
          <p:nvPr/>
        </p:nvSpPr>
        <p:spPr>
          <a:xfrm>
            <a:off x="8833104" y="4595494"/>
            <a:ext cx="0" cy="20494"/>
          </a:xfrm>
          <a:prstGeom prst="line">
            <a:avLst/>
          </a:prstGeom>
          <a:noFill/>
          <a:ln w="25400">
            <a:solidFill>
              <a:srgbClr val="2F7F93"/>
            </a:solidFill>
            <a:prstDash val="solid"/>
            <a:headEnd type="none"/>
            <a:tailEnd type="none"/>
          </a:ln>
        </p:spPr>
      </p:sp>
      <p:sp>
        <p:nvSpPr>
          <p:cNvPr id="486" name="Shape 484"/>
          <p:cNvSpPr/>
          <p:nvPr/>
        </p:nvSpPr>
        <p:spPr>
          <a:xfrm>
            <a:off x="8833104" y="4613245"/>
            <a:ext cx="176479" cy="0"/>
          </a:xfrm>
          <a:prstGeom prst="line">
            <a:avLst/>
          </a:prstGeom>
          <a:noFill/>
          <a:ln w="25400">
            <a:solidFill>
              <a:srgbClr val="2F7F93"/>
            </a:solidFill>
            <a:prstDash val="solid"/>
            <a:headEnd type="none"/>
            <a:tailEnd type="none"/>
          </a:ln>
        </p:spPr>
      </p:sp>
      <p:sp>
        <p:nvSpPr>
          <p:cNvPr id="487" name="Shape 485"/>
          <p:cNvSpPr/>
          <p:nvPr/>
        </p:nvSpPr>
        <p:spPr>
          <a:xfrm>
            <a:off x="9006840" y="4610502"/>
            <a:ext cx="0" cy="25116"/>
          </a:xfrm>
          <a:prstGeom prst="line">
            <a:avLst/>
          </a:prstGeom>
          <a:noFill/>
          <a:ln w="25400">
            <a:solidFill>
              <a:srgbClr val="2F7F93"/>
            </a:solidFill>
            <a:prstDash val="solid"/>
            <a:headEnd type="none"/>
            <a:tailEnd type="none"/>
          </a:ln>
        </p:spPr>
      </p:sp>
      <p:sp>
        <p:nvSpPr>
          <p:cNvPr id="488" name="Shape 486"/>
          <p:cNvSpPr/>
          <p:nvPr/>
        </p:nvSpPr>
        <p:spPr>
          <a:xfrm>
            <a:off x="9006840" y="4632875"/>
            <a:ext cx="176480" cy="0"/>
          </a:xfrm>
          <a:prstGeom prst="line">
            <a:avLst/>
          </a:prstGeom>
          <a:noFill/>
          <a:ln w="25400">
            <a:solidFill>
              <a:srgbClr val="2F7F93"/>
            </a:solidFill>
            <a:prstDash val="solid"/>
            <a:headEnd type="none"/>
            <a:tailEnd type="none"/>
          </a:ln>
        </p:spPr>
      </p:sp>
      <p:sp>
        <p:nvSpPr>
          <p:cNvPr id="489" name="Shape 487"/>
          <p:cNvSpPr/>
          <p:nvPr/>
        </p:nvSpPr>
        <p:spPr>
          <a:xfrm>
            <a:off x="9180576" y="4630131"/>
            <a:ext cx="0" cy="25818"/>
          </a:xfrm>
          <a:prstGeom prst="line">
            <a:avLst/>
          </a:prstGeom>
          <a:noFill/>
          <a:ln w="25400">
            <a:solidFill>
              <a:srgbClr val="2F7F93"/>
            </a:solidFill>
            <a:prstDash val="solid"/>
            <a:headEnd type="none"/>
            <a:tailEnd type="none"/>
          </a:ln>
        </p:spPr>
      </p:sp>
      <p:sp>
        <p:nvSpPr>
          <p:cNvPr id="490" name="Shape 488"/>
          <p:cNvSpPr/>
          <p:nvPr/>
        </p:nvSpPr>
        <p:spPr>
          <a:xfrm>
            <a:off x="9180576" y="4653207"/>
            <a:ext cx="176480" cy="0"/>
          </a:xfrm>
          <a:prstGeom prst="line">
            <a:avLst/>
          </a:prstGeom>
          <a:noFill/>
          <a:ln w="25400">
            <a:solidFill>
              <a:srgbClr val="2F7F93"/>
            </a:solidFill>
            <a:prstDash val="solid"/>
            <a:headEnd type="none"/>
            <a:tailEnd type="none"/>
          </a:ln>
        </p:spPr>
      </p:sp>
      <p:sp>
        <p:nvSpPr>
          <p:cNvPr id="491" name="Shape 489"/>
          <p:cNvSpPr/>
          <p:nvPr/>
        </p:nvSpPr>
        <p:spPr>
          <a:xfrm>
            <a:off x="9354312" y="4650464"/>
            <a:ext cx="0" cy="28159"/>
          </a:xfrm>
          <a:prstGeom prst="line">
            <a:avLst/>
          </a:prstGeom>
          <a:noFill/>
          <a:ln w="25400">
            <a:solidFill>
              <a:srgbClr val="2F7F93"/>
            </a:solidFill>
            <a:prstDash val="solid"/>
            <a:headEnd type="none"/>
            <a:tailEnd type="none"/>
          </a:ln>
        </p:spPr>
      </p:sp>
      <p:sp>
        <p:nvSpPr>
          <p:cNvPr id="492" name="Shape 490"/>
          <p:cNvSpPr/>
          <p:nvPr/>
        </p:nvSpPr>
        <p:spPr>
          <a:xfrm>
            <a:off x="9354312" y="4675879"/>
            <a:ext cx="176479" cy="0"/>
          </a:xfrm>
          <a:prstGeom prst="line">
            <a:avLst/>
          </a:prstGeom>
          <a:noFill/>
          <a:ln w="25400">
            <a:solidFill>
              <a:srgbClr val="2F7F93"/>
            </a:solidFill>
            <a:prstDash val="solid"/>
            <a:headEnd type="none"/>
            <a:tailEnd type="none"/>
          </a:ln>
        </p:spPr>
      </p:sp>
      <p:sp>
        <p:nvSpPr>
          <p:cNvPr id="493" name="Shape 491"/>
          <p:cNvSpPr/>
          <p:nvPr/>
        </p:nvSpPr>
        <p:spPr>
          <a:xfrm>
            <a:off x="9528048" y="4673136"/>
            <a:ext cx="0" cy="34566"/>
          </a:xfrm>
          <a:prstGeom prst="line">
            <a:avLst/>
          </a:prstGeom>
          <a:noFill/>
          <a:ln w="25400">
            <a:solidFill>
              <a:srgbClr val="2F7F93"/>
            </a:solidFill>
            <a:prstDash val="solid"/>
            <a:headEnd type="none"/>
            <a:tailEnd type="none"/>
          </a:ln>
        </p:spPr>
      </p:sp>
      <p:sp>
        <p:nvSpPr>
          <p:cNvPr id="494" name="Shape 492"/>
          <p:cNvSpPr/>
          <p:nvPr/>
        </p:nvSpPr>
        <p:spPr>
          <a:xfrm>
            <a:off x="9528048" y="4704958"/>
            <a:ext cx="176480" cy="0"/>
          </a:xfrm>
          <a:prstGeom prst="line">
            <a:avLst/>
          </a:prstGeom>
          <a:noFill/>
          <a:ln w="25400">
            <a:solidFill>
              <a:srgbClr val="2F7F93"/>
            </a:solidFill>
            <a:prstDash val="solid"/>
            <a:headEnd type="none"/>
            <a:tailEnd type="none"/>
          </a:ln>
        </p:spPr>
      </p:sp>
      <p:sp>
        <p:nvSpPr>
          <p:cNvPr id="495" name="Shape 493"/>
          <p:cNvSpPr/>
          <p:nvPr/>
        </p:nvSpPr>
        <p:spPr>
          <a:xfrm>
            <a:off x="9701784" y="4702215"/>
            <a:ext cx="0" cy="37784"/>
          </a:xfrm>
          <a:prstGeom prst="line">
            <a:avLst/>
          </a:prstGeom>
          <a:noFill/>
          <a:ln w="25400">
            <a:solidFill>
              <a:srgbClr val="2F7F93"/>
            </a:solidFill>
            <a:prstDash val="solid"/>
            <a:headEnd type="none"/>
            <a:tailEnd type="none"/>
          </a:ln>
        </p:spPr>
      </p:sp>
      <p:sp>
        <p:nvSpPr>
          <p:cNvPr id="496" name="Shape 494"/>
          <p:cNvSpPr/>
          <p:nvPr/>
        </p:nvSpPr>
        <p:spPr>
          <a:xfrm>
            <a:off x="9701784" y="4737255"/>
            <a:ext cx="176480" cy="0"/>
          </a:xfrm>
          <a:prstGeom prst="line">
            <a:avLst/>
          </a:prstGeom>
          <a:noFill/>
          <a:ln w="25400">
            <a:solidFill>
              <a:srgbClr val="2F7F93"/>
            </a:solidFill>
            <a:prstDash val="solid"/>
            <a:headEnd type="none"/>
            <a:tailEnd type="none"/>
          </a:ln>
        </p:spPr>
      </p:sp>
      <p:sp>
        <p:nvSpPr>
          <p:cNvPr id="497" name="Shape 495"/>
          <p:cNvSpPr/>
          <p:nvPr/>
        </p:nvSpPr>
        <p:spPr>
          <a:xfrm>
            <a:off x="9875520" y="4734512"/>
            <a:ext cx="0" cy="42757"/>
          </a:xfrm>
          <a:prstGeom prst="line">
            <a:avLst/>
          </a:prstGeom>
          <a:noFill/>
          <a:ln w="25400">
            <a:solidFill>
              <a:srgbClr val="2F7F93"/>
            </a:solidFill>
            <a:prstDash val="solid"/>
            <a:headEnd type="none"/>
            <a:tailEnd type="none"/>
          </a:ln>
        </p:spPr>
      </p:sp>
      <p:sp>
        <p:nvSpPr>
          <p:cNvPr id="498" name="Shape 496"/>
          <p:cNvSpPr/>
          <p:nvPr/>
        </p:nvSpPr>
        <p:spPr>
          <a:xfrm>
            <a:off x="9875520" y="4774526"/>
            <a:ext cx="176479" cy="0"/>
          </a:xfrm>
          <a:prstGeom prst="line">
            <a:avLst/>
          </a:prstGeom>
          <a:noFill/>
          <a:ln w="25400">
            <a:solidFill>
              <a:srgbClr val="2F7F93"/>
            </a:solidFill>
            <a:prstDash val="solid"/>
            <a:headEnd type="none"/>
            <a:tailEnd type="none"/>
          </a:ln>
        </p:spPr>
      </p:sp>
      <p:sp>
        <p:nvSpPr>
          <p:cNvPr id="499" name="Shape 497"/>
          <p:cNvSpPr/>
          <p:nvPr/>
        </p:nvSpPr>
        <p:spPr>
          <a:xfrm>
            <a:off x="10049256" y="4771783"/>
            <a:ext cx="0" cy="37813"/>
          </a:xfrm>
          <a:prstGeom prst="line">
            <a:avLst/>
          </a:prstGeom>
          <a:noFill/>
          <a:ln w="25400">
            <a:solidFill>
              <a:srgbClr val="2F7F93"/>
            </a:solidFill>
            <a:prstDash val="solid"/>
            <a:headEnd type="none"/>
            <a:tailEnd type="none"/>
          </a:ln>
        </p:spPr>
      </p:sp>
      <p:sp>
        <p:nvSpPr>
          <p:cNvPr id="500" name="Shape 498"/>
          <p:cNvSpPr/>
          <p:nvPr/>
        </p:nvSpPr>
        <p:spPr>
          <a:xfrm>
            <a:off x="10049256" y="4806852"/>
            <a:ext cx="176480" cy="0"/>
          </a:xfrm>
          <a:prstGeom prst="line">
            <a:avLst/>
          </a:prstGeom>
          <a:noFill/>
          <a:ln w="25400">
            <a:solidFill>
              <a:srgbClr val="2F7F93"/>
            </a:solidFill>
            <a:prstDash val="solid"/>
            <a:headEnd type="none"/>
            <a:tailEnd type="none"/>
          </a:ln>
        </p:spPr>
      </p:sp>
      <p:sp>
        <p:nvSpPr>
          <p:cNvPr id="501" name="Shape 499"/>
          <p:cNvSpPr/>
          <p:nvPr/>
        </p:nvSpPr>
        <p:spPr>
          <a:xfrm>
            <a:off x="10222992" y="4804109"/>
            <a:ext cx="0" cy="33191"/>
          </a:xfrm>
          <a:prstGeom prst="line">
            <a:avLst/>
          </a:prstGeom>
          <a:noFill/>
          <a:ln w="25400">
            <a:solidFill>
              <a:srgbClr val="2F7F93"/>
            </a:solidFill>
            <a:prstDash val="solid"/>
            <a:headEnd type="none"/>
            <a:tailEnd type="none"/>
          </a:ln>
        </p:spPr>
      </p:sp>
      <p:sp>
        <p:nvSpPr>
          <p:cNvPr id="502" name="Shape 500"/>
          <p:cNvSpPr/>
          <p:nvPr/>
        </p:nvSpPr>
        <p:spPr>
          <a:xfrm>
            <a:off x="10222992" y="4834557"/>
            <a:ext cx="176480" cy="0"/>
          </a:xfrm>
          <a:prstGeom prst="line">
            <a:avLst/>
          </a:prstGeom>
          <a:noFill/>
          <a:ln w="25400">
            <a:solidFill>
              <a:srgbClr val="2F7F93"/>
            </a:solidFill>
            <a:prstDash val="solid"/>
            <a:headEnd type="none"/>
            <a:tailEnd type="none"/>
          </a:ln>
        </p:spPr>
      </p:sp>
      <p:sp>
        <p:nvSpPr>
          <p:cNvPr id="503" name="Shape 501"/>
          <p:cNvSpPr/>
          <p:nvPr/>
        </p:nvSpPr>
        <p:spPr>
          <a:xfrm>
            <a:off x="10396728" y="4831813"/>
            <a:ext cx="0" cy="28364"/>
          </a:xfrm>
          <a:prstGeom prst="line">
            <a:avLst/>
          </a:prstGeom>
          <a:noFill/>
          <a:ln w="25400">
            <a:solidFill>
              <a:srgbClr val="2F7F93"/>
            </a:solidFill>
            <a:prstDash val="solid"/>
            <a:headEnd type="none"/>
            <a:tailEnd type="none"/>
          </a:ln>
        </p:spPr>
      </p:sp>
      <p:sp>
        <p:nvSpPr>
          <p:cNvPr id="504" name="Shape 502"/>
          <p:cNvSpPr/>
          <p:nvPr/>
        </p:nvSpPr>
        <p:spPr>
          <a:xfrm>
            <a:off x="10396728" y="4857434"/>
            <a:ext cx="176479" cy="0"/>
          </a:xfrm>
          <a:prstGeom prst="line">
            <a:avLst/>
          </a:prstGeom>
          <a:noFill/>
          <a:ln w="25400">
            <a:solidFill>
              <a:srgbClr val="2F7F93"/>
            </a:solidFill>
            <a:prstDash val="solid"/>
            <a:headEnd type="none"/>
            <a:tailEnd type="none"/>
          </a:ln>
        </p:spPr>
      </p:sp>
      <p:sp>
        <p:nvSpPr>
          <p:cNvPr id="505" name="Shape 503"/>
          <p:cNvSpPr/>
          <p:nvPr/>
        </p:nvSpPr>
        <p:spPr>
          <a:xfrm>
            <a:off x="10570464" y="4854691"/>
            <a:ext cx="0" cy="24590"/>
          </a:xfrm>
          <a:prstGeom prst="line">
            <a:avLst/>
          </a:prstGeom>
          <a:noFill/>
          <a:ln w="25400">
            <a:solidFill>
              <a:srgbClr val="2F7F93"/>
            </a:solidFill>
            <a:prstDash val="solid"/>
            <a:headEnd type="none"/>
            <a:tailEnd type="none"/>
          </a:ln>
        </p:spPr>
      </p:sp>
      <p:sp>
        <p:nvSpPr>
          <p:cNvPr id="506" name="Shape 504"/>
          <p:cNvSpPr/>
          <p:nvPr/>
        </p:nvSpPr>
        <p:spPr>
          <a:xfrm>
            <a:off x="10570464" y="4876537"/>
            <a:ext cx="176480" cy="0"/>
          </a:xfrm>
          <a:prstGeom prst="line">
            <a:avLst/>
          </a:prstGeom>
          <a:noFill/>
          <a:ln w="25400">
            <a:solidFill>
              <a:srgbClr val="2F7F93"/>
            </a:solidFill>
            <a:prstDash val="solid"/>
            <a:headEnd type="none"/>
            <a:tailEnd type="none"/>
          </a:ln>
        </p:spPr>
      </p:sp>
      <p:sp>
        <p:nvSpPr>
          <p:cNvPr id="507" name="Shape 505"/>
          <p:cNvSpPr/>
          <p:nvPr/>
        </p:nvSpPr>
        <p:spPr>
          <a:xfrm>
            <a:off x="10744200" y="4873794"/>
            <a:ext cx="0" cy="22366"/>
          </a:xfrm>
          <a:prstGeom prst="line">
            <a:avLst/>
          </a:prstGeom>
          <a:noFill/>
          <a:ln w="25400">
            <a:solidFill>
              <a:srgbClr val="2F7F93"/>
            </a:solidFill>
            <a:prstDash val="solid"/>
            <a:headEnd type="none"/>
            <a:tailEnd type="none"/>
          </a:ln>
        </p:spPr>
      </p:sp>
      <p:sp>
        <p:nvSpPr>
          <p:cNvPr id="508" name="Shape 506"/>
          <p:cNvSpPr/>
          <p:nvPr/>
        </p:nvSpPr>
        <p:spPr>
          <a:xfrm>
            <a:off x="10744200" y="4893417"/>
            <a:ext cx="176480" cy="0"/>
          </a:xfrm>
          <a:prstGeom prst="line">
            <a:avLst/>
          </a:prstGeom>
          <a:noFill/>
          <a:ln w="25400">
            <a:solidFill>
              <a:srgbClr val="2F7F93"/>
            </a:solidFill>
            <a:prstDash val="solid"/>
            <a:headEnd type="none"/>
            <a:tailEnd type="none"/>
          </a:ln>
        </p:spPr>
      </p:sp>
      <p:sp>
        <p:nvSpPr>
          <p:cNvPr id="509" name="Shape 507"/>
          <p:cNvSpPr/>
          <p:nvPr/>
        </p:nvSpPr>
        <p:spPr>
          <a:xfrm>
            <a:off x="10917936" y="4890674"/>
            <a:ext cx="0" cy="7242"/>
          </a:xfrm>
          <a:prstGeom prst="line">
            <a:avLst/>
          </a:prstGeom>
          <a:noFill/>
          <a:ln w="25400">
            <a:solidFill>
              <a:srgbClr val="2F7F93"/>
            </a:solidFill>
            <a:prstDash val="solid"/>
            <a:headEnd type="none"/>
            <a:tailEnd type="none"/>
          </a:ln>
        </p:spPr>
      </p:sp>
      <p:sp>
        <p:nvSpPr>
          <p:cNvPr id="510" name="Shape 508"/>
          <p:cNvSpPr/>
          <p:nvPr/>
        </p:nvSpPr>
        <p:spPr>
          <a:xfrm>
            <a:off x="10917936" y="4895172"/>
            <a:ext cx="176479" cy="0"/>
          </a:xfrm>
          <a:prstGeom prst="line">
            <a:avLst/>
          </a:prstGeom>
          <a:noFill/>
          <a:ln w="25400">
            <a:solidFill>
              <a:srgbClr val="2F7F93"/>
            </a:solidFill>
            <a:prstDash val="solid"/>
            <a:headEnd type="none"/>
            <a:tailEnd type="none"/>
          </a:ln>
        </p:spPr>
      </p:sp>
      <p:sp>
        <p:nvSpPr>
          <p:cNvPr id="511" name="Shape 509"/>
          <p:cNvSpPr/>
          <p:nvPr/>
        </p:nvSpPr>
        <p:spPr>
          <a:xfrm>
            <a:off x="11091672" y="4884384"/>
            <a:ext cx="0" cy="13531"/>
          </a:xfrm>
          <a:prstGeom prst="line">
            <a:avLst/>
          </a:prstGeom>
          <a:noFill/>
          <a:ln w="25400">
            <a:solidFill>
              <a:srgbClr val="2F7F93"/>
            </a:solidFill>
            <a:prstDash val="solid"/>
            <a:headEnd type="none"/>
            <a:tailEnd type="none"/>
          </a:ln>
        </p:spPr>
      </p:sp>
      <p:sp>
        <p:nvSpPr>
          <p:cNvPr id="512" name="Shape 510"/>
          <p:cNvSpPr/>
          <p:nvPr/>
        </p:nvSpPr>
        <p:spPr>
          <a:xfrm>
            <a:off x="11091672" y="4887127"/>
            <a:ext cx="176480" cy="0"/>
          </a:xfrm>
          <a:prstGeom prst="line">
            <a:avLst/>
          </a:prstGeom>
          <a:noFill/>
          <a:ln w="25400">
            <a:solidFill>
              <a:srgbClr val="2F7F93"/>
            </a:solidFill>
            <a:prstDash val="solid"/>
            <a:headEnd type="none"/>
            <a:tailEnd type="none"/>
          </a:ln>
        </p:spPr>
      </p:sp>
      <p:sp>
        <p:nvSpPr>
          <p:cNvPr id="513" name="Shape 511"/>
          <p:cNvSpPr/>
          <p:nvPr/>
        </p:nvSpPr>
        <p:spPr>
          <a:xfrm>
            <a:off x="11265408" y="4860425"/>
            <a:ext cx="0" cy="29446"/>
          </a:xfrm>
          <a:prstGeom prst="line">
            <a:avLst/>
          </a:prstGeom>
          <a:noFill/>
          <a:ln w="25400">
            <a:solidFill>
              <a:srgbClr val="2F7F93"/>
            </a:solidFill>
            <a:prstDash val="solid"/>
            <a:headEnd type="none"/>
            <a:tailEnd type="none"/>
          </a:ln>
        </p:spPr>
      </p:sp>
      <p:sp>
        <p:nvSpPr>
          <p:cNvPr id="514" name="Shape 512"/>
          <p:cNvSpPr/>
          <p:nvPr/>
        </p:nvSpPr>
        <p:spPr>
          <a:xfrm>
            <a:off x="8549640" y="1792224"/>
            <a:ext cx="256032" cy="0"/>
          </a:xfrm>
          <a:prstGeom prst="line">
            <a:avLst/>
          </a:prstGeom>
          <a:noFill/>
          <a:ln w="27940">
            <a:solidFill>
              <a:srgbClr val="2F7F93"/>
            </a:solidFill>
            <a:prstDash val="solid"/>
          </a:ln>
        </p:spPr>
      </p:sp>
      <p:sp>
        <p:nvSpPr>
          <p:cNvPr id="515" name="Text 513"/>
          <p:cNvSpPr/>
          <p:nvPr/>
        </p:nvSpPr>
        <p:spPr>
          <a:xfrm>
            <a:off x="8878824" y="1719072"/>
            <a:ext cx="2011680"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C₄/C₂</a:t>
            </a:r>
            <a:endParaRPr lang="en-US" sz="920" dirty="0"/>
          </a:p>
        </p:txBody>
      </p:sp>
      <p:sp>
        <p:nvSpPr>
          <p:cNvPr id="516" name="Shape 514"/>
          <p:cNvSpPr/>
          <p:nvPr/>
        </p:nvSpPr>
        <p:spPr>
          <a:xfrm>
            <a:off x="841248" y="3196608"/>
            <a:ext cx="176480" cy="0"/>
          </a:xfrm>
          <a:prstGeom prst="line">
            <a:avLst/>
          </a:prstGeom>
          <a:noFill/>
          <a:ln w="38100">
            <a:solidFill>
              <a:srgbClr val="D87932"/>
            </a:solidFill>
            <a:prstDash val="solid"/>
            <a:headEnd type="none"/>
            <a:tailEnd type="none"/>
          </a:ln>
        </p:spPr>
      </p:sp>
      <p:sp>
        <p:nvSpPr>
          <p:cNvPr id="517" name="Shape 515"/>
          <p:cNvSpPr/>
          <p:nvPr/>
        </p:nvSpPr>
        <p:spPr>
          <a:xfrm>
            <a:off x="1014984" y="3193865"/>
            <a:ext cx="0" cy="96624"/>
          </a:xfrm>
          <a:prstGeom prst="line">
            <a:avLst/>
          </a:prstGeom>
          <a:noFill/>
          <a:ln w="38100">
            <a:solidFill>
              <a:srgbClr val="D87932"/>
            </a:solidFill>
            <a:prstDash val="solid"/>
            <a:headEnd type="none"/>
            <a:tailEnd type="none"/>
          </a:ln>
        </p:spPr>
      </p:sp>
      <p:sp>
        <p:nvSpPr>
          <p:cNvPr id="518" name="Shape 516"/>
          <p:cNvSpPr/>
          <p:nvPr/>
        </p:nvSpPr>
        <p:spPr>
          <a:xfrm>
            <a:off x="1014984" y="3287745"/>
            <a:ext cx="176479" cy="0"/>
          </a:xfrm>
          <a:prstGeom prst="line">
            <a:avLst/>
          </a:prstGeom>
          <a:noFill/>
          <a:ln w="38100">
            <a:solidFill>
              <a:srgbClr val="D87932"/>
            </a:solidFill>
            <a:prstDash val="solid"/>
            <a:headEnd type="none"/>
            <a:tailEnd type="none"/>
          </a:ln>
        </p:spPr>
      </p:sp>
      <p:sp>
        <p:nvSpPr>
          <p:cNvPr id="519" name="Shape 517"/>
          <p:cNvSpPr/>
          <p:nvPr/>
        </p:nvSpPr>
        <p:spPr>
          <a:xfrm>
            <a:off x="1188720" y="3285002"/>
            <a:ext cx="0" cy="373916"/>
          </a:xfrm>
          <a:prstGeom prst="line">
            <a:avLst/>
          </a:prstGeom>
          <a:noFill/>
          <a:ln w="38100">
            <a:solidFill>
              <a:srgbClr val="D87932"/>
            </a:solidFill>
            <a:prstDash val="solid"/>
            <a:headEnd type="none"/>
            <a:tailEnd type="none"/>
          </a:ln>
        </p:spPr>
      </p:sp>
      <p:sp>
        <p:nvSpPr>
          <p:cNvPr id="520" name="Shape 518"/>
          <p:cNvSpPr/>
          <p:nvPr/>
        </p:nvSpPr>
        <p:spPr>
          <a:xfrm>
            <a:off x="1188720" y="3656175"/>
            <a:ext cx="176480" cy="0"/>
          </a:xfrm>
          <a:prstGeom prst="line">
            <a:avLst/>
          </a:prstGeom>
          <a:noFill/>
          <a:ln w="38100">
            <a:solidFill>
              <a:srgbClr val="D87932"/>
            </a:solidFill>
            <a:prstDash val="solid"/>
            <a:headEnd type="none"/>
            <a:tailEnd type="none"/>
          </a:ln>
        </p:spPr>
      </p:sp>
      <p:sp>
        <p:nvSpPr>
          <p:cNvPr id="521" name="Shape 519"/>
          <p:cNvSpPr/>
          <p:nvPr/>
        </p:nvSpPr>
        <p:spPr>
          <a:xfrm>
            <a:off x="1362456" y="3653432"/>
            <a:ext cx="0" cy="431253"/>
          </a:xfrm>
          <a:prstGeom prst="line">
            <a:avLst/>
          </a:prstGeom>
          <a:noFill/>
          <a:ln w="38100">
            <a:solidFill>
              <a:srgbClr val="D87932"/>
            </a:solidFill>
            <a:prstDash val="solid"/>
            <a:headEnd type="none"/>
            <a:tailEnd type="none"/>
          </a:ln>
        </p:spPr>
      </p:sp>
      <p:sp>
        <p:nvSpPr>
          <p:cNvPr id="522" name="Shape 520"/>
          <p:cNvSpPr/>
          <p:nvPr/>
        </p:nvSpPr>
        <p:spPr>
          <a:xfrm>
            <a:off x="1362456" y="4081942"/>
            <a:ext cx="176480" cy="0"/>
          </a:xfrm>
          <a:prstGeom prst="line">
            <a:avLst/>
          </a:prstGeom>
          <a:noFill/>
          <a:ln w="38100">
            <a:solidFill>
              <a:srgbClr val="D87932"/>
            </a:solidFill>
            <a:prstDash val="solid"/>
            <a:headEnd type="none"/>
            <a:tailEnd type="none"/>
          </a:ln>
        </p:spPr>
      </p:sp>
      <p:sp>
        <p:nvSpPr>
          <p:cNvPr id="523" name="Shape 521"/>
          <p:cNvSpPr/>
          <p:nvPr/>
        </p:nvSpPr>
        <p:spPr>
          <a:xfrm>
            <a:off x="1536192" y="4079198"/>
            <a:ext cx="0" cy="277065"/>
          </a:xfrm>
          <a:prstGeom prst="line">
            <a:avLst/>
          </a:prstGeom>
          <a:noFill/>
          <a:ln w="38100">
            <a:solidFill>
              <a:srgbClr val="D87932"/>
            </a:solidFill>
            <a:prstDash val="solid"/>
            <a:headEnd type="none"/>
            <a:tailEnd type="none"/>
          </a:ln>
        </p:spPr>
      </p:sp>
      <p:sp>
        <p:nvSpPr>
          <p:cNvPr id="524" name="Shape 522"/>
          <p:cNvSpPr/>
          <p:nvPr/>
        </p:nvSpPr>
        <p:spPr>
          <a:xfrm>
            <a:off x="1536192" y="4353520"/>
            <a:ext cx="176479" cy="0"/>
          </a:xfrm>
          <a:prstGeom prst="line">
            <a:avLst/>
          </a:prstGeom>
          <a:noFill/>
          <a:ln w="38100">
            <a:solidFill>
              <a:srgbClr val="D87932"/>
            </a:solidFill>
            <a:prstDash val="solid"/>
            <a:headEnd type="none"/>
            <a:tailEnd type="none"/>
          </a:ln>
        </p:spPr>
      </p:sp>
      <p:sp>
        <p:nvSpPr>
          <p:cNvPr id="525" name="Shape 523"/>
          <p:cNvSpPr/>
          <p:nvPr/>
        </p:nvSpPr>
        <p:spPr>
          <a:xfrm>
            <a:off x="1709928" y="4350777"/>
            <a:ext cx="0" cy="245728"/>
          </a:xfrm>
          <a:prstGeom prst="line">
            <a:avLst/>
          </a:prstGeom>
          <a:noFill/>
          <a:ln w="38100">
            <a:solidFill>
              <a:srgbClr val="D87932"/>
            </a:solidFill>
            <a:prstDash val="solid"/>
            <a:headEnd type="none"/>
            <a:tailEnd type="none"/>
          </a:ln>
        </p:spPr>
      </p:sp>
      <p:sp>
        <p:nvSpPr>
          <p:cNvPr id="526" name="Shape 524"/>
          <p:cNvSpPr/>
          <p:nvPr/>
        </p:nvSpPr>
        <p:spPr>
          <a:xfrm>
            <a:off x="1709928" y="4593761"/>
            <a:ext cx="176480" cy="0"/>
          </a:xfrm>
          <a:prstGeom prst="line">
            <a:avLst/>
          </a:prstGeom>
          <a:noFill/>
          <a:ln w="38100">
            <a:solidFill>
              <a:srgbClr val="D87932"/>
            </a:solidFill>
            <a:prstDash val="solid"/>
            <a:headEnd type="none"/>
            <a:tailEnd type="none"/>
          </a:ln>
        </p:spPr>
      </p:sp>
      <p:sp>
        <p:nvSpPr>
          <p:cNvPr id="527" name="Shape 525"/>
          <p:cNvSpPr/>
          <p:nvPr/>
        </p:nvSpPr>
        <p:spPr>
          <a:xfrm>
            <a:off x="1883664" y="4591018"/>
            <a:ext cx="0" cy="244192"/>
          </a:xfrm>
          <a:prstGeom prst="line">
            <a:avLst/>
          </a:prstGeom>
          <a:noFill/>
          <a:ln w="38100">
            <a:solidFill>
              <a:srgbClr val="D87932"/>
            </a:solidFill>
            <a:prstDash val="solid"/>
            <a:headEnd type="none"/>
            <a:tailEnd type="none"/>
          </a:ln>
        </p:spPr>
      </p:sp>
      <p:sp>
        <p:nvSpPr>
          <p:cNvPr id="528" name="Shape 526"/>
          <p:cNvSpPr/>
          <p:nvPr/>
        </p:nvSpPr>
        <p:spPr>
          <a:xfrm>
            <a:off x="1883664" y="4832466"/>
            <a:ext cx="176480" cy="0"/>
          </a:xfrm>
          <a:prstGeom prst="line">
            <a:avLst/>
          </a:prstGeom>
          <a:noFill/>
          <a:ln w="38100">
            <a:solidFill>
              <a:srgbClr val="D87932"/>
            </a:solidFill>
            <a:prstDash val="solid"/>
            <a:headEnd type="none"/>
            <a:tailEnd type="none"/>
          </a:ln>
        </p:spPr>
      </p:sp>
      <p:sp>
        <p:nvSpPr>
          <p:cNvPr id="529" name="Shape 527"/>
          <p:cNvSpPr/>
          <p:nvPr/>
        </p:nvSpPr>
        <p:spPr>
          <a:xfrm>
            <a:off x="2057400" y="4829723"/>
            <a:ext cx="0" cy="26789"/>
          </a:xfrm>
          <a:prstGeom prst="line">
            <a:avLst/>
          </a:prstGeom>
          <a:noFill/>
          <a:ln w="38100">
            <a:solidFill>
              <a:srgbClr val="D87932"/>
            </a:solidFill>
            <a:prstDash val="solid"/>
            <a:headEnd type="none"/>
            <a:tailEnd type="none"/>
          </a:ln>
        </p:spPr>
      </p:sp>
      <p:sp>
        <p:nvSpPr>
          <p:cNvPr id="530" name="Shape 528"/>
          <p:cNvSpPr/>
          <p:nvPr/>
        </p:nvSpPr>
        <p:spPr>
          <a:xfrm>
            <a:off x="2057400" y="4853769"/>
            <a:ext cx="176479" cy="0"/>
          </a:xfrm>
          <a:prstGeom prst="line">
            <a:avLst/>
          </a:prstGeom>
          <a:noFill/>
          <a:ln w="38100">
            <a:solidFill>
              <a:srgbClr val="D87932"/>
            </a:solidFill>
            <a:prstDash val="solid"/>
            <a:headEnd type="none"/>
            <a:tailEnd type="none"/>
          </a:ln>
        </p:spPr>
      </p:sp>
      <p:sp>
        <p:nvSpPr>
          <p:cNvPr id="531" name="Shape 529"/>
          <p:cNvSpPr/>
          <p:nvPr/>
        </p:nvSpPr>
        <p:spPr>
          <a:xfrm>
            <a:off x="2231136" y="4795430"/>
            <a:ext cx="0" cy="61082"/>
          </a:xfrm>
          <a:prstGeom prst="line">
            <a:avLst/>
          </a:prstGeom>
          <a:noFill/>
          <a:ln w="38100">
            <a:solidFill>
              <a:srgbClr val="D87932"/>
            </a:solidFill>
            <a:prstDash val="solid"/>
            <a:headEnd type="none"/>
            <a:tailEnd type="none"/>
          </a:ln>
        </p:spPr>
      </p:sp>
      <p:sp>
        <p:nvSpPr>
          <p:cNvPr id="532" name="Shape 530"/>
          <p:cNvSpPr/>
          <p:nvPr/>
        </p:nvSpPr>
        <p:spPr>
          <a:xfrm>
            <a:off x="2231136" y="4798173"/>
            <a:ext cx="176480" cy="0"/>
          </a:xfrm>
          <a:prstGeom prst="line">
            <a:avLst/>
          </a:prstGeom>
          <a:noFill/>
          <a:ln w="38100">
            <a:solidFill>
              <a:srgbClr val="D87932"/>
            </a:solidFill>
            <a:prstDash val="solid"/>
            <a:headEnd type="none"/>
            <a:tailEnd type="none"/>
          </a:ln>
        </p:spPr>
      </p:sp>
      <p:sp>
        <p:nvSpPr>
          <p:cNvPr id="533" name="Shape 531"/>
          <p:cNvSpPr/>
          <p:nvPr/>
        </p:nvSpPr>
        <p:spPr>
          <a:xfrm>
            <a:off x="2404872" y="4666650"/>
            <a:ext cx="0" cy="134267"/>
          </a:xfrm>
          <a:prstGeom prst="line">
            <a:avLst/>
          </a:prstGeom>
          <a:noFill/>
          <a:ln w="38100">
            <a:solidFill>
              <a:srgbClr val="D87932"/>
            </a:solidFill>
            <a:prstDash val="solid"/>
            <a:headEnd type="none"/>
            <a:tailEnd type="none"/>
          </a:ln>
        </p:spPr>
      </p:sp>
      <p:sp>
        <p:nvSpPr>
          <p:cNvPr id="534" name="Shape 532"/>
          <p:cNvSpPr/>
          <p:nvPr/>
        </p:nvSpPr>
        <p:spPr>
          <a:xfrm>
            <a:off x="2404872" y="4669393"/>
            <a:ext cx="176480" cy="0"/>
          </a:xfrm>
          <a:prstGeom prst="line">
            <a:avLst/>
          </a:prstGeom>
          <a:noFill/>
          <a:ln w="38100">
            <a:solidFill>
              <a:srgbClr val="D87932"/>
            </a:solidFill>
            <a:prstDash val="solid"/>
            <a:headEnd type="none"/>
            <a:tailEnd type="none"/>
          </a:ln>
        </p:spPr>
      </p:sp>
      <p:sp>
        <p:nvSpPr>
          <p:cNvPr id="535" name="Shape 533"/>
          <p:cNvSpPr/>
          <p:nvPr/>
        </p:nvSpPr>
        <p:spPr>
          <a:xfrm>
            <a:off x="2578608" y="4318715"/>
            <a:ext cx="0" cy="353421"/>
          </a:xfrm>
          <a:prstGeom prst="line">
            <a:avLst/>
          </a:prstGeom>
          <a:noFill/>
          <a:ln w="38100">
            <a:solidFill>
              <a:srgbClr val="D87932"/>
            </a:solidFill>
            <a:prstDash val="solid"/>
            <a:headEnd type="none"/>
            <a:tailEnd type="none"/>
          </a:ln>
        </p:spPr>
      </p:sp>
      <p:sp>
        <p:nvSpPr>
          <p:cNvPr id="536" name="Shape 534"/>
          <p:cNvSpPr/>
          <p:nvPr/>
        </p:nvSpPr>
        <p:spPr>
          <a:xfrm>
            <a:off x="2578608" y="4321458"/>
            <a:ext cx="176479" cy="0"/>
          </a:xfrm>
          <a:prstGeom prst="line">
            <a:avLst/>
          </a:prstGeom>
          <a:noFill/>
          <a:ln w="38100">
            <a:solidFill>
              <a:srgbClr val="D87932"/>
            </a:solidFill>
            <a:prstDash val="solid"/>
            <a:headEnd type="none"/>
            <a:tailEnd type="none"/>
          </a:ln>
        </p:spPr>
      </p:sp>
      <p:sp>
        <p:nvSpPr>
          <p:cNvPr id="537" name="Shape 535"/>
          <p:cNvSpPr/>
          <p:nvPr/>
        </p:nvSpPr>
        <p:spPr>
          <a:xfrm>
            <a:off x="2752344" y="4061671"/>
            <a:ext cx="0" cy="262530"/>
          </a:xfrm>
          <a:prstGeom prst="line">
            <a:avLst/>
          </a:prstGeom>
          <a:noFill/>
          <a:ln w="38100">
            <a:solidFill>
              <a:srgbClr val="D87932"/>
            </a:solidFill>
            <a:prstDash val="solid"/>
            <a:headEnd type="none"/>
            <a:tailEnd type="none"/>
          </a:ln>
        </p:spPr>
      </p:sp>
      <p:sp>
        <p:nvSpPr>
          <p:cNvPr id="538" name="Shape 536"/>
          <p:cNvSpPr/>
          <p:nvPr/>
        </p:nvSpPr>
        <p:spPr>
          <a:xfrm>
            <a:off x="2752344" y="4064415"/>
            <a:ext cx="176480" cy="0"/>
          </a:xfrm>
          <a:prstGeom prst="line">
            <a:avLst/>
          </a:prstGeom>
          <a:noFill/>
          <a:ln w="38100">
            <a:solidFill>
              <a:srgbClr val="D87932"/>
            </a:solidFill>
            <a:prstDash val="solid"/>
            <a:headEnd type="none"/>
            <a:tailEnd type="none"/>
          </a:ln>
        </p:spPr>
      </p:sp>
      <p:sp>
        <p:nvSpPr>
          <p:cNvPr id="539" name="Shape 537"/>
          <p:cNvSpPr/>
          <p:nvPr/>
        </p:nvSpPr>
        <p:spPr>
          <a:xfrm>
            <a:off x="2926080" y="3850424"/>
            <a:ext cx="0" cy="216734"/>
          </a:xfrm>
          <a:prstGeom prst="line">
            <a:avLst/>
          </a:prstGeom>
          <a:noFill/>
          <a:ln w="38100">
            <a:solidFill>
              <a:srgbClr val="D87932"/>
            </a:solidFill>
            <a:prstDash val="solid"/>
            <a:headEnd type="none"/>
            <a:tailEnd type="none"/>
          </a:ln>
        </p:spPr>
      </p:sp>
      <p:sp>
        <p:nvSpPr>
          <p:cNvPr id="540" name="Shape 538"/>
          <p:cNvSpPr/>
          <p:nvPr/>
        </p:nvSpPr>
        <p:spPr>
          <a:xfrm>
            <a:off x="2926080" y="3853167"/>
            <a:ext cx="176480" cy="0"/>
          </a:xfrm>
          <a:prstGeom prst="line">
            <a:avLst/>
          </a:prstGeom>
          <a:noFill/>
          <a:ln w="38100">
            <a:solidFill>
              <a:srgbClr val="D87932"/>
            </a:solidFill>
            <a:prstDash val="solid"/>
            <a:headEnd type="none"/>
            <a:tailEnd type="none"/>
          </a:ln>
        </p:spPr>
      </p:sp>
      <p:sp>
        <p:nvSpPr>
          <p:cNvPr id="541" name="Shape 539"/>
          <p:cNvSpPr/>
          <p:nvPr/>
        </p:nvSpPr>
        <p:spPr>
          <a:xfrm>
            <a:off x="3099816" y="3586092"/>
            <a:ext cx="0" cy="269819"/>
          </a:xfrm>
          <a:prstGeom prst="line">
            <a:avLst/>
          </a:prstGeom>
          <a:noFill/>
          <a:ln w="38100">
            <a:solidFill>
              <a:srgbClr val="D87932"/>
            </a:solidFill>
            <a:prstDash val="solid"/>
            <a:headEnd type="none"/>
            <a:tailEnd type="none"/>
          </a:ln>
        </p:spPr>
      </p:sp>
      <p:sp>
        <p:nvSpPr>
          <p:cNvPr id="542" name="Shape 540"/>
          <p:cNvSpPr/>
          <p:nvPr/>
        </p:nvSpPr>
        <p:spPr>
          <a:xfrm>
            <a:off x="3099816" y="3588835"/>
            <a:ext cx="176479" cy="0"/>
          </a:xfrm>
          <a:prstGeom prst="line">
            <a:avLst/>
          </a:prstGeom>
          <a:noFill/>
          <a:ln w="38100">
            <a:solidFill>
              <a:srgbClr val="D87932"/>
            </a:solidFill>
            <a:prstDash val="solid"/>
            <a:headEnd type="none"/>
            <a:tailEnd type="none"/>
          </a:ln>
        </p:spPr>
      </p:sp>
      <p:sp>
        <p:nvSpPr>
          <p:cNvPr id="543" name="Shape 541"/>
          <p:cNvSpPr/>
          <p:nvPr/>
        </p:nvSpPr>
        <p:spPr>
          <a:xfrm>
            <a:off x="3273552" y="3460840"/>
            <a:ext cx="0" cy="130738"/>
          </a:xfrm>
          <a:prstGeom prst="line">
            <a:avLst/>
          </a:prstGeom>
          <a:noFill/>
          <a:ln w="38100">
            <a:solidFill>
              <a:srgbClr val="D87932"/>
            </a:solidFill>
            <a:prstDash val="solid"/>
            <a:headEnd type="none"/>
            <a:tailEnd type="none"/>
          </a:ln>
        </p:spPr>
      </p:sp>
      <p:sp>
        <p:nvSpPr>
          <p:cNvPr id="544" name="Shape 542"/>
          <p:cNvSpPr/>
          <p:nvPr/>
        </p:nvSpPr>
        <p:spPr>
          <a:xfrm>
            <a:off x="3273552" y="3463583"/>
            <a:ext cx="176480" cy="0"/>
          </a:xfrm>
          <a:prstGeom prst="line">
            <a:avLst/>
          </a:prstGeom>
          <a:noFill/>
          <a:ln w="38100">
            <a:solidFill>
              <a:srgbClr val="D87932"/>
            </a:solidFill>
            <a:prstDash val="solid"/>
            <a:headEnd type="none"/>
            <a:tailEnd type="none"/>
          </a:ln>
        </p:spPr>
      </p:sp>
      <p:sp>
        <p:nvSpPr>
          <p:cNvPr id="545" name="Shape 543"/>
          <p:cNvSpPr/>
          <p:nvPr/>
        </p:nvSpPr>
        <p:spPr>
          <a:xfrm>
            <a:off x="3447288" y="3407350"/>
            <a:ext cx="0" cy="58977"/>
          </a:xfrm>
          <a:prstGeom prst="line">
            <a:avLst/>
          </a:prstGeom>
          <a:noFill/>
          <a:ln w="38100">
            <a:solidFill>
              <a:srgbClr val="D87932"/>
            </a:solidFill>
            <a:prstDash val="solid"/>
            <a:headEnd type="none"/>
            <a:tailEnd type="none"/>
          </a:ln>
        </p:spPr>
      </p:sp>
      <p:sp>
        <p:nvSpPr>
          <p:cNvPr id="546" name="Shape 544"/>
          <p:cNvSpPr/>
          <p:nvPr/>
        </p:nvSpPr>
        <p:spPr>
          <a:xfrm>
            <a:off x="3447288" y="3410093"/>
            <a:ext cx="176480" cy="0"/>
          </a:xfrm>
          <a:prstGeom prst="line">
            <a:avLst/>
          </a:prstGeom>
          <a:noFill/>
          <a:ln w="38100">
            <a:solidFill>
              <a:srgbClr val="D87932"/>
            </a:solidFill>
            <a:prstDash val="solid"/>
            <a:headEnd type="none"/>
            <a:tailEnd type="none"/>
          </a:ln>
        </p:spPr>
      </p:sp>
      <p:sp>
        <p:nvSpPr>
          <p:cNvPr id="547" name="Shape 545"/>
          <p:cNvSpPr/>
          <p:nvPr/>
        </p:nvSpPr>
        <p:spPr>
          <a:xfrm>
            <a:off x="3621024" y="3407350"/>
            <a:ext cx="0" cy="30344"/>
          </a:xfrm>
          <a:prstGeom prst="line">
            <a:avLst/>
          </a:prstGeom>
          <a:noFill/>
          <a:ln w="38100">
            <a:solidFill>
              <a:srgbClr val="D87932"/>
            </a:solidFill>
            <a:prstDash val="solid"/>
            <a:headEnd type="none"/>
            <a:tailEnd type="none"/>
          </a:ln>
        </p:spPr>
      </p:sp>
      <p:sp>
        <p:nvSpPr>
          <p:cNvPr id="548" name="Shape 546"/>
          <p:cNvSpPr/>
          <p:nvPr/>
        </p:nvSpPr>
        <p:spPr>
          <a:xfrm>
            <a:off x="3621024" y="3434950"/>
            <a:ext cx="176479" cy="0"/>
          </a:xfrm>
          <a:prstGeom prst="line">
            <a:avLst/>
          </a:prstGeom>
          <a:noFill/>
          <a:ln w="38100">
            <a:solidFill>
              <a:srgbClr val="D87932"/>
            </a:solidFill>
            <a:prstDash val="solid"/>
            <a:headEnd type="none"/>
            <a:tailEnd type="none"/>
          </a:ln>
        </p:spPr>
      </p:sp>
      <p:sp>
        <p:nvSpPr>
          <p:cNvPr id="549" name="Shape 547"/>
          <p:cNvSpPr/>
          <p:nvPr/>
        </p:nvSpPr>
        <p:spPr>
          <a:xfrm>
            <a:off x="3794760" y="3432207"/>
            <a:ext cx="0" cy="258241"/>
          </a:xfrm>
          <a:prstGeom prst="line">
            <a:avLst/>
          </a:prstGeom>
          <a:noFill/>
          <a:ln w="38100">
            <a:solidFill>
              <a:srgbClr val="D87932"/>
            </a:solidFill>
            <a:prstDash val="solid"/>
            <a:headEnd type="none"/>
            <a:tailEnd type="none"/>
          </a:ln>
        </p:spPr>
      </p:sp>
      <p:sp>
        <p:nvSpPr>
          <p:cNvPr id="550" name="Shape 548"/>
          <p:cNvSpPr/>
          <p:nvPr/>
        </p:nvSpPr>
        <p:spPr>
          <a:xfrm>
            <a:off x="3794760" y="3687704"/>
            <a:ext cx="176480" cy="0"/>
          </a:xfrm>
          <a:prstGeom prst="line">
            <a:avLst/>
          </a:prstGeom>
          <a:noFill/>
          <a:ln w="38100">
            <a:solidFill>
              <a:srgbClr val="D87932"/>
            </a:solidFill>
            <a:prstDash val="solid"/>
            <a:headEnd type="none"/>
            <a:tailEnd type="none"/>
          </a:ln>
        </p:spPr>
      </p:sp>
      <p:sp>
        <p:nvSpPr>
          <p:cNvPr id="551" name="Shape 549"/>
          <p:cNvSpPr/>
          <p:nvPr/>
        </p:nvSpPr>
        <p:spPr>
          <a:xfrm>
            <a:off x="3968496" y="3684961"/>
            <a:ext cx="0" cy="371132"/>
          </a:xfrm>
          <a:prstGeom prst="line">
            <a:avLst/>
          </a:prstGeom>
          <a:noFill/>
          <a:ln w="38100">
            <a:solidFill>
              <a:srgbClr val="D87932"/>
            </a:solidFill>
            <a:prstDash val="solid"/>
            <a:headEnd type="none"/>
            <a:tailEnd type="none"/>
          </a:ln>
        </p:spPr>
      </p:sp>
      <p:sp>
        <p:nvSpPr>
          <p:cNvPr id="552" name="Shape 550"/>
          <p:cNvSpPr/>
          <p:nvPr/>
        </p:nvSpPr>
        <p:spPr>
          <a:xfrm>
            <a:off x="3968496" y="4053350"/>
            <a:ext cx="176480" cy="0"/>
          </a:xfrm>
          <a:prstGeom prst="line">
            <a:avLst/>
          </a:prstGeom>
          <a:noFill/>
          <a:ln w="38100">
            <a:solidFill>
              <a:srgbClr val="D87932"/>
            </a:solidFill>
            <a:prstDash val="solid"/>
            <a:headEnd type="none"/>
            <a:tailEnd type="none"/>
          </a:ln>
        </p:spPr>
      </p:sp>
      <p:sp>
        <p:nvSpPr>
          <p:cNvPr id="553" name="Shape 551"/>
          <p:cNvSpPr/>
          <p:nvPr/>
        </p:nvSpPr>
        <p:spPr>
          <a:xfrm>
            <a:off x="4142232" y="4050606"/>
            <a:ext cx="0" cy="253822"/>
          </a:xfrm>
          <a:prstGeom prst="line">
            <a:avLst/>
          </a:prstGeom>
          <a:noFill/>
          <a:ln w="38100">
            <a:solidFill>
              <a:srgbClr val="D87932"/>
            </a:solidFill>
            <a:prstDash val="solid"/>
            <a:headEnd type="none"/>
            <a:tailEnd type="none"/>
          </a:ln>
        </p:spPr>
      </p:sp>
      <p:sp>
        <p:nvSpPr>
          <p:cNvPr id="554" name="Shape 552"/>
          <p:cNvSpPr/>
          <p:nvPr/>
        </p:nvSpPr>
        <p:spPr>
          <a:xfrm>
            <a:off x="4142232" y="4301685"/>
            <a:ext cx="176479" cy="0"/>
          </a:xfrm>
          <a:prstGeom prst="line">
            <a:avLst/>
          </a:prstGeom>
          <a:noFill/>
          <a:ln w="38100">
            <a:solidFill>
              <a:srgbClr val="D87932"/>
            </a:solidFill>
            <a:prstDash val="solid"/>
            <a:headEnd type="none"/>
            <a:tailEnd type="none"/>
          </a:ln>
        </p:spPr>
      </p:sp>
      <p:sp>
        <p:nvSpPr>
          <p:cNvPr id="555" name="Shape 553"/>
          <p:cNvSpPr/>
          <p:nvPr/>
        </p:nvSpPr>
        <p:spPr>
          <a:xfrm>
            <a:off x="4315968" y="4298942"/>
            <a:ext cx="0" cy="96221"/>
          </a:xfrm>
          <a:prstGeom prst="line">
            <a:avLst/>
          </a:prstGeom>
          <a:noFill/>
          <a:ln w="38100">
            <a:solidFill>
              <a:srgbClr val="D87932"/>
            </a:solidFill>
            <a:prstDash val="solid"/>
            <a:headEnd type="none"/>
            <a:tailEnd type="none"/>
          </a:ln>
        </p:spPr>
      </p:sp>
      <p:sp>
        <p:nvSpPr>
          <p:cNvPr id="556" name="Shape 554"/>
          <p:cNvSpPr/>
          <p:nvPr/>
        </p:nvSpPr>
        <p:spPr>
          <a:xfrm>
            <a:off x="4315968" y="4392420"/>
            <a:ext cx="176480" cy="0"/>
          </a:xfrm>
          <a:prstGeom prst="line">
            <a:avLst/>
          </a:prstGeom>
          <a:noFill/>
          <a:ln w="38100">
            <a:solidFill>
              <a:srgbClr val="D87932"/>
            </a:solidFill>
            <a:prstDash val="solid"/>
            <a:headEnd type="none"/>
            <a:tailEnd type="none"/>
          </a:ln>
        </p:spPr>
      </p:sp>
      <p:sp>
        <p:nvSpPr>
          <p:cNvPr id="557" name="Shape 555"/>
          <p:cNvSpPr/>
          <p:nvPr/>
        </p:nvSpPr>
        <p:spPr>
          <a:xfrm>
            <a:off x="4489704" y="4389677"/>
            <a:ext cx="0" cy="88553"/>
          </a:xfrm>
          <a:prstGeom prst="line">
            <a:avLst/>
          </a:prstGeom>
          <a:noFill/>
          <a:ln w="38100">
            <a:solidFill>
              <a:srgbClr val="D87932"/>
            </a:solidFill>
            <a:prstDash val="solid"/>
            <a:headEnd type="none"/>
            <a:tailEnd type="none"/>
          </a:ln>
        </p:spPr>
      </p:sp>
      <p:sp>
        <p:nvSpPr>
          <p:cNvPr id="558" name="Shape 556"/>
          <p:cNvSpPr/>
          <p:nvPr/>
        </p:nvSpPr>
        <p:spPr>
          <a:xfrm>
            <a:off x="4489704" y="4475486"/>
            <a:ext cx="176480" cy="0"/>
          </a:xfrm>
          <a:prstGeom prst="line">
            <a:avLst/>
          </a:prstGeom>
          <a:noFill/>
          <a:ln w="38100">
            <a:solidFill>
              <a:srgbClr val="D87932"/>
            </a:solidFill>
            <a:prstDash val="solid"/>
            <a:headEnd type="none"/>
            <a:tailEnd type="none"/>
          </a:ln>
        </p:spPr>
      </p:sp>
      <p:sp>
        <p:nvSpPr>
          <p:cNvPr id="559" name="Shape 557"/>
          <p:cNvSpPr/>
          <p:nvPr/>
        </p:nvSpPr>
        <p:spPr>
          <a:xfrm>
            <a:off x="4663440" y="4472743"/>
            <a:ext cx="0" cy="62424"/>
          </a:xfrm>
          <a:prstGeom prst="line">
            <a:avLst/>
          </a:prstGeom>
          <a:noFill/>
          <a:ln w="38100">
            <a:solidFill>
              <a:srgbClr val="D87932"/>
            </a:solidFill>
            <a:prstDash val="solid"/>
            <a:headEnd type="none"/>
            <a:tailEnd type="none"/>
          </a:ln>
        </p:spPr>
      </p:sp>
      <p:sp>
        <p:nvSpPr>
          <p:cNvPr id="560" name="Shape 558"/>
          <p:cNvSpPr/>
          <p:nvPr/>
        </p:nvSpPr>
        <p:spPr>
          <a:xfrm>
            <a:off x="4663440" y="4532424"/>
            <a:ext cx="176479" cy="0"/>
          </a:xfrm>
          <a:prstGeom prst="line">
            <a:avLst/>
          </a:prstGeom>
          <a:noFill/>
          <a:ln w="38100">
            <a:solidFill>
              <a:srgbClr val="D87932"/>
            </a:solidFill>
            <a:prstDash val="solid"/>
            <a:headEnd type="none"/>
            <a:tailEnd type="none"/>
          </a:ln>
        </p:spPr>
      </p:sp>
      <p:sp>
        <p:nvSpPr>
          <p:cNvPr id="561" name="Shape 559"/>
          <p:cNvSpPr/>
          <p:nvPr/>
        </p:nvSpPr>
        <p:spPr>
          <a:xfrm>
            <a:off x="4837176" y="4435945"/>
            <a:ext cx="0" cy="99222"/>
          </a:xfrm>
          <a:prstGeom prst="line">
            <a:avLst/>
          </a:prstGeom>
          <a:noFill/>
          <a:ln w="38100">
            <a:solidFill>
              <a:srgbClr val="D87932"/>
            </a:solidFill>
            <a:prstDash val="solid"/>
            <a:headEnd type="none"/>
            <a:tailEnd type="none"/>
          </a:ln>
        </p:spPr>
      </p:sp>
      <p:sp>
        <p:nvSpPr>
          <p:cNvPr id="562" name="Shape 560"/>
          <p:cNvSpPr/>
          <p:nvPr/>
        </p:nvSpPr>
        <p:spPr>
          <a:xfrm>
            <a:off x="4837176" y="4438688"/>
            <a:ext cx="176480" cy="0"/>
          </a:xfrm>
          <a:prstGeom prst="line">
            <a:avLst/>
          </a:prstGeom>
          <a:noFill/>
          <a:ln w="38100">
            <a:solidFill>
              <a:srgbClr val="D87932"/>
            </a:solidFill>
            <a:prstDash val="solid"/>
            <a:headEnd type="none"/>
            <a:tailEnd type="none"/>
          </a:ln>
        </p:spPr>
      </p:sp>
      <p:sp>
        <p:nvSpPr>
          <p:cNvPr id="563" name="Shape 561"/>
          <p:cNvSpPr/>
          <p:nvPr/>
        </p:nvSpPr>
        <p:spPr>
          <a:xfrm>
            <a:off x="5010912" y="4435945"/>
            <a:ext cx="0" cy="73919"/>
          </a:xfrm>
          <a:prstGeom prst="line">
            <a:avLst/>
          </a:prstGeom>
          <a:noFill/>
          <a:ln w="38100">
            <a:solidFill>
              <a:srgbClr val="D87932"/>
            </a:solidFill>
            <a:prstDash val="solid"/>
            <a:headEnd type="none"/>
            <a:tailEnd type="none"/>
          </a:ln>
        </p:spPr>
      </p:sp>
      <p:sp>
        <p:nvSpPr>
          <p:cNvPr id="564" name="Shape 562"/>
          <p:cNvSpPr/>
          <p:nvPr/>
        </p:nvSpPr>
        <p:spPr>
          <a:xfrm>
            <a:off x="5010912" y="4507121"/>
            <a:ext cx="176480" cy="0"/>
          </a:xfrm>
          <a:prstGeom prst="line">
            <a:avLst/>
          </a:prstGeom>
          <a:noFill/>
          <a:ln w="38100">
            <a:solidFill>
              <a:srgbClr val="D87932"/>
            </a:solidFill>
            <a:prstDash val="solid"/>
            <a:headEnd type="none"/>
            <a:tailEnd type="none"/>
          </a:ln>
        </p:spPr>
      </p:sp>
      <p:sp>
        <p:nvSpPr>
          <p:cNvPr id="565" name="Shape 563"/>
          <p:cNvSpPr/>
          <p:nvPr/>
        </p:nvSpPr>
        <p:spPr>
          <a:xfrm>
            <a:off x="5184648" y="4504378"/>
            <a:ext cx="0" cy="38367"/>
          </a:xfrm>
          <a:prstGeom prst="line">
            <a:avLst/>
          </a:prstGeom>
          <a:noFill/>
          <a:ln w="38100">
            <a:solidFill>
              <a:srgbClr val="D87932"/>
            </a:solidFill>
            <a:prstDash val="solid"/>
            <a:headEnd type="none"/>
            <a:tailEnd type="none"/>
          </a:ln>
        </p:spPr>
      </p:sp>
      <p:sp>
        <p:nvSpPr>
          <p:cNvPr id="566" name="Shape 564"/>
          <p:cNvSpPr/>
          <p:nvPr/>
        </p:nvSpPr>
        <p:spPr>
          <a:xfrm>
            <a:off x="5184648" y="4540001"/>
            <a:ext cx="176479" cy="0"/>
          </a:xfrm>
          <a:prstGeom prst="line">
            <a:avLst/>
          </a:prstGeom>
          <a:noFill/>
          <a:ln w="38100">
            <a:solidFill>
              <a:srgbClr val="D87932"/>
            </a:solidFill>
            <a:prstDash val="solid"/>
            <a:headEnd type="none"/>
            <a:tailEnd type="none"/>
          </a:ln>
        </p:spPr>
      </p:sp>
      <p:sp>
        <p:nvSpPr>
          <p:cNvPr id="567" name="Shape 565"/>
          <p:cNvSpPr/>
          <p:nvPr/>
        </p:nvSpPr>
        <p:spPr>
          <a:xfrm>
            <a:off x="5358384" y="4246077"/>
            <a:ext cx="0" cy="296668"/>
          </a:xfrm>
          <a:prstGeom prst="line">
            <a:avLst/>
          </a:prstGeom>
          <a:noFill/>
          <a:ln w="38100">
            <a:solidFill>
              <a:srgbClr val="D87932"/>
            </a:solidFill>
            <a:prstDash val="solid"/>
            <a:headEnd type="none"/>
            <a:tailEnd type="none"/>
          </a:ln>
        </p:spPr>
      </p:sp>
      <p:sp>
        <p:nvSpPr>
          <p:cNvPr id="568" name="Shape 566"/>
          <p:cNvSpPr/>
          <p:nvPr/>
        </p:nvSpPr>
        <p:spPr>
          <a:xfrm>
            <a:off x="5358384" y="4248820"/>
            <a:ext cx="176480" cy="0"/>
          </a:xfrm>
          <a:prstGeom prst="line">
            <a:avLst/>
          </a:prstGeom>
          <a:noFill/>
          <a:ln w="38100">
            <a:solidFill>
              <a:srgbClr val="D87932"/>
            </a:solidFill>
            <a:prstDash val="solid"/>
            <a:headEnd type="none"/>
            <a:tailEnd type="none"/>
          </a:ln>
        </p:spPr>
      </p:sp>
      <p:sp>
        <p:nvSpPr>
          <p:cNvPr id="569" name="Shape 567"/>
          <p:cNvSpPr/>
          <p:nvPr/>
        </p:nvSpPr>
        <p:spPr>
          <a:xfrm>
            <a:off x="5532120" y="3879963"/>
            <a:ext cx="0" cy="371600"/>
          </a:xfrm>
          <a:prstGeom prst="line">
            <a:avLst/>
          </a:prstGeom>
          <a:noFill/>
          <a:ln w="38100">
            <a:solidFill>
              <a:srgbClr val="D87932"/>
            </a:solidFill>
            <a:prstDash val="solid"/>
            <a:headEnd type="none"/>
            <a:tailEnd type="none"/>
          </a:ln>
        </p:spPr>
      </p:sp>
      <p:sp>
        <p:nvSpPr>
          <p:cNvPr id="570" name="Shape 568"/>
          <p:cNvSpPr/>
          <p:nvPr/>
        </p:nvSpPr>
        <p:spPr>
          <a:xfrm>
            <a:off x="5532120" y="3882706"/>
            <a:ext cx="176480" cy="0"/>
          </a:xfrm>
          <a:prstGeom prst="line">
            <a:avLst/>
          </a:prstGeom>
          <a:noFill/>
          <a:ln w="38100">
            <a:solidFill>
              <a:srgbClr val="D87932"/>
            </a:solidFill>
            <a:prstDash val="solid"/>
            <a:headEnd type="none"/>
            <a:tailEnd type="none"/>
          </a:ln>
        </p:spPr>
      </p:sp>
      <p:sp>
        <p:nvSpPr>
          <p:cNvPr id="571" name="Shape 569"/>
          <p:cNvSpPr/>
          <p:nvPr/>
        </p:nvSpPr>
        <p:spPr>
          <a:xfrm>
            <a:off x="5705856" y="3683975"/>
            <a:ext cx="0" cy="201474"/>
          </a:xfrm>
          <a:prstGeom prst="line">
            <a:avLst/>
          </a:prstGeom>
          <a:noFill/>
          <a:ln w="38100">
            <a:solidFill>
              <a:srgbClr val="D87932"/>
            </a:solidFill>
            <a:prstDash val="solid"/>
            <a:headEnd type="none"/>
            <a:tailEnd type="none"/>
          </a:ln>
        </p:spPr>
      </p:sp>
      <p:sp>
        <p:nvSpPr>
          <p:cNvPr id="572" name="Shape 570"/>
          <p:cNvSpPr/>
          <p:nvPr/>
        </p:nvSpPr>
        <p:spPr>
          <a:xfrm>
            <a:off x="5705856" y="3686718"/>
            <a:ext cx="176479" cy="0"/>
          </a:xfrm>
          <a:prstGeom prst="line">
            <a:avLst/>
          </a:prstGeom>
          <a:noFill/>
          <a:ln w="38100">
            <a:solidFill>
              <a:srgbClr val="D87932"/>
            </a:solidFill>
            <a:prstDash val="solid"/>
            <a:headEnd type="none"/>
            <a:tailEnd type="none"/>
          </a:ln>
        </p:spPr>
      </p:sp>
      <p:sp>
        <p:nvSpPr>
          <p:cNvPr id="573" name="Shape 571"/>
          <p:cNvSpPr/>
          <p:nvPr/>
        </p:nvSpPr>
        <p:spPr>
          <a:xfrm>
            <a:off x="5879592" y="3607365"/>
            <a:ext cx="0" cy="82096"/>
          </a:xfrm>
          <a:prstGeom prst="line">
            <a:avLst/>
          </a:prstGeom>
          <a:noFill/>
          <a:ln w="38100">
            <a:solidFill>
              <a:srgbClr val="D87932"/>
            </a:solidFill>
            <a:prstDash val="solid"/>
            <a:headEnd type="none"/>
            <a:tailEnd type="none"/>
          </a:ln>
        </p:spPr>
      </p:sp>
      <p:sp>
        <p:nvSpPr>
          <p:cNvPr id="574" name="Shape 572"/>
          <p:cNvSpPr/>
          <p:nvPr/>
        </p:nvSpPr>
        <p:spPr>
          <a:xfrm>
            <a:off x="5879592" y="3610109"/>
            <a:ext cx="176480" cy="0"/>
          </a:xfrm>
          <a:prstGeom prst="line">
            <a:avLst/>
          </a:prstGeom>
          <a:noFill/>
          <a:ln w="38100">
            <a:solidFill>
              <a:srgbClr val="D87932"/>
            </a:solidFill>
            <a:prstDash val="solid"/>
            <a:headEnd type="none"/>
            <a:tailEnd type="none"/>
          </a:ln>
        </p:spPr>
      </p:sp>
      <p:sp>
        <p:nvSpPr>
          <p:cNvPr id="575" name="Shape 573"/>
          <p:cNvSpPr/>
          <p:nvPr/>
        </p:nvSpPr>
        <p:spPr>
          <a:xfrm>
            <a:off x="6053328" y="3486233"/>
            <a:ext cx="0" cy="126619"/>
          </a:xfrm>
          <a:prstGeom prst="line">
            <a:avLst/>
          </a:prstGeom>
          <a:noFill/>
          <a:ln w="38100">
            <a:solidFill>
              <a:srgbClr val="D87932"/>
            </a:solidFill>
            <a:prstDash val="solid"/>
            <a:headEnd type="none"/>
            <a:tailEnd type="none"/>
          </a:ln>
        </p:spPr>
      </p:sp>
      <p:sp>
        <p:nvSpPr>
          <p:cNvPr id="576" name="Shape 574"/>
          <p:cNvSpPr/>
          <p:nvPr/>
        </p:nvSpPr>
        <p:spPr>
          <a:xfrm>
            <a:off x="6053328" y="3488976"/>
            <a:ext cx="176480" cy="0"/>
          </a:xfrm>
          <a:prstGeom prst="line">
            <a:avLst/>
          </a:prstGeom>
          <a:noFill/>
          <a:ln w="38100">
            <a:solidFill>
              <a:srgbClr val="D87932"/>
            </a:solidFill>
            <a:prstDash val="solid"/>
            <a:headEnd type="none"/>
            <a:tailEnd type="none"/>
          </a:ln>
        </p:spPr>
      </p:sp>
      <p:sp>
        <p:nvSpPr>
          <p:cNvPr id="577" name="Shape 575"/>
          <p:cNvSpPr/>
          <p:nvPr/>
        </p:nvSpPr>
        <p:spPr>
          <a:xfrm>
            <a:off x="6227064" y="3408061"/>
            <a:ext cx="0" cy="83658"/>
          </a:xfrm>
          <a:prstGeom prst="line">
            <a:avLst/>
          </a:prstGeom>
          <a:noFill/>
          <a:ln w="38100">
            <a:solidFill>
              <a:srgbClr val="D87932"/>
            </a:solidFill>
            <a:prstDash val="solid"/>
            <a:headEnd type="none"/>
            <a:tailEnd type="none"/>
          </a:ln>
        </p:spPr>
      </p:sp>
      <p:sp>
        <p:nvSpPr>
          <p:cNvPr id="578" name="Shape 576"/>
          <p:cNvSpPr/>
          <p:nvPr/>
        </p:nvSpPr>
        <p:spPr>
          <a:xfrm>
            <a:off x="6227064" y="3410805"/>
            <a:ext cx="176479" cy="0"/>
          </a:xfrm>
          <a:prstGeom prst="line">
            <a:avLst/>
          </a:prstGeom>
          <a:noFill/>
          <a:ln w="38100">
            <a:solidFill>
              <a:srgbClr val="D87932"/>
            </a:solidFill>
            <a:prstDash val="solid"/>
            <a:headEnd type="none"/>
            <a:tailEnd type="none"/>
          </a:ln>
        </p:spPr>
      </p:sp>
      <p:sp>
        <p:nvSpPr>
          <p:cNvPr id="579" name="Shape 577"/>
          <p:cNvSpPr/>
          <p:nvPr/>
        </p:nvSpPr>
        <p:spPr>
          <a:xfrm>
            <a:off x="6400800" y="3408061"/>
            <a:ext cx="0" cy="144070"/>
          </a:xfrm>
          <a:prstGeom prst="line">
            <a:avLst/>
          </a:prstGeom>
          <a:noFill/>
          <a:ln w="38100">
            <a:solidFill>
              <a:srgbClr val="D87932"/>
            </a:solidFill>
            <a:prstDash val="solid"/>
            <a:headEnd type="none"/>
            <a:tailEnd type="none"/>
          </a:ln>
        </p:spPr>
      </p:sp>
      <p:sp>
        <p:nvSpPr>
          <p:cNvPr id="580" name="Shape 578"/>
          <p:cNvSpPr/>
          <p:nvPr/>
        </p:nvSpPr>
        <p:spPr>
          <a:xfrm>
            <a:off x="6400800" y="3549388"/>
            <a:ext cx="176480" cy="0"/>
          </a:xfrm>
          <a:prstGeom prst="line">
            <a:avLst/>
          </a:prstGeom>
          <a:noFill/>
          <a:ln w="38100">
            <a:solidFill>
              <a:srgbClr val="D87932"/>
            </a:solidFill>
            <a:prstDash val="solid"/>
            <a:headEnd type="none"/>
            <a:tailEnd type="none"/>
          </a:ln>
        </p:spPr>
      </p:sp>
      <p:sp>
        <p:nvSpPr>
          <p:cNvPr id="581" name="Shape 579"/>
          <p:cNvSpPr/>
          <p:nvPr/>
        </p:nvSpPr>
        <p:spPr>
          <a:xfrm>
            <a:off x="6574536" y="3546645"/>
            <a:ext cx="0" cy="45999"/>
          </a:xfrm>
          <a:prstGeom prst="line">
            <a:avLst/>
          </a:prstGeom>
          <a:noFill/>
          <a:ln w="38100">
            <a:solidFill>
              <a:srgbClr val="D87932"/>
            </a:solidFill>
            <a:prstDash val="solid"/>
            <a:headEnd type="none"/>
            <a:tailEnd type="none"/>
          </a:ln>
        </p:spPr>
      </p:sp>
      <p:sp>
        <p:nvSpPr>
          <p:cNvPr id="582" name="Shape 580"/>
          <p:cNvSpPr/>
          <p:nvPr/>
        </p:nvSpPr>
        <p:spPr>
          <a:xfrm>
            <a:off x="6574536" y="3589901"/>
            <a:ext cx="176480" cy="0"/>
          </a:xfrm>
          <a:prstGeom prst="line">
            <a:avLst/>
          </a:prstGeom>
          <a:noFill/>
          <a:ln w="38100">
            <a:solidFill>
              <a:srgbClr val="D87932"/>
            </a:solidFill>
            <a:prstDash val="solid"/>
            <a:headEnd type="none"/>
            <a:tailEnd type="none"/>
          </a:ln>
        </p:spPr>
      </p:sp>
      <p:sp>
        <p:nvSpPr>
          <p:cNvPr id="583" name="Shape 581"/>
          <p:cNvSpPr/>
          <p:nvPr/>
        </p:nvSpPr>
        <p:spPr>
          <a:xfrm>
            <a:off x="6748272" y="3574547"/>
            <a:ext cx="0" cy="18098"/>
          </a:xfrm>
          <a:prstGeom prst="line">
            <a:avLst/>
          </a:prstGeom>
          <a:noFill/>
          <a:ln w="38100">
            <a:solidFill>
              <a:srgbClr val="D87932"/>
            </a:solidFill>
            <a:prstDash val="solid"/>
            <a:headEnd type="none"/>
            <a:tailEnd type="none"/>
          </a:ln>
        </p:spPr>
      </p:sp>
      <p:sp>
        <p:nvSpPr>
          <p:cNvPr id="584" name="Shape 582"/>
          <p:cNvSpPr/>
          <p:nvPr/>
        </p:nvSpPr>
        <p:spPr>
          <a:xfrm>
            <a:off x="6748272" y="3577290"/>
            <a:ext cx="176479" cy="0"/>
          </a:xfrm>
          <a:prstGeom prst="line">
            <a:avLst/>
          </a:prstGeom>
          <a:noFill/>
          <a:ln w="38100">
            <a:solidFill>
              <a:srgbClr val="D87932"/>
            </a:solidFill>
            <a:prstDash val="solid"/>
            <a:headEnd type="none"/>
            <a:tailEnd type="none"/>
          </a:ln>
        </p:spPr>
      </p:sp>
      <p:sp>
        <p:nvSpPr>
          <p:cNvPr id="585" name="Shape 583"/>
          <p:cNvSpPr/>
          <p:nvPr/>
        </p:nvSpPr>
        <p:spPr>
          <a:xfrm>
            <a:off x="6922008" y="3574547"/>
            <a:ext cx="0" cy="20151"/>
          </a:xfrm>
          <a:prstGeom prst="line">
            <a:avLst/>
          </a:prstGeom>
          <a:noFill/>
          <a:ln w="38100">
            <a:solidFill>
              <a:srgbClr val="D87932"/>
            </a:solidFill>
            <a:prstDash val="solid"/>
            <a:headEnd type="none"/>
            <a:tailEnd type="none"/>
          </a:ln>
        </p:spPr>
      </p:sp>
      <p:sp>
        <p:nvSpPr>
          <p:cNvPr id="586" name="Shape 584"/>
          <p:cNvSpPr/>
          <p:nvPr/>
        </p:nvSpPr>
        <p:spPr>
          <a:xfrm>
            <a:off x="6922008" y="3591955"/>
            <a:ext cx="176480" cy="0"/>
          </a:xfrm>
          <a:prstGeom prst="line">
            <a:avLst/>
          </a:prstGeom>
          <a:noFill/>
          <a:ln w="38100">
            <a:solidFill>
              <a:srgbClr val="D87932"/>
            </a:solidFill>
            <a:prstDash val="solid"/>
            <a:headEnd type="none"/>
            <a:tailEnd type="none"/>
          </a:ln>
        </p:spPr>
      </p:sp>
      <p:sp>
        <p:nvSpPr>
          <p:cNvPr id="587" name="Shape 585"/>
          <p:cNvSpPr/>
          <p:nvPr/>
        </p:nvSpPr>
        <p:spPr>
          <a:xfrm>
            <a:off x="7095744" y="3504728"/>
            <a:ext cx="0" cy="89970"/>
          </a:xfrm>
          <a:prstGeom prst="line">
            <a:avLst/>
          </a:prstGeom>
          <a:noFill/>
          <a:ln w="38100">
            <a:solidFill>
              <a:srgbClr val="D87932"/>
            </a:solidFill>
            <a:prstDash val="solid"/>
            <a:headEnd type="none"/>
            <a:tailEnd type="none"/>
          </a:ln>
        </p:spPr>
      </p:sp>
      <p:sp>
        <p:nvSpPr>
          <p:cNvPr id="588" name="Shape 586"/>
          <p:cNvSpPr/>
          <p:nvPr/>
        </p:nvSpPr>
        <p:spPr>
          <a:xfrm>
            <a:off x="7095744" y="3507471"/>
            <a:ext cx="176480" cy="0"/>
          </a:xfrm>
          <a:prstGeom prst="line">
            <a:avLst/>
          </a:prstGeom>
          <a:noFill/>
          <a:ln w="38100">
            <a:solidFill>
              <a:srgbClr val="D87932"/>
            </a:solidFill>
            <a:prstDash val="solid"/>
            <a:headEnd type="none"/>
            <a:tailEnd type="none"/>
          </a:ln>
        </p:spPr>
      </p:sp>
      <p:sp>
        <p:nvSpPr>
          <p:cNvPr id="589" name="Shape 587"/>
          <p:cNvSpPr/>
          <p:nvPr/>
        </p:nvSpPr>
        <p:spPr>
          <a:xfrm>
            <a:off x="7269480" y="3338098"/>
            <a:ext cx="0" cy="172117"/>
          </a:xfrm>
          <a:prstGeom prst="line">
            <a:avLst/>
          </a:prstGeom>
          <a:noFill/>
          <a:ln w="38100">
            <a:solidFill>
              <a:srgbClr val="D87932"/>
            </a:solidFill>
            <a:prstDash val="solid"/>
            <a:headEnd type="none"/>
            <a:tailEnd type="none"/>
          </a:ln>
        </p:spPr>
      </p:sp>
      <p:sp>
        <p:nvSpPr>
          <p:cNvPr id="590" name="Shape 588"/>
          <p:cNvSpPr/>
          <p:nvPr/>
        </p:nvSpPr>
        <p:spPr>
          <a:xfrm>
            <a:off x="7269480" y="3340841"/>
            <a:ext cx="176479" cy="0"/>
          </a:xfrm>
          <a:prstGeom prst="line">
            <a:avLst/>
          </a:prstGeom>
          <a:noFill/>
          <a:ln w="38100">
            <a:solidFill>
              <a:srgbClr val="D87932"/>
            </a:solidFill>
            <a:prstDash val="solid"/>
            <a:headEnd type="none"/>
            <a:tailEnd type="none"/>
          </a:ln>
        </p:spPr>
      </p:sp>
      <p:sp>
        <p:nvSpPr>
          <p:cNvPr id="591" name="Shape 589"/>
          <p:cNvSpPr/>
          <p:nvPr/>
        </p:nvSpPr>
        <p:spPr>
          <a:xfrm>
            <a:off x="7443216" y="3249063"/>
            <a:ext cx="0" cy="94521"/>
          </a:xfrm>
          <a:prstGeom prst="line">
            <a:avLst/>
          </a:prstGeom>
          <a:noFill/>
          <a:ln w="38100">
            <a:solidFill>
              <a:srgbClr val="D87932"/>
            </a:solidFill>
            <a:prstDash val="solid"/>
            <a:headEnd type="none"/>
            <a:tailEnd type="none"/>
          </a:ln>
        </p:spPr>
      </p:sp>
      <p:sp>
        <p:nvSpPr>
          <p:cNvPr id="592" name="Shape 590"/>
          <p:cNvSpPr/>
          <p:nvPr/>
        </p:nvSpPr>
        <p:spPr>
          <a:xfrm>
            <a:off x="7443216" y="3251806"/>
            <a:ext cx="176480" cy="0"/>
          </a:xfrm>
          <a:prstGeom prst="line">
            <a:avLst/>
          </a:prstGeom>
          <a:noFill/>
          <a:ln w="38100">
            <a:solidFill>
              <a:srgbClr val="D87932"/>
            </a:solidFill>
            <a:prstDash val="solid"/>
            <a:headEnd type="none"/>
            <a:tailEnd type="none"/>
          </a:ln>
        </p:spPr>
      </p:sp>
      <p:sp>
        <p:nvSpPr>
          <p:cNvPr id="593" name="Shape 591"/>
          <p:cNvSpPr/>
          <p:nvPr/>
        </p:nvSpPr>
        <p:spPr>
          <a:xfrm>
            <a:off x="7616952" y="3167261"/>
            <a:ext cx="0" cy="87289"/>
          </a:xfrm>
          <a:prstGeom prst="line">
            <a:avLst/>
          </a:prstGeom>
          <a:noFill/>
          <a:ln w="38100">
            <a:solidFill>
              <a:srgbClr val="D87932"/>
            </a:solidFill>
            <a:prstDash val="solid"/>
            <a:headEnd type="none"/>
            <a:tailEnd type="none"/>
          </a:ln>
        </p:spPr>
      </p:sp>
      <p:sp>
        <p:nvSpPr>
          <p:cNvPr id="594" name="Shape 592"/>
          <p:cNvSpPr/>
          <p:nvPr/>
        </p:nvSpPr>
        <p:spPr>
          <a:xfrm>
            <a:off x="7616952" y="3170004"/>
            <a:ext cx="176480" cy="0"/>
          </a:xfrm>
          <a:prstGeom prst="line">
            <a:avLst/>
          </a:prstGeom>
          <a:noFill/>
          <a:ln w="38100">
            <a:solidFill>
              <a:srgbClr val="D87932"/>
            </a:solidFill>
            <a:prstDash val="solid"/>
            <a:headEnd type="none"/>
            <a:tailEnd type="none"/>
          </a:ln>
        </p:spPr>
      </p:sp>
      <p:sp>
        <p:nvSpPr>
          <p:cNvPr id="595" name="Shape 593"/>
          <p:cNvSpPr/>
          <p:nvPr/>
        </p:nvSpPr>
        <p:spPr>
          <a:xfrm>
            <a:off x="7790688" y="3167261"/>
            <a:ext cx="0" cy="89410"/>
          </a:xfrm>
          <a:prstGeom prst="line">
            <a:avLst/>
          </a:prstGeom>
          <a:noFill/>
          <a:ln w="38100">
            <a:solidFill>
              <a:srgbClr val="D87932"/>
            </a:solidFill>
            <a:prstDash val="solid"/>
            <a:headEnd type="none"/>
            <a:tailEnd type="none"/>
          </a:ln>
        </p:spPr>
      </p:sp>
      <p:sp>
        <p:nvSpPr>
          <p:cNvPr id="596" name="Shape 594"/>
          <p:cNvSpPr/>
          <p:nvPr/>
        </p:nvSpPr>
        <p:spPr>
          <a:xfrm>
            <a:off x="7790688" y="3253927"/>
            <a:ext cx="176479" cy="0"/>
          </a:xfrm>
          <a:prstGeom prst="line">
            <a:avLst/>
          </a:prstGeom>
          <a:noFill/>
          <a:ln w="38100">
            <a:solidFill>
              <a:srgbClr val="D87932"/>
            </a:solidFill>
            <a:prstDash val="solid"/>
            <a:headEnd type="none"/>
            <a:tailEnd type="none"/>
          </a:ln>
        </p:spPr>
      </p:sp>
      <p:sp>
        <p:nvSpPr>
          <p:cNvPr id="597" name="Shape 595"/>
          <p:cNvSpPr/>
          <p:nvPr/>
        </p:nvSpPr>
        <p:spPr>
          <a:xfrm>
            <a:off x="7964424" y="3169029"/>
            <a:ext cx="0" cy="87641"/>
          </a:xfrm>
          <a:prstGeom prst="line">
            <a:avLst/>
          </a:prstGeom>
          <a:noFill/>
          <a:ln w="38100">
            <a:solidFill>
              <a:srgbClr val="D87932"/>
            </a:solidFill>
            <a:prstDash val="solid"/>
            <a:headEnd type="none"/>
            <a:tailEnd type="none"/>
          </a:ln>
        </p:spPr>
      </p:sp>
      <p:sp>
        <p:nvSpPr>
          <p:cNvPr id="598" name="Shape 596"/>
          <p:cNvSpPr/>
          <p:nvPr/>
        </p:nvSpPr>
        <p:spPr>
          <a:xfrm>
            <a:off x="7964424" y="3171772"/>
            <a:ext cx="176480" cy="0"/>
          </a:xfrm>
          <a:prstGeom prst="line">
            <a:avLst/>
          </a:prstGeom>
          <a:noFill/>
          <a:ln w="38100">
            <a:solidFill>
              <a:srgbClr val="D87932"/>
            </a:solidFill>
            <a:prstDash val="solid"/>
            <a:headEnd type="none"/>
            <a:tailEnd type="none"/>
          </a:ln>
        </p:spPr>
      </p:sp>
      <p:sp>
        <p:nvSpPr>
          <p:cNvPr id="599" name="Shape 597"/>
          <p:cNvSpPr/>
          <p:nvPr/>
        </p:nvSpPr>
        <p:spPr>
          <a:xfrm>
            <a:off x="8138160" y="2976034"/>
            <a:ext cx="0" cy="198481"/>
          </a:xfrm>
          <a:prstGeom prst="line">
            <a:avLst/>
          </a:prstGeom>
          <a:noFill/>
          <a:ln w="38100">
            <a:solidFill>
              <a:srgbClr val="D87932"/>
            </a:solidFill>
            <a:prstDash val="solid"/>
            <a:headEnd type="none"/>
            <a:tailEnd type="none"/>
          </a:ln>
        </p:spPr>
      </p:sp>
      <p:sp>
        <p:nvSpPr>
          <p:cNvPr id="600" name="Shape 598"/>
          <p:cNvSpPr/>
          <p:nvPr/>
        </p:nvSpPr>
        <p:spPr>
          <a:xfrm>
            <a:off x="8138160" y="2978778"/>
            <a:ext cx="176480" cy="0"/>
          </a:xfrm>
          <a:prstGeom prst="line">
            <a:avLst/>
          </a:prstGeom>
          <a:noFill/>
          <a:ln w="38100">
            <a:solidFill>
              <a:srgbClr val="D87932"/>
            </a:solidFill>
            <a:prstDash val="solid"/>
            <a:headEnd type="none"/>
            <a:tailEnd type="none"/>
          </a:ln>
        </p:spPr>
      </p:sp>
      <p:sp>
        <p:nvSpPr>
          <p:cNvPr id="601" name="Shape 599"/>
          <p:cNvSpPr/>
          <p:nvPr/>
        </p:nvSpPr>
        <p:spPr>
          <a:xfrm>
            <a:off x="8311896" y="2806565"/>
            <a:ext cx="0" cy="174956"/>
          </a:xfrm>
          <a:prstGeom prst="line">
            <a:avLst/>
          </a:prstGeom>
          <a:noFill/>
          <a:ln w="38100">
            <a:solidFill>
              <a:srgbClr val="D87932"/>
            </a:solidFill>
            <a:prstDash val="solid"/>
            <a:headEnd type="none"/>
            <a:tailEnd type="none"/>
          </a:ln>
        </p:spPr>
      </p:sp>
      <p:sp>
        <p:nvSpPr>
          <p:cNvPr id="602" name="Shape 600"/>
          <p:cNvSpPr/>
          <p:nvPr/>
        </p:nvSpPr>
        <p:spPr>
          <a:xfrm>
            <a:off x="8311896" y="2809308"/>
            <a:ext cx="176479" cy="0"/>
          </a:xfrm>
          <a:prstGeom prst="line">
            <a:avLst/>
          </a:prstGeom>
          <a:noFill/>
          <a:ln w="38100">
            <a:solidFill>
              <a:srgbClr val="D87932"/>
            </a:solidFill>
            <a:prstDash val="solid"/>
            <a:headEnd type="none"/>
            <a:tailEnd type="none"/>
          </a:ln>
        </p:spPr>
      </p:sp>
      <p:sp>
        <p:nvSpPr>
          <p:cNvPr id="603" name="Shape 601"/>
          <p:cNvSpPr/>
          <p:nvPr/>
        </p:nvSpPr>
        <p:spPr>
          <a:xfrm>
            <a:off x="8485632" y="2503916"/>
            <a:ext cx="0" cy="308135"/>
          </a:xfrm>
          <a:prstGeom prst="line">
            <a:avLst/>
          </a:prstGeom>
          <a:noFill/>
          <a:ln w="38100">
            <a:solidFill>
              <a:srgbClr val="D87932"/>
            </a:solidFill>
            <a:prstDash val="solid"/>
            <a:headEnd type="none"/>
            <a:tailEnd type="none"/>
          </a:ln>
        </p:spPr>
      </p:sp>
      <p:sp>
        <p:nvSpPr>
          <p:cNvPr id="604" name="Shape 602"/>
          <p:cNvSpPr/>
          <p:nvPr/>
        </p:nvSpPr>
        <p:spPr>
          <a:xfrm>
            <a:off x="8485632" y="2506660"/>
            <a:ext cx="176480" cy="0"/>
          </a:xfrm>
          <a:prstGeom prst="line">
            <a:avLst/>
          </a:prstGeom>
          <a:noFill/>
          <a:ln w="38100">
            <a:solidFill>
              <a:srgbClr val="D87932"/>
            </a:solidFill>
            <a:prstDash val="solid"/>
            <a:headEnd type="none"/>
            <a:tailEnd type="none"/>
          </a:ln>
        </p:spPr>
      </p:sp>
      <p:sp>
        <p:nvSpPr>
          <p:cNvPr id="605" name="Shape 603"/>
          <p:cNvSpPr/>
          <p:nvPr/>
        </p:nvSpPr>
        <p:spPr>
          <a:xfrm>
            <a:off x="8659368" y="2329267"/>
            <a:ext cx="0" cy="180136"/>
          </a:xfrm>
          <a:prstGeom prst="line">
            <a:avLst/>
          </a:prstGeom>
          <a:noFill/>
          <a:ln w="38100">
            <a:solidFill>
              <a:srgbClr val="D87932"/>
            </a:solidFill>
            <a:prstDash val="solid"/>
            <a:headEnd type="none"/>
            <a:tailEnd type="none"/>
          </a:ln>
        </p:spPr>
      </p:sp>
      <p:sp>
        <p:nvSpPr>
          <p:cNvPr id="606" name="Shape 604"/>
          <p:cNvSpPr/>
          <p:nvPr/>
        </p:nvSpPr>
        <p:spPr>
          <a:xfrm>
            <a:off x="8659368" y="2332010"/>
            <a:ext cx="176480" cy="0"/>
          </a:xfrm>
          <a:prstGeom prst="line">
            <a:avLst/>
          </a:prstGeom>
          <a:noFill/>
          <a:ln w="38100">
            <a:solidFill>
              <a:srgbClr val="D87932"/>
            </a:solidFill>
            <a:prstDash val="solid"/>
            <a:headEnd type="none"/>
            <a:tailEnd type="none"/>
          </a:ln>
        </p:spPr>
      </p:sp>
      <p:sp>
        <p:nvSpPr>
          <p:cNvPr id="607" name="Shape 605"/>
          <p:cNvSpPr/>
          <p:nvPr/>
        </p:nvSpPr>
        <p:spPr>
          <a:xfrm>
            <a:off x="8833104" y="2300745"/>
            <a:ext cx="0" cy="34008"/>
          </a:xfrm>
          <a:prstGeom prst="line">
            <a:avLst/>
          </a:prstGeom>
          <a:noFill/>
          <a:ln w="38100">
            <a:solidFill>
              <a:srgbClr val="D87932"/>
            </a:solidFill>
            <a:prstDash val="solid"/>
            <a:headEnd type="none"/>
            <a:tailEnd type="none"/>
          </a:ln>
        </p:spPr>
      </p:sp>
      <p:sp>
        <p:nvSpPr>
          <p:cNvPr id="608" name="Shape 606"/>
          <p:cNvSpPr/>
          <p:nvPr/>
        </p:nvSpPr>
        <p:spPr>
          <a:xfrm>
            <a:off x="8833104" y="2303488"/>
            <a:ext cx="176479" cy="0"/>
          </a:xfrm>
          <a:prstGeom prst="line">
            <a:avLst/>
          </a:prstGeom>
          <a:noFill/>
          <a:ln w="38100">
            <a:solidFill>
              <a:srgbClr val="D87932"/>
            </a:solidFill>
            <a:prstDash val="solid"/>
            <a:headEnd type="none"/>
            <a:tailEnd type="none"/>
          </a:ln>
        </p:spPr>
      </p:sp>
      <p:sp>
        <p:nvSpPr>
          <p:cNvPr id="609" name="Shape 607"/>
          <p:cNvSpPr/>
          <p:nvPr/>
        </p:nvSpPr>
        <p:spPr>
          <a:xfrm>
            <a:off x="9006840" y="2275342"/>
            <a:ext cx="0" cy="30889"/>
          </a:xfrm>
          <a:prstGeom prst="line">
            <a:avLst/>
          </a:prstGeom>
          <a:noFill/>
          <a:ln w="38100">
            <a:solidFill>
              <a:srgbClr val="D87932"/>
            </a:solidFill>
            <a:prstDash val="solid"/>
            <a:headEnd type="none"/>
            <a:tailEnd type="none"/>
          </a:ln>
        </p:spPr>
      </p:sp>
      <p:sp>
        <p:nvSpPr>
          <p:cNvPr id="610" name="Shape 608"/>
          <p:cNvSpPr/>
          <p:nvPr/>
        </p:nvSpPr>
        <p:spPr>
          <a:xfrm>
            <a:off x="9006840" y="2278085"/>
            <a:ext cx="176480" cy="0"/>
          </a:xfrm>
          <a:prstGeom prst="line">
            <a:avLst/>
          </a:prstGeom>
          <a:noFill/>
          <a:ln w="38100">
            <a:solidFill>
              <a:srgbClr val="D87932"/>
            </a:solidFill>
            <a:prstDash val="solid"/>
            <a:headEnd type="none"/>
            <a:tailEnd type="none"/>
          </a:ln>
        </p:spPr>
      </p:sp>
      <p:sp>
        <p:nvSpPr>
          <p:cNvPr id="611" name="Shape 609"/>
          <p:cNvSpPr/>
          <p:nvPr/>
        </p:nvSpPr>
        <p:spPr>
          <a:xfrm>
            <a:off x="9180576" y="2275342"/>
            <a:ext cx="0" cy="16839"/>
          </a:xfrm>
          <a:prstGeom prst="line">
            <a:avLst/>
          </a:prstGeom>
          <a:noFill/>
          <a:ln w="38100">
            <a:solidFill>
              <a:srgbClr val="D87932"/>
            </a:solidFill>
            <a:prstDash val="solid"/>
            <a:headEnd type="none"/>
            <a:tailEnd type="none"/>
          </a:ln>
        </p:spPr>
      </p:sp>
      <p:sp>
        <p:nvSpPr>
          <p:cNvPr id="612" name="Shape 610"/>
          <p:cNvSpPr/>
          <p:nvPr/>
        </p:nvSpPr>
        <p:spPr>
          <a:xfrm>
            <a:off x="9180576" y="2289438"/>
            <a:ext cx="176480" cy="0"/>
          </a:xfrm>
          <a:prstGeom prst="line">
            <a:avLst/>
          </a:prstGeom>
          <a:noFill/>
          <a:ln w="38100">
            <a:solidFill>
              <a:srgbClr val="D87932"/>
            </a:solidFill>
            <a:prstDash val="solid"/>
            <a:headEnd type="none"/>
            <a:tailEnd type="none"/>
          </a:ln>
        </p:spPr>
      </p:sp>
      <p:sp>
        <p:nvSpPr>
          <p:cNvPr id="613" name="Shape 611"/>
          <p:cNvSpPr/>
          <p:nvPr/>
        </p:nvSpPr>
        <p:spPr>
          <a:xfrm>
            <a:off x="9354312" y="2286694"/>
            <a:ext cx="0" cy="108260"/>
          </a:xfrm>
          <a:prstGeom prst="line">
            <a:avLst/>
          </a:prstGeom>
          <a:noFill/>
          <a:ln w="38100">
            <a:solidFill>
              <a:srgbClr val="D87932"/>
            </a:solidFill>
            <a:prstDash val="solid"/>
            <a:headEnd type="none"/>
            <a:tailEnd type="none"/>
          </a:ln>
        </p:spPr>
      </p:sp>
      <p:sp>
        <p:nvSpPr>
          <p:cNvPr id="614" name="Shape 612"/>
          <p:cNvSpPr/>
          <p:nvPr/>
        </p:nvSpPr>
        <p:spPr>
          <a:xfrm>
            <a:off x="9354312" y="2392211"/>
            <a:ext cx="176479" cy="0"/>
          </a:xfrm>
          <a:prstGeom prst="line">
            <a:avLst/>
          </a:prstGeom>
          <a:noFill/>
          <a:ln w="38100">
            <a:solidFill>
              <a:srgbClr val="D87932"/>
            </a:solidFill>
            <a:prstDash val="solid"/>
            <a:headEnd type="none"/>
            <a:tailEnd type="none"/>
          </a:ln>
        </p:spPr>
      </p:sp>
      <p:sp>
        <p:nvSpPr>
          <p:cNvPr id="615" name="Shape 613"/>
          <p:cNvSpPr/>
          <p:nvPr/>
        </p:nvSpPr>
        <p:spPr>
          <a:xfrm>
            <a:off x="9528048" y="2389468"/>
            <a:ext cx="0" cy="168054"/>
          </a:xfrm>
          <a:prstGeom prst="line">
            <a:avLst/>
          </a:prstGeom>
          <a:noFill/>
          <a:ln w="38100">
            <a:solidFill>
              <a:srgbClr val="D87932"/>
            </a:solidFill>
            <a:prstDash val="solid"/>
            <a:headEnd type="none"/>
            <a:tailEnd type="none"/>
          </a:ln>
        </p:spPr>
      </p:sp>
      <p:sp>
        <p:nvSpPr>
          <p:cNvPr id="616" name="Shape 614"/>
          <p:cNvSpPr/>
          <p:nvPr/>
        </p:nvSpPr>
        <p:spPr>
          <a:xfrm>
            <a:off x="9528048" y="2554778"/>
            <a:ext cx="176480" cy="0"/>
          </a:xfrm>
          <a:prstGeom prst="line">
            <a:avLst/>
          </a:prstGeom>
          <a:noFill/>
          <a:ln w="38100">
            <a:solidFill>
              <a:srgbClr val="D87932"/>
            </a:solidFill>
            <a:prstDash val="solid"/>
            <a:headEnd type="none"/>
            <a:tailEnd type="none"/>
          </a:ln>
        </p:spPr>
      </p:sp>
      <p:sp>
        <p:nvSpPr>
          <p:cNvPr id="617" name="Shape 615"/>
          <p:cNvSpPr/>
          <p:nvPr/>
        </p:nvSpPr>
        <p:spPr>
          <a:xfrm>
            <a:off x="9701784" y="2552035"/>
            <a:ext cx="0" cy="232795"/>
          </a:xfrm>
          <a:prstGeom prst="line">
            <a:avLst/>
          </a:prstGeom>
          <a:noFill/>
          <a:ln w="38100">
            <a:solidFill>
              <a:srgbClr val="D87932"/>
            </a:solidFill>
            <a:prstDash val="solid"/>
            <a:headEnd type="none"/>
            <a:tailEnd type="none"/>
          </a:ln>
        </p:spPr>
      </p:sp>
      <p:sp>
        <p:nvSpPr>
          <p:cNvPr id="618" name="Shape 616"/>
          <p:cNvSpPr/>
          <p:nvPr/>
        </p:nvSpPr>
        <p:spPr>
          <a:xfrm>
            <a:off x="9701784" y="2782087"/>
            <a:ext cx="176480" cy="0"/>
          </a:xfrm>
          <a:prstGeom prst="line">
            <a:avLst/>
          </a:prstGeom>
          <a:noFill/>
          <a:ln w="38100">
            <a:solidFill>
              <a:srgbClr val="D87932"/>
            </a:solidFill>
            <a:prstDash val="solid"/>
            <a:headEnd type="none"/>
            <a:tailEnd type="none"/>
          </a:ln>
        </p:spPr>
      </p:sp>
      <p:sp>
        <p:nvSpPr>
          <p:cNvPr id="619" name="Shape 617"/>
          <p:cNvSpPr/>
          <p:nvPr/>
        </p:nvSpPr>
        <p:spPr>
          <a:xfrm>
            <a:off x="9875520" y="2779344"/>
            <a:ext cx="0" cy="55345"/>
          </a:xfrm>
          <a:prstGeom prst="line">
            <a:avLst/>
          </a:prstGeom>
          <a:noFill/>
          <a:ln w="38100">
            <a:solidFill>
              <a:srgbClr val="D87932"/>
            </a:solidFill>
            <a:prstDash val="solid"/>
            <a:headEnd type="none"/>
            <a:tailEnd type="none"/>
          </a:ln>
        </p:spPr>
      </p:sp>
      <p:sp>
        <p:nvSpPr>
          <p:cNvPr id="620" name="Shape 618"/>
          <p:cNvSpPr/>
          <p:nvPr/>
        </p:nvSpPr>
        <p:spPr>
          <a:xfrm>
            <a:off x="9875520" y="2831946"/>
            <a:ext cx="176479" cy="0"/>
          </a:xfrm>
          <a:prstGeom prst="line">
            <a:avLst/>
          </a:prstGeom>
          <a:noFill/>
          <a:ln w="38100">
            <a:solidFill>
              <a:srgbClr val="D87932"/>
            </a:solidFill>
            <a:prstDash val="solid"/>
            <a:headEnd type="none"/>
            <a:tailEnd type="none"/>
          </a:ln>
        </p:spPr>
      </p:sp>
      <p:sp>
        <p:nvSpPr>
          <p:cNvPr id="621" name="Shape 619"/>
          <p:cNvSpPr/>
          <p:nvPr/>
        </p:nvSpPr>
        <p:spPr>
          <a:xfrm>
            <a:off x="10049256" y="2829203"/>
            <a:ext cx="0" cy="124028"/>
          </a:xfrm>
          <a:prstGeom prst="line">
            <a:avLst/>
          </a:prstGeom>
          <a:noFill/>
          <a:ln w="38100">
            <a:solidFill>
              <a:srgbClr val="D87932"/>
            </a:solidFill>
            <a:prstDash val="solid"/>
            <a:headEnd type="none"/>
            <a:tailEnd type="none"/>
          </a:ln>
        </p:spPr>
      </p:sp>
      <p:sp>
        <p:nvSpPr>
          <p:cNvPr id="622" name="Shape 620"/>
          <p:cNvSpPr/>
          <p:nvPr/>
        </p:nvSpPr>
        <p:spPr>
          <a:xfrm>
            <a:off x="10049256" y="2950488"/>
            <a:ext cx="176480" cy="0"/>
          </a:xfrm>
          <a:prstGeom prst="line">
            <a:avLst/>
          </a:prstGeom>
          <a:noFill/>
          <a:ln w="38100">
            <a:solidFill>
              <a:srgbClr val="D87932"/>
            </a:solidFill>
            <a:prstDash val="solid"/>
            <a:headEnd type="none"/>
            <a:tailEnd type="none"/>
          </a:ln>
        </p:spPr>
      </p:sp>
      <p:sp>
        <p:nvSpPr>
          <p:cNvPr id="623" name="Shape 621"/>
          <p:cNvSpPr/>
          <p:nvPr/>
        </p:nvSpPr>
        <p:spPr>
          <a:xfrm>
            <a:off x="10222992" y="2947745"/>
            <a:ext cx="0" cy="132578"/>
          </a:xfrm>
          <a:prstGeom prst="line">
            <a:avLst/>
          </a:prstGeom>
          <a:noFill/>
          <a:ln w="38100">
            <a:solidFill>
              <a:srgbClr val="D87932"/>
            </a:solidFill>
            <a:prstDash val="solid"/>
            <a:headEnd type="none"/>
            <a:tailEnd type="none"/>
          </a:ln>
        </p:spPr>
      </p:sp>
      <p:sp>
        <p:nvSpPr>
          <p:cNvPr id="624" name="Shape 622"/>
          <p:cNvSpPr/>
          <p:nvPr/>
        </p:nvSpPr>
        <p:spPr>
          <a:xfrm>
            <a:off x="10222992" y="3077580"/>
            <a:ext cx="176480" cy="0"/>
          </a:xfrm>
          <a:prstGeom prst="line">
            <a:avLst/>
          </a:prstGeom>
          <a:noFill/>
          <a:ln w="38100">
            <a:solidFill>
              <a:srgbClr val="D87932"/>
            </a:solidFill>
            <a:prstDash val="solid"/>
            <a:headEnd type="none"/>
            <a:tailEnd type="none"/>
          </a:ln>
        </p:spPr>
      </p:sp>
      <p:sp>
        <p:nvSpPr>
          <p:cNvPr id="625" name="Shape 623"/>
          <p:cNvSpPr/>
          <p:nvPr/>
        </p:nvSpPr>
        <p:spPr>
          <a:xfrm>
            <a:off x="10396728" y="3074837"/>
            <a:ext cx="0" cy="157417"/>
          </a:xfrm>
          <a:prstGeom prst="line">
            <a:avLst/>
          </a:prstGeom>
          <a:noFill/>
          <a:ln w="38100">
            <a:solidFill>
              <a:srgbClr val="D87932"/>
            </a:solidFill>
            <a:prstDash val="solid"/>
            <a:headEnd type="none"/>
            <a:tailEnd type="none"/>
          </a:ln>
        </p:spPr>
      </p:sp>
      <p:sp>
        <p:nvSpPr>
          <p:cNvPr id="626" name="Shape 624"/>
          <p:cNvSpPr/>
          <p:nvPr/>
        </p:nvSpPr>
        <p:spPr>
          <a:xfrm>
            <a:off x="10396728" y="3229510"/>
            <a:ext cx="176479" cy="0"/>
          </a:xfrm>
          <a:prstGeom prst="line">
            <a:avLst/>
          </a:prstGeom>
          <a:noFill/>
          <a:ln w="38100">
            <a:solidFill>
              <a:srgbClr val="D87932"/>
            </a:solidFill>
            <a:prstDash val="solid"/>
            <a:headEnd type="none"/>
            <a:tailEnd type="none"/>
          </a:ln>
        </p:spPr>
      </p:sp>
      <p:sp>
        <p:nvSpPr>
          <p:cNvPr id="627" name="Shape 625"/>
          <p:cNvSpPr/>
          <p:nvPr/>
        </p:nvSpPr>
        <p:spPr>
          <a:xfrm>
            <a:off x="10570464" y="3203208"/>
            <a:ext cx="0" cy="29046"/>
          </a:xfrm>
          <a:prstGeom prst="line">
            <a:avLst/>
          </a:prstGeom>
          <a:noFill/>
          <a:ln w="38100">
            <a:solidFill>
              <a:srgbClr val="D87932"/>
            </a:solidFill>
            <a:prstDash val="solid"/>
            <a:headEnd type="none"/>
            <a:tailEnd type="none"/>
          </a:ln>
        </p:spPr>
      </p:sp>
      <p:sp>
        <p:nvSpPr>
          <p:cNvPr id="628" name="Shape 626"/>
          <p:cNvSpPr/>
          <p:nvPr/>
        </p:nvSpPr>
        <p:spPr>
          <a:xfrm>
            <a:off x="10570464" y="3205951"/>
            <a:ext cx="176480" cy="0"/>
          </a:xfrm>
          <a:prstGeom prst="line">
            <a:avLst/>
          </a:prstGeom>
          <a:noFill/>
          <a:ln w="38100">
            <a:solidFill>
              <a:srgbClr val="D87932"/>
            </a:solidFill>
            <a:prstDash val="solid"/>
            <a:headEnd type="none"/>
            <a:tailEnd type="none"/>
          </a:ln>
        </p:spPr>
      </p:sp>
      <p:sp>
        <p:nvSpPr>
          <p:cNvPr id="629" name="Shape 627"/>
          <p:cNvSpPr/>
          <p:nvPr/>
        </p:nvSpPr>
        <p:spPr>
          <a:xfrm>
            <a:off x="10744200" y="2965388"/>
            <a:ext cx="0" cy="243306"/>
          </a:xfrm>
          <a:prstGeom prst="line">
            <a:avLst/>
          </a:prstGeom>
          <a:noFill/>
          <a:ln w="38100">
            <a:solidFill>
              <a:srgbClr val="D87932"/>
            </a:solidFill>
            <a:prstDash val="solid"/>
            <a:headEnd type="none"/>
            <a:tailEnd type="none"/>
          </a:ln>
        </p:spPr>
      </p:sp>
      <p:sp>
        <p:nvSpPr>
          <p:cNvPr id="630" name="Shape 628"/>
          <p:cNvSpPr/>
          <p:nvPr/>
        </p:nvSpPr>
        <p:spPr>
          <a:xfrm>
            <a:off x="10744200" y="2968131"/>
            <a:ext cx="176480" cy="0"/>
          </a:xfrm>
          <a:prstGeom prst="line">
            <a:avLst/>
          </a:prstGeom>
          <a:noFill/>
          <a:ln w="38100">
            <a:solidFill>
              <a:srgbClr val="D87932"/>
            </a:solidFill>
            <a:prstDash val="solid"/>
            <a:headEnd type="none"/>
            <a:tailEnd type="none"/>
          </a:ln>
        </p:spPr>
      </p:sp>
      <p:sp>
        <p:nvSpPr>
          <p:cNvPr id="631" name="Shape 629"/>
          <p:cNvSpPr/>
          <p:nvPr/>
        </p:nvSpPr>
        <p:spPr>
          <a:xfrm>
            <a:off x="10917936" y="2715879"/>
            <a:ext cx="0" cy="254996"/>
          </a:xfrm>
          <a:prstGeom prst="line">
            <a:avLst/>
          </a:prstGeom>
          <a:noFill/>
          <a:ln w="38100">
            <a:solidFill>
              <a:srgbClr val="D87932"/>
            </a:solidFill>
            <a:prstDash val="solid"/>
            <a:headEnd type="none"/>
            <a:tailEnd type="none"/>
          </a:ln>
        </p:spPr>
      </p:sp>
      <p:sp>
        <p:nvSpPr>
          <p:cNvPr id="632" name="Shape 630"/>
          <p:cNvSpPr/>
          <p:nvPr/>
        </p:nvSpPr>
        <p:spPr>
          <a:xfrm>
            <a:off x="10917936" y="2718622"/>
            <a:ext cx="176479" cy="0"/>
          </a:xfrm>
          <a:prstGeom prst="line">
            <a:avLst/>
          </a:prstGeom>
          <a:noFill/>
          <a:ln w="38100">
            <a:solidFill>
              <a:srgbClr val="D87932"/>
            </a:solidFill>
            <a:prstDash val="solid"/>
            <a:headEnd type="none"/>
            <a:tailEnd type="none"/>
          </a:ln>
        </p:spPr>
      </p:sp>
      <p:sp>
        <p:nvSpPr>
          <p:cNvPr id="633" name="Shape 631"/>
          <p:cNvSpPr/>
          <p:nvPr/>
        </p:nvSpPr>
        <p:spPr>
          <a:xfrm>
            <a:off x="11091672" y="2536616"/>
            <a:ext cx="0" cy="184750"/>
          </a:xfrm>
          <a:prstGeom prst="line">
            <a:avLst/>
          </a:prstGeom>
          <a:noFill/>
          <a:ln w="38100">
            <a:solidFill>
              <a:srgbClr val="D87932"/>
            </a:solidFill>
            <a:prstDash val="solid"/>
            <a:headEnd type="none"/>
            <a:tailEnd type="none"/>
          </a:ln>
        </p:spPr>
      </p:sp>
      <p:sp>
        <p:nvSpPr>
          <p:cNvPr id="634" name="Shape 632"/>
          <p:cNvSpPr/>
          <p:nvPr/>
        </p:nvSpPr>
        <p:spPr>
          <a:xfrm>
            <a:off x="11091672" y="2539359"/>
            <a:ext cx="176480" cy="0"/>
          </a:xfrm>
          <a:prstGeom prst="line">
            <a:avLst/>
          </a:prstGeom>
          <a:noFill/>
          <a:ln w="38100">
            <a:solidFill>
              <a:srgbClr val="D87932"/>
            </a:solidFill>
            <a:prstDash val="solid"/>
            <a:headEnd type="none"/>
            <a:tailEnd type="none"/>
          </a:ln>
        </p:spPr>
      </p:sp>
      <p:sp>
        <p:nvSpPr>
          <p:cNvPr id="635" name="Shape 633"/>
          <p:cNvSpPr/>
          <p:nvPr/>
        </p:nvSpPr>
        <p:spPr>
          <a:xfrm>
            <a:off x="11265408" y="2536616"/>
            <a:ext cx="0" cy="234093"/>
          </a:xfrm>
          <a:prstGeom prst="line">
            <a:avLst/>
          </a:prstGeom>
          <a:noFill/>
          <a:ln w="38100">
            <a:solidFill>
              <a:srgbClr val="D87932"/>
            </a:solidFill>
            <a:prstDash val="solid"/>
            <a:headEnd type="none"/>
            <a:tailEnd type="none"/>
          </a:ln>
        </p:spPr>
      </p:sp>
      <p:sp>
        <p:nvSpPr>
          <p:cNvPr id="636" name="Shape 634"/>
          <p:cNvSpPr/>
          <p:nvPr/>
        </p:nvSpPr>
        <p:spPr>
          <a:xfrm>
            <a:off x="868680" y="2020824"/>
            <a:ext cx="256032" cy="0"/>
          </a:xfrm>
          <a:prstGeom prst="line">
            <a:avLst/>
          </a:prstGeom>
          <a:noFill/>
          <a:ln w="38100">
            <a:solidFill>
              <a:srgbClr val="D87932"/>
            </a:solidFill>
            <a:prstDash val="solid"/>
          </a:ln>
        </p:spPr>
      </p:sp>
      <p:sp>
        <p:nvSpPr>
          <p:cNvPr id="637" name="Text 635"/>
          <p:cNvSpPr/>
          <p:nvPr/>
        </p:nvSpPr>
        <p:spPr>
          <a:xfrm>
            <a:off x="1197864" y="1947672"/>
            <a:ext cx="2011680" cy="155448"/>
          </a:xfrm>
          <a:prstGeom prst="rect">
            <a:avLst/>
          </a:prstGeom>
          <a:noFill/>
          <a:ln/>
        </p:spPr>
        <p:txBody>
          <a:bodyPr wrap="square" lIns="0" tIns="0" rIns="0" bIns="0" rtlCol="0" anchor="ctr">
            <a:normAutofit/>
          </a:bodyPr>
          <a:lstStyle/>
          <a:p>
            <a:pPr indent="0" marL="0">
              <a:buNone/>
            </a:pPr>
            <a:r>
              <a:rPr lang="en-US" sz="920" b="1" dirty="0">
                <a:solidFill>
                  <a:srgbClr val="D87932"/>
                </a:solidFill>
              </a:rPr>
              <a:t>C₂ PP</a:t>
            </a:r>
            <a:endParaRPr lang="en-US" sz="920" dirty="0"/>
          </a:p>
        </p:txBody>
      </p:sp>
      <p:sp>
        <p:nvSpPr>
          <p:cNvPr id="638" name="Shape 636"/>
          <p:cNvSpPr/>
          <p:nvPr/>
        </p:nvSpPr>
        <p:spPr>
          <a:xfrm>
            <a:off x="0" y="0"/>
            <a:ext cx="12191695" cy="502920"/>
          </a:xfrm>
          <a:prstGeom prst="rect">
            <a:avLst/>
          </a:prstGeom>
          <a:solidFill>
            <a:srgbClr val="263746"/>
          </a:solidFill>
          <a:ln w="12700">
            <a:solidFill>
              <a:srgbClr val="263746"/>
            </a:solidFill>
            <a:prstDash val="solid"/>
          </a:ln>
        </p:spPr>
      </p:sp>
      <p:sp>
        <p:nvSpPr>
          <p:cNvPr id="639" name="Shape 637"/>
          <p:cNvSpPr/>
          <p:nvPr/>
        </p:nvSpPr>
        <p:spPr>
          <a:xfrm>
            <a:off x="0" y="484632"/>
            <a:ext cx="12191695" cy="22860"/>
          </a:xfrm>
          <a:prstGeom prst="rect">
            <a:avLst/>
          </a:prstGeom>
          <a:solidFill>
            <a:srgbClr val="5C4DB7"/>
          </a:solidFill>
          <a:ln w="12700">
            <a:solidFill>
              <a:srgbClr val="5C4DB7"/>
            </a:solidFill>
            <a:prstDash val="solid"/>
          </a:ln>
        </p:spPr>
      </p:sp>
      <p:sp>
        <p:nvSpPr>
          <p:cNvPr id="640" name="Text 638"/>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641" name="Text 639"/>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F1F4"/>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263746"/>
          </a:solidFill>
          <a:ln w="12700">
            <a:solidFill>
              <a:srgbClr val="263746"/>
            </a:solidFill>
            <a:prstDash val="solid"/>
          </a:ln>
        </p:spPr>
      </p:sp>
      <p:sp>
        <p:nvSpPr>
          <p:cNvPr id="3" name="Shape 1"/>
          <p:cNvSpPr/>
          <p:nvPr/>
        </p:nvSpPr>
        <p:spPr>
          <a:xfrm>
            <a:off x="0" y="484632"/>
            <a:ext cx="12191695" cy="22860"/>
          </a:xfrm>
          <a:prstGeom prst="rect">
            <a:avLst/>
          </a:prstGeom>
          <a:solidFill>
            <a:srgbClr val="5C4DB7"/>
          </a:solidFill>
          <a:ln w="12700">
            <a:solidFill>
              <a:srgbClr val="5C4DB7"/>
            </a:solidFill>
            <a:prstDash val="solid"/>
          </a:ln>
        </p:spPr>
      </p:sp>
      <p:sp>
        <p:nvSpPr>
          <p:cNvPr id="4" name="Text 2"/>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5" name="Text 3"/>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
        <p:nvSpPr>
          <p:cNvPr id="6" name="Text 4"/>
          <p:cNvSpPr/>
          <p:nvPr/>
        </p:nvSpPr>
        <p:spPr>
          <a:xfrm>
            <a:off x="11292840" y="6510528"/>
            <a:ext cx="347472" cy="164592"/>
          </a:xfrm>
          <a:prstGeom prst="rect">
            <a:avLst/>
          </a:prstGeom>
          <a:noFill/>
          <a:ln/>
        </p:spPr>
        <p:txBody>
          <a:bodyPr wrap="square" lIns="0" tIns="0" rIns="0" bIns="0" rtlCol="0" anchor="ctr"/>
          <a:lstStyle/>
          <a:p>
            <a:pPr algn="r" indent="0" marL="0">
              <a:buNone/>
            </a:pPr>
            <a:r>
              <a:rPr lang="en-US" sz="900" dirty="0">
                <a:solidFill>
                  <a:srgbClr val="657782"/>
                </a:solidFill>
                <a:latin typeface="Aptos" pitchFamily="34" charset="0"/>
                <a:ea typeface="Aptos" pitchFamily="34" charset="-122"/>
                <a:cs typeface="Aptos" pitchFamily="34" charset="-120"/>
              </a:rPr>
              <a:t>3</a:t>
            </a:r>
            <a:endParaRPr lang="en-US" sz="900" dirty="0"/>
          </a:p>
        </p:txBody>
      </p:sp>
      <p:sp>
        <p:nvSpPr>
          <p:cNvPr id="7" name="Text 5"/>
          <p:cNvSpPr/>
          <p:nvPr/>
        </p:nvSpPr>
        <p:spPr>
          <a:xfrm>
            <a:off x="566928" y="694944"/>
            <a:ext cx="11018520" cy="658368"/>
          </a:xfrm>
          <a:prstGeom prst="rect">
            <a:avLst/>
          </a:prstGeom>
          <a:noFill/>
          <a:ln/>
        </p:spPr>
        <p:txBody>
          <a:bodyPr wrap="square" lIns="0" tIns="0" rIns="0" bIns="0" rtlCol="0" anchor="ctr"/>
          <a:lstStyle/>
          <a:p>
            <a:pPr indent="0" marL="0">
              <a:buNone/>
            </a:pPr>
            <a:r>
              <a:rPr lang="en-US" sz="2600" b="1" dirty="0">
                <a:solidFill>
                  <a:srgbClr val="263746"/>
                </a:solidFill>
                <a:latin typeface="Aptos Display" pitchFamily="34" charset="0"/>
                <a:ea typeface="Aptos Display" pitchFamily="34" charset="-122"/>
                <a:cs typeface="Aptos Display" pitchFamily="34" charset="-120"/>
              </a:rPr>
              <a:t>Coupled dynamics make transition analysis difficult</a:t>
            </a:r>
            <a:endParaRPr lang="en-US" sz="2600" dirty="0"/>
          </a:p>
        </p:txBody>
      </p:sp>
      <p:sp>
        <p:nvSpPr>
          <p:cNvPr id="8" name="Text 6"/>
          <p:cNvSpPr/>
          <p:nvPr/>
        </p:nvSpPr>
        <p:spPr>
          <a:xfrm>
            <a:off x="594360" y="1399032"/>
            <a:ext cx="4480560" cy="182880"/>
          </a:xfrm>
          <a:prstGeom prst="rect">
            <a:avLst/>
          </a:prstGeom>
          <a:noFill/>
          <a:ln/>
        </p:spPr>
        <p:txBody>
          <a:bodyPr wrap="square" lIns="0" tIns="0" rIns="0" bIns="0" rtlCol="0" anchor="ctr"/>
          <a:lstStyle/>
          <a:p>
            <a:pPr indent="0" marL="0">
              <a:buNone/>
            </a:pPr>
            <a:r>
              <a:rPr lang="en-US" sz="1050" b="1" spc="150" kern="0" dirty="0">
                <a:solidFill>
                  <a:srgbClr val="C44F4F"/>
                </a:solidFill>
                <a:latin typeface="Aptos" pitchFamily="34" charset="0"/>
                <a:ea typeface="Aptos" pitchFamily="34" charset="-122"/>
                <a:cs typeface="Aptos" pitchFamily="34" charset="-120"/>
              </a:rPr>
              <a:t>NORMALIZED ACROSS EACH SIGNAL'S OBSERVED RANGE</a:t>
            </a:r>
            <a:endParaRPr lang="en-US" sz="1050" dirty="0"/>
          </a:p>
        </p:txBody>
      </p:sp>
      <p:sp>
        <p:nvSpPr>
          <p:cNvPr id="9" name="Shape 7"/>
          <p:cNvSpPr/>
          <p:nvPr/>
        </p:nvSpPr>
        <p:spPr>
          <a:xfrm>
            <a:off x="841248" y="4896196"/>
            <a:ext cx="10424160" cy="0"/>
          </a:xfrm>
          <a:prstGeom prst="line">
            <a:avLst/>
          </a:prstGeom>
          <a:noFill/>
          <a:ln w="12700">
            <a:solidFill>
              <a:srgbClr val="DCE2E7"/>
            </a:solidFill>
            <a:prstDash val="solid"/>
          </a:ln>
        </p:spPr>
      </p:sp>
      <p:sp>
        <p:nvSpPr>
          <p:cNvPr id="10" name="Text 8"/>
          <p:cNvSpPr/>
          <p:nvPr/>
        </p:nvSpPr>
        <p:spPr>
          <a:xfrm>
            <a:off x="457200" y="4823044"/>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0%</a:t>
            </a:r>
            <a:endParaRPr lang="en-US" sz="900" dirty="0"/>
          </a:p>
        </p:txBody>
      </p:sp>
      <p:sp>
        <p:nvSpPr>
          <p:cNvPr id="11" name="Shape 9"/>
          <p:cNvSpPr/>
          <p:nvPr/>
        </p:nvSpPr>
        <p:spPr>
          <a:xfrm>
            <a:off x="841248" y="3566160"/>
            <a:ext cx="10424160" cy="0"/>
          </a:xfrm>
          <a:prstGeom prst="line">
            <a:avLst/>
          </a:prstGeom>
          <a:noFill/>
          <a:ln w="12700">
            <a:solidFill>
              <a:srgbClr val="DCE2E7"/>
            </a:solidFill>
            <a:prstDash val="solid"/>
          </a:ln>
        </p:spPr>
      </p:sp>
      <p:sp>
        <p:nvSpPr>
          <p:cNvPr id="12" name="Text 10"/>
          <p:cNvSpPr/>
          <p:nvPr/>
        </p:nvSpPr>
        <p:spPr>
          <a:xfrm>
            <a:off x="457200" y="3493008"/>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50%</a:t>
            </a:r>
            <a:endParaRPr lang="en-US" sz="900" dirty="0"/>
          </a:p>
        </p:txBody>
      </p:sp>
      <p:sp>
        <p:nvSpPr>
          <p:cNvPr id="13" name="Shape 11"/>
          <p:cNvSpPr/>
          <p:nvPr/>
        </p:nvSpPr>
        <p:spPr>
          <a:xfrm>
            <a:off x="841248" y="2236124"/>
            <a:ext cx="10424160" cy="0"/>
          </a:xfrm>
          <a:prstGeom prst="line">
            <a:avLst/>
          </a:prstGeom>
          <a:noFill/>
          <a:ln w="12700">
            <a:solidFill>
              <a:srgbClr val="DCE2E7"/>
            </a:solidFill>
            <a:prstDash val="solid"/>
          </a:ln>
        </p:spPr>
      </p:sp>
      <p:sp>
        <p:nvSpPr>
          <p:cNvPr id="14" name="Text 12"/>
          <p:cNvSpPr/>
          <p:nvPr/>
        </p:nvSpPr>
        <p:spPr>
          <a:xfrm>
            <a:off x="457200" y="2162972"/>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100%</a:t>
            </a:r>
            <a:endParaRPr lang="en-US" sz="900" dirty="0"/>
          </a:p>
        </p:txBody>
      </p:sp>
      <p:sp>
        <p:nvSpPr>
          <p:cNvPr id="15" name="Shape 13"/>
          <p:cNvSpPr/>
          <p:nvPr/>
        </p:nvSpPr>
        <p:spPr>
          <a:xfrm>
            <a:off x="841248" y="2103120"/>
            <a:ext cx="0" cy="2926080"/>
          </a:xfrm>
          <a:prstGeom prst="line">
            <a:avLst/>
          </a:prstGeom>
          <a:noFill/>
          <a:ln w="8890">
            <a:solidFill>
              <a:srgbClr val="DCE2E7">
                <a:alpha val="80000"/>
              </a:srgbClr>
            </a:solidFill>
            <a:prstDash val="solid"/>
          </a:ln>
        </p:spPr>
      </p:sp>
      <p:sp>
        <p:nvSpPr>
          <p:cNvPr id="16" name="Text 14"/>
          <p:cNvSpPr/>
          <p:nvPr/>
        </p:nvSpPr>
        <p:spPr>
          <a:xfrm>
            <a:off x="731520"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0</a:t>
            </a:r>
            <a:endParaRPr lang="en-US" sz="900" dirty="0"/>
          </a:p>
        </p:txBody>
      </p:sp>
      <p:sp>
        <p:nvSpPr>
          <p:cNvPr id="17" name="Shape 15"/>
          <p:cNvSpPr/>
          <p:nvPr/>
        </p:nvSpPr>
        <p:spPr>
          <a:xfrm>
            <a:off x="2926080" y="2103120"/>
            <a:ext cx="0" cy="2926080"/>
          </a:xfrm>
          <a:prstGeom prst="line">
            <a:avLst/>
          </a:prstGeom>
          <a:noFill/>
          <a:ln w="8890">
            <a:solidFill>
              <a:srgbClr val="DCE2E7">
                <a:alpha val="80000"/>
              </a:srgbClr>
            </a:solidFill>
            <a:prstDash val="solid"/>
          </a:ln>
        </p:spPr>
      </p:sp>
      <p:sp>
        <p:nvSpPr>
          <p:cNvPr id="18" name="Text 16"/>
          <p:cNvSpPr/>
          <p:nvPr/>
        </p:nvSpPr>
        <p:spPr>
          <a:xfrm>
            <a:off x="2816352"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2</a:t>
            </a:r>
            <a:endParaRPr lang="en-US" sz="900" dirty="0"/>
          </a:p>
        </p:txBody>
      </p:sp>
      <p:sp>
        <p:nvSpPr>
          <p:cNvPr id="19" name="Shape 17"/>
          <p:cNvSpPr/>
          <p:nvPr/>
        </p:nvSpPr>
        <p:spPr>
          <a:xfrm>
            <a:off x="5010912" y="2103120"/>
            <a:ext cx="0" cy="2926080"/>
          </a:xfrm>
          <a:prstGeom prst="line">
            <a:avLst/>
          </a:prstGeom>
          <a:noFill/>
          <a:ln w="8890">
            <a:solidFill>
              <a:srgbClr val="DCE2E7">
                <a:alpha val="80000"/>
              </a:srgbClr>
            </a:solidFill>
            <a:prstDash val="solid"/>
          </a:ln>
        </p:spPr>
      </p:sp>
      <p:sp>
        <p:nvSpPr>
          <p:cNvPr id="20" name="Text 18"/>
          <p:cNvSpPr/>
          <p:nvPr/>
        </p:nvSpPr>
        <p:spPr>
          <a:xfrm>
            <a:off x="4901184"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4</a:t>
            </a:r>
            <a:endParaRPr lang="en-US" sz="900" dirty="0"/>
          </a:p>
        </p:txBody>
      </p:sp>
      <p:sp>
        <p:nvSpPr>
          <p:cNvPr id="21" name="Shape 19"/>
          <p:cNvSpPr/>
          <p:nvPr/>
        </p:nvSpPr>
        <p:spPr>
          <a:xfrm>
            <a:off x="7095744" y="2103120"/>
            <a:ext cx="0" cy="2926080"/>
          </a:xfrm>
          <a:prstGeom prst="line">
            <a:avLst/>
          </a:prstGeom>
          <a:noFill/>
          <a:ln w="8890">
            <a:solidFill>
              <a:srgbClr val="DCE2E7">
                <a:alpha val="80000"/>
              </a:srgbClr>
            </a:solidFill>
            <a:prstDash val="solid"/>
          </a:ln>
        </p:spPr>
      </p:sp>
      <p:sp>
        <p:nvSpPr>
          <p:cNvPr id="22" name="Text 20"/>
          <p:cNvSpPr/>
          <p:nvPr/>
        </p:nvSpPr>
        <p:spPr>
          <a:xfrm>
            <a:off x="6986016"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6</a:t>
            </a:r>
            <a:endParaRPr lang="en-US" sz="900" dirty="0"/>
          </a:p>
        </p:txBody>
      </p:sp>
      <p:sp>
        <p:nvSpPr>
          <p:cNvPr id="23" name="Shape 21"/>
          <p:cNvSpPr/>
          <p:nvPr/>
        </p:nvSpPr>
        <p:spPr>
          <a:xfrm>
            <a:off x="9180576" y="2103120"/>
            <a:ext cx="0" cy="2926080"/>
          </a:xfrm>
          <a:prstGeom prst="line">
            <a:avLst/>
          </a:prstGeom>
          <a:noFill/>
          <a:ln w="8890">
            <a:solidFill>
              <a:srgbClr val="DCE2E7">
                <a:alpha val="80000"/>
              </a:srgbClr>
            </a:solidFill>
            <a:prstDash val="solid"/>
          </a:ln>
        </p:spPr>
      </p:sp>
      <p:sp>
        <p:nvSpPr>
          <p:cNvPr id="24" name="Text 22"/>
          <p:cNvSpPr/>
          <p:nvPr/>
        </p:nvSpPr>
        <p:spPr>
          <a:xfrm>
            <a:off x="9070848"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8</a:t>
            </a:r>
            <a:endParaRPr lang="en-US" sz="900" dirty="0"/>
          </a:p>
        </p:txBody>
      </p:sp>
      <p:sp>
        <p:nvSpPr>
          <p:cNvPr id="25" name="Shape 23"/>
          <p:cNvSpPr/>
          <p:nvPr/>
        </p:nvSpPr>
        <p:spPr>
          <a:xfrm>
            <a:off x="11265408" y="2103120"/>
            <a:ext cx="0" cy="2926080"/>
          </a:xfrm>
          <a:prstGeom prst="line">
            <a:avLst/>
          </a:prstGeom>
          <a:noFill/>
          <a:ln w="8890">
            <a:solidFill>
              <a:srgbClr val="DCE2E7">
                <a:alpha val="80000"/>
              </a:srgbClr>
            </a:solidFill>
            <a:prstDash val="solid"/>
          </a:ln>
        </p:spPr>
      </p:sp>
      <p:sp>
        <p:nvSpPr>
          <p:cNvPr id="26" name="Text 24"/>
          <p:cNvSpPr/>
          <p:nvPr/>
        </p:nvSpPr>
        <p:spPr>
          <a:xfrm>
            <a:off x="11155680"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10</a:t>
            </a:r>
            <a:endParaRPr lang="en-US" sz="900" dirty="0"/>
          </a:p>
        </p:txBody>
      </p:sp>
      <p:sp>
        <p:nvSpPr>
          <p:cNvPr id="27" name="Text 25"/>
          <p:cNvSpPr/>
          <p:nvPr/>
        </p:nvSpPr>
        <p:spPr>
          <a:xfrm>
            <a:off x="4841748" y="5404104"/>
            <a:ext cx="2423160" cy="164592"/>
          </a:xfrm>
          <a:prstGeom prst="rect">
            <a:avLst/>
          </a:prstGeom>
          <a:noFill/>
          <a:ln/>
        </p:spPr>
        <p:txBody>
          <a:bodyPr wrap="square" lIns="0" tIns="0" rIns="0" bIns="0" rtlCol="0" anchor="ctr"/>
          <a:lstStyle/>
          <a:p>
            <a:pPr algn="ctr" indent="0" marL="0">
              <a:buNone/>
            </a:pPr>
            <a:r>
              <a:rPr lang="en-US" sz="920" b="1" spc="70" kern="0" dirty="0">
                <a:solidFill>
                  <a:srgbClr val="657782"/>
                </a:solidFill>
              </a:rPr>
              <a:t>HOURS FROM GRADE CHANGE</a:t>
            </a:r>
            <a:endParaRPr lang="en-US" sz="920" dirty="0"/>
          </a:p>
        </p:txBody>
      </p:sp>
      <p:sp>
        <p:nvSpPr>
          <p:cNvPr id="28" name="Shape 26"/>
          <p:cNvSpPr/>
          <p:nvPr/>
        </p:nvSpPr>
        <p:spPr>
          <a:xfrm>
            <a:off x="841248" y="2254211"/>
            <a:ext cx="176480" cy="0"/>
          </a:xfrm>
          <a:prstGeom prst="line">
            <a:avLst/>
          </a:prstGeom>
          <a:noFill/>
          <a:ln w="25400">
            <a:solidFill>
              <a:srgbClr val="5C4DB7"/>
            </a:solidFill>
            <a:prstDash val="solid"/>
            <a:headEnd type="none"/>
            <a:tailEnd type="none"/>
          </a:ln>
        </p:spPr>
      </p:sp>
      <p:sp>
        <p:nvSpPr>
          <p:cNvPr id="29" name="Shape 27"/>
          <p:cNvSpPr/>
          <p:nvPr/>
        </p:nvSpPr>
        <p:spPr>
          <a:xfrm>
            <a:off x="1014984" y="2235633"/>
            <a:ext cx="0" cy="21320"/>
          </a:xfrm>
          <a:prstGeom prst="line">
            <a:avLst/>
          </a:prstGeom>
          <a:noFill/>
          <a:ln w="25400">
            <a:solidFill>
              <a:srgbClr val="5C4DB7"/>
            </a:solidFill>
            <a:prstDash val="solid"/>
            <a:headEnd type="none"/>
            <a:tailEnd type="none"/>
          </a:ln>
        </p:spPr>
      </p:sp>
      <p:sp>
        <p:nvSpPr>
          <p:cNvPr id="30" name="Shape 28"/>
          <p:cNvSpPr/>
          <p:nvPr/>
        </p:nvSpPr>
        <p:spPr>
          <a:xfrm>
            <a:off x="1014984" y="2238377"/>
            <a:ext cx="176479" cy="0"/>
          </a:xfrm>
          <a:prstGeom prst="line">
            <a:avLst/>
          </a:prstGeom>
          <a:noFill/>
          <a:ln w="25400">
            <a:solidFill>
              <a:srgbClr val="5C4DB7"/>
            </a:solidFill>
            <a:prstDash val="solid"/>
            <a:headEnd type="none"/>
            <a:tailEnd type="none"/>
          </a:ln>
        </p:spPr>
      </p:sp>
      <p:sp>
        <p:nvSpPr>
          <p:cNvPr id="31" name="Shape 29"/>
          <p:cNvSpPr/>
          <p:nvPr/>
        </p:nvSpPr>
        <p:spPr>
          <a:xfrm>
            <a:off x="1188720" y="2235633"/>
            <a:ext cx="0" cy="14004"/>
          </a:xfrm>
          <a:prstGeom prst="line">
            <a:avLst/>
          </a:prstGeom>
          <a:noFill/>
          <a:ln w="25400">
            <a:solidFill>
              <a:srgbClr val="5C4DB7"/>
            </a:solidFill>
            <a:prstDash val="solid"/>
            <a:headEnd type="none"/>
            <a:tailEnd type="none"/>
          </a:ln>
        </p:spPr>
      </p:sp>
      <p:sp>
        <p:nvSpPr>
          <p:cNvPr id="32" name="Shape 30"/>
          <p:cNvSpPr/>
          <p:nvPr/>
        </p:nvSpPr>
        <p:spPr>
          <a:xfrm>
            <a:off x="1188720" y="2246894"/>
            <a:ext cx="176480" cy="0"/>
          </a:xfrm>
          <a:prstGeom prst="line">
            <a:avLst/>
          </a:prstGeom>
          <a:noFill/>
          <a:ln w="25400">
            <a:solidFill>
              <a:srgbClr val="5C4DB7"/>
            </a:solidFill>
            <a:prstDash val="solid"/>
            <a:headEnd type="none"/>
            <a:tailEnd type="none"/>
          </a:ln>
        </p:spPr>
      </p:sp>
      <p:sp>
        <p:nvSpPr>
          <p:cNvPr id="33" name="Shape 31"/>
          <p:cNvSpPr/>
          <p:nvPr/>
        </p:nvSpPr>
        <p:spPr>
          <a:xfrm>
            <a:off x="1362456" y="2244151"/>
            <a:ext cx="0" cy="20311"/>
          </a:xfrm>
          <a:prstGeom prst="line">
            <a:avLst/>
          </a:prstGeom>
          <a:noFill/>
          <a:ln w="25400">
            <a:solidFill>
              <a:srgbClr val="5C4DB7"/>
            </a:solidFill>
            <a:prstDash val="solid"/>
            <a:headEnd type="none"/>
            <a:tailEnd type="none"/>
          </a:ln>
        </p:spPr>
      </p:sp>
      <p:sp>
        <p:nvSpPr>
          <p:cNvPr id="34" name="Shape 32"/>
          <p:cNvSpPr/>
          <p:nvPr/>
        </p:nvSpPr>
        <p:spPr>
          <a:xfrm>
            <a:off x="1362456" y="2261719"/>
            <a:ext cx="176480" cy="0"/>
          </a:xfrm>
          <a:prstGeom prst="line">
            <a:avLst/>
          </a:prstGeom>
          <a:noFill/>
          <a:ln w="25400">
            <a:solidFill>
              <a:srgbClr val="5C4DB7"/>
            </a:solidFill>
            <a:prstDash val="solid"/>
            <a:headEnd type="none"/>
            <a:tailEnd type="none"/>
          </a:ln>
        </p:spPr>
      </p:sp>
      <p:sp>
        <p:nvSpPr>
          <p:cNvPr id="35" name="Shape 33"/>
          <p:cNvSpPr/>
          <p:nvPr/>
        </p:nvSpPr>
        <p:spPr>
          <a:xfrm>
            <a:off x="1536192" y="2258976"/>
            <a:ext cx="0" cy="26650"/>
          </a:xfrm>
          <a:prstGeom prst="line">
            <a:avLst/>
          </a:prstGeom>
          <a:noFill/>
          <a:ln w="25400">
            <a:solidFill>
              <a:srgbClr val="5C4DB7"/>
            </a:solidFill>
            <a:prstDash val="solid"/>
            <a:headEnd type="none"/>
            <a:tailEnd type="none"/>
          </a:ln>
        </p:spPr>
      </p:sp>
      <p:sp>
        <p:nvSpPr>
          <p:cNvPr id="36" name="Shape 34"/>
          <p:cNvSpPr/>
          <p:nvPr/>
        </p:nvSpPr>
        <p:spPr>
          <a:xfrm>
            <a:off x="1536192" y="2282883"/>
            <a:ext cx="176479" cy="0"/>
          </a:xfrm>
          <a:prstGeom prst="line">
            <a:avLst/>
          </a:prstGeom>
          <a:noFill/>
          <a:ln w="25400">
            <a:solidFill>
              <a:srgbClr val="5C4DB7"/>
            </a:solidFill>
            <a:prstDash val="solid"/>
            <a:headEnd type="none"/>
            <a:tailEnd type="none"/>
          </a:ln>
        </p:spPr>
      </p:sp>
      <p:sp>
        <p:nvSpPr>
          <p:cNvPr id="37" name="Shape 35"/>
          <p:cNvSpPr/>
          <p:nvPr/>
        </p:nvSpPr>
        <p:spPr>
          <a:xfrm>
            <a:off x="1709928" y="2280140"/>
            <a:ext cx="0" cy="32664"/>
          </a:xfrm>
          <a:prstGeom prst="line">
            <a:avLst/>
          </a:prstGeom>
          <a:noFill/>
          <a:ln w="25400">
            <a:solidFill>
              <a:srgbClr val="5C4DB7"/>
            </a:solidFill>
            <a:prstDash val="solid"/>
            <a:headEnd type="none"/>
            <a:tailEnd type="none"/>
          </a:ln>
        </p:spPr>
      </p:sp>
      <p:sp>
        <p:nvSpPr>
          <p:cNvPr id="38" name="Shape 36"/>
          <p:cNvSpPr/>
          <p:nvPr/>
        </p:nvSpPr>
        <p:spPr>
          <a:xfrm>
            <a:off x="1709928" y="2310060"/>
            <a:ext cx="176480" cy="0"/>
          </a:xfrm>
          <a:prstGeom prst="line">
            <a:avLst/>
          </a:prstGeom>
          <a:noFill/>
          <a:ln w="25400">
            <a:solidFill>
              <a:srgbClr val="5C4DB7"/>
            </a:solidFill>
            <a:prstDash val="solid"/>
            <a:headEnd type="none"/>
            <a:tailEnd type="none"/>
          </a:ln>
        </p:spPr>
      </p:sp>
      <p:sp>
        <p:nvSpPr>
          <p:cNvPr id="39" name="Shape 37"/>
          <p:cNvSpPr/>
          <p:nvPr/>
        </p:nvSpPr>
        <p:spPr>
          <a:xfrm>
            <a:off x="1883664" y="2307317"/>
            <a:ext cx="0" cy="37595"/>
          </a:xfrm>
          <a:prstGeom prst="line">
            <a:avLst/>
          </a:prstGeom>
          <a:noFill/>
          <a:ln w="25400">
            <a:solidFill>
              <a:srgbClr val="5C4DB7"/>
            </a:solidFill>
            <a:prstDash val="solid"/>
            <a:headEnd type="none"/>
            <a:tailEnd type="none"/>
          </a:ln>
        </p:spPr>
      </p:sp>
      <p:sp>
        <p:nvSpPr>
          <p:cNvPr id="40" name="Shape 38"/>
          <p:cNvSpPr/>
          <p:nvPr/>
        </p:nvSpPr>
        <p:spPr>
          <a:xfrm>
            <a:off x="1883664" y="2342169"/>
            <a:ext cx="176480" cy="0"/>
          </a:xfrm>
          <a:prstGeom prst="line">
            <a:avLst/>
          </a:prstGeom>
          <a:noFill/>
          <a:ln w="25400">
            <a:solidFill>
              <a:srgbClr val="5C4DB7"/>
            </a:solidFill>
            <a:prstDash val="solid"/>
            <a:headEnd type="none"/>
            <a:tailEnd type="none"/>
          </a:ln>
        </p:spPr>
      </p:sp>
      <p:sp>
        <p:nvSpPr>
          <p:cNvPr id="41" name="Shape 39"/>
          <p:cNvSpPr/>
          <p:nvPr/>
        </p:nvSpPr>
        <p:spPr>
          <a:xfrm>
            <a:off x="2057400" y="2339426"/>
            <a:ext cx="0" cy="42447"/>
          </a:xfrm>
          <a:prstGeom prst="line">
            <a:avLst/>
          </a:prstGeom>
          <a:noFill/>
          <a:ln w="25400">
            <a:solidFill>
              <a:srgbClr val="5C4DB7"/>
            </a:solidFill>
            <a:prstDash val="solid"/>
            <a:headEnd type="none"/>
            <a:tailEnd type="none"/>
          </a:ln>
        </p:spPr>
      </p:sp>
      <p:sp>
        <p:nvSpPr>
          <p:cNvPr id="42" name="Shape 40"/>
          <p:cNvSpPr/>
          <p:nvPr/>
        </p:nvSpPr>
        <p:spPr>
          <a:xfrm>
            <a:off x="2057400" y="2379130"/>
            <a:ext cx="176479" cy="0"/>
          </a:xfrm>
          <a:prstGeom prst="line">
            <a:avLst/>
          </a:prstGeom>
          <a:noFill/>
          <a:ln w="25400">
            <a:solidFill>
              <a:srgbClr val="5C4DB7"/>
            </a:solidFill>
            <a:prstDash val="solid"/>
            <a:headEnd type="none"/>
            <a:tailEnd type="none"/>
          </a:ln>
        </p:spPr>
      </p:sp>
      <p:sp>
        <p:nvSpPr>
          <p:cNvPr id="43" name="Shape 41"/>
          <p:cNvSpPr/>
          <p:nvPr/>
        </p:nvSpPr>
        <p:spPr>
          <a:xfrm>
            <a:off x="2231136" y="2376387"/>
            <a:ext cx="0" cy="46836"/>
          </a:xfrm>
          <a:prstGeom prst="line">
            <a:avLst/>
          </a:prstGeom>
          <a:noFill/>
          <a:ln w="25400">
            <a:solidFill>
              <a:srgbClr val="5C4DB7"/>
            </a:solidFill>
            <a:prstDash val="solid"/>
            <a:headEnd type="none"/>
            <a:tailEnd type="none"/>
          </a:ln>
        </p:spPr>
      </p:sp>
      <p:sp>
        <p:nvSpPr>
          <p:cNvPr id="44" name="Shape 42"/>
          <p:cNvSpPr/>
          <p:nvPr/>
        </p:nvSpPr>
        <p:spPr>
          <a:xfrm>
            <a:off x="2231136" y="2420479"/>
            <a:ext cx="176480" cy="0"/>
          </a:xfrm>
          <a:prstGeom prst="line">
            <a:avLst/>
          </a:prstGeom>
          <a:noFill/>
          <a:ln w="25400">
            <a:solidFill>
              <a:srgbClr val="5C4DB7"/>
            </a:solidFill>
            <a:prstDash val="solid"/>
            <a:headEnd type="none"/>
            <a:tailEnd type="none"/>
          </a:ln>
        </p:spPr>
      </p:sp>
      <p:sp>
        <p:nvSpPr>
          <p:cNvPr id="45" name="Shape 43"/>
          <p:cNvSpPr/>
          <p:nvPr/>
        </p:nvSpPr>
        <p:spPr>
          <a:xfrm>
            <a:off x="2404872" y="2417736"/>
            <a:ext cx="0" cy="50506"/>
          </a:xfrm>
          <a:prstGeom prst="line">
            <a:avLst/>
          </a:prstGeom>
          <a:noFill/>
          <a:ln w="25400">
            <a:solidFill>
              <a:srgbClr val="5C4DB7"/>
            </a:solidFill>
            <a:prstDash val="solid"/>
            <a:headEnd type="none"/>
            <a:tailEnd type="none"/>
          </a:ln>
        </p:spPr>
      </p:sp>
      <p:sp>
        <p:nvSpPr>
          <p:cNvPr id="46" name="Shape 44"/>
          <p:cNvSpPr/>
          <p:nvPr/>
        </p:nvSpPr>
        <p:spPr>
          <a:xfrm>
            <a:off x="2404872" y="2465499"/>
            <a:ext cx="176480" cy="0"/>
          </a:xfrm>
          <a:prstGeom prst="line">
            <a:avLst/>
          </a:prstGeom>
          <a:noFill/>
          <a:ln w="25400">
            <a:solidFill>
              <a:srgbClr val="5C4DB7"/>
            </a:solidFill>
            <a:prstDash val="solid"/>
            <a:headEnd type="none"/>
            <a:tailEnd type="none"/>
          </a:ln>
        </p:spPr>
      </p:sp>
      <p:sp>
        <p:nvSpPr>
          <p:cNvPr id="47" name="Shape 45"/>
          <p:cNvSpPr/>
          <p:nvPr/>
        </p:nvSpPr>
        <p:spPr>
          <a:xfrm>
            <a:off x="2578608" y="2462756"/>
            <a:ext cx="0" cy="54152"/>
          </a:xfrm>
          <a:prstGeom prst="line">
            <a:avLst/>
          </a:prstGeom>
          <a:noFill/>
          <a:ln w="25400">
            <a:solidFill>
              <a:srgbClr val="5C4DB7"/>
            </a:solidFill>
            <a:prstDash val="solid"/>
            <a:headEnd type="none"/>
            <a:tailEnd type="none"/>
          </a:ln>
        </p:spPr>
      </p:sp>
      <p:sp>
        <p:nvSpPr>
          <p:cNvPr id="48" name="Shape 46"/>
          <p:cNvSpPr/>
          <p:nvPr/>
        </p:nvSpPr>
        <p:spPr>
          <a:xfrm>
            <a:off x="2578608" y="2514165"/>
            <a:ext cx="176479" cy="0"/>
          </a:xfrm>
          <a:prstGeom prst="line">
            <a:avLst/>
          </a:prstGeom>
          <a:noFill/>
          <a:ln w="25400">
            <a:solidFill>
              <a:srgbClr val="5C4DB7"/>
            </a:solidFill>
            <a:prstDash val="solid"/>
            <a:headEnd type="none"/>
            <a:tailEnd type="none"/>
          </a:ln>
        </p:spPr>
      </p:sp>
      <p:sp>
        <p:nvSpPr>
          <p:cNvPr id="49" name="Shape 47"/>
          <p:cNvSpPr/>
          <p:nvPr/>
        </p:nvSpPr>
        <p:spPr>
          <a:xfrm>
            <a:off x="2752344" y="2511422"/>
            <a:ext cx="0" cy="57203"/>
          </a:xfrm>
          <a:prstGeom prst="line">
            <a:avLst/>
          </a:prstGeom>
          <a:noFill/>
          <a:ln w="25400">
            <a:solidFill>
              <a:srgbClr val="5C4DB7"/>
            </a:solidFill>
            <a:prstDash val="solid"/>
            <a:headEnd type="none"/>
            <a:tailEnd type="none"/>
          </a:ln>
        </p:spPr>
      </p:sp>
      <p:sp>
        <p:nvSpPr>
          <p:cNvPr id="50" name="Shape 48"/>
          <p:cNvSpPr/>
          <p:nvPr/>
        </p:nvSpPr>
        <p:spPr>
          <a:xfrm>
            <a:off x="2752344" y="2565882"/>
            <a:ext cx="176480" cy="0"/>
          </a:xfrm>
          <a:prstGeom prst="line">
            <a:avLst/>
          </a:prstGeom>
          <a:noFill/>
          <a:ln w="25400">
            <a:solidFill>
              <a:srgbClr val="5C4DB7"/>
            </a:solidFill>
            <a:prstDash val="solid"/>
            <a:headEnd type="none"/>
            <a:tailEnd type="none"/>
          </a:ln>
        </p:spPr>
      </p:sp>
      <p:sp>
        <p:nvSpPr>
          <p:cNvPr id="51" name="Shape 49"/>
          <p:cNvSpPr/>
          <p:nvPr/>
        </p:nvSpPr>
        <p:spPr>
          <a:xfrm>
            <a:off x="2926080" y="2563139"/>
            <a:ext cx="0" cy="59553"/>
          </a:xfrm>
          <a:prstGeom prst="line">
            <a:avLst/>
          </a:prstGeom>
          <a:noFill/>
          <a:ln w="25400">
            <a:solidFill>
              <a:srgbClr val="5C4DB7"/>
            </a:solidFill>
            <a:prstDash val="solid"/>
            <a:headEnd type="none"/>
            <a:tailEnd type="none"/>
          </a:ln>
        </p:spPr>
      </p:sp>
      <p:sp>
        <p:nvSpPr>
          <p:cNvPr id="52" name="Shape 50"/>
          <p:cNvSpPr/>
          <p:nvPr/>
        </p:nvSpPr>
        <p:spPr>
          <a:xfrm>
            <a:off x="2926080" y="2619948"/>
            <a:ext cx="176480" cy="0"/>
          </a:xfrm>
          <a:prstGeom prst="line">
            <a:avLst/>
          </a:prstGeom>
          <a:noFill/>
          <a:ln w="25400">
            <a:solidFill>
              <a:srgbClr val="5C4DB7"/>
            </a:solidFill>
            <a:prstDash val="solid"/>
            <a:headEnd type="none"/>
            <a:tailEnd type="none"/>
          </a:ln>
        </p:spPr>
      </p:sp>
      <p:sp>
        <p:nvSpPr>
          <p:cNvPr id="53" name="Shape 51"/>
          <p:cNvSpPr/>
          <p:nvPr/>
        </p:nvSpPr>
        <p:spPr>
          <a:xfrm>
            <a:off x="3099816" y="2617205"/>
            <a:ext cx="0" cy="71978"/>
          </a:xfrm>
          <a:prstGeom prst="line">
            <a:avLst/>
          </a:prstGeom>
          <a:noFill/>
          <a:ln w="25400">
            <a:solidFill>
              <a:srgbClr val="5C4DB7"/>
            </a:solidFill>
            <a:prstDash val="solid"/>
            <a:headEnd type="none"/>
            <a:tailEnd type="none"/>
          </a:ln>
        </p:spPr>
      </p:sp>
      <p:sp>
        <p:nvSpPr>
          <p:cNvPr id="54" name="Shape 52"/>
          <p:cNvSpPr/>
          <p:nvPr/>
        </p:nvSpPr>
        <p:spPr>
          <a:xfrm>
            <a:off x="3099816" y="2686440"/>
            <a:ext cx="176479" cy="0"/>
          </a:xfrm>
          <a:prstGeom prst="line">
            <a:avLst/>
          </a:prstGeom>
          <a:noFill/>
          <a:ln w="25400">
            <a:solidFill>
              <a:srgbClr val="5C4DB7"/>
            </a:solidFill>
            <a:prstDash val="solid"/>
            <a:headEnd type="none"/>
            <a:tailEnd type="none"/>
          </a:ln>
        </p:spPr>
      </p:sp>
      <p:sp>
        <p:nvSpPr>
          <p:cNvPr id="55" name="Shape 53"/>
          <p:cNvSpPr/>
          <p:nvPr/>
        </p:nvSpPr>
        <p:spPr>
          <a:xfrm>
            <a:off x="3273552" y="2683697"/>
            <a:ext cx="0" cy="63026"/>
          </a:xfrm>
          <a:prstGeom prst="line">
            <a:avLst/>
          </a:prstGeom>
          <a:noFill/>
          <a:ln w="25400">
            <a:solidFill>
              <a:srgbClr val="5C4DB7"/>
            </a:solidFill>
            <a:prstDash val="solid"/>
            <a:headEnd type="none"/>
            <a:tailEnd type="none"/>
          </a:ln>
        </p:spPr>
      </p:sp>
      <p:sp>
        <p:nvSpPr>
          <p:cNvPr id="56" name="Shape 54"/>
          <p:cNvSpPr/>
          <p:nvPr/>
        </p:nvSpPr>
        <p:spPr>
          <a:xfrm>
            <a:off x="3273552" y="2743980"/>
            <a:ext cx="176480" cy="0"/>
          </a:xfrm>
          <a:prstGeom prst="line">
            <a:avLst/>
          </a:prstGeom>
          <a:noFill/>
          <a:ln w="25400">
            <a:solidFill>
              <a:srgbClr val="5C4DB7"/>
            </a:solidFill>
            <a:prstDash val="solid"/>
            <a:headEnd type="none"/>
            <a:tailEnd type="none"/>
          </a:ln>
        </p:spPr>
      </p:sp>
      <p:sp>
        <p:nvSpPr>
          <p:cNvPr id="57" name="Shape 55"/>
          <p:cNvSpPr/>
          <p:nvPr/>
        </p:nvSpPr>
        <p:spPr>
          <a:xfrm>
            <a:off x="3447288" y="2741236"/>
            <a:ext cx="0" cy="63943"/>
          </a:xfrm>
          <a:prstGeom prst="line">
            <a:avLst/>
          </a:prstGeom>
          <a:noFill/>
          <a:ln w="25400">
            <a:solidFill>
              <a:srgbClr val="5C4DB7"/>
            </a:solidFill>
            <a:prstDash val="solid"/>
            <a:headEnd type="none"/>
            <a:tailEnd type="none"/>
          </a:ln>
        </p:spPr>
      </p:sp>
      <p:sp>
        <p:nvSpPr>
          <p:cNvPr id="58" name="Shape 56"/>
          <p:cNvSpPr/>
          <p:nvPr/>
        </p:nvSpPr>
        <p:spPr>
          <a:xfrm>
            <a:off x="3447288" y="2802436"/>
            <a:ext cx="176480" cy="0"/>
          </a:xfrm>
          <a:prstGeom prst="line">
            <a:avLst/>
          </a:prstGeom>
          <a:noFill/>
          <a:ln w="25400">
            <a:solidFill>
              <a:srgbClr val="5C4DB7"/>
            </a:solidFill>
            <a:prstDash val="solid"/>
            <a:headEnd type="none"/>
            <a:tailEnd type="none"/>
          </a:ln>
        </p:spPr>
      </p:sp>
      <p:sp>
        <p:nvSpPr>
          <p:cNvPr id="59" name="Shape 57"/>
          <p:cNvSpPr/>
          <p:nvPr/>
        </p:nvSpPr>
        <p:spPr>
          <a:xfrm>
            <a:off x="3621024" y="2799693"/>
            <a:ext cx="0" cy="64504"/>
          </a:xfrm>
          <a:prstGeom prst="line">
            <a:avLst/>
          </a:prstGeom>
          <a:noFill/>
          <a:ln w="25400">
            <a:solidFill>
              <a:srgbClr val="5C4DB7"/>
            </a:solidFill>
            <a:prstDash val="solid"/>
            <a:headEnd type="none"/>
            <a:tailEnd type="none"/>
          </a:ln>
        </p:spPr>
      </p:sp>
      <p:sp>
        <p:nvSpPr>
          <p:cNvPr id="60" name="Shape 58"/>
          <p:cNvSpPr/>
          <p:nvPr/>
        </p:nvSpPr>
        <p:spPr>
          <a:xfrm>
            <a:off x="3621024" y="2861454"/>
            <a:ext cx="176479" cy="0"/>
          </a:xfrm>
          <a:prstGeom prst="line">
            <a:avLst/>
          </a:prstGeom>
          <a:noFill/>
          <a:ln w="25400">
            <a:solidFill>
              <a:srgbClr val="5C4DB7"/>
            </a:solidFill>
            <a:prstDash val="solid"/>
            <a:headEnd type="none"/>
            <a:tailEnd type="none"/>
          </a:ln>
        </p:spPr>
      </p:sp>
      <p:sp>
        <p:nvSpPr>
          <p:cNvPr id="61" name="Shape 59"/>
          <p:cNvSpPr/>
          <p:nvPr/>
        </p:nvSpPr>
        <p:spPr>
          <a:xfrm>
            <a:off x="3794760" y="2858711"/>
            <a:ext cx="0" cy="64640"/>
          </a:xfrm>
          <a:prstGeom prst="line">
            <a:avLst/>
          </a:prstGeom>
          <a:noFill/>
          <a:ln w="25400">
            <a:solidFill>
              <a:srgbClr val="5C4DB7"/>
            </a:solidFill>
            <a:prstDash val="solid"/>
            <a:headEnd type="none"/>
            <a:tailEnd type="none"/>
          </a:ln>
        </p:spPr>
      </p:sp>
      <p:sp>
        <p:nvSpPr>
          <p:cNvPr id="62" name="Shape 60"/>
          <p:cNvSpPr/>
          <p:nvPr/>
        </p:nvSpPr>
        <p:spPr>
          <a:xfrm>
            <a:off x="3794760" y="2920607"/>
            <a:ext cx="176480" cy="0"/>
          </a:xfrm>
          <a:prstGeom prst="line">
            <a:avLst/>
          </a:prstGeom>
          <a:noFill/>
          <a:ln w="25400">
            <a:solidFill>
              <a:srgbClr val="5C4DB7"/>
            </a:solidFill>
            <a:prstDash val="solid"/>
            <a:headEnd type="none"/>
            <a:tailEnd type="none"/>
          </a:ln>
        </p:spPr>
      </p:sp>
      <p:sp>
        <p:nvSpPr>
          <p:cNvPr id="63" name="Shape 61"/>
          <p:cNvSpPr/>
          <p:nvPr/>
        </p:nvSpPr>
        <p:spPr>
          <a:xfrm>
            <a:off x="3968496" y="2917864"/>
            <a:ext cx="0" cy="64331"/>
          </a:xfrm>
          <a:prstGeom prst="line">
            <a:avLst/>
          </a:prstGeom>
          <a:noFill/>
          <a:ln w="25400">
            <a:solidFill>
              <a:srgbClr val="5C4DB7"/>
            </a:solidFill>
            <a:prstDash val="solid"/>
            <a:headEnd type="none"/>
            <a:tailEnd type="none"/>
          </a:ln>
        </p:spPr>
      </p:sp>
      <p:sp>
        <p:nvSpPr>
          <p:cNvPr id="64" name="Shape 62"/>
          <p:cNvSpPr/>
          <p:nvPr/>
        </p:nvSpPr>
        <p:spPr>
          <a:xfrm>
            <a:off x="3968496" y="2979451"/>
            <a:ext cx="176480" cy="0"/>
          </a:xfrm>
          <a:prstGeom prst="line">
            <a:avLst/>
          </a:prstGeom>
          <a:noFill/>
          <a:ln w="25400">
            <a:solidFill>
              <a:srgbClr val="5C4DB7"/>
            </a:solidFill>
            <a:prstDash val="solid"/>
            <a:headEnd type="none"/>
            <a:tailEnd type="none"/>
          </a:ln>
        </p:spPr>
      </p:sp>
      <p:sp>
        <p:nvSpPr>
          <p:cNvPr id="65" name="Shape 63"/>
          <p:cNvSpPr/>
          <p:nvPr/>
        </p:nvSpPr>
        <p:spPr>
          <a:xfrm>
            <a:off x="4142232" y="2976708"/>
            <a:ext cx="0" cy="64067"/>
          </a:xfrm>
          <a:prstGeom prst="line">
            <a:avLst/>
          </a:prstGeom>
          <a:noFill/>
          <a:ln w="25400">
            <a:solidFill>
              <a:srgbClr val="5C4DB7"/>
            </a:solidFill>
            <a:prstDash val="solid"/>
            <a:headEnd type="none"/>
            <a:tailEnd type="none"/>
          </a:ln>
        </p:spPr>
      </p:sp>
      <p:sp>
        <p:nvSpPr>
          <p:cNvPr id="66" name="Shape 64"/>
          <p:cNvSpPr/>
          <p:nvPr/>
        </p:nvSpPr>
        <p:spPr>
          <a:xfrm>
            <a:off x="4142232" y="3038032"/>
            <a:ext cx="176479" cy="0"/>
          </a:xfrm>
          <a:prstGeom prst="line">
            <a:avLst/>
          </a:prstGeom>
          <a:noFill/>
          <a:ln w="25400">
            <a:solidFill>
              <a:srgbClr val="5C4DB7"/>
            </a:solidFill>
            <a:prstDash val="solid"/>
            <a:headEnd type="none"/>
            <a:tailEnd type="none"/>
          </a:ln>
        </p:spPr>
      </p:sp>
      <p:sp>
        <p:nvSpPr>
          <p:cNvPr id="67" name="Shape 65"/>
          <p:cNvSpPr/>
          <p:nvPr/>
        </p:nvSpPr>
        <p:spPr>
          <a:xfrm>
            <a:off x="4315968" y="3035289"/>
            <a:ext cx="0" cy="63965"/>
          </a:xfrm>
          <a:prstGeom prst="line">
            <a:avLst/>
          </a:prstGeom>
          <a:noFill/>
          <a:ln w="25400">
            <a:solidFill>
              <a:srgbClr val="5C4DB7"/>
            </a:solidFill>
            <a:prstDash val="solid"/>
            <a:headEnd type="none"/>
            <a:tailEnd type="none"/>
          </a:ln>
        </p:spPr>
      </p:sp>
      <p:sp>
        <p:nvSpPr>
          <p:cNvPr id="68" name="Shape 66"/>
          <p:cNvSpPr/>
          <p:nvPr/>
        </p:nvSpPr>
        <p:spPr>
          <a:xfrm>
            <a:off x="4315968" y="3096510"/>
            <a:ext cx="176480" cy="0"/>
          </a:xfrm>
          <a:prstGeom prst="line">
            <a:avLst/>
          </a:prstGeom>
          <a:noFill/>
          <a:ln w="25400">
            <a:solidFill>
              <a:srgbClr val="5C4DB7"/>
            </a:solidFill>
            <a:prstDash val="solid"/>
            <a:headEnd type="none"/>
            <a:tailEnd type="none"/>
          </a:ln>
        </p:spPr>
      </p:sp>
      <p:sp>
        <p:nvSpPr>
          <p:cNvPr id="69" name="Shape 67"/>
          <p:cNvSpPr/>
          <p:nvPr/>
        </p:nvSpPr>
        <p:spPr>
          <a:xfrm>
            <a:off x="4489704" y="3093767"/>
            <a:ext cx="0" cy="64035"/>
          </a:xfrm>
          <a:prstGeom prst="line">
            <a:avLst/>
          </a:prstGeom>
          <a:noFill/>
          <a:ln w="25400">
            <a:solidFill>
              <a:srgbClr val="5C4DB7"/>
            </a:solidFill>
            <a:prstDash val="solid"/>
            <a:headEnd type="none"/>
            <a:tailEnd type="none"/>
          </a:ln>
        </p:spPr>
      </p:sp>
      <p:sp>
        <p:nvSpPr>
          <p:cNvPr id="70" name="Shape 68"/>
          <p:cNvSpPr/>
          <p:nvPr/>
        </p:nvSpPr>
        <p:spPr>
          <a:xfrm>
            <a:off x="4489704" y="3155059"/>
            <a:ext cx="176480" cy="0"/>
          </a:xfrm>
          <a:prstGeom prst="line">
            <a:avLst/>
          </a:prstGeom>
          <a:noFill/>
          <a:ln w="25400">
            <a:solidFill>
              <a:srgbClr val="5C4DB7"/>
            </a:solidFill>
            <a:prstDash val="solid"/>
            <a:headEnd type="none"/>
            <a:tailEnd type="none"/>
          </a:ln>
        </p:spPr>
      </p:sp>
      <p:sp>
        <p:nvSpPr>
          <p:cNvPr id="71" name="Shape 69"/>
          <p:cNvSpPr/>
          <p:nvPr/>
        </p:nvSpPr>
        <p:spPr>
          <a:xfrm>
            <a:off x="4663440" y="3152316"/>
            <a:ext cx="0" cy="63998"/>
          </a:xfrm>
          <a:prstGeom prst="line">
            <a:avLst/>
          </a:prstGeom>
          <a:noFill/>
          <a:ln w="25400">
            <a:solidFill>
              <a:srgbClr val="5C4DB7"/>
            </a:solidFill>
            <a:prstDash val="solid"/>
            <a:headEnd type="none"/>
            <a:tailEnd type="none"/>
          </a:ln>
        </p:spPr>
      </p:sp>
      <p:sp>
        <p:nvSpPr>
          <p:cNvPr id="72" name="Shape 70"/>
          <p:cNvSpPr/>
          <p:nvPr/>
        </p:nvSpPr>
        <p:spPr>
          <a:xfrm>
            <a:off x="4663440" y="3213570"/>
            <a:ext cx="176479" cy="0"/>
          </a:xfrm>
          <a:prstGeom prst="line">
            <a:avLst/>
          </a:prstGeom>
          <a:noFill/>
          <a:ln w="25400">
            <a:solidFill>
              <a:srgbClr val="5C4DB7"/>
            </a:solidFill>
            <a:prstDash val="solid"/>
            <a:headEnd type="none"/>
            <a:tailEnd type="none"/>
          </a:ln>
        </p:spPr>
      </p:sp>
      <p:sp>
        <p:nvSpPr>
          <p:cNvPr id="73" name="Shape 71"/>
          <p:cNvSpPr/>
          <p:nvPr/>
        </p:nvSpPr>
        <p:spPr>
          <a:xfrm>
            <a:off x="4837176" y="3210827"/>
            <a:ext cx="0" cy="64129"/>
          </a:xfrm>
          <a:prstGeom prst="line">
            <a:avLst/>
          </a:prstGeom>
          <a:noFill/>
          <a:ln w="25400">
            <a:solidFill>
              <a:srgbClr val="5C4DB7"/>
            </a:solidFill>
            <a:prstDash val="solid"/>
            <a:headEnd type="none"/>
            <a:tailEnd type="none"/>
          </a:ln>
        </p:spPr>
      </p:sp>
      <p:sp>
        <p:nvSpPr>
          <p:cNvPr id="74" name="Shape 72"/>
          <p:cNvSpPr/>
          <p:nvPr/>
        </p:nvSpPr>
        <p:spPr>
          <a:xfrm>
            <a:off x="4837176" y="3272213"/>
            <a:ext cx="176480" cy="0"/>
          </a:xfrm>
          <a:prstGeom prst="line">
            <a:avLst/>
          </a:prstGeom>
          <a:noFill/>
          <a:ln w="25400">
            <a:solidFill>
              <a:srgbClr val="5C4DB7"/>
            </a:solidFill>
            <a:prstDash val="solid"/>
            <a:headEnd type="none"/>
            <a:tailEnd type="none"/>
          </a:ln>
        </p:spPr>
      </p:sp>
      <p:sp>
        <p:nvSpPr>
          <p:cNvPr id="75" name="Shape 73"/>
          <p:cNvSpPr/>
          <p:nvPr/>
        </p:nvSpPr>
        <p:spPr>
          <a:xfrm>
            <a:off x="5010912" y="3269470"/>
            <a:ext cx="0" cy="63827"/>
          </a:xfrm>
          <a:prstGeom prst="line">
            <a:avLst/>
          </a:prstGeom>
          <a:noFill/>
          <a:ln w="25400">
            <a:solidFill>
              <a:srgbClr val="5C4DB7"/>
            </a:solidFill>
            <a:prstDash val="solid"/>
            <a:headEnd type="none"/>
            <a:tailEnd type="none"/>
          </a:ln>
        </p:spPr>
      </p:sp>
      <p:sp>
        <p:nvSpPr>
          <p:cNvPr id="76" name="Shape 74"/>
          <p:cNvSpPr/>
          <p:nvPr/>
        </p:nvSpPr>
        <p:spPr>
          <a:xfrm>
            <a:off x="5010912" y="3330553"/>
            <a:ext cx="176480" cy="0"/>
          </a:xfrm>
          <a:prstGeom prst="line">
            <a:avLst/>
          </a:prstGeom>
          <a:noFill/>
          <a:ln w="25400">
            <a:solidFill>
              <a:srgbClr val="5C4DB7"/>
            </a:solidFill>
            <a:prstDash val="solid"/>
            <a:headEnd type="none"/>
            <a:tailEnd type="none"/>
          </a:ln>
        </p:spPr>
      </p:sp>
      <p:sp>
        <p:nvSpPr>
          <p:cNvPr id="77" name="Shape 75"/>
          <p:cNvSpPr/>
          <p:nvPr/>
        </p:nvSpPr>
        <p:spPr>
          <a:xfrm>
            <a:off x="5184648" y="3327810"/>
            <a:ext cx="0" cy="68937"/>
          </a:xfrm>
          <a:prstGeom prst="line">
            <a:avLst/>
          </a:prstGeom>
          <a:noFill/>
          <a:ln w="25400">
            <a:solidFill>
              <a:srgbClr val="5C4DB7"/>
            </a:solidFill>
            <a:prstDash val="solid"/>
            <a:headEnd type="none"/>
            <a:tailEnd type="none"/>
          </a:ln>
        </p:spPr>
      </p:sp>
      <p:sp>
        <p:nvSpPr>
          <p:cNvPr id="78" name="Shape 76"/>
          <p:cNvSpPr/>
          <p:nvPr/>
        </p:nvSpPr>
        <p:spPr>
          <a:xfrm>
            <a:off x="5184648" y="3394004"/>
            <a:ext cx="176479" cy="0"/>
          </a:xfrm>
          <a:prstGeom prst="line">
            <a:avLst/>
          </a:prstGeom>
          <a:noFill/>
          <a:ln w="25400">
            <a:solidFill>
              <a:srgbClr val="5C4DB7"/>
            </a:solidFill>
            <a:prstDash val="solid"/>
            <a:headEnd type="none"/>
            <a:tailEnd type="none"/>
          </a:ln>
        </p:spPr>
      </p:sp>
      <p:sp>
        <p:nvSpPr>
          <p:cNvPr id="79" name="Shape 77"/>
          <p:cNvSpPr/>
          <p:nvPr/>
        </p:nvSpPr>
        <p:spPr>
          <a:xfrm>
            <a:off x="5358384" y="3391261"/>
            <a:ext cx="0" cy="63366"/>
          </a:xfrm>
          <a:prstGeom prst="line">
            <a:avLst/>
          </a:prstGeom>
          <a:noFill/>
          <a:ln w="25400">
            <a:solidFill>
              <a:srgbClr val="5C4DB7"/>
            </a:solidFill>
            <a:prstDash val="solid"/>
            <a:headEnd type="none"/>
            <a:tailEnd type="none"/>
          </a:ln>
        </p:spPr>
      </p:sp>
      <p:sp>
        <p:nvSpPr>
          <p:cNvPr id="80" name="Shape 78"/>
          <p:cNvSpPr/>
          <p:nvPr/>
        </p:nvSpPr>
        <p:spPr>
          <a:xfrm>
            <a:off x="5358384" y="3451883"/>
            <a:ext cx="176480" cy="0"/>
          </a:xfrm>
          <a:prstGeom prst="line">
            <a:avLst/>
          </a:prstGeom>
          <a:noFill/>
          <a:ln w="25400">
            <a:solidFill>
              <a:srgbClr val="5C4DB7"/>
            </a:solidFill>
            <a:prstDash val="solid"/>
            <a:headEnd type="none"/>
            <a:tailEnd type="none"/>
          </a:ln>
        </p:spPr>
      </p:sp>
      <p:sp>
        <p:nvSpPr>
          <p:cNvPr id="81" name="Shape 79"/>
          <p:cNvSpPr/>
          <p:nvPr/>
        </p:nvSpPr>
        <p:spPr>
          <a:xfrm>
            <a:off x="5532120" y="3449140"/>
            <a:ext cx="0" cy="63487"/>
          </a:xfrm>
          <a:prstGeom prst="line">
            <a:avLst/>
          </a:prstGeom>
          <a:noFill/>
          <a:ln w="25400">
            <a:solidFill>
              <a:srgbClr val="5C4DB7"/>
            </a:solidFill>
            <a:prstDash val="solid"/>
            <a:headEnd type="none"/>
            <a:tailEnd type="none"/>
          </a:ln>
        </p:spPr>
      </p:sp>
      <p:sp>
        <p:nvSpPr>
          <p:cNvPr id="82" name="Shape 80"/>
          <p:cNvSpPr/>
          <p:nvPr/>
        </p:nvSpPr>
        <p:spPr>
          <a:xfrm>
            <a:off x="5532120" y="3509884"/>
            <a:ext cx="176480" cy="0"/>
          </a:xfrm>
          <a:prstGeom prst="line">
            <a:avLst/>
          </a:prstGeom>
          <a:noFill/>
          <a:ln w="25400">
            <a:solidFill>
              <a:srgbClr val="5C4DB7"/>
            </a:solidFill>
            <a:prstDash val="solid"/>
            <a:headEnd type="none"/>
            <a:tailEnd type="none"/>
          </a:ln>
        </p:spPr>
      </p:sp>
      <p:sp>
        <p:nvSpPr>
          <p:cNvPr id="83" name="Shape 81"/>
          <p:cNvSpPr/>
          <p:nvPr/>
        </p:nvSpPr>
        <p:spPr>
          <a:xfrm>
            <a:off x="5705856" y="3507140"/>
            <a:ext cx="0" cy="63280"/>
          </a:xfrm>
          <a:prstGeom prst="line">
            <a:avLst/>
          </a:prstGeom>
          <a:noFill/>
          <a:ln w="25400">
            <a:solidFill>
              <a:srgbClr val="5C4DB7"/>
            </a:solidFill>
            <a:prstDash val="solid"/>
            <a:headEnd type="none"/>
            <a:tailEnd type="none"/>
          </a:ln>
        </p:spPr>
      </p:sp>
      <p:sp>
        <p:nvSpPr>
          <p:cNvPr id="84" name="Shape 82"/>
          <p:cNvSpPr/>
          <p:nvPr/>
        </p:nvSpPr>
        <p:spPr>
          <a:xfrm>
            <a:off x="5705856" y="3567677"/>
            <a:ext cx="176479" cy="0"/>
          </a:xfrm>
          <a:prstGeom prst="line">
            <a:avLst/>
          </a:prstGeom>
          <a:noFill/>
          <a:ln w="25400">
            <a:solidFill>
              <a:srgbClr val="5C4DB7"/>
            </a:solidFill>
            <a:prstDash val="solid"/>
            <a:headEnd type="none"/>
            <a:tailEnd type="none"/>
          </a:ln>
        </p:spPr>
      </p:sp>
      <p:sp>
        <p:nvSpPr>
          <p:cNvPr id="85" name="Shape 83"/>
          <p:cNvSpPr/>
          <p:nvPr/>
        </p:nvSpPr>
        <p:spPr>
          <a:xfrm>
            <a:off x="5879592" y="3564934"/>
            <a:ext cx="0" cy="62592"/>
          </a:xfrm>
          <a:prstGeom prst="line">
            <a:avLst/>
          </a:prstGeom>
          <a:noFill/>
          <a:ln w="25400">
            <a:solidFill>
              <a:srgbClr val="5C4DB7"/>
            </a:solidFill>
            <a:prstDash val="solid"/>
            <a:headEnd type="none"/>
            <a:tailEnd type="none"/>
          </a:ln>
        </p:spPr>
      </p:sp>
      <p:sp>
        <p:nvSpPr>
          <p:cNvPr id="86" name="Shape 84"/>
          <p:cNvSpPr/>
          <p:nvPr/>
        </p:nvSpPr>
        <p:spPr>
          <a:xfrm>
            <a:off x="5879592" y="3624783"/>
            <a:ext cx="176480" cy="0"/>
          </a:xfrm>
          <a:prstGeom prst="line">
            <a:avLst/>
          </a:prstGeom>
          <a:noFill/>
          <a:ln w="25400">
            <a:solidFill>
              <a:srgbClr val="5C4DB7"/>
            </a:solidFill>
            <a:prstDash val="solid"/>
            <a:headEnd type="none"/>
            <a:tailEnd type="none"/>
          </a:ln>
        </p:spPr>
      </p:sp>
      <p:sp>
        <p:nvSpPr>
          <p:cNvPr id="87" name="Shape 85"/>
          <p:cNvSpPr/>
          <p:nvPr/>
        </p:nvSpPr>
        <p:spPr>
          <a:xfrm>
            <a:off x="6053328" y="3622040"/>
            <a:ext cx="0" cy="61866"/>
          </a:xfrm>
          <a:prstGeom prst="line">
            <a:avLst/>
          </a:prstGeom>
          <a:noFill/>
          <a:ln w="25400">
            <a:solidFill>
              <a:srgbClr val="5C4DB7"/>
            </a:solidFill>
            <a:prstDash val="solid"/>
            <a:headEnd type="none"/>
            <a:tailEnd type="none"/>
          </a:ln>
        </p:spPr>
      </p:sp>
      <p:sp>
        <p:nvSpPr>
          <p:cNvPr id="88" name="Shape 86"/>
          <p:cNvSpPr/>
          <p:nvPr/>
        </p:nvSpPr>
        <p:spPr>
          <a:xfrm>
            <a:off x="6053328" y="3681163"/>
            <a:ext cx="176480" cy="0"/>
          </a:xfrm>
          <a:prstGeom prst="line">
            <a:avLst/>
          </a:prstGeom>
          <a:noFill/>
          <a:ln w="25400">
            <a:solidFill>
              <a:srgbClr val="5C4DB7"/>
            </a:solidFill>
            <a:prstDash val="solid"/>
            <a:headEnd type="none"/>
            <a:tailEnd type="none"/>
          </a:ln>
        </p:spPr>
      </p:sp>
      <p:sp>
        <p:nvSpPr>
          <p:cNvPr id="89" name="Shape 87"/>
          <p:cNvSpPr/>
          <p:nvPr/>
        </p:nvSpPr>
        <p:spPr>
          <a:xfrm>
            <a:off x="6227064" y="3678420"/>
            <a:ext cx="0" cy="61108"/>
          </a:xfrm>
          <a:prstGeom prst="line">
            <a:avLst/>
          </a:prstGeom>
          <a:noFill/>
          <a:ln w="25400">
            <a:solidFill>
              <a:srgbClr val="5C4DB7"/>
            </a:solidFill>
            <a:prstDash val="solid"/>
            <a:headEnd type="none"/>
            <a:tailEnd type="none"/>
          </a:ln>
        </p:spPr>
      </p:sp>
      <p:sp>
        <p:nvSpPr>
          <p:cNvPr id="90" name="Shape 88"/>
          <p:cNvSpPr/>
          <p:nvPr/>
        </p:nvSpPr>
        <p:spPr>
          <a:xfrm>
            <a:off x="6227064" y="3736785"/>
            <a:ext cx="176479" cy="0"/>
          </a:xfrm>
          <a:prstGeom prst="line">
            <a:avLst/>
          </a:prstGeom>
          <a:noFill/>
          <a:ln w="25400">
            <a:solidFill>
              <a:srgbClr val="5C4DB7"/>
            </a:solidFill>
            <a:prstDash val="solid"/>
            <a:headEnd type="none"/>
            <a:tailEnd type="none"/>
          </a:ln>
        </p:spPr>
      </p:sp>
      <p:sp>
        <p:nvSpPr>
          <p:cNvPr id="91" name="Shape 89"/>
          <p:cNvSpPr/>
          <p:nvPr/>
        </p:nvSpPr>
        <p:spPr>
          <a:xfrm>
            <a:off x="6400800" y="3734042"/>
            <a:ext cx="0" cy="60199"/>
          </a:xfrm>
          <a:prstGeom prst="line">
            <a:avLst/>
          </a:prstGeom>
          <a:noFill/>
          <a:ln w="25400">
            <a:solidFill>
              <a:srgbClr val="5C4DB7"/>
            </a:solidFill>
            <a:prstDash val="solid"/>
            <a:headEnd type="none"/>
            <a:tailEnd type="none"/>
          </a:ln>
        </p:spPr>
      </p:sp>
      <p:sp>
        <p:nvSpPr>
          <p:cNvPr id="92" name="Shape 90"/>
          <p:cNvSpPr/>
          <p:nvPr/>
        </p:nvSpPr>
        <p:spPr>
          <a:xfrm>
            <a:off x="6400800" y="3791498"/>
            <a:ext cx="176480" cy="0"/>
          </a:xfrm>
          <a:prstGeom prst="line">
            <a:avLst/>
          </a:prstGeom>
          <a:noFill/>
          <a:ln w="25400">
            <a:solidFill>
              <a:srgbClr val="5C4DB7"/>
            </a:solidFill>
            <a:prstDash val="solid"/>
            <a:headEnd type="none"/>
            <a:tailEnd type="none"/>
          </a:ln>
        </p:spPr>
      </p:sp>
      <p:sp>
        <p:nvSpPr>
          <p:cNvPr id="93" name="Shape 91"/>
          <p:cNvSpPr/>
          <p:nvPr/>
        </p:nvSpPr>
        <p:spPr>
          <a:xfrm>
            <a:off x="6574536" y="3788754"/>
            <a:ext cx="0" cy="59087"/>
          </a:xfrm>
          <a:prstGeom prst="line">
            <a:avLst/>
          </a:prstGeom>
          <a:noFill/>
          <a:ln w="25400">
            <a:solidFill>
              <a:srgbClr val="5C4DB7"/>
            </a:solidFill>
            <a:prstDash val="solid"/>
            <a:headEnd type="none"/>
            <a:tailEnd type="none"/>
          </a:ln>
        </p:spPr>
      </p:sp>
      <p:sp>
        <p:nvSpPr>
          <p:cNvPr id="94" name="Shape 92"/>
          <p:cNvSpPr/>
          <p:nvPr/>
        </p:nvSpPr>
        <p:spPr>
          <a:xfrm>
            <a:off x="6574536" y="3845099"/>
            <a:ext cx="176480" cy="0"/>
          </a:xfrm>
          <a:prstGeom prst="line">
            <a:avLst/>
          </a:prstGeom>
          <a:noFill/>
          <a:ln w="25400">
            <a:solidFill>
              <a:srgbClr val="5C4DB7"/>
            </a:solidFill>
            <a:prstDash val="solid"/>
            <a:headEnd type="none"/>
            <a:tailEnd type="none"/>
          </a:ln>
        </p:spPr>
      </p:sp>
      <p:sp>
        <p:nvSpPr>
          <p:cNvPr id="95" name="Shape 93"/>
          <p:cNvSpPr/>
          <p:nvPr/>
        </p:nvSpPr>
        <p:spPr>
          <a:xfrm>
            <a:off x="6748272" y="3842356"/>
            <a:ext cx="0" cy="58157"/>
          </a:xfrm>
          <a:prstGeom prst="line">
            <a:avLst/>
          </a:prstGeom>
          <a:noFill/>
          <a:ln w="25400">
            <a:solidFill>
              <a:srgbClr val="5C4DB7"/>
            </a:solidFill>
            <a:prstDash val="solid"/>
            <a:headEnd type="none"/>
            <a:tailEnd type="none"/>
          </a:ln>
        </p:spPr>
      </p:sp>
      <p:sp>
        <p:nvSpPr>
          <p:cNvPr id="96" name="Shape 94"/>
          <p:cNvSpPr/>
          <p:nvPr/>
        </p:nvSpPr>
        <p:spPr>
          <a:xfrm>
            <a:off x="6748272" y="3897769"/>
            <a:ext cx="176479" cy="0"/>
          </a:xfrm>
          <a:prstGeom prst="line">
            <a:avLst/>
          </a:prstGeom>
          <a:noFill/>
          <a:ln w="25400">
            <a:solidFill>
              <a:srgbClr val="5C4DB7"/>
            </a:solidFill>
            <a:prstDash val="solid"/>
            <a:headEnd type="none"/>
            <a:tailEnd type="none"/>
          </a:ln>
        </p:spPr>
      </p:sp>
      <p:sp>
        <p:nvSpPr>
          <p:cNvPr id="97" name="Shape 95"/>
          <p:cNvSpPr/>
          <p:nvPr/>
        </p:nvSpPr>
        <p:spPr>
          <a:xfrm>
            <a:off x="6922008" y="3895026"/>
            <a:ext cx="0" cy="57345"/>
          </a:xfrm>
          <a:prstGeom prst="line">
            <a:avLst/>
          </a:prstGeom>
          <a:noFill/>
          <a:ln w="25400">
            <a:solidFill>
              <a:srgbClr val="5C4DB7"/>
            </a:solidFill>
            <a:prstDash val="solid"/>
            <a:headEnd type="none"/>
            <a:tailEnd type="none"/>
          </a:ln>
        </p:spPr>
      </p:sp>
      <p:sp>
        <p:nvSpPr>
          <p:cNvPr id="98" name="Shape 96"/>
          <p:cNvSpPr/>
          <p:nvPr/>
        </p:nvSpPr>
        <p:spPr>
          <a:xfrm>
            <a:off x="6922008" y="3949628"/>
            <a:ext cx="176480" cy="0"/>
          </a:xfrm>
          <a:prstGeom prst="line">
            <a:avLst/>
          </a:prstGeom>
          <a:noFill/>
          <a:ln w="25400">
            <a:solidFill>
              <a:srgbClr val="5C4DB7"/>
            </a:solidFill>
            <a:prstDash val="solid"/>
            <a:headEnd type="none"/>
            <a:tailEnd type="none"/>
          </a:ln>
        </p:spPr>
      </p:sp>
      <p:sp>
        <p:nvSpPr>
          <p:cNvPr id="99" name="Shape 97"/>
          <p:cNvSpPr/>
          <p:nvPr/>
        </p:nvSpPr>
        <p:spPr>
          <a:xfrm>
            <a:off x="7095744" y="3946885"/>
            <a:ext cx="0" cy="56465"/>
          </a:xfrm>
          <a:prstGeom prst="line">
            <a:avLst/>
          </a:prstGeom>
          <a:noFill/>
          <a:ln w="25400">
            <a:solidFill>
              <a:srgbClr val="5C4DB7"/>
            </a:solidFill>
            <a:prstDash val="solid"/>
            <a:headEnd type="none"/>
            <a:tailEnd type="none"/>
          </a:ln>
        </p:spPr>
      </p:sp>
      <p:sp>
        <p:nvSpPr>
          <p:cNvPr id="100" name="Shape 98"/>
          <p:cNvSpPr/>
          <p:nvPr/>
        </p:nvSpPr>
        <p:spPr>
          <a:xfrm>
            <a:off x="7095744" y="4000606"/>
            <a:ext cx="176480" cy="0"/>
          </a:xfrm>
          <a:prstGeom prst="line">
            <a:avLst/>
          </a:prstGeom>
          <a:noFill/>
          <a:ln w="25400">
            <a:solidFill>
              <a:srgbClr val="5C4DB7"/>
            </a:solidFill>
            <a:prstDash val="solid"/>
            <a:headEnd type="none"/>
            <a:tailEnd type="none"/>
          </a:ln>
        </p:spPr>
      </p:sp>
      <p:sp>
        <p:nvSpPr>
          <p:cNvPr id="101" name="Shape 99"/>
          <p:cNvSpPr/>
          <p:nvPr/>
        </p:nvSpPr>
        <p:spPr>
          <a:xfrm>
            <a:off x="7269480" y="3997863"/>
            <a:ext cx="0" cy="50061"/>
          </a:xfrm>
          <a:prstGeom prst="line">
            <a:avLst/>
          </a:prstGeom>
          <a:noFill/>
          <a:ln w="25400">
            <a:solidFill>
              <a:srgbClr val="5C4DB7"/>
            </a:solidFill>
            <a:prstDash val="solid"/>
            <a:headEnd type="none"/>
            <a:tailEnd type="none"/>
          </a:ln>
        </p:spPr>
      </p:sp>
      <p:sp>
        <p:nvSpPr>
          <p:cNvPr id="102" name="Shape 100"/>
          <p:cNvSpPr/>
          <p:nvPr/>
        </p:nvSpPr>
        <p:spPr>
          <a:xfrm>
            <a:off x="7269480" y="4045181"/>
            <a:ext cx="176479" cy="0"/>
          </a:xfrm>
          <a:prstGeom prst="line">
            <a:avLst/>
          </a:prstGeom>
          <a:noFill/>
          <a:ln w="25400">
            <a:solidFill>
              <a:srgbClr val="5C4DB7"/>
            </a:solidFill>
            <a:prstDash val="solid"/>
            <a:headEnd type="none"/>
            <a:tailEnd type="none"/>
          </a:ln>
        </p:spPr>
      </p:sp>
      <p:sp>
        <p:nvSpPr>
          <p:cNvPr id="103" name="Shape 101"/>
          <p:cNvSpPr/>
          <p:nvPr/>
        </p:nvSpPr>
        <p:spPr>
          <a:xfrm>
            <a:off x="7443216" y="4042437"/>
            <a:ext cx="0" cy="55036"/>
          </a:xfrm>
          <a:prstGeom prst="line">
            <a:avLst/>
          </a:prstGeom>
          <a:noFill/>
          <a:ln w="25400">
            <a:solidFill>
              <a:srgbClr val="5C4DB7"/>
            </a:solidFill>
            <a:prstDash val="solid"/>
            <a:headEnd type="none"/>
            <a:tailEnd type="none"/>
          </a:ln>
        </p:spPr>
      </p:sp>
      <p:sp>
        <p:nvSpPr>
          <p:cNvPr id="104" name="Shape 102"/>
          <p:cNvSpPr/>
          <p:nvPr/>
        </p:nvSpPr>
        <p:spPr>
          <a:xfrm>
            <a:off x="7443216" y="4094730"/>
            <a:ext cx="176480" cy="0"/>
          </a:xfrm>
          <a:prstGeom prst="line">
            <a:avLst/>
          </a:prstGeom>
          <a:noFill/>
          <a:ln w="25400">
            <a:solidFill>
              <a:srgbClr val="5C4DB7"/>
            </a:solidFill>
            <a:prstDash val="solid"/>
            <a:headEnd type="none"/>
            <a:tailEnd type="none"/>
          </a:ln>
        </p:spPr>
      </p:sp>
      <p:sp>
        <p:nvSpPr>
          <p:cNvPr id="105" name="Shape 103"/>
          <p:cNvSpPr/>
          <p:nvPr/>
        </p:nvSpPr>
        <p:spPr>
          <a:xfrm>
            <a:off x="7616952" y="4091987"/>
            <a:ext cx="0" cy="54219"/>
          </a:xfrm>
          <a:prstGeom prst="line">
            <a:avLst/>
          </a:prstGeom>
          <a:noFill/>
          <a:ln w="25400">
            <a:solidFill>
              <a:srgbClr val="5C4DB7"/>
            </a:solidFill>
            <a:prstDash val="solid"/>
            <a:headEnd type="none"/>
            <a:tailEnd type="none"/>
          </a:ln>
        </p:spPr>
      </p:sp>
      <p:sp>
        <p:nvSpPr>
          <p:cNvPr id="106" name="Shape 104"/>
          <p:cNvSpPr/>
          <p:nvPr/>
        </p:nvSpPr>
        <p:spPr>
          <a:xfrm>
            <a:off x="7616952" y="4143462"/>
            <a:ext cx="176480" cy="0"/>
          </a:xfrm>
          <a:prstGeom prst="line">
            <a:avLst/>
          </a:prstGeom>
          <a:noFill/>
          <a:ln w="25400">
            <a:solidFill>
              <a:srgbClr val="5C4DB7"/>
            </a:solidFill>
            <a:prstDash val="solid"/>
            <a:headEnd type="none"/>
            <a:tailEnd type="none"/>
          </a:ln>
        </p:spPr>
      </p:sp>
      <p:sp>
        <p:nvSpPr>
          <p:cNvPr id="107" name="Shape 105"/>
          <p:cNvSpPr/>
          <p:nvPr/>
        </p:nvSpPr>
        <p:spPr>
          <a:xfrm>
            <a:off x="7790688" y="4140719"/>
            <a:ext cx="0" cy="53140"/>
          </a:xfrm>
          <a:prstGeom prst="line">
            <a:avLst/>
          </a:prstGeom>
          <a:noFill/>
          <a:ln w="25400">
            <a:solidFill>
              <a:srgbClr val="5C4DB7"/>
            </a:solidFill>
            <a:prstDash val="solid"/>
            <a:headEnd type="none"/>
            <a:tailEnd type="none"/>
          </a:ln>
        </p:spPr>
      </p:sp>
      <p:sp>
        <p:nvSpPr>
          <p:cNvPr id="108" name="Shape 106"/>
          <p:cNvSpPr/>
          <p:nvPr/>
        </p:nvSpPr>
        <p:spPr>
          <a:xfrm>
            <a:off x="7790688" y="4191116"/>
            <a:ext cx="176479" cy="0"/>
          </a:xfrm>
          <a:prstGeom prst="line">
            <a:avLst/>
          </a:prstGeom>
          <a:noFill/>
          <a:ln w="25400">
            <a:solidFill>
              <a:srgbClr val="5C4DB7"/>
            </a:solidFill>
            <a:prstDash val="solid"/>
            <a:headEnd type="none"/>
            <a:tailEnd type="none"/>
          </a:ln>
        </p:spPr>
      </p:sp>
      <p:sp>
        <p:nvSpPr>
          <p:cNvPr id="109" name="Shape 107"/>
          <p:cNvSpPr/>
          <p:nvPr/>
        </p:nvSpPr>
        <p:spPr>
          <a:xfrm>
            <a:off x="7964424" y="4188373"/>
            <a:ext cx="0" cy="52235"/>
          </a:xfrm>
          <a:prstGeom prst="line">
            <a:avLst/>
          </a:prstGeom>
          <a:noFill/>
          <a:ln w="25400">
            <a:solidFill>
              <a:srgbClr val="5C4DB7"/>
            </a:solidFill>
            <a:prstDash val="solid"/>
            <a:headEnd type="none"/>
            <a:tailEnd type="none"/>
          </a:ln>
        </p:spPr>
      </p:sp>
      <p:sp>
        <p:nvSpPr>
          <p:cNvPr id="110" name="Shape 108"/>
          <p:cNvSpPr/>
          <p:nvPr/>
        </p:nvSpPr>
        <p:spPr>
          <a:xfrm>
            <a:off x="7964424" y="4237865"/>
            <a:ext cx="176480" cy="0"/>
          </a:xfrm>
          <a:prstGeom prst="line">
            <a:avLst/>
          </a:prstGeom>
          <a:noFill/>
          <a:ln w="25400">
            <a:solidFill>
              <a:srgbClr val="5C4DB7"/>
            </a:solidFill>
            <a:prstDash val="solid"/>
            <a:headEnd type="none"/>
            <a:tailEnd type="none"/>
          </a:ln>
        </p:spPr>
      </p:sp>
      <p:sp>
        <p:nvSpPr>
          <p:cNvPr id="111" name="Shape 109"/>
          <p:cNvSpPr/>
          <p:nvPr/>
        </p:nvSpPr>
        <p:spPr>
          <a:xfrm>
            <a:off x="8138160" y="4235121"/>
            <a:ext cx="0" cy="51455"/>
          </a:xfrm>
          <a:prstGeom prst="line">
            <a:avLst/>
          </a:prstGeom>
          <a:noFill/>
          <a:ln w="25400">
            <a:solidFill>
              <a:srgbClr val="5C4DB7"/>
            </a:solidFill>
            <a:prstDash val="solid"/>
            <a:headEnd type="none"/>
            <a:tailEnd type="none"/>
          </a:ln>
        </p:spPr>
      </p:sp>
      <p:sp>
        <p:nvSpPr>
          <p:cNvPr id="112" name="Shape 110"/>
          <p:cNvSpPr/>
          <p:nvPr/>
        </p:nvSpPr>
        <p:spPr>
          <a:xfrm>
            <a:off x="8138160" y="4283833"/>
            <a:ext cx="176480" cy="0"/>
          </a:xfrm>
          <a:prstGeom prst="line">
            <a:avLst/>
          </a:prstGeom>
          <a:noFill/>
          <a:ln w="25400">
            <a:solidFill>
              <a:srgbClr val="5C4DB7"/>
            </a:solidFill>
            <a:prstDash val="solid"/>
            <a:headEnd type="none"/>
            <a:tailEnd type="none"/>
          </a:ln>
        </p:spPr>
      </p:sp>
      <p:sp>
        <p:nvSpPr>
          <p:cNvPr id="113" name="Shape 111"/>
          <p:cNvSpPr/>
          <p:nvPr/>
        </p:nvSpPr>
        <p:spPr>
          <a:xfrm>
            <a:off x="8311896" y="4281090"/>
            <a:ext cx="0" cy="50708"/>
          </a:xfrm>
          <a:prstGeom prst="line">
            <a:avLst/>
          </a:prstGeom>
          <a:noFill/>
          <a:ln w="25400">
            <a:solidFill>
              <a:srgbClr val="5C4DB7"/>
            </a:solidFill>
            <a:prstDash val="solid"/>
            <a:headEnd type="none"/>
            <a:tailEnd type="none"/>
          </a:ln>
        </p:spPr>
      </p:sp>
      <p:sp>
        <p:nvSpPr>
          <p:cNvPr id="114" name="Shape 112"/>
          <p:cNvSpPr/>
          <p:nvPr/>
        </p:nvSpPr>
        <p:spPr>
          <a:xfrm>
            <a:off x="8311896" y="4329055"/>
            <a:ext cx="176479" cy="0"/>
          </a:xfrm>
          <a:prstGeom prst="line">
            <a:avLst/>
          </a:prstGeom>
          <a:noFill/>
          <a:ln w="25400">
            <a:solidFill>
              <a:srgbClr val="5C4DB7"/>
            </a:solidFill>
            <a:prstDash val="solid"/>
            <a:headEnd type="none"/>
            <a:tailEnd type="none"/>
          </a:ln>
        </p:spPr>
      </p:sp>
      <p:sp>
        <p:nvSpPr>
          <p:cNvPr id="115" name="Shape 113"/>
          <p:cNvSpPr/>
          <p:nvPr/>
        </p:nvSpPr>
        <p:spPr>
          <a:xfrm>
            <a:off x="8485632" y="4326311"/>
            <a:ext cx="0" cy="50016"/>
          </a:xfrm>
          <a:prstGeom prst="line">
            <a:avLst/>
          </a:prstGeom>
          <a:noFill/>
          <a:ln w="25400">
            <a:solidFill>
              <a:srgbClr val="5C4DB7"/>
            </a:solidFill>
            <a:prstDash val="solid"/>
            <a:headEnd type="none"/>
            <a:tailEnd type="none"/>
          </a:ln>
        </p:spPr>
      </p:sp>
      <p:sp>
        <p:nvSpPr>
          <p:cNvPr id="116" name="Shape 114"/>
          <p:cNvSpPr/>
          <p:nvPr/>
        </p:nvSpPr>
        <p:spPr>
          <a:xfrm>
            <a:off x="8485632" y="4373585"/>
            <a:ext cx="176480" cy="0"/>
          </a:xfrm>
          <a:prstGeom prst="line">
            <a:avLst/>
          </a:prstGeom>
          <a:noFill/>
          <a:ln w="25400">
            <a:solidFill>
              <a:srgbClr val="5C4DB7"/>
            </a:solidFill>
            <a:prstDash val="solid"/>
            <a:headEnd type="none"/>
            <a:tailEnd type="none"/>
          </a:ln>
        </p:spPr>
      </p:sp>
      <p:sp>
        <p:nvSpPr>
          <p:cNvPr id="117" name="Shape 115"/>
          <p:cNvSpPr/>
          <p:nvPr/>
        </p:nvSpPr>
        <p:spPr>
          <a:xfrm>
            <a:off x="8659368" y="4370841"/>
            <a:ext cx="0" cy="49254"/>
          </a:xfrm>
          <a:prstGeom prst="line">
            <a:avLst/>
          </a:prstGeom>
          <a:noFill/>
          <a:ln w="25400">
            <a:solidFill>
              <a:srgbClr val="5C4DB7"/>
            </a:solidFill>
            <a:prstDash val="solid"/>
            <a:headEnd type="none"/>
            <a:tailEnd type="none"/>
          </a:ln>
        </p:spPr>
      </p:sp>
      <p:sp>
        <p:nvSpPr>
          <p:cNvPr id="118" name="Shape 116"/>
          <p:cNvSpPr/>
          <p:nvPr/>
        </p:nvSpPr>
        <p:spPr>
          <a:xfrm>
            <a:off x="8659368" y="4417352"/>
            <a:ext cx="176480" cy="0"/>
          </a:xfrm>
          <a:prstGeom prst="line">
            <a:avLst/>
          </a:prstGeom>
          <a:noFill/>
          <a:ln w="25400">
            <a:solidFill>
              <a:srgbClr val="5C4DB7"/>
            </a:solidFill>
            <a:prstDash val="solid"/>
            <a:headEnd type="none"/>
            <a:tailEnd type="none"/>
          </a:ln>
        </p:spPr>
      </p:sp>
      <p:sp>
        <p:nvSpPr>
          <p:cNvPr id="119" name="Shape 117"/>
          <p:cNvSpPr/>
          <p:nvPr/>
        </p:nvSpPr>
        <p:spPr>
          <a:xfrm>
            <a:off x="8833104" y="4414609"/>
            <a:ext cx="0" cy="48205"/>
          </a:xfrm>
          <a:prstGeom prst="line">
            <a:avLst/>
          </a:prstGeom>
          <a:noFill/>
          <a:ln w="25400">
            <a:solidFill>
              <a:srgbClr val="5C4DB7"/>
            </a:solidFill>
            <a:prstDash val="solid"/>
            <a:headEnd type="none"/>
            <a:tailEnd type="none"/>
          </a:ln>
        </p:spPr>
      </p:sp>
      <p:sp>
        <p:nvSpPr>
          <p:cNvPr id="120" name="Shape 118"/>
          <p:cNvSpPr/>
          <p:nvPr/>
        </p:nvSpPr>
        <p:spPr>
          <a:xfrm>
            <a:off x="8833104" y="4460071"/>
            <a:ext cx="176479" cy="0"/>
          </a:xfrm>
          <a:prstGeom prst="line">
            <a:avLst/>
          </a:prstGeom>
          <a:noFill/>
          <a:ln w="25400">
            <a:solidFill>
              <a:srgbClr val="5C4DB7"/>
            </a:solidFill>
            <a:prstDash val="solid"/>
            <a:headEnd type="none"/>
            <a:tailEnd type="none"/>
          </a:ln>
        </p:spPr>
      </p:sp>
      <p:sp>
        <p:nvSpPr>
          <p:cNvPr id="121" name="Shape 119"/>
          <p:cNvSpPr/>
          <p:nvPr/>
        </p:nvSpPr>
        <p:spPr>
          <a:xfrm>
            <a:off x="9006840" y="4457328"/>
            <a:ext cx="0" cy="47202"/>
          </a:xfrm>
          <a:prstGeom prst="line">
            <a:avLst/>
          </a:prstGeom>
          <a:noFill/>
          <a:ln w="25400">
            <a:solidFill>
              <a:srgbClr val="5C4DB7"/>
            </a:solidFill>
            <a:prstDash val="solid"/>
            <a:headEnd type="none"/>
            <a:tailEnd type="none"/>
          </a:ln>
        </p:spPr>
      </p:sp>
      <p:sp>
        <p:nvSpPr>
          <p:cNvPr id="122" name="Shape 120"/>
          <p:cNvSpPr/>
          <p:nvPr/>
        </p:nvSpPr>
        <p:spPr>
          <a:xfrm>
            <a:off x="9006840" y="4501786"/>
            <a:ext cx="176480" cy="0"/>
          </a:xfrm>
          <a:prstGeom prst="line">
            <a:avLst/>
          </a:prstGeom>
          <a:noFill/>
          <a:ln w="25400">
            <a:solidFill>
              <a:srgbClr val="5C4DB7"/>
            </a:solidFill>
            <a:prstDash val="solid"/>
            <a:headEnd type="none"/>
            <a:tailEnd type="none"/>
          </a:ln>
        </p:spPr>
      </p:sp>
      <p:sp>
        <p:nvSpPr>
          <p:cNvPr id="123" name="Shape 121"/>
          <p:cNvSpPr/>
          <p:nvPr/>
        </p:nvSpPr>
        <p:spPr>
          <a:xfrm>
            <a:off x="9180576" y="4499043"/>
            <a:ext cx="0" cy="46151"/>
          </a:xfrm>
          <a:prstGeom prst="line">
            <a:avLst/>
          </a:prstGeom>
          <a:noFill/>
          <a:ln w="25400">
            <a:solidFill>
              <a:srgbClr val="5C4DB7"/>
            </a:solidFill>
            <a:prstDash val="solid"/>
            <a:headEnd type="none"/>
            <a:tailEnd type="none"/>
          </a:ln>
        </p:spPr>
      </p:sp>
      <p:sp>
        <p:nvSpPr>
          <p:cNvPr id="124" name="Shape 122"/>
          <p:cNvSpPr/>
          <p:nvPr/>
        </p:nvSpPr>
        <p:spPr>
          <a:xfrm>
            <a:off x="9180576" y="4542451"/>
            <a:ext cx="176480" cy="0"/>
          </a:xfrm>
          <a:prstGeom prst="line">
            <a:avLst/>
          </a:prstGeom>
          <a:noFill/>
          <a:ln w="25400">
            <a:solidFill>
              <a:srgbClr val="5C4DB7"/>
            </a:solidFill>
            <a:prstDash val="solid"/>
            <a:headEnd type="none"/>
            <a:tailEnd type="none"/>
          </a:ln>
        </p:spPr>
      </p:sp>
      <p:sp>
        <p:nvSpPr>
          <p:cNvPr id="125" name="Shape 123"/>
          <p:cNvSpPr/>
          <p:nvPr/>
        </p:nvSpPr>
        <p:spPr>
          <a:xfrm>
            <a:off x="9354312" y="4539708"/>
            <a:ext cx="0" cy="35651"/>
          </a:xfrm>
          <a:prstGeom prst="line">
            <a:avLst/>
          </a:prstGeom>
          <a:noFill/>
          <a:ln w="25400">
            <a:solidFill>
              <a:srgbClr val="5C4DB7"/>
            </a:solidFill>
            <a:prstDash val="solid"/>
            <a:headEnd type="none"/>
            <a:tailEnd type="none"/>
          </a:ln>
        </p:spPr>
      </p:sp>
      <p:sp>
        <p:nvSpPr>
          <p:cNvPr id="126" name="Shape 124"/>
          <p:cNvSpPr/>
          <p:nvPr/>
        </p:nvSpPr>
        <p:spPr>
          <a:xfrm>
            <a:off x="9354312" y="4572616"/>
            <a:ext cx="176479" cy="0"/>
          </a:xfrm>
          <a:prstGeom prst="line">
            <a:avLst/>
          </a:prstGeom>
          <a:noFill/>
          <a:ln w="25400">
            <a:solidFill>
              <a:srgbClr val="5C4DB7"/>
            </a:solidFill>
            <a:prstDash val="solid"/>
            <a:headEnd type="none"/>
            <a:tailEnd type="none"/>
          </a:ln>
        </p:spPr>
      </p:sp>
      <p:sp>
        <p:nvSpPr>
          <p:cNvPr id="127" name="Shape 125"/>
          <p:cNvSpPr/>
          <p:nvPr/>
        </p:nvSpPr>
        <p:spPr>
          <a:xfrm>
            <a:off x="9528048" y="4569873"/>
            <a:ext cx="0" cy="44035"/>
          </a:xfrm>
          <a:prstGeom prst="line">
            <a:avLst/>
          </a:prstGeom>
          <a:noFill/>
          <a:ln w="25400">
            <a:solidFill>
              <a:srgbClr val="5C4DB7"/>
            </a:solidFill>
            <a:prstDash val="solid"/>
            <a:headEnd type="none"/>
            <a:tailEnd type="none"/>
          </a:ln>
        </p:spPr>
      </p:sp>
      <p:sp>
        <p:nvSpPr>
          <p:cNvPr id="128" name="Shape 126"/>
          <p:cNvSpPr/>
          <p:nvPr/>
        </p:nvSpPr>
        <p:spPr>
          <a:xfrm>
            <a:off x="9528048" y="4611164"/>
            <a:ext cx="176480" cy="0"/>
          </a:xfrm>
          <a:prstGeom prst="line">
            <a:avLst/>
          </a:prstGeom>
          <a:noFill/>
          <a:ln w="25400">
            <a:solidFill>
              <a:srgbClr val="5C4DB7"/>
            </a:solidFill>
            <a:prstDash val="solid"/>
            <a:headEnd type="none"/>
            <a:tailEnd type="none"/>
          </a:ln>
        </p:spPr>
      </p:sp>
      <p:sp>
        <p:nvSpPr>
          <p:cNvPr id="129" name="Shape 127"/>
          <p:cNvSpPr/>
          <p:nvPr/>
        </p:nvSpPr>
        <p:spPr>
          <a:xfrm>
            <a:off x="9701784" y="4608421"/>
            <a:ext cx="0" cy="42919"/>
          </a:xfrm>
          <a:prstGeom prst="line">
            <a:avLst/>
          </a:prstGeom>
          <a:noFill/>
          <a:ln w="25400">
            <a:solidFill>
              <a:srgbClr val="5C4DB7"/>
            </a:solidFill>
            <a:prstDash val="solid"/>
            <a:headEnd type="none"/>
            <a:tailEnd type="none"/>
          </a:ln>
        </p:spPr>
      </p:sp>
      <p:sp>
        <p:nvSpPr>
          <p:cNvPr id="130" name="Shape 128"/>
          <p:cNvSpPr/>
          <p:nvPr/>
        </p:nvSpPr>
        <p:spPr>
          <a:xfrm>
            <a:off x="9701784" y="4648597"/>
            <a:ext cx="176480" cy="0"/>
          </a:xfrm>
          <a:prstGeom prst="line">
            <a:avLst/>
          </a:prstGeom>
          <a:noFill/>
          <a:ln w="25400">
            <a:solidFill>
              <a:srgbClr val="5C4DB7"/>
            </a:solidFill>
            <a:prstDash val="solid"/>
            <a:headEnd type="none"/>
            <a:tailEnd type="none"/>
          </a:ln>
        </p:spPr>
      </p:sp>
      <p:sp>
        <p:nvSpPr>
          <p:cNvPr id="131" name="Shape 129"/>
          <p:cNvSpPr/>
          <p:nvPr/>
        </p:nvSpPr>
        <p:spPr>
          <a:xfrm>
            <a:off x="9875520" y="4645854"/>
            <a:ext cx="0" cy="41931"/>
          </a:xfrm>
          <a:prstGeom prst="line">
            <a:avLst/>
          </a:prstGeom>
          <a:noFill/>
          <a:ln w="25400">
            <a:solidFill>
              <a:srgbClr val="5C4DB7"/>
            </a:solidFill>
            <a:prstDash val="solid"/>
            <a:headEnd type="none"/>
            <a:tailEnd type="none"/>
          </a:ln>
        </p:spPr>
      </p:sp>
      <p:sp>
        <p:nvSpPr>
          <p:cNvPr id="132" name="Shape 130"/>
          <p:cNvSpPr/>
          <p:nvPr/>
        </p:nvSpPr>
        <p:spPr>
          <a:xfrm>
            <a:off x="9875520" y="4685042"/>
            <a:ext cx="176479" cy="0"/>
          </a:xfrm>
          <a:prstGeom prst="line">
            <a:avLst/>
          </a:prstGeom>
          <a:noFill/>
          <a:ln w="25400">
            <a:solidFill>
              <a:srgbClr val="5C4DB7"/>
            </a:solidFill>
            <a:prstDash val="solid"/>
            <a:headEnd type="none"/>
            <a:tailEnd type="none"/>
          </a:ln>
        </p:spPr>
      </p:sp>
      <p:sp>
        <p:nvSpPr>
          <p:cNvPr id="133" name="Shape 131"/>
          <p:cNvSpPr/>
          <p:nvPr/>
        </p:nvSpPr>
        <p:spPr>
          <a:xfrm>
            <a:off x="10049256" y="4682299"/>
            <a:ext cx="0" cy="40845"/>
          </a:xfrm>
          <a:prstGeom prst="line">
            <a:avLst/>
          </a:prstGeom>
          <a:noFill/>
          <a:ln w="25400">
            <a:solidFill>
              <a:srgbClr val="5C4DB7"/>
            </a:solidFill>
            <a:prstDash val="solid"/>
            <a:headEnd type="none"/>
            <a:tailEnd type="none"/>
          </a:ln>
        </p:spPr>
      </p:sp>
      <p:sp>
        <p:nvSpPr>
          <p:cNvPr id="134" name="Shape 132"/>
          <p:cNvSpPr/>
          <p:nvPr/>
        </p:nvSpPr>
        <p:spPr>
          <a:xfrm>
            <a:off x="10049256" y="4720400"/>
            <a:ext cx="176480" cy="0"/>
          </a:xfrm>
          <a:prstGeom prst="line">
            <a:avLst/>
          </a:prstGeom>
          <a:noFill/>
          <a:ln w="25400">
            <a:solidFill>
              <a:srgbClr val="5C4DB7"/>
            </a:solidFill>
            <a:prstDash val="solid"/>
            <a:headEnd type="none"/>
            <a:tailEnd type="none"/>
          </a:ln>
        </p:spPr>
      </p:sp>
      <p:sp>
        <p:nvSpPr>
          <p:cNvPr id="135" name="Shape 133"/>
          <p:cNvSpPr/>
          <p:nvPr/>
        </p:nvSpPr>
        <p:spPr>
          <a:xfrm>
            <a:off x="10222992" y="4717657"/>
            <a:ext cx="0" cy="39171"/>
          </a:xfrm>
          <a:prstGeom prst="line">
            <a:avLst/>
          </a:prstGeom>
          <a:noFill/>
          <a:ln w="25400">
            <a:solidFill>
              <a:srgbClr val="5C4DB7"/>
            </a:solidFill>
            <a:prstDash val="solid"/>
            <a:headEnd type="none"/>
            <a:tailEnd type="none"/>
          </a:ln>
        </p:spPr>
      </p:sp>
      <p:sp>
        <p:nvSpPr>
          <p:cNvPr id="136" name="Shape 134"/>
          <p:cNvSpPr/>
          <p:nvPr/>
        </p:nvSpPr>
        <p:spPr>
          <a:xfrm>
            <a:off x="10222992" y="4754085"/>
            <a:ext cx="176480" cy="0"/>
          </a:xfrm>
          <a:prstGeom prst="line">
            <a:avLst/>
          </a:prstGeom>
          <a:noFill/>
          <a:ln w="25400">
            <a:solidFill>
              <a:srgbClr val="5C4DB7"/>
            </a:solidFill>
            <a:prstDash val="solid"/>
            <a:headEnd type="none"/>
            <a:tailEnd type="none"/>
          </a:ln>
        </p:spPr>
      </p:sp>
      <p:sp>
        <p:nvSpPr>
          <p:cNvPr id="137" name="Shape 135"/>
          <p:cNvSpPr/>
          <p:nvPr/>
        </p:nvSpPr>
        <p:spPr>
          <a:xfrm>
            <a:off x="10396728" y="4751342"/>
            <a:ext cx="0" cy="36678"/>
          </a:xfrm>
          <a:prstGeom prst="line">
            <a:avLst/>
          </a:prstGeom>
          <a:noFill/>
          <a:ln w="25400">
            <a:solidFill>
              <a:srgbClr val="5C4DB7"/>
            </a:solidFill>
            <a:prstDash val="solid"/>
            <a:headEnd type="none"/>
            <a:tailEnd type="none"/>
          </a:ln>
        </p:spPr>
      </p:sp>
      <p:sp>
        <p:nvSpPr>
          <p:cNvPr id="138" name="Shape 136"/>
          <p:cNvSpPr/>
          <p:nvPr/>
        </p:nvSpPr>
        <p:spPr>
          <a:xfrm>
            <a:off x="10396728" y="4785277"/>
            <a:ext cx="176479" cy="0"/>
          </a:xfrm>
          <a:prstGeom prst="line">
            <a:avLst/>
          </a:prstGeom>
          <a:noFill/>
          <a:ln w="25400">
            <a:solidFill>
              <a:srgbClr val="5C4DB7"/>
            </a:solidFill>
            <a:prstDash val="solid"/>
            <a:headEnd type="none"/>
            <a:tailEnd type="none"/>
          </a:ln>
        </p:spPr>
      </p:sp>
      <p:sp>
        <p:nvSpPr>
          <p:cNvPr id="139" name="Shape 137"/>
          <p:cNvSpPr/>
          <p:nvPr/>
        </p:nvSpPr>
        <p:spPr>
          <a:xfrm>
            <a:off x="10570464" y="4782533"/>
            <a:ext cx="0" cy="33713"/>
          </a:xfrm>
          <a:prstGeom prst="line">
            <a:avLst/>
          </a:prstGeom>
          <a:noFill/>
          <a:ln w="25400">
            <a:solidFill>
              <a:srgbClr val="5C4DB7"/>
            </a:solidFill>
            <a:prstDash val="solid"/>
            <a:headEnd type="none"/>
            <a:tailEnd type="none"/>
          </a:ln>
        </p:spPr>
      </p:sp>
      <p:sp>
        <p:nvSpPr>
          <p:cNvPr id="140" name="Shape 138"/>
          <p:cNvSpPr/>
          <p:nvPr/>
        </p:nvSpPr>
        <p:spPr>
          <a:xfrm>
            <a:off x="10570464" y="4813503"/>
            <a:ext cx="176480" cy="0"/>
          </a:xfrm>
          <a:prstGeom prst="line">
            <a:avLst/>
          </a:prstGeom>
          <a:noFill/>
          <a:ln w="25400">
            <a:solidFill>
              <a:srgbClr val="5C4DB7"/>
            </a:solidFill>
            <a:prstDash val="solid"/>
            <a:headEnd type="none"/>
            <a:tailEnd type="none"/>
          </a:ln>
        </p:spPr>
      </p:sp>
      <p:sp>
        <p:nvSpPr>
          <p:cNvPr id="141" name="Shape 139"/>
          <p:cNvSpPr/>
          <p:nvPr/>
        </p:nvSpPr>
        <p:spPr>
          <a:xfrm>
            <a:off x="10744200" y="4810760"/>
            <a:ext cx="0" cy="30652"/>
          </a:xfrm>
          <a:prstGeom prst="line">
            <a:avLst/>
          </a:prstGeom>
          <a:noFill/>
          <a:ln w="25400">
            <a:solidFill>
              <a:srgbClr val="5C4DB7"/>
            </a:solidFill>
            <a:prstDash val="solid"/>
            <a:headEnd type="none"/>
            <a:tailEnd type="none"/>
          </a:ln>
        </p:spPr>
      </p:sp>
      <p:sp>
        <p:nvSpPr>
          <p:cNvPr id="142" name="Shape 140"/>
          <p:cNvSpPr/>
          <p:nvPr/>
        </p:nvSpPr>
        <p:spPr>
          <a:xfrm>
            <a:off x="10744200" y="4838669"/>
            <a:ext cx="176480" cy="0"/>
          </a:xfrm>
          <a:prstGeom prst="line">
            <a:avLst/>
          </a:prstGeom>
          <a:noFill/>
          <a:ln w="25400">
            <a:solidFill>
              <a:srgbClr val="5C4DB7"/>
            </a:solidFill>
            <a:prstDash val="solid"/>
            <a:headEnd type="none"/>
            <a:tailEnd type="none"/>
          </a:ln>
        </p:spPr>
      </p:sp>
      <p:sp>
        <p:nvSpPr>
          <p:cNvPr id="143" name="Shape 141"/>
          <p:cNvSpPr/>
          <p:nvPr/>
        </p:nvSpPr>
        <p:spPr>
          <a:xfrm>
            <a:off x="10917936" y="4835926"/>
            <a:ext cx="0" cy="27584"/>
          </a:xfrm>
          <a:prstGeom prst="line">
            <a:avLst/>
          </a:prstGeom>
          <a:noFill/>
          <a:ln w="25400">
            <a:solidFill>
              <a:srgbClr val="5C4DB7"/>
            </a:solidFill>
            <a:prstDash val="solid"/>
            <a:headEnd type="none"/>
            <a:tailEnd type="none"/>
          </a:ln>
        </p:spPr>
      </p:sp>
      <p:sp>
        <p:nvSpPr>
          <p:cNvPr id="144" name="Shape 142"/>
          <p:cNvSpPr/>
          <p:nvPr/>
        </p:nvSpPr>
        <p:spPr>
          <a:xfrm>
            <a:off x="10917936" y="4860766"/>
            <a:ext cx="176479" cy="0"/>
          </a:xfrm>
          <a:prstGeom prst="line">
            <a:avLst/>
          </a:prstGeom>
          <a:noFill/>
          <a:ln w="25400">
            <a:solidFill>
              <a:srgbClr val="5C4DB7"/>
            </a:solidFill>
            <a:prstDash val="solid"/>
            <a:headEnd type="none"/>
            <a:tailEnd type="none"/>
          </a:ln>
        </p:spPr>
      </p:sp>
      <p:sp>
        <p:nvSpPr>
          <p:cNvPr id="145" name="Shape 143"/>
          <p:cNvSpPr/>
          <p:nvPr/>
        </p:nvSpPr>
        <p:spPr>
          <a:xfrm>
            <a:off x="11091672" y="4858023"/>
            <a:ext cx="0" cy="24638"/>
          </a:xfrm>
          <a:prstGeom prst="line">
            <a:avLst/>
          </a:prstGeom>
          <a:noFill/>
          <a:ln w="25400">
            <a:solidFill>
              <a:srgbClr val="5C4DB7"/>
            </a:solidFill>
            <a:prstDash val="solid"/>
            <a:headEnd type="none"/>
            <a:tailEnd type="none"/>
          </a:ln>
        </p:spPr>
      </p:sp>
      <p:sp>
        <p:nvSpPr>
          <p:cNvPr id="146" name="Shape 144"/>
          <p:cNvSpPr/>
          <p:nvPr/>
        </p:nvSpPr>
        <p:spPr>
          <a:xfrm>
            <a:off x="11091672" y="4879918"/>
            <a:ext cx="176480" cy="0"/>
          </a:xfrm>
          <a:prstGeom prst="line">
            <a:avLst/>
          </a:prstGeom>
          <a:noFill/>
          <a:ln w="25400">
            <a:solidFill>
              <a:srgbClr val="5C4DB7"/>
            </a:solidFill>
            <a:prstDash val="solid"/>
            <a:headEnd type="none"/>
            <a:tailEnd type="none"/>
          </a:ln>
        </p:spPr>
      </p:sp>
      <p:sp>
        <p:nvSpPr>
          <p:cNvPr id="147" name="Shape 145"/>
          <p:cNvSpPr/>
          <p:nvPr/>
        </p:nvSpPr>
        <p:spPr>
          <a:xfrm>
            <a:off x="11265408" y="4877175"/>
            <a:ext cx="0" cy="21765"/>
          </a:xfrm>
          <a:prstGeom prst="line">
            <a:avLst/>
          </a:prstGeom>
          <a:noFill/>
          <a:ln w="25400">
            <a:solidFill>
              <a:srgbClr val="5C4DB7"/>
            </a:solidFill>
            <a:prstDash val="solid"/>
            <a:headEnd type="none"/>
            <a:tailEnd type="none"/>
          </a:ln>
        </p:spPr>
      </p:sp>
      <p:sp>
        <p:nvSpPr>
          <p:cNvPr id="148" name="Shape 146"/>
          <p:cNvSpPr/>
          <p:nvPr/>
        </p:nvSpPr>
        <p:spPr>
          <a:xfrm>
            <a:off x="868680" y="1792224"/>
            <a:ext cx="256032" cy="0"/>
          </a:xfrm>
          <a:prstGeom prst="line">
            <a:avLst/>
          </a:prstGeom>
          <a:noFill/>
          <a:ln w="27940">
            <a:solidFill>
              <a:srgbClr val="5C4DB7"/>
            </a:solidFill>
            <a:prstDash val="solid"/>
          </a:ln>
        </p:spPr>
      </p:sp>
      <p:sp>
        <p:nvSpPr>
          <p:cNvPr id="149" name="Text 147"/>
          <p:cNvSpPr/>
          <p:nvPr/>
        </p:nvSpPr>
        <p:spPr>
          <a:xfrm>
            <a:off x="1197864" y="1719072"/>
            <a:ext cx="2011680"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MFR</a:t>
            </a:r>
            <a:endParaRPr lang="en-US" sz="920" dirty="0"/>
          </a:p>
        </p:txBody>
      </p:sp>
      <p:sp>
        <p:nvSpPr>
          <p:cNvPr id="150" name="Shape 148"/>
          <p:cNvSpPr/>
          <p:nvPr/>
        </p:nvSpPr>
        <p:spPr>
          <a:xfrm>
            <a:off x="841248" y="4864808"/>
            <a:ext cx="176480" cy="0"/>
          </a:xfrm>
          <a:prstGeom prst="line">
            <a:avLst/>
          </a:prstGeom>
          <a:noFill/>
          <a:ln w="25400">
            <a:solidFill>
              <a:srgbClr val="168B83"/>
            </a:solidFill>
            <a:prstDash val="solid"/>
            <a:headEnd type="none"/>
            <a:tailEnd type="none"/>
          </a:ln>
        </p:spPr>
      </p:sp>
      <p:sp>
        <p:nvSpPr>
          <p:cNvPr id="151" name="Shape 149"/>
          <p:cNvSpPr/>
          <p:nvPr/>
        </p:nvSpPr>
        <p:spPr>
          <a:xfrm>
            <a:off x="1014984" y="4862064"/>
            <a:ext cx="0" cy="35711"/>
          </a:xfrm>
          <a:prstGeom prst="line">
            <a:avLst/>
          </a:prstGeom>
          <a:noFill/>
          <a:ln w="25400">
            <a:solidFill>
              <a:srgbClr val="168B83"/>
            </a:solidFill>
            <a:prstDash val="solid"/>
            <a:headEnd type="none"/>
            <a:tailEnd type="none"/>
          </a:ln>
        </p:spPr>
      </p:sp>
      <p:sp>
        <p:nvSpPr>
          <p:cNvPr id="152" name="Shape 150"/>
          <p:cNvSpPr/>
          <p:nvPr/>
        </p:nvSpPr>
        <p:spPr>
          <a:xfrm>
            <a:off x="1014984" y="4895032"/>
            <a:ext cx="176479" cy="0"/>
          </a:xfrm>
          <a:prstGeom prst="line">
            <a:avLst/>
          </a:prstGeom>
          <a:noFill/>
          <a:ln w="25400">
            <a:solidFill>
              <a:srgbClr val="168B83"/>
            </a:solidFill>
            <a:prstDash val="solid"/>
            <a:headEnd type="none"/>
            <a:tailEnd type="none"/>
          </a:ln>
        </p:spPr>
      </p:sp>
      <p:sp>
        <p:nvSpPr>
          <p:cNvPr id="153" name="Shape 151"/>
          <p:cNvSpPr/>
          <p:nvPr/>
        </p:nvSpPr>
        <p:spPr>
          <a:xfrm>
            <a:off x="1188720" y="4868124"/>
            <a:ext cx="0" cy="29651"/>
          </a:xfrm>
          <a:prstGeom prst="line">
            <a:avLst/>
          </a:prstGeom>
          <a:noFill/>
          <a:ln w="25400">
            <a:solidFill>
              <a:srgbClr val="168B83"/>
            </a:solidFill>
            <a:prstDash val="solid"/>
            <a:headEnd type="none"/>
            <a:tailEnd type="none"/>
          </a:ln>
        </p:spPr>
      </p:sp>
      <p:sp>
        <p:nvSpPr>
          <p:cNvPr id="154" name="Shape 152"/>
          <p:cNvSpPr/>
          <p:nvPr/>
        </p:nvSpPr>
        <p:spPr>
          <a:xfrm>
            <a:off x="1188720" y="4870867"/>
            <a:ext cx="176480" cy="0"/>
          </a:xfrm>
          <a:prstGeom prst="line">
            <a:avLst/>
          </a:prstGeom>
          <a:noFill/>
          <a:ln w="25400">
            <a:solidFill>
              <a:srgbClr val="168B83"/>
            </a:solidFill>
            <a:prstDash val="solid"/>
            <a:headEnd type="none"/>
            <a:tailEnd type="none"/>
          </a:ln>
        </p:spPr>
      </p:sp>
      <p:sp>
        <p:nvSpPr>
          <p:cNvPr id="155" name="Shape 153"/>
          <p:cNvSpPr/>
          <p:nvPr/>
        </p:nvSpPr>
        <p:spPr>
          <a:xfrm>
            <a:off x="1362456" y="4795948"/>
            <a:ext cx="0" cy="77662"/>
          </a:xfrm>
          <a:prstGeom prst="line">
            <a:avLst/>
          </a:prstGeom>
          <a:noFill/>
          <a:ln w="25400">
            <a:solidFill>
              <a:srgbClr val="168B83"/>
            </a:solidFill>
            <a:prstDash val="solid"/>
            <a:headEnd type="none"/>
            <a:tailEnd type="none"/>
          </a:ln>
        </p:spPr>
      </p:sp>
      <p:sp>
        <p:nvSpPr>
          <p:cNvPr id="156" name="Shape 154"/>
          <p:cNvSpPr/>
          <p:nvPr/>
        </p:nvSpPr>
        <p:spPr>
          <a:xfrm>
            <a:off x="1362456" y="4798691"/>
            <a:ext cx="176480" cy="0"/>
          </a:xfrm>
          <a:prstGeom prst="line">
            <a:avLst/>
          </a:prstGeom>
          <a:noFill/>
          <a:ln w="25400">
            <a:solidFill>
              <a:srgbClr val="168B83"/>
            </a:solidFill>
            <a:prstDash val="solid"/>
            <a:headEnd type="none"/>
            <a:tailEnd type="none"/>
          </a:ln>
        </p:spPr>
      </p:sp>
      <p:sp>
        <p:nvSpPr>
          <p:cNvPr id="157" name="Shape 155"/>
          <p:cNvSpPr/>
          <p:nvPr/>
        </p:nvSpPr>
        <p:spPr>
          <a:xfrm>
            <a:off x="1536192" y="4670219"/>
            <a:ext cx="0" cy="131216"/>
          </a:xfrm>
          <a:prstGeom prst="line">
            <a:avLst/>
          </a:prstGeom>
          <a:noFill/>
          <a:ln w="25400">
            <a:solidFill>
              <a:srgbClr val="168B83"/>
            </a:solidFill>
            <a:prstDash val="solid"/>
            <a:headEnd type="none"/>
            <a:tailEnd type="none"/>
          </a:ln>
        </p:spPr>
      </p:sp>
      <p:sp>
        <p:nvSpPr>
          <p:cNvPr id="158" name="Shape 156"/>
          <p:cNvSpPr/>
          <p:nvPr/>
        </p:nvSpPr>
        <p:spPr>
          <a:xfrm>
            <a:off x="1536192" y="4672962"/>
            <a:ext cx="176479" cy="0"/>
          </a:xfrm>
          <a:prstGeom prst="line">
            <a:avLst/>
          </a:prstGeom>
          <a:noFill/>
          <a:ln w="25400">
            <a:solidFill>
              <a:srgbClr val="168B83"/>
            </a:solidFill>
            <a:prstDash val="solid"/>
            <a:headEnd type="none"/>
            <a:tailEnd type="none"/>
          </a:ln>
        </p:spPr>
      </p:sp>
      <p:sp>
        <p:nvSpPr>
          <p:cNvPr id="159" name="Shape 157"/>
          <p:cNvSpPr/>
          <p:nvPr/>
        </p:nvSpPr>
        <p:spPr>
          <a:xfrm>
            <a:off x="1709928" y="4499591"/>
            <a:ext cx="0" cy="176114"/>
          </a:xfrm>
          <a:prstGeom prst="line">
            <a:avLst/>
          </a:prstGeom>
          <a:noFill/>
          <a:ln w="25400">
            <a:solidFill>
              <a:srgbClr val="168B83"/>
            </a:solidFill>
            <a:prstDash val="solid"/>
            <a:headEnd type="none"/>
            <a:tailEnd type="none"/>
          </a:ln>
        </p:spPr>
      </p:sp>
      <p:sp>
        <p:nvSpPr>
          <p:cNvPr id="160" name="Shape 158"/>
          <p:cNvSpPr/>
          <p:nvPr/>
        </p:nvSpPr>
        <p:spPr>
          <a:xfrm>
            <a:off x="1709928" y="4502334"/>
            <a:ext cx="176480" cy="0"/>
          </a:xfrm>
          <a:prstGeom prst="line">
            <a:avLst/>
          </a:prstGeom>
          <a:noFill/>
          <a:ln w="25400">
            <a:solidFill>
              <a:srgbClr val="168B83"/>
            </a:solidFill>
            <a:prstDash val="solid"/>
            <a:headEnd type="none"/>
            <a:tailEnd type="none"/>
          </a:ln>
        </p:spPr>
      </p:sp>
      <p:sp>
        <p:nvSpPr>
          <p:cNvPr id="161" name="Shape 159"/>
          <p:cNvSpPr/>
          <p:nvPr/>
        </p:nvSpPr>
        <p:spPr>
          <a:xfrm>
            <a:off x="1883664" y="4299560"/>
            <a:ext cx="0" cy="205518"/>
          </a:xfrm>
          <a:prstGeom prst="line">
            <a:avLst/>
          </a:prstGeom>
          <a:noFill/>
          <a:ln w="25400">
            <a:solidFill>
              <a:srgbClr val="168B83"/>
            </a:solidFill>
            <a:prstDash val="solid"/>
            <a:headEnd type="none"/>
            <a:tailEnd type="none"/>
          </a:ln>
        </p:spPr>
      </p:sp>
      <p:sp>
        <p:nvSpPr>
          <p:cNvPr id="162" name="Shape 160"/>
          <p:cNvSpPr/>
          <p:nvPr/>
        </p:nvSpPr>
        <p:spPr>
          <a:xfrm>
            <a:off x="1883664" y="4302303"/>
            <a:ext cx="176480" cy="0"/>
          </a:xfrm>
          <a:prstGeom prst="line">
            <a:avLst/>
          </a:prstGeom>
          <a:noFill/>
          <a:ln w="25400">
            <a:solidFill>
              <a:srgbClr val="168B83"/>
            </a:solidFill>
            <a:prstDash val="solid"/>
            <a:headEnd type="none"/>
            <a:tailEnd type="none"/>
          </a:ln>
        </p:spPr>
      </p:sp>
      <p:sp>
        <p:nvSpPr>
          <p:cNvPr id="163" name="Shape 161"/>
          <p:cNvSpPr/>
          <p:nvPr/>
        </p:nvSpPr>
        <p:spPr>
          <a:xfrm>
            <a:off x="2057400" y="4085783"/>
            <a:ext cx="0" cy="219263"/>
          </a:xfrm>
          <a:prstGeom prst="line">
            <a:avLst/>
          </a:prstGeom>
          <a:noFill/>
          <a:ln w="25400">
            <a:solidFill>
              <a:srgbClr val="168B83"/>
            </a:solidFill>
            <a:prstDash val="solid"/>
            <a:headEnd type="none"/>
            <a:tailEnd type="none"/>
          </a:ln>
        </p:spPr>
      </p:sp>
      <p:sp>
        <p:nvSpPr>
          <p:cNvPr id="164" name="Shape 162"/>
          <p:cNvSpPr/>
          <p:nvPr/>
        </p:nvSpPr>
        <p:spPr>
          <a:xfrm>
            <a:off x="2057400" y="4088527"/>
            <a:ext cx="176479" cy="0"/>
          </a:xfrm>
          <a:prstGeom prst="line">
            <a:avLst/>
          </a:prstGeom>
          <a:noFill/>
          <a:ln w="25400">
            <a:solidFill>
              <a:srgbClr val="168B83"/>
            </a:solidFill>
            <a:prstDash val="solid"/>
            <a:headEnd type="none"/>
            <a:tailEnd type="none"/>
          </a:ln>
        </p:spPr>
      </p:sp>
      <p:sp>
        <p:nvSpPr>
          <p:cNvPr id="165" name="Shape 163"/>
          <p:cNvSpPr/>
          <p:nvPr/>
        </p:nvSpPr>
        <p:spPr>
          <a:xfrm>
            <a:off x="2231136" y="3873375"/>
            <a:ext cx="0" cy="217894"/>
          </a:xfrm>
          <a:prstGeom prst="line">
            <a:avLst/>
          </a:prstGeom>
          <a:noFill/>
          <a:ln w="25400">
            <a:solidFill>
              <a:srgbClr val="168B83"/>
            </a:solidFill>
            <a:prstDash val="solid"/>
            <a:headEnd type="none"/>
            <a:tailEnd type="none"/>
          </a:ln>
        </p:spPr>
      </p:sp>
      <p:sp>
        <p:nvSpPr>
          <p:cNvPr id="166" name="Shape 164"/>
          <p:cNvSpPr/>
          <p:nvPr/>
        </p:nvSpPr>
        <p:spPr>
          <a:xfrm>
            <a:off x="2231136" y="3876118"/>
            <a:ext cx="176480" cy="0"/>
          </a:xfrm>
          <a:prstGeom prst="line">
            <a:avLst/>
          </a:prstGeom>
          <a:noFill/>
          <a:ln w="25400">
            <a:solidFill>
              <a:srgbClr val="168B83"/>
            </a:solidFill>
            <a:prstDash val="solid"/>
            <a:headEnd type="none"/>
            <a:tailEnd type="none"/>
          </a:ln>
        </p:spPr>
      </p:sp>
      <p:sp>
        <p:nvSpPr>
          <p:cNvPr id="167" name="Shape 165"/>
          <p:cNvSpPr/>
          <p:nvPr/>
        </p:nvSpPr>
        <p:spPr>
          <a:xfrm>
            <a:off x="2404872" y="3674090"/>
            <a:ext cx="0" cy="204772"/>
          </a:xfrm>
          <a:prstGeom prst="line">
            <a:avLst/>
          </a:prstGeom>
          <a:noFill/>
          <a:ln w="25400">
            <a:solidFill>
              <a:srgbClr val="168B83"/>
            </a:solidFill>
            <a:prstDash val="solid"/>
            <a:headEnd type="none"/>
            <a:tailEnd type="none"/>
          </a:ln>
        </p:spPr>
      </p:sp>
      <p:sp>
        <p:nvSpPr>
          <p:cNvPr id="168" name="Shape 166"/>
          <p:cNvSpPr/>
          <p:nvPr/>
        </p:nvSpPr>
        <p:spPr>
          <a:xfrm>
            <a:off x="2404872" y="3676833"/>
            <a:ext cx="176480" cy="0"/>
          </a:xfrm>
          <a:prstGeom prst="line">
            <a:avLst/>
          </a:prstGeom>
          <a:noFill/>
          <a:ln w="25400">
            <a:solidFill>
              <a:srgbClr val="168B83"/>
            </a:solidFill>
            <a:prstDash val="solid"/>
            <a:headEnd type="none"/>
            <a:tailEnd type="none"/>
          </a:ln>
        </p:spPr>
      </p:sp>
      <p:sp>
        <p:nvSpPr>
          <p:cNvPr id="169" name="Shape 167"/>
          <p:cNvSpPr/>
          <p:nvPr/>
        </p:nvSpPr>
        <p:spPr>
          <a:xfrm>
            <a:off x="2578608" y="3494614"/>
            <a:ext cx="0" cy="184962"/>
          </a:xfrm>
          <a:prstGeom prst="line">
            <a:avLst/>
          </a:prstGeom>
          <a:noFill/>
          <a:ln w="25400">
            <a:solidFill>
              <a:srgbClr val="168B83"/>
            </a:solidFill>
            <a:prstDash val="solid"/>
            <a:headEnd type="none"/>
            <a:tailEnd type="none"/>
          </a:ln>
        </p:spPr>
      </p:sp>
      <p:sp>
        <p:nvSpPr>
          <p:cNvPr id="170" name="Shape 168"/>
          <p:cNvSpPr/>
          <p:nvPr/>
        </p:nvSpPr>
        <p:spPr>
          <a:xfrm>
            <a:off x="2578608" y="3497358"/>
            <a:ext cx="176479" cy="0"/>
          </a:xfrm>
          <a:prstGeom prst="line">
            <a:avLst/>
          </a:prstGeom>
          <a:noFill/>
          <a:ln w="25400">
            <a:solidFill>
              <a:srgbClr val="168B83"/>
            </a:solidFill>
            <a:prstDash val="solid"/>
            <a:headEnd type="none"/>
            <a:tailEnd type="none"/>
          </a:ln>
        </p:spPr>
      </p:sp>
      <p:sp>
        <p:nvSpPr>
          <p:cNvPr id="171" name="Shape 169"/>
          <p:cNvSpPr/>
          <p:nvPr/>
        </p:nvSpPr>
        <p:spPr>
          <a:xfrm>
            <a:off x="2752344" y="3338623"/>
            <a:ext cx="0" cy="161478"/>
          </a:xfrm>
          <a:prstGeom prst="line">
            <a:avLst/>
          </a:prstGeom>
          <a:noFill/>
          <a:ln w="25400">
            <a:solidFill>
              <a:srgbClr val="168B83"/>
            </a:solidFill>
            <a:prstDash val="solid"/>
            <a:headEnd type="none"/>
            <a:tailEnd type="none"/>
          </a:ln>
        </p:spPr>
      </p:sp>
      <p:sp>
        <p:nvSpPr>
          <p:cNvPr id="172" name="Shape 170"/>
          <p:cNvSpPr/>
          <p:nvPr/>
        </p:nvSpPr>
        <p:spPr>
          <a:xfrm>
            <a:off x="2752344" y="3341366"/>
            <a:ext cx="176480" cy="0"/>
          </a:xfrm>
          <a:prstGeom prst="line">
            <a:avLst/>
          </a:prstGeom>
          <a:noFill/>
          <a:ln w="25400">
            <a:solidFill>
              <a:srgbClr val="168B83"/>
            </a:solidFill>
            <a:prstDash val="solid"/>
            <a:headEnd type="none"/>
            <a:tailEnd type="none"/>
          </a:ln>
        </p:spPr>
      </p:sp>
      <p:sp>
        <p:nvSpPr>
          <p:cNvPr id="173" name="Shape 171"/>
          <p:cNvSpPr/>
          <p:nvPr/>
        </p:nvSpPr>
        <p:spPr>
          <a:xfrm>
            <a:off x="2926080" y="3206574"/>
            <a:ext cx="0" cy="137536"/>
          </a:xfrm>
          <a:prstGeom prst="line">
            <a:avLst/>
          </a:prstGeom>
          <a:noFill/>
          <a:ln w="25400">
            <a:solidFill>
              <a:srgbClr val="168B83"/>
            </a:solidFill>
            <a:prstDash val="solid"/>
            <a:headEnd type="none"/>
            <a:tailEnd type="none"/>
          </a:ln>
        </p:spPr>
      </p:sp>
      <p:sp>
        <p:nvSpPr>
          <p:cNvPr id="174" name="Shape 172"/>
          <p:cNvSpPr/>
          <p:nvPr/>
        </p:nvSpPr>
        <p:spPr>
          <a:xfrm>
            <a:off x="2926080" y="3209317"/>
            <a:ext cx="176480" cy="0"/>
          </a:xfrm>
          <a:prstGeom prst="line">
            <a:avLst/>
          </a:prstGeom>
          <a:noFill/>
          <a:ln w="25400">
            <a:solidFill>
              <a:srgbClr val="168B83"/>
            </a:solidFill>
            <a:prstDash val="solid"/>
            <a:headEnd type="none"/>
            <a:tailEnd type="none"/>
          </a:ln>
        </p:spPr>
      </p:sp>
      <p:sp>
        <p:nvSpPr>
          <p:cNvPr id="175" name="Shape 173"/>
          <p:cNvSpPr/>
          <p:nvPr/>
        </p:nvSpPr>
        <p:spPr>
          <a:xfrm>
            <a:off x="3099816" y="3090124"/>
            <a:ext cx="0" cy="121936"/>
          </a:xfrm>
          <a:prstGeom prst="line">
            <a:avLst/>
          </a:prstGeom>
          <a:noFill/>
          <a:ln w="25400">
            <a:solidFill>
              <a:srgbClr val="168B83"/>
            </a:solidFill>
            <a:prstDash val="solid"/>
            <a:headEnd type="none"/>
            <a:tailEnd type="none"/>
          </a:ln>
        </p:spPr>
      </p:sp>
      <p:sp>
        <p:nvSpPr>
          <p:cNvPr id="176" name="Shape 174"/>
          <p:cNvSpPr/>
          <p:nvPr/>
        </p:nvSpPr>
        <p:spPr>
          <a:xfrm>
            <a:off x="3099816" y="3092868"/>
            <a:ext cx="176479" cy="0"/>
          </a:xfrm>
          <a:prstGeom prst="line">
            <a:avLst/>
          </a:prstGeom>
          <a:noFill/>
          <a:ln w="25400">
            <a:solidFill>
              <a:srgbClr val="168B83"/>
            </a:solidFill>
            <a:prstDash val="solid"/>
            <a:headEnd type="none"/>
            <a:tailEnd type="none"/>
          </a:ln>
        </p:spPr>
      </p:sp>
      <p:sp>
        <p:nvSpPr>
          <p:cNvPr id="177" name="Shape 175"/>
          <p:cNvSpPr/>
          <p:nvPr/>
        </p:nvSpPr>
        <p:spPr>
          <a:xfrm>
            <a:off x="3273552" y="2998210"/>
            <a:ext cx="0" cy="97401"/>
          </a:xfrm>
          <a:prstGeom prst="line">
            <a:avLst/>
          </a:prstGeom>
          <a:noFill/>
          <a:ln w="25400">
            <a:solidFill>
              <a:srgbClr val="168B83"/>
            </a:solidFill>
            <a:prstDash val="solid"/>
            <a:headEnd type="none"/>
            <a:tailEnd type="none"/>
          </a:ln>
        </p:spPr>
      </p:sp>
      <p:sp>
        <p:nvSpPr>
          <p:cNvPr id="178" name="Shape 176"/>
          <p:cNvSpPr/>
          <p:nvPr/>
        </p:nvSpPr>
        <p:spPr>
          <a:xfrm>
            <a:off x="3273552" y="3000953"/>
            <a:ext cx="176480" cy="0"/>
          </a:xfrm>
          <a:prstGeom prst="line">
            <a:avLst/>
          </a:prstGeom>
          <a:noFill/>
          <a:ln w="25400">
            <a:solidFill>
              <a:srgbClr val="168B83"/>
            </a:solidFill>
            <a:prstDash val="solid"/>
            <a:headEnd type="none"/>
            <a:tailEnd type="none"/>
          </a:ln>
        </p:spPr>
      </p:sp>
      <p:sp>
        <p:nvSpPr>
          <p:cNvPr id="179" name="Shape 177"/>
          <p:cNvSpPr/>
          <p:nvPr/>
        </p:nvSpPr>
        <p:spPr>
          <a:xfrm>
            <a:off x="3447288" y="2921524"/>
            <a:ext cx="0" cy="82172"/>
          </a:xfrm>
          <a:prstGeom prst="line">
            <a:avLst/>
          </a:prstGeom>
          <a:noFill/>
          <a:ln w="25400">
            <a:solidFill>
              <a:srgbClr val="168B83"/>
            </a:solidFill>
            <a:prstDash val="solid"/>
            <a:headEnd type="none"/>
            <a:tailEnd type="none"/>
          </a:ln>
        </p:spPr>
      </p:sp>
      <p:sp>
        <p:nvSpPr>
          <p:cNvPr id="180" name="Shape 178"/>
          <p:cNvSpPr/>
          <p:nvPr/>
        </p:nvSpPr>
        <p:spPr>
          <a:xfrm>
            <a:off x="3447288" y="2924267"/>
            <a:ext cx="176480" cy="0"/>
          </a:xfrm>
          <a:prstGeom prst="line">
            <a:avLst/>
          </a:prstGeom>
          <a:noFill/>
          <a:ln w="25400">
            <a:solidFill>
              <a:srgbClr val="168B83"/>
            </a:solidFill>
            <a:prstDash val="solid"/>
            <a:headEnd type="none"/>
            <a:tailEnd type="none"/>
          </a:ln>
        </p:spPr>
      </p:sp>
      <p:sp>
        <p:nvSpPr>
          <p:cNvPr id="181" name="Shape 179"/>
          <p:cNvSpPr/>
          <p:nvPr/>
        </p:nvSpPr>
        <p:spPr>
          <a:xfrm>
            <a:off x="3621024" y="2856437"/>
            <a:ext cx="0" cy="70574"/>
          </a:xfrm>
          <a:prstGeom prst="line">
            <a:avLst/>
          </a:prstGeom>
          <a:noFill/>
          <a:ln w="25400">
            <a:solidFill>
              <a:srgbClr val="168B83"/>
            </a:solidFill>
            <a:prstDash val="solid"/>
            <a:headEnd type="none"/>
            <a:tailEnd type="none"/>
          </a:ln>
        </p:spPr>
      </p:sp>
      <p:sp>
        <p:nvSpPr>
          <p:cNvPr id="182" name="Shape 180"/>
          <p:cNvSpPr/>
          <p:nvPr/>
        </p:nvSpPr>
        <p:spPr>
          <a:xfrm>
            <a:off x="3621024" y="2859180"/>
            <a:ext cx="176479" cy="0"/>
          </a:xfrm>
          <a:prstGeom prst="line">
            <a:avLst/>
          </a:prstGeom>
          <a:noFill/>
          <a:ln w="25400">
            <a:solidFill>
              <a:srgbClr val="168B83"/>
            </a:solidFill>
            <a:prstDash val="solid"/>
            <a:headEnd type="none"/>
            <a:tailEnd type="none"/>
          </a:ln>
        </p:spPr>
      </p:sp>
      <p:sp>
        <p:nvSpPr>
          <p:cNvPr id="183" name="Shape 181"/>
          <p:cNvSpPr/>
          <p:nvPr/>
        </p:nvSpPr>
        <p:spPr>
          <a:xfrm>
            <a:off x="3794760" y="2799951"/>
            <a:ext cx="0" cy="61972"/>
          </a:xfrm>
          <a:prstGeom prst="line">
            <a:avLst/>
          </a:prstGeom>
          <a:noFill/>
          <a:ln w="25400">
            <a:solidFill>
              <a:srgbClr val="168B83"/>
            </a:solidFill>
            <a:prstDash val="solid"/>
            <a:headEnd type="none"/>
            <a:tailEnd type="none"/>
          </a:ln>
        </p:spPr>
      </p:sp>
      <p:sp>
        <p:nvSpPr>
          <p:cNvPr id="184" name="Shape 182"/>
          <p:cNvSpPr/>
          <p:nvPr/>
        </p:nvSpPr>
        <p:spPr>
          <a:xfrm>
            <a:off x="3794760" y="2802694"/>
            <a:ext cx="176480" cy="0"/>
          </a:xfrm>
          <a:prstGeom prst="line">
            <a:avLst/>
          </a:prstGeom>
          <a:noFill/>
          <a:ln w="25400">
            <a:solidFill>
              <a:srgbClr val="168B83"/>
            </a:solidFill>
            <a:prstDash val="solid"/>
            <a:headEnd type="none"/>
            <a:tailEnd type="none"/>
          </a:ln>
        </p:spPr>
      </p:sp>
      <p:sp>
        <p:nvSpPr>
          <p:cNvPr id="185" name="Shape 183"/>
          <p:cNvSpPr/>
          <p:nvPr/>
        </p:nvSpPr>
        <p:spPr>
          <a:xfrm>
            <a:off x="3968496" y="2749685"/>
            <a:ext cx="0" cy="55752"/>
          </a:xfrm>
          <a:prstGeom prst="line">
            <a:avLst/>
          </a:prstGeom>
          <a:noFill/>
          <a:ln w="25400">
            <a:solidFill>
              <a:srgbClr val="168B83"/>
            </a:solidFill>
            <a:prstDash val="solid"/>
            <a:headEnd type="none"/>
            <a:tailEnd type="none"/>
          </a:ln>
        </p:spPr>
      </p:sp>
      <p:sp>
        <p:nvSpPr>
          <p:cNvPr id="186" name="Shape 184"/>
          <p:cNvSpPr/>
          <p:nvPr/>
        </p:nvSpPr>
        <p:spPr>
          <a:xfrm>
            <a:off x="3968496" y="2752429"/>
            <a:ext cx="176480" cy="0"/>
          </a:xfrm>
          <a:prstGeom prst="line">
            <a:avLst/>
          </a:prstGeom>
          <a:noFill/>
          <a:ln w="25400">
            <a:solidFill>
              <a:srgbClr val="168B83"/>
            </a:solidFill>
            <a:prstDash val="solid"/>
            <a:headEnd type="none"/>
            <a:tailEnd type="none"/>
          </a:ln>
        </p:spPr>
      </p:sp>
      <p:sp>
        <p:nvSpPr>
          <p:cNvPr id="187" name="Shape 185"/>
          <p:cNvSpPr/>
          <p:nvPr/>
        </p:nvSpPr>
        <p:spPr>
          <a:xfrm>
            <a:off x="4142232" y="2703201"/>
            <a:ext cx="0" cy="51971"/>
          </a:xfrm>
          <a:prstGeom prst="line">
            <a:avLst/>
          </a:prstGeom>
          <a:noFill/>
          <a:ln w="25400">
            <a:solidFill>
              <a:srgbClr val="168B83"/>
            </a:solidFill>
            <a:prstDash val="solid"/>
            <a:headEnd type="none"/>
            <a:tailEnd type="none"/>
          </a:ln>
        </p:spPr>
      </p:sp>
      <p:sp>
        <p:nvSpPr>
          <p:cNvPr id="188" name="Shape 186"/>
          <p:cNvSpPr/>
          <p:nvPr/>
        </p:nvSpPr>
        <p:spPr>
          <a:xfrm>
            <a:off x="4142232" y="2705944"/>
            <a:ext cx="176479" cy="0"/>
          </a:xfrm>
          <a:prstGeom prst="line">
            <a:avLst/>
          </a:prstGeom>
          <a:noFill/>
          <a:ln w="25400">
            <a:solidFill>
              <a:srgbClr val="168B83"/>
            </a:solidFill>
            <a:prstDash val="solid"/>
            <a:headEnd type="none"/>
            <a:tailEnd type="none"/>
          </a:ln>
        </p:spPr>
      </p:sp>
      <p:sp>
        <p:nvSpPr>
          <p:cNvPr id="189" name="Shape 187"/>
          <p:cNvSpPr/>
          <p:nvPr/>
        </p:nvSpPr>
        <p:spPr>
          <a:xfrm>
            <a:off x="4315968" y="2659016"/>
            <a:ext cx="0" cy="49671"/>
          </a:xfrm>
          <a:prstGeom prst="line">
            <a:avLst/>
          </a:prstGeom>
          <a:noFill/>
          <a:ln w="25400">
            <a:solidFill>
              <a:srgbClr val="168B83"/>
            </a:solidFill>
            <a:prstDash val="solid"/>
            <a:headEnd type="none"/>
            <a:tailEnd type="none"/>
          </a:ln>
        </p:spPr>
      </p:sp>
      <p:sp>
        <p:nvSpPr>
          <p:cNvPr id="190" name="Shape 188"/>
          <p:cNvSpPr/>
          <p:nvPr/>
        </p:nvSpPr>
        <p:spPr>
          <a:xfrm>
            <a:off x="4315968" y="2661760"/>
            <a:ext cx="176480" cy="0"/>
          </a:xfrm>
          <a:prstGeom prst="line">
            <a:avLst/>
          </a:prstGeom>
          <a:noFill/>
          <a:ln w="25400">
            <a:solidFill>
              <a:srgbClr val="168B83"/>
            </a:solidFill>
            <a:prstDash val="solid"/>
            <a:headEnd type="none"/>
            <a:tailEnd type="none"/>
          </a:ln>
        </p:spPr>
      </p:sp>
      <p:sp>
        <p:nvSpPr>
          <p:cNvPr id="191" name="Shape 189"/>
          <p:cNvSpPr/>
          <p:nvPr/>
        </p:nvSpPr>
        <p:spPr>
          <a:xfrm>
            <a:off x="4489704" y="2616783"/>
            <a:ext cx="0" cy="47720"/>
          </a:xfrm>
          <a:prstGeom prst="line">
            <a:avLst/>
          </a:prstGeom>
          <a:noFill/>
          <a:ln w="25400">
            <a:solidFill>
              <a:srgbClr val="168B83"/>
            </a:solidFill>
            <a:prstDash val="solid"/>
            <a:headEnd type="none"/>
            <a:tailEnd type="none"/>
          </a:ln>
        </p:spPr>
      </p:sp>
      <p:sp>
        <p:nvSpPr>
          <p:cNvPr id="192" name="Shape 190"/>
          <p:cNvSpPr/>
          <p:nvPr/>
        </p:nvSpPr>
        <p:spPr>
          <a:xfrm>
            <a:off x="4489704" y="2619526"/>
            <a:ext cx="176480" cy="0"/>
          </a:xfrm>
          <a:prstGeom prst="line">
            <a:avLst/>
          </a:prstGeom>
          <a:noFill/>
          <a:ln w="25400">
            <a:solidFill>
              <a:srgbClr val="168B83"/>
            </a:solidFill>
            <a:prstDash val="solid"/>
            <a:headEnd type="none"/>
            <a:tailEnd type="none"/>
          </a:ln>
        </p:spPr>
      </p:sp>
      <p:sp>
        <p:nvSpPr>
          <p:cNvPr id="193" name="Shape 191"/>
          <p:cNvSpPr/>
          <p:nvPr/>
        </p:nvSpPr>
        <p:spPr>
          <a:xfrm>
            <a:off x="4663440" y="2577056"/>
            <a:ext cx="0" cy="45213"/>
          </a:xfrm>
          <a:prstGeom prst="line">
            <a:avLst/>
          </a:prstGeom>
          <a:noFill/>
          <a:ln w="25400">
            <a:solidFill>
              <a:srgbClr val="168B83"/>
            </a:solidFill>
            <a:prstDash val="solid"/>
            <a:headEnd type="none"/>
            <a:tailEnd type="none"/>
          </a:ln>
        </p:spPr>
      </p:sp>
      <p:sp>
        <p:nvSpPr>
          <p:cNvPr id="194" name="Shape 192"/>
          <p:cNvSpPr/>
          <p:nvPr/>
        </p:nvSpPr>
        <p:spPr>
          <a:xfrm>
            <a:off x="4663440" y="2579799"/>
            <a:ext cx="176479" cy="0"/>
          </a:xfrm>
          <a:prstGeom prst="line">
            <a:avLst/>
          </a:prstGeom>
          <a:noFill/>
          <a:ln w="25400">
            <a:solidFill>
              <a:srgbClr val="168B83"/>
            </a:solidFill>
            <a:prstDash val="solid"/>
            <a:headEnd type="none"/>
            <a:tailEnd type="none"/>
          </a:ln>
        </p:spPr>
      </p:sp>
      <p:sp>
        <p:nvSpPr>
          <p:cNvPr id="195" name="Shape 193"/>
          <p:cNvSpPr/>
          <p:nvPr/>
        </p:nvSpPr>
        <p:spPr>
          <a:xfrm>
            <a:off x="4837176" y="2540079"/>
            <a:ext cx="0" cy="42463"/>
          </a:xfrm>
          <a:prstGeom prst="line">
            <a:avLst/>
          </a:prstGeom>
          <a:noFill/>
          <a:ln w="25400">
            <a:solidFill>
              <a:srgbClr val="168B83"/>
            </a:solidFill>
            <a:prstDash val="solid"/>
            <a:headEnd type="none"/>
            <a:tailEnd type="none"/>
          </a:ln>
        </p:spPr>
      </p:sp>
      <p:sp>
        <p:nvSpPr>
          <p:cNvPr id="196" name="Shape 194"/>
          <p:cNvSpPr/>
          <p:nvPr/>
        </p:nvSpPr>
        <p:spPr>
          <a:xfrm>
            <a:off x="4837176" y="2542822"/>
            <a:ext cx="176480" cy="0"/>
          </a:xfrm>
          <a:prstGeom prst="line">
            <a:avLst/>
          </a:prstGeom>
          <a:noFill/>
          <a:ln w="25400">
            <a:solidFill>
              <a:srgbClr val="168B83"/>
            </a:solidFill>
            <a:prstDash val="solid"/>
            <a:headEnd type="none"/>
            <a:tailEnd type="none"/>
          </a:ln>
        </p:spPr>
      </p:sp>
      <p:sp>
        <p:nvSpPr>
          <p:cNvPr id="197" name="Shape 195"/>
          <p:cNvSpPr/>
          <p:nvPr/>
        </p:nvSpPr>
        <p:spPr>
          <a:xfrm>
            <a:off x="5010912" y="2507052"/>
            <a:ext cx="0" cy="38514"/>
          </a:xfrm>
          <a:prstGeom prst="line">
            <a:avLst/>
          </a:prstGeom>
          <a:noFill/>
          <a:ln w="25400">
            <a:solidFill>
              <a:srgbClr val="168B83"/>
            </a:solidFill>
            <a:prstDash val="solid"/>
            <a:headEnd type="none"/>
            <a:tailEnd type="none"/>
          </a:ln>
        </p:spPr>
      </p:sp>
      <p:sp>
        <p:nvSpPr>
          <p:cNvPr id="198" name="Shape 196"/>
          <p:cNvSpPr/>
          <p:nvPr/>
        </p:nvSpPr>
        <p:spPr>
          <a:xfrm>
            <a:off x="5010912" y="2509795"/>
            <a:ext cx="176480" cy="0"/>
          </a:xfrm>
          <a:prstGeom prst="line">
            <a:avLst/>
          </a:prstGeom>
          <a:noFill/>
          <a:ln w="25400">
            <a:solidFill>
              <a:srgbClr val="168B83"/>
            </a:solidFill>
            <a:prstDash val="solid"/>
            <a:headEnd type="none"/>
            <a:tailEnd type="none"/>
          </a:ln>
        </p:spPr>
      </p:sp>
      <p:sp>
        <p:nvSpPr>
          <p:cNvPr id="199" name="Shape 197"/>
          <p:cNvSpPr/>
          <p:nvPr/>
        </p:nvSpPr>
        <p:spPr>
          <a:xfrm>
            <a:off x="5184648" y="2364344"/>
            <a:ext cx="0" cy="148194"/>
          </a:xfrm>
          <a:prstGeom prst="line">
            <a:avLst/>
          </a:prstGeom>
          <a:noFill/>
          <a:ln w="25400">
            <a:solidFill>
              <a:srgbClr val="168B83"/>
            </a:solidFill>
            <a:prstDash val="solid"/>
            <a:headEnd type="none"/>
            <a:tailEnd type="none"/>
          </a:ln>
        </p:spPr>
      </p:sp>
      <p:sp>
        <p:nvSpPr>
          <p:cNvPr id="200" name="Shape 198"/>
          <p:cNvSpPr/>
          <p:nvPr/>
        </p:nvSpPr>
        <p:spPr>
          <a:xfrm>
            <a:off x="5184648" y="2367087"/>
            <a:ext cx="176479" cy="0"/>
          </a:xfrm>
          <a:prstGeom prst="line">
            <a:avLst/>
          </a:prstGeom>
          <a:noFill/>
          <a:ln w="25400">
            <a:solidFill>
              <a:srgbClr val="168B83"/>
            </a:solidFill>
            <a:prstDash val="solid"/>
            <a:headEnd type="none"/>
            <a:tailEnd type="none"/>
          </a:ln>
        </p:spPr>
      </p:sp>
      <p:sp>
        <p:nvSpPr>
          <p:cNvPr id="201" name="Shape 199"/>
          <p:cNvSpPr/>
          <p:nvPr/>
        </p:nvSpPr>
        <p:spPr>
          <a:xfrm>
            <a:off x="5358384" y="2338147"/>
            <a:ext cx="0" cy="31683"/>
          </a:xfrm>
          <a:prstGeom prst="line">
            <a:avLst/>
          </a:prstGeom>
          <a:noFill/>
          <a:ln w="25400">
            <a:solidFill>
              <a:srgbClr val="168B83"/>
            </a:solidFill>
            <a:prstDash val="solid"/>
            <a:headEnd type="none"/>
            <a:tailEnd type="none"/>
          </a:ln>
        </p:spPr>
      </p:sp>
      <p:sp>
        <p:nvSpPr>
          <p:cNvPr id="202" name="Shape 200"/>
          <p:cNvSpPr/>
          <p:nvPr/>
        </p:nvSpPr>
        <p:spPr>
          <a:xfrm>
            <a:off x="5358384" y="2340890"/>
            <a:ext cx="176480" cy="0"/>
          </a:xfrm>
          <a:prstGeom prst="line">
            <a:avLst/>
          </a:prstGeom>
          <a:noFill/>
          <a:ln w="25400">
            <a:solidFill>
              <a:srgbClr val="168B83"/>
            </a:solidFill>
            <a:prstDash val="solid"/>
            <a:headEnd type="none"/>
            <a:tailEnd type="none"/>
          </a:ln>
        </p:spPr>
      </p:sp>
      <p:sp>
        <p:nvSpPr>
          <p:cNvPr id="203" name="Shape 201"/>
          <p:cNvSpPr/>
          <p:nvPr/>
        </p:nvSpPr>
        <p:spPr>
          <a:xfrm>
            <a:off x="5532120" y="2317211"/>
            <a:ext cx="0" cy="26423"/>
          </a:xfrm>
          <a:prstGeom prst="line">
            <a:avLst/>
          </a:prstGeom>
          <a:noFill/>
          <a:ln w="25400">
            <a:solidFill>
              <a:srgbClr val="168B83"/>
            </a:solidFill>
            <a:prstDash val="solid"/>
            <a:headEnd type="none"/>
            <a:tailEnd type="none"/>
          </a:ln>
        </p:spPr>
      </p:sp>
      <p:sp>
        <p:nvSpPr>
          <p:cNvPr id="204" name="Shape 202"/>
          <p:cNvSpPr/>
          <p:nvPr/>
        </p:nvSpPr>
        <p:spPr>
          <a:xfrm>
            <a:off x="5532120" y="2319954"/>
            <a:ext cx="176480" cy="0"/>
          </a:xfrm>
          <a:prstGeom prst="line">
            <a:avLst/>
          </a:prstGeom>
          <a:noFill/>
          <a:ln w="25400">
            <a:solidFill>
              <a:srgbClr val="168B83"/>
            </a:solidFill>
            <a:prstDash val="solid"/>
            <a:headEnd type="none"/>
            <a:tailEnd type="none"/>
          </a:ln>
        </p:spPr>
      </p:sp>
      <p:sp>
        <p:nvSpPr>
          <p:cNvPr id="205" name="Shape 203"/>
          <p:cNvSpPr/>
          <p:nvPr/>
        </p:nvSpPr>
        <p:spPr>
          <a:xfrm>
            <a:off x="5705856" y="2302528"/>
            <a:ext cx="0" cy="20169"/>
          </a:xfrm>
          <a:prstGeom prst="line">
            <a:avLst/>
          </a:prstGeom>
          <a:noFill/>
          <a:ln w="25400">
            <a:solidFill>
              <a:srgbClr val="168B83"/>
            </a:solidFill>
            <a:prstDash val="solid"/>
            <a:headEnd type="none"/>
            <a:tailEnd type="none"/>
          </a:ln>
        </p:spPr>
      </p:sp>
      <p:sp>
        <p:nvSpPr>
          <p:cNvPr id="206" name="Shape 204"/>
          <p:cNvSpPr/>
          <p:nvPr/>
        </p:nvSpPr>
        <p:spPr>
          <a:xfrm>
            <a:off x="5705856" y="2305271"/>
            <a:ext cx="176479" cy="0"/>
          </a:xfrm>
          <a:prstGeom prst="line">
            <a:avLst/>
          </a:prstGeom>
          <a:noFill/>
          <a:ln w="25400">
            <a:solidFill>
              <a:srgbClr val="168B83"/>
            </a:solidFill>
            <a:prstDash val="solid"/>
            <a:headEnd type="none"/>
            <a:tailEnd type="none"/>
          </a:ln>
        </p:spPr>
      </p:sp>
      <p:sp>
        <p:nvSpPr>
          <p:cNvPr id="207" name="Shape 205"/>
          <p:cNvSpPr/>
          <p:nvPr/>
        </p:nvSpPr>
        <p:spPr>
          <a:xfrm>
            <a:off x="5879592" y="2294020"/>
            <a:ext cx="0" cy="13995"/>
          </a:xfrm>
          <a:prstGeom prst="line">
            <a:avLst/>
          </a:prstGeom>
          <a:noFill/>
          <a:ln w="25400">
            <a:solidFill>
              <a:srgbClr val="168B83"/>
            </a:solidFill>
            <a:prstDash val="solid"/>
            <a:headEnd type="none"/>
            <a:tailEnd type="none"/>
          </a:ln>
        </p:spPr>
      </p:sp>
      <p:sp>
        <p:nvSpPr>
          <p:cNvPr id="208" name="Shape 206"/>
          <p:cNvSpPr/>
          <p:nvPr/>
        </p:nvSpPr>
        <p:spPr>
          <a:xfrm>
            <a:off x="5879592" y="2296763"/>
            <a:ext cx="176480" cy="0"/>
          </a:xfrm>
          <a:prstGeom prst="line">
            <a:avLst/>
          </a:prstGeom>
          <a:noFill/>
          <a:ln w="25400">
            <a:solidFill>
              <a:srgbClr val="168B83"/>
            </a:solidFill>
            <a:prstDash val="solid"/>
            <a:headEnd type="none"/>
            <a:tailEnd type="none"/>
          </a:ln>
        </p:spPr>
      </p:sp>
      <p:sp>
        <p:nvSpPr>
          <p:cNvPr id="209" name="Shape 207"/>
          <p:cNvSpPr/>
          <p:nvPr/>
        </p:nvSpPr>
        <p:spPr>
          <a:xfrm>
            <a:off x="6053328" y="2289786"/>
            <a:ext cx="0" cy="9720"/>
          </a:xfrm>
          <a:prstGeom prst="line">
            <a:avLst/>
          </a:prstGeom>
          <a:noFill/>
          <a:ln w="25400">
            <a:solidFill>
              <a:srgbClr val="168B83"/>
            </a:solidFill>
            <a:prstDash val="solid"/>
            <a:headEnd type="none"/>
            <a:tailEnd type="none"/>
          </a:ln>
        </p:spPr>
      </p:sp>
      <p:sp>
        <p:nvSpPr>
          <p:cNvPr id="210" name="Shape 208"/>
          <p:cNvSpPr/>
          <p:nvPr/>
        </p:nvSpPr>
        <p:spPr>
          <a:xfrm>
            <a:off x="6053328" y="2292530"/>
            <a:ext cx="176480" cy="0"/>
          </a:xfrm>
          <a:prstGeom prst="line">
            <a:avLst/>
          </a:prstGeom>
          <a:noFill/>
          <a:ln w="25400">
            <a:solidFill>
              <a:srgbClr val="168B83"/>
            </a:solidFill>
            <a:prstDash val="solid"/>
            <a:headEnd type="none"/>
            <a:tailEnd type="none"/>
          </a:ln>
        </p:spPr>
      </p:sp>
      <p:sp>
        <p:nvSpPr>
          <p:cNvPr id="211" name="Shape 209"/>
          <p:cNvSpPr/>
          <p:nvPr/>
        </p:nvSpPr>
        <p:spPr>
          <a:xfrm>
            <a:off x="6227064" y="2288109"/>
            <a:ext cx="0" cy="7164"/>
          </a:xfrm>
          <a:prstGeom prst="line">
            <a:avLst/>
          </a:prstGeom>
          <a:noFill/>
          <a:ln w="25400">
            <a:solidFill>
              <a:srgbClr val="168B83"/>
            </a:solidFill>
            <a:prstDash val="solid"/>
            <a:headEnd type="none"/>
            <a:tailEnd type="none"/>
          </a:ln>
        </p:spPr>
      </p:sp>
      <p:sp>
        <p:nvSpPr>
          <p:cNvPr id="212" name="Shape 210"/>
          <p:cNvSpPr/>
          <p:nvPr/>
        </p:nvSpPr>
        <p:spPr>
          <a:xfrm>
            <a:off x="6227064" y="2290852"/>
            <a:ext cx="176479" cy="0"/>
          </a:xfrm>
          <a:prstGeom prst="line">
            <a:avLst/>
          </a:prstGeom>
          <a:noFill/>
          <a:ln w="25400">
            <a:solidFill>
              <a:srgbClr val="168B83"/>
            </a:solidFill>
            <a:prstDash val="solid"/>
            <a:headEnd type="none"/>
            <a:tailEnd type="none"/>
          </a:ln>
        </p:spPr>
      </p:sp>
      <p:sp>
        <p:nvSpPr>
          <p:cNvPr id="213" name="Shape 211"/>
          <p:cNvSpPr/>
          <p:nvPr/>
        </p:nvSpPr>
        <p:spPr>
          <a:xfrm>
            <a:off x="6400800" y="2287940"/>
            <a:ext cx="0" cy="5655"/>
          </a:xfrm>
          <a:prstGeom prst="line">
            <a:avLst/>
          </a:prstGeom>
          <a:noFill/>
          <a:ln w="25400">
            <a:solidFill>
              <a:srgbClr val="168B83"/>
            </a:solidFill>
            <a:prstDash val="solid"/>
            <a:headEnd type="none"/>
            <a:tailEnd type="none"/>
          </a:ln>
        </p:spPr>
      </p:sp>
      <p:sp>
        <p:nvSpPr>
          <p:cNvPr id="214" name="Shape 212"/>
          <p:cNvSpPr/>
          <p:nvPr/>
        </p:nvSpPr>
        <p:spPr>
          <a:xfrm>
            <a:off x="6400800" y="2290683"/>
            <a:ext cx="176480" cy="0"/>
          </a:xfrm>
          <a:prstGeom prst="line">
            <a:avLst/>
          </a:prstGeom>
          <a:noFill/>
          <a:ln w="25400">
            <a:solidFill>
              <a:srgbClr val="168B83"/>
            </a:solidFill>
            <a:prstDash val="solid"/>
            <a:headEnd type="none"/>
            <a:tailEnd type="none"/>
          </a:ln>
        </p:spPr>
      </p:sp>
      <p:sp>
        <p:nvSpPr>
          <p:cNvPr id="215" name="Shape 213"/>
          <p:cNvSpPr/>
          <p:nvPr/>
        </p:nvSpPr>
        <p:spPr>
          <a:xfrm>
            <a:off x="6574536" y="2287940"/>
            <a:ext cx="0" cy="5916"/>
          </a:xfrm>
          <a:prstGeom prst="line">
            <a:avLst/>
          </a:prstGeom>
          <a:noFill/>
          <a:ln w="25400">
            <a:solidFill>
              <a:srgbClr val="168B83"/>
            </a:solidFill>
            <a:prstDash val="solid"/>
            <a:headEnd type="none"/>
            <a:tailEnd type="none"/>
          </a:ln>
        </p:spPr>
      </p:sp>
      <p:sp>
        <p:nvSpPr>
          <p:cNvPr id="216" name="Shape 214"/>
          <p:cNvSpPr/>
          <p:nvPr/>
        </p:nvSpPr>
        <p:spPr>
          <a:xfrm>
            <a:off x="6574536" y="2291113"/>
            <a:ext cx="176480" cy="0"/>
          </a:xfrm>
          <a:prstGeom prst="line">
            <a:avLst/>
          </a:prstGeom>
          <a:noFill/>
          <a:ln w="25400">
            <a:solidFill>
              <a:srgbClr val="168B83"/>
            </a:solidFill>
            <a:prstDash val="solid"/>
            <a:headEnd type="none"/>
            <a:tailEnd type="none"/>
          </a:ln>
        </p:spPr>
      </p:sp>
      <p:sp>
        <p:nvSpPr>
          <p:cNvPr id="217" name="Shape 215"/>
          <p:cNvSpPr/>
          <p:nvPr/>
        </p:nvSpPr>
        <p:spPr>
          <a:xfrm>
            <a:off x="6748272" y="2288025"/>
            <a:ext cx="0" cy="5831"/>
          </a:xfrm>
          <a:prstGeom prst="line">
            <a:avLst/>
          </a:prstGeom>
          <a:noFill/>
          <a:ln w="25400">
            <a:solidFill>
              <a:srgbClr val="168B83"/>
            </a:solidFill>
            <a:prstDash val="solid"/>
            <a:headEnd type="none"/>
            <a:tailEnd type="none"/>
          </a:ln>
        </p:spPr>
      </p:sp>
      <p:sp>
        <p:nvSpPr>
          <p:cNvPr id="218" name="Shape 216"/>
          <p:cNvSpPr/>
          <p:nvPr/>
        </p:nvSpPr>
        <p:spPr>
          <a:xfrm>
            <a:off x="6748272" y="2290768"/>
            <a:ext cx="176479" cy="0"/>
          </a:xfrm>
          <a:prstGeom prst="line">
            <a:avLst/>
          </a:prstGeom>
          <a:noFill/>
          <a:ln w="25400">
            <a:solidFill>
              <a:srgbClr val="168B83"/>
            </a:solidFill>
            <a:prstDash val="solid"/>
            <a:headEnd type="none"/>
            <a:tailEnd type="none"/>
          </a:ln>
        </p:spPr>
      </p:sp>
      <p:sp>
        <p:nvSpPr>
          <p:cNvPr id="219" name="Shape 217"/>
          <p:cNvSpPr/>
          <p:nvPr/>
        </p:nvSpPr>
        <p:spPr>
          <a:xfrm>
            <a:off x="6922008" y="2286526"/>
            <a:ext cx="0" cy="6986"/>
          </a:xfrm>
          <a:prstGeom prst="line">
            <a:avLst/>
          </a:prstGeom>
          <a:noFill/>
          <a:ln w="25400">
            <a:solidFill>
              <a:srgbClr val="168B83"/>
            </a:solidFill>
            <a:prstDash val="solid"/>
            <a:headEnd type="none"/>
            <a:tailEnd type="none"/>
          </a:ln>
        </p:spPr>
      </p:sp>
      <p:sp>
        <p:nvSpPr>
          <p:cNvPr id="220" name="Shape 218"/>
          <p:cNvSpPr/>
          <p:nvPr/>
        </p:nvSpPr>
        <p:spPr>
          <a:xfrm>
            <a:off x="6922008" y="2289269"/>
            <a:ext cx="176480" cy="0"/>
          </a:xfrm>
          <a:prstGeom prst="line">
            <a:avLst/>
          </a:prstGeom>
          <a:noFill/>
          <a:ln w="25400">
            <a:solidFill>
              <a:srgbClr val="168B83"/>
            </a:solidFill>
            <a:prstDash val="solid"/>
            <a:headEnd type="none"/>
            <a:tailEnd type="none"/>
          </a:ln>
        </p:spPr>
      </p:sp>
      <p:sp>
        <p:nvSpPr>
          <p:cNvPr id="221" name="Shape 219"/>
          <p:cNvSpPr/>
          <p:nvPr/>
        </p:nvSpPr>
        <p:spPr>
          <a:xfrm>
            <a:off x="7095744" y="2284302"/>
            <a:ext cx="0" cy="7710"/>
          </a:xfrm>
          <a:prstGeom prst="line">
            <a:avLst/>
          </a:prstGeom>
          <a:noFill/>
          <a:ln w="25400">
            <a:solidFill>
              <a:srgbClr val="168B83"/>
            </a:solidFill>
            <a:prstDash val="solid"/>
            <a:headEnd type="none"/>
            <a:tailEnd type="none"/>
          </a:ln>
        </p:spPr>
      </p:sp>
      <p:sp>
        <p:nvSpPr>
          <p:cNvPr id="222" name="Shape 220"/>
          <p:cNvSpPr/>
          <p:nvPr/>
        </p:nvSpPr>
        <p:spPr>
          <a:xfrm>
            <a:off x="7095744" y="2287046"/>
            <a:ext cx="176480" cy="0"/>
          </a:xfrm>
          <a:prstGeom prst="line">
            <a:avLst/>
          </a:prstGeom>
          <a:noFill/>
          <a:ln w="25400">
            <a:solidFill>
              <a:srgbClr val="168B83"/>
            </a:solidFill>
            <a:prstDash val="solid"/>
            <a:headEnd type="none"/>
            <a:tailEnd type="none"/>
          </a:ln>
        </p:spPr>
      </p:sp>
      <p:sp>
        <p:nvSpPr>
          <p:cNvPr id="223" name="Shape 221"/>
          <p:cNvSpPr/>
          <p:nvPr/>
        </p:nvSpPr>
        <p:spPr>
          <a:xfrm>
            <a:off x="7269480" y="2284302"/>
            <a:ext cx="0" cy="69104"/>
          </a:xfrm>
          <a:prstGeom prst="line">
            <a:avLst/>
          </a:prstGeom>
          <a:noFill/>
          <a:ln w="25400">
            <a:solidFill>
              <a:srgbClr val="168B83"/>
            </a:solidFill>
            <a:prstDash val="solid"/>
            <a:headEnd type="none"/>
            <a:tailEnd type="none"/>
          </a:ln>
        </p:spPr>
      </p:sp>
      <p:sp>
        <p:nvSpPr>
          <p:cNvPr id="224" name="Shape 222"/>
          <p:cNvSpPr/>
          <p:nvPr/>
        </p:nvSpPr>
        <p:spPr>
          <a:xfrm>
            <a:off x="7269480" y="2350663"/>
            <a:ext cx="176479" cy="0"/>
          </a:xfrm>
          <a:prstGeom prst="line">
            <a:avLst/>
          </a:prstGeom>
          <a:noFill/>
          <a:ln w="25400">
            <a:solidFill>
              <a:srgbClr val="168B83"/>
            </a:solidFill>
            <a:prstDash val="solid"/>
            <a:headEnd type="none"/>
            <a:tailEnd type="none"/>
          </a:ln>
        </p:spPr>
      </p:sp>
      <p:sp>
        <p:nvSpPr>
          <p:cNvPr id="225" name="Shape 223"/>
          <p:cNvSpPr/>
          <p:nvPr/>
        </p:nvSpPr>
        <p:spPr>
          <a:xfrm>
            <a:off x="7443216" y="2344536"/>
            <a:ext cx="0" cy="8870"/>
          </a:xfrm>
          <a:prstGeom prst="line">
            <a:avLst/>
          </a:prstGeom>
          <a:noFill/>
          <a:ln w="25400">
            <a:solidFill>
              <a:srgbClr val="168B83"/>
            </a:solidFill>
            <a:prstDash val="solid"/>
            <a:headEnd type="none"/>
            <a:tailEnd type="none"/>
          </a:ln>
        </p:spPr>
      </p:sp>
      <p:sp>
        <p:nvSpPr>
          <p:cNvPr id="226" name="Shape 224"/>
          <p:cNvSpPr/>
          <p:nvPr/>
        </p:nvSpPr>
        <p:spPr>
          <a:xfrm>
            <a:off x="7443216" y="2347280"/>
            <a:ext cx="176480" cy="0"/>
          </a:xfrm>
          <a:prstGeom prst="line">
            <a:avLst/>
          </a:prstGeom>
          <a:noFill/>
          <a:ln w="25400">
            <a:solidFill>
              <a:srgbClr val="168B83"/>
            </a:solidFill>
            <a:prstDash val="solid"/>
            <a:headEnd type="none"/>
            <a:tailEnd type="none"/>
          </a:ln>
        </p:spPr>
      </p:sp>
      <p:sp>
        <p:nvSpPr>
          <p:cNvPr id="227" name="Shape 225"/>
          <p:cNvSpPr/>
          <p:nvPr/>
        </p:nvSpPr>
        <p:spPr>
          <a:xfrm>
            <a:off x="7616952" y="2340161"/>
            <a:ext cx="0" cy="9861"/>
          </a:xfrm>
          <a:prstGeom prst="line">
            <a:avLst/>
          </a:prstGeom>
          <a:noFill/>
          <a:ln w="25400">
            <a:solidFill>
              <a:srgbClr val="168B83"/>
            </a:solidFill>
            <a:prstDash val="solid"/>
            <a:headEnd type="none"/>
            <a:tailEnd type="none"/>
          </a:ln>
        </p:spPr>
      </p:sp>
      <p:sp>
        <p:nvSpPr>
          <p:cNvPr id="228" name="Shape 226"/>
          <p:cNvSpPr/>
          <p:nvPr/>
        </p:nvSpPr>
        <p:spPr>
          <a:xfrm>
            <a:off x="7616952" y="2342904"/>
            <a:ext cx="176480" cy="0"/>
          </a:xfrm>
          <a:prstGeom prst="line">
            <a:avLst/>
          </a:prstGeom>
          <a:noFill/>
          <a:ln w="25400">
            <a:solidFill>
              <a:srgbClr val="168B83"/>
            </a:solidFill>
            <a:prstDash val="solid"/>
            <a:headEnd type="none"/>
            <a:tailEnd type="none"/>
          </a:ln>
        </p:spPr>
      </p:sp>
      <p:sp>
        <p:nvSpPr>
          <p:cNvPr id="229" name="Shape 227"/>
          <p:cNvSpPr/>
          <p:nvPr/>
        </p:nvSpPr>
        <p:spPr>
          <a:xfrm>
            <a:off x="7790688" y="2335380"/>
            <a:ext cx="0" cy="10268"/>
          </a:xfrm>
          <a:prstGeom prst="line">
            <a:avLst/>
          </a:prstGeom>
          <a:noFill/>
          <a:ln w="25400">
            <a:solidFill>
              <a:srgbClr val="168B83"/>
            </a:solidFill>
            <a:prstDash val="solid"/>
            <a:headEnd type="none"/>
            <a:tailEnd type="none"/>
          </a:ln>
        </p:spPr>
      </p:sp>
      <p:sp>
        <p:nvSpPr>
          <p:cNvPr id="230" name="Shape 228"/>
          <p:cNvSpPr/>
          <p:nvPr/>
        </p:nvSpPr>
        <p:spPr>
          <a:xfrm>
            <a:off x="7790688" y="2338123"/>
            <a:ext cx="176479" cy="0"/>
          </a:xfrm>
          <a:prstGeom prst="line">
            <a:avLst/>
          </a:prstGeom>
          <a:noFill/>
          <a:ln w="25400">
            <a:solidFill>
              <a:srgbClr val="168B83"/>
            </a:solidFill>
            <a:prstDash val="solid"/>
            <a:headEnd type="none"/>
            <a:tailEnd type="none"/>
          </a:ln>
        </p:spPr>
      </p:sp>
      <p:sp>
        <p:nvSpPr>
          <p:cNvPr id="231" name="Shape 229"/>
          <p:cNvSpPr/>
          <p:nvPr/>
        </p:nvSpPr>
        <p:spPr>
          <a:xfrm>
            <a:off x="7964424" y="2329508"/>
            <a:ext cx="0" cy="11358"/>
          </a:xfrm>
          <a:prstGeom prst="line">
            <a:avLst/>
          </a:prstGeom>
          <a:noFill/>
          <a:ln w="25400">
            <a:solidFill>
              <a:srgbClr val="168B83"/>
            </a:solidFill>
            <a:prstDash val="solid"/>
            <a:headEnd type="none"/>
            <a:tailEnd type="none"/>
          </a:ln>
        </p:spPr>
      </p:sp>
      <p:sp>
        <p:nvSpPr>
          <p:cNvPr id="232" name="Shape 230"/>
          <p:cNvSpPr/>
          <p:nvPr/>
        </p:nvSpPr>
        <p:spPr>
          <a:xfrm>
            <a:off x="7964424" y="2332251"/>
            <a:ext cx="176480" cy="0"/>
          </a:xfrm>
          <a:prstGeom prst="line">
            <a:avLst/>
          </a:prstGeom>
          <a:noFill/>
          <a:ln w="25400">
            <a:solidFill>
              <a:srgbClr val="168B83"/>
            </a:solidFill>
            <a:prstDash val="solid"/>
            <a:headEnd type="none"/>
            <a:tailEnd type="none"/>
          </a:ln>
        </p:spPr>
      </p:sp>
      <p:sp>
        <p:nvSpPr>
          <p:cNvPr id="233" name="Shape 231"/>
          <p:cNvSpPr/>
          <p:nvPr/>
        </p:nvSpPr>
        <p:spPr>
          <a:xfrm>
            <a:off x="8138160" y="2322738"/>
            <a:ext cx="0" cy="12256"/>
          </a:xfrm>
          <a:prstGeom prst="line">
            <a:avLst/>
          </a:prstGeom>
          <a:noFill/>
          <a:ln w="25400">
            <a:solidFill>
              <a:srgbClr val="168B83"/>
            </a:solidFill>
            <a:prstDash val="solid"/>
            <a:headEnd type="none"/>
            <a:tailEnd type="none"/>
          </a:ln>
        </p:spPr>
      </p:sp>
      <p:sp>
        <p:nvSpPr>
          <p:cNvPr id="234" name="Shape 232"/>
          <p:cNvSpPr/>
          <p:nvPr/>
        </p:nvSpPr>
        <p:spPr>
          <a:xfrm>
            <a:off x="8138160" y="2325481"/>
            <a:ext cx="176480" cy="0"/>
          </a:xfrm>
          <a:prstGeom prst="line">
            <a:avLst/>
          </a:prstGeom>
          <a:noFill/>
          <a:ln w="25400">
            <a:solidFill>
              <a:srgbClr val="168B83"/>
            </a:solidFill>
            <a:prstDash val="solid"/>
            <a:headEnd type="none"/>
            <a:tailEnd type="none"/>
          </a:ln>
        </p:spPr>
      </p:sp>
      <p:sp>
        <p:nvSpPr>
          <p:cNvPr id="235" name="Shape 233"/>
          <p:cNvSpPr/>
          <p:nvPr/>
        </p:nvSpPr>
        <p:spPr>
          <a:xfrm>
            <a:off x="8311896" y="2315745"/>
            <a:ext cx="0" cy="12479"/>
          </a:xfrm>
          <a:prstGeom prst="line">
            <a:avLst/>
          </a:prstGeom>
          <a:noFill/>
          <a:ln w="25400">
            <a:solidFill>
              <a:srgbClr val="168B83"/>
            </a:solidFill>
            <a:prstDash val="solid"/>
            <a:headEnd type="none"/>
            <a:tailEnd type="none"/>
          </a:ln>
        </p:spPr>
      </p:sp>
      <p:sp>
        <p:nvSpPr>
          <p:cNvPr id="236" name="Shape 234"/>
          <p:cNvSpPr/>
          <p:nvPr/>
        </p:nvSpPr>
        <p:spPr>
          <a:xfrm>
            <a:off x="8311896" y="2318488"/>
            <a:ext cx="176479" cy="0"/>
          </a:xfrm>
          <a:prstGeom prst="line">
            <a:avLst/>
          </a:prstGeom>
          <a:noFill/>
          <a:ln w="25400">
            <a:solidFill>
              <a:srgbClr val="168B83"/>
            </a:solidFill>
            <a:prstDash val="solid"/>
            <a:headEnd type="none"/>
            <a:tailEnd type="none"/>
          </a:ln>
        </p:spPr>
      </p:sp>
      <p:sp>
        <p:nvSpPr>
          <p:cNvPr id="237" name="Shape 235"/>
          <p:cNvSpPr/>
          <p:nvPr/>
        </p:nvSpPr>
        <p:spPr>
          <a:xfrm>
            <a:off x="8485632" y="2309022"/>
            <a:ext cx="0" cy="12209"/>
          </a:xfrm>
          <a:prstGeom prst="line">
            <a:avLst/>
          </a:prstGeom>
          <a:noFill/>
          <a:ln w="25400">
            <a:solidFill>
              <a:srgbClr val="168B83"/>
            </a:solidFill>
            <a:prstDash val="solid"/>
            <a:headEnd type="none"/>
            <a:tailEnd type="none"/>
          </a:ln>
        </p:spPr>
      </p:sp>
      <p:sp>
        <p:nvSpPr>
          <p:cNvPr id="238" name="Shape 236"/>
          <p:cNvSpPr/>
          <p:nvPr/>
        </p:nvSpPr>
        <p:spPr>
          <a:xfrm>
            <a:off x="8485632" y="2311766"/>
            <a:ext cx="176480" cy="0"/>
          </a:xfrm>
          <a:prstGeom prst="line">
            <a:avLst/>
          </a:prstGeom>
          <a:noFill/>
          <a:ln w="25400">
            <a:solidFill>
              <a:srgbClr val="168B83"/>
            </a:solidFill>
            <a:prstDash val="solid"/>
            <a:headEnd type="none"/>
            <a:tailEnd type="none"/>
          </a:ln>
        </p:spPr>
      </p:sp>
      <p:sp>
        <p:nvSpPr>
          <p:cNvPr id="239" name="Shape 237"/>
          <p:cNvSpPr/>
          <p:nvPr/>
        </p:nvSpPr>
        <p:spPr>
          <a:xfrm>
            <a:off x="8659368" y="2303368"/>
            <a:ext cx="0" cy="11141"/>
          </a:xfrm>
          <a:prstGeom prst="line">
            <a:avLst/>
          </a:prstGeom>
          <a:noFill/>
          <a:ln w="25400">
            <a:solidFill>
              <a:srgbClr val="168B83"/>
            </a:solidFill>
            <a:prstDash val="solid"/>
            <a:headEnd type="none"/>
            <a:tailEnd type="none"/>
          </a:ln>
        </p:spPr>
      </p:sp>
      <p:sp>
        <p:nvSpPr>
          <p:cNvPr id="240" name="Shape 238"/>
          <p:cNvSpPr/>
          <p:nvPr/>
        </p:nvSpPr>
        <p:spPr>
          <a:xfrm>
            <a:off x="8659368" y="2306111"/>
            <a:ext cx="176480" cy="0"/>
          </a:xfrm>
          <a:prstGeom prst="line">
            <a:avLst/>
          </a:prstGeom>
          <a:noFill/>
          <a:ln w="25400">
            <a:solidFill>
              <a:srgbClr val="168B83"/>
            </a:solidFill>
            <a:prstDash val="solid"/>
            <a:headEnd type="none"/>
            <a:tailEnd type="none"/>
          </a:ln>
        </p:spPr>
      </p:sp>
      <p:sp>
        <p:nvSpPr>
          <p:cNvPr id="241" name="Shape 239"/>
          <p:cNvSpPr/>
          <p:nvPr/>
        </p:nvSpPr>
        <p:spPr>
          <a:xfrm>
            <a:off x="8833104" y="2299606"/>
            <a:ext cx="0" cy="9248"/>
          </a:xfrm>
          <a:prstGeom prst="line">
            <a:avLst/>
          </a:prstGeom>
          <a:noFill/>
          <a:ln w="25400">
            <a:solidFill>
              <a:srgbClr val="168B83"/>
            </a:solidFill>
            <a:prstDash val="solid"/>
            <a:headEnd type="none"/>
            <a:tailEnd type="none"/>
          </a:ln>
        </p:spPr>
      </p:sp>
      <p:sp>
        <p:nvSpPr>
          <p:cNvPr id="242" name="Shape 240"/>
          <p:cNvSpPr/>
          <p:nvPr/>
        </p:nvSpPr>
        <p:spPr>
          <a:xfrm>
            <a:off x="8833104" y="2302350"/>
            <a:ext cx="176479" cy="0"/>
          </a:xfrm>
          <a:prstGeom prst="line">
            <a:avLst/>
          </a:prstGeom>
          <a:noFill/>
          <a:ln w="25400">
            <a:solidFill>
              <a:srgbClr val="168B83"/>
            </a:solidFill>
            <a:prstDash val="solid"/>
            <a:headEnd type="none"/>
            <a:tailEnd type="none"/>
          </a:ln>
        </p:spPr>
      </p:sp>
      <p:sp>
        <p:nvSpPr>
          <p:cNvPr id="243" name="Shape 241"/>
          <p:cNvSpPr/>
          <p:nvPr/>
        </p:nvSpPr>
        <p:spPr>
          <a:xfrm>
            <a:off x="9006840" y="2296860"/>
            <a:ext cx="0" cy="8232"/>
          </a:xfrm>
          <a:prstGeom prst="line">
            <a:avLst/>
          </a:prstGeom>
          <a:noFill/>
          <a:ln w="25400">
            <a:solidFill>
              <a:srgbClr val="168B83"/>
            </a:solidFill>
            <a:prstDash val="solid"/>
            <a:headEnd type="none"/>
            <a:tailEnd type="none"/>
          </a:ln>
        </p:spPr>
      </p:sp>
      <p:sp>
        <p:nvSpPr>
          <p:cNvPr id="244" name="Shape 242"/>
          <p:cNvSpPr/>
          <p:nvPr/>
        </p:nvSpPr>
        <p:spPr>
          <a:xfrm>
            <a:off x="9006840" y="2299603"/>
            <a:ext cx="176480" cy="0"/>
          </a:xfrm>
          <a:prstGeom prst="line">
            <a:avLst/>
          </a:prstGeom>
          <a:noFill/>
          <a:ln w="25400">
            <a:solidFill>
              <a:srgbClr val="168B83"/>
            </a:solidFill>
            <a:prstDash val="solid"/>
            <a:headEnd type="none"/>
            <a:tailEnd type="none"/>
          </a:ln>
        </p:spPr>
      </p:sp>
      <p:sp>
        <p:nvSpPr>
          <p:cNvPr id="245" name="Shape 243"/>
          <p:cNvSpPr/>
          <p:nvPr/>
        </p:nvSpPr>
        <p:spPr>
          <a:xfrm>
            <a:off x="9180576" y="2294776"/>
            <a:ext cx="0" cy="7571"/>
          </a:xfrm>
          <a:prstGeom prst="line">
            <a:avLst/>
          </a:prstGeom>
          <a:noFill/>
          <a:ln w="25400">
            <a:solidFill>
              <a:srgbClr val="168B83"/>
            </a:solidFill>
            <a:prstDash val="solid"/>
            <a:headEnd type="none"/>
            <a:tailEnd type="none"/>
          </a:ln>
        </p:spPr>
      </p:sp>
      <p:sp>
        <p:nvSpPr>
          <p:cNvPr id="246" name="Shape 244"/>
          <p:cNvSpPr/>
          <p:nvPr/>
        </p:nvSpPr>
        <p:spPr>
          <a:xfrm>
            <a:off x="9180576" y="2297519"/>
            <a:ext cx="176480" cy="0"/>
          </a:xfrm>
          <a:prstGeom prst="line">
            <a:avLst/>
          </a:prstGeom>
          <a:noFill/>
          <a:ln w="25400">
            <a:solidFill>
              <a:srgbClr val="168B83"/>
            </a:solidFill>
            <a:prstDash val="solid"/>
            <a:headEnd type="none"/>
            <a:tailEnd type="none"/>
          </a:ln>
        </p:spPr>
      </p:sp>
      <p:sp>
        <p:nvSpPr>
          <p:cNvPr id="247" name="Shape 245"/>
          <p:cNvSpPr/>
          <p:nvPr/>
        </p:nvSpPr>
        <p:spPr>
          <a:xfrm>
            <a:off x="9354312" y="2294776"/>
            <a:ext cx="0" cy="70132"/>
          </a:xfrm>
          <a:prstGeom prst="line">
            <a:avLst/>
          </a:prstGeom>
          <a:noFill/>
          <a:ln w="25400">
            <a:solidFill>
              <a:srgbClr val="168B83"/>
            </a:solidFill>
            <a:prstDash val="solid"/>
            <a:headEnd type="none"/>
            <a:tailEnd type="none"/>
          </a:ln>
        </p:spPr>
      </p:sp>
      <p:sp>
        <p:nvSpPr>
          <p:cNvPr id="248" name="Shape 246"/>
          <p:cNvSpPr/>
          <p:nvPr/>
        </p:nvSpPr>
        <p:spPr>
          <a:xfrm>
            <a:off x="9354312" y="2362165"/>
            <a:ext cx="176479" cy="0"/>
          </a:xfrm>
          <a:prstGeom prst="line">
            <a:avLst/>
          </a:prstGeom>
          <a:noFill/>
          <a:ln w="25400">
            <a:solidFill>
              <a:srgbClr val="168B83"/>
            </a:solidFill>
            <a:prstDash val="solid"/>
            <a:headEnd type="none"/>
            <a:tailEnd type="none"/>
          </a:ln>
        </p:spPr>
      </p:sp>
      <p:sp>
        <p:nvSpPr>
          <p:cNvPr id="249" name="Shape 247"/>
          <p:cNvSpPr/>
          <p:nvPr/>
        </p:nvSpPr>
        <p:spPr>
          <a:xfrm>
            <a:off x="9528048" y="2357186"/>
            <a:ext cx="0" cy="7722"/>
          </a:xfrm>
          <a:prstGeom prst="line">
            <a:avLst/>
          </a:prstGeom>
          <a:noFill/>
          <a:ln w="25400">
            <a:solidFill>
              <a:srgbClr val="168B83"/>
            </a:solidFill>
            <a:prstDash val="solid"/>
            <a:headEnd type="none"/>
            <a:tailEnd type="none"/>
          </a:ln>
        </p:spPr>
      </p:sp>
      <p:sp>
        <p:nvSpPr>
          <p:cNvPr id="250" name="Shape 248"/>
          <p:cNvSpPr/>
          <p:nvPr/>
        </p:nvSpPr>
        <p:spPr>
          <a:xfrm>
            <a:off x="9528048" y="2359929"/>
            <a:ext cx="176480" cy="0"/>
          </a:xfrm>
          <a:prstGeom prst="line">
            <a:avLst/>
          </a:prstGeom>
          <a:noFill/>
          <a:ln w="25400">
            <a:solidFill>
              <a:srgbClr val="168B83"/>
            </a:solidFill>
            <a:prstDash val="solid"/>
            <a:headEnd type="none"/>
            <a:tailEnd type="none"/>
          </a:ln>
        </p:spPr>
      </p:sp>
      <p:sp>
        <p:nvSpPr>
          <p:cNvPr id="251" name="Shape 249"/>
          <p:cNvSpPr/>
          <p:nvPr/>
        </p:nvSpPr>
        <p:spPr>
          <a:xfrm>
            <a:off x="9701784" y="2353262"/>
            <a:ext cx="0" cy="9410"/>
          </a:xfrm>
          <a:prstGeom prst="line">
            <a:avLst/>
          </a:prstGeom>
          <a:noFill/>
          <a:ln w="25400">
            <a:solidFill>
              <a:srgbClr val="168B83"/>
            </a:solidFill>
            <a:prstDash val="solid"/>
            <a:headEnd type="none"/>
            <a:tailEnd type="none"/>
          </a:ln>
        </p:spPr>
      </p:sp>
      <p:sp>
        <p:nvSpPr>
          <p:cNvPr id="252" name="Shape 250"/>
          <p:cNvSpPr/>
          <p:nvPr/>
        </p:nvSpPr>
        <p:spPr>
          <a:xfrm>
            <a:off x="9701784" y="2356005"/>
            <a:ext cx="176480" cy="0"/>
          </a:xfrm>
          <a:prstGeom prst="line">
            <a:avLst/>
          </a:prstGeom>
          <a:noFill/>
          <a:ln w="25400">
            <a:solidFill>
              <a:srgbClr val="168B83"/>
            </a:solidFill>
            <a:prstDash val="solid"/>
            <a:headEnd type="none"/>
            <a:tailEnd type="none"/>
          </a:ln>
        </p:spPr>
      </p:sp>
      <p:sp>
        <p:nvSpPr>
          <p:cNvPr id="253" name="Shape 251"/>
          <p:cNvSpPr/>
          <p:nvPr/>
        </p:nvSpPr>
        <p:spPr>
          <a:xfrm>
            <a:off x="9875520" y="2346935"/>
            <a:ext cx="0" cy="11813"/>
          </a:xfrm>
          <a:prstGeom prst="line">
            <a:avLst/>
          </a:prstGeom>
          <a:noFill/>
          <a:ln w="25400">
            <a:solidFill>
              <a:srgbClr val="168B83"/>
            </a:solidFill>
            <a:prstDash val="solid"/>
            <a:headEnd type="none"/>
            <a:tailEnd type="none"/>
          </a:ln>
        </p:spPr>
      </p:sp>
      <p:sp>
        <p:nvSpPr>
          <p:cNvPr id="254" name="Shape 252"/>
          <p:cNvSpPr/>
          <p:nvPr/>
        </p:nvSpPr>
        <p:spPr>
          <a:xfrm>
            <a:off x="9875520" y="2349678"/>
            <a:ext cx="176479" cy="0"/>
          </a:xfrm>
          <a:prstGeom prst="line">
            <a:avLst/>
          </a:prstGeom>
          <a:noFill/>
          <a:ln w="25400">
            <a:solidFill>
              <a:srgbClr val="168B83"/>
            </a:solidFill>
            <a:prstDash val="solid"/>
            <a:headEnd type="none"/>
            <a:tailEnd type="none"/>
          </a:ln>
        </p:spPr>
      </p:sp>
      <p:sp>
        <p:nvSpPr>
          <p:cNvPr id="255" name="Shape 253"/>
          <p:cNvSpPr/>
          <p:nvPr/>
        </p:nvSpPr>
        <p:spPr>
          <a:xfrm>
            <a:off x="10049256" y="2338596"/>
            <a:ext cx="0" cy="13826"/>
          </a:xfrm>
          <a:prstGeom prst="line">
            <a:avLst/>
          </a:prstGeom>
          <a:noFill/>
          <a:ln w="25400">
            <a:solidFill>
              <a:srgbClr val="168B83"/>
            </a:solidFill>
            <a:prstDash val="solid"/>
            <a:headEnd type="none"/>
            <a:tailEnd type="none"/>
          </a:ln>
        </p:spPr>
      </p:sp>
      <p:sp>
        <p:nvSpPr>
          <p:cNvPr id="256" name="Shape 254"/>
          <p:cNvSpPr/>
          <p:nvPr/>
        </p:nvSpPr>
        <p:spPr>
          <a:xfrm>
            <a:off x="10049256" y="2341339"/>
            <a:ext cx="176480" cy="0"/>
          </a:xfrm>
          <a:prstGeom prst="line">
            <a:avLst/>
          </a:prstGeom>
          <a:noFill/>
          <a:ln w="25400">
            <a:solidFill>
              <a:srgbClr val="168B83"/>
            </a:solidFill>
            <a:prstDash val="solid"/>
            <a:headEnd type="none"/>
            <a:tailEnd type="none"/>
          </a:ln>
        </p:spPr>
      </p:sp>
      <p:sp>
        <p:nvSpPr>
          <p:cNvPr id="257" name="Shape 255"/>
          <p:cNvSpPr/>
          <p:nvPr/>
        </p:nvSpPr>
        <p:spPr>
          <a:xfrm>
            <a:off x="10222992" y="2328311"/>
            <a:ext cx="0" cy="15771"/>
          </a:xfrm>
          <a:prstGeom prst="line">
            <a:avLst/>
          </a:prstGeom>
          <a:noFill/>
          <a:ln w="25400">
            <a:solidFill>
              <a:srgbClr val="168B83"/>
            </a:solidFill>
            <a:prstDash val="solid"/>
            <a:headEnd type="none"/>
            <a:tailEnd type="none"/>
          </a:ln>
        </p:spPr>
      </p:sp>
      <p:sp>
        <p:nvSpPr>
          <p:cNvPr id="258" name="Shape 256"/>
          <p:cNvSpPr/>
          <p:nvPr/>
        </p:nvSpPr>
        <p:spPr>
          <a:xfrm>
            <a:off x="10222992" y="2331054"/>
            <a:ext cx="176480" cy="0"/>
          </a:xfrm>
          <a:prstGeom prst="line">
            <a:avLst/>
          </a:prstGeom>
          <a:noFill/>
          <a:ln w="25400">
            <a:solidFill>
              <a:srgbClr val="168B83"/>
            </a:solidFill>
            <a:prstDash val="solid"/>
            <a:headEnd type="none"/>
            <a:tailEnd type="none"/>
          </a:ln>
        </p:spPr>
      </p:sp>
      <p:sp>
        <p:nvSpPr>
          <p:cNvPr id="259" name="Shape 257"/>
          <p:cNvSpPr/>
          <p:nvPr/>
        </p:nvSpPr>
        <p:spPr>
          <a:xfrm>
            <a:off x="10396728" y="2315778"/>
            <a:ext cx="0" cy="18020"/>
          </a:xfrm>
          <a:prstGeom prst="line">
            <a:avLst/>
          </a:prstGeom>
          <a:noFill/>
          <a:ln w="25400">
            <a:solidFill>
              <a:srgbClr val="168B83"/>
            </a:solidFill>
            <a:prstDash val="solid"/>
            <a:headEnd type="none"/>
            <a:tailEnd type="none"/>
          </a:ln>
        </p:spPr>
      </p:sp>
      <p:sp>
        <p:nvSpPr>
          <p:cNvPr id="260" name="Shape 258"/>
          <p:cNvSpPr/>
          <p:nvPr/>
        </p:nvSpPr>
        <p:spPr>
          <a:xfrm>
            <a:off x="10396728" y="2318521"/>
            <a:ext cx="176479" cy="0"/>
          </a:xfrm>
          <a:prstGeom prst="line">
            <a:avLst/>
          </a:prstGeom>
          <a:noFill/>
          <a:ln w="25400">
            <a:solidFill>
              <a:srgbClr val="168B83"/>
            </a:solidFill>
            <a:prstDash val="solid"/>
            <a:headEnd type="none"/>
            <a:tailEnd type="none"/>
          </a:ln>
        </p:spPr>
      </p:sp>
      <p:sp>
        <p:nvSpPr>
          <p:cNvPr id="261" name="Shape 259"/>
          <p:cNvSpPr/>
          <p:nvPr/>
        </p:nvSpPr>
        <p:spPr>
          <a:xfrm>
            <a:off x="10570464" y="2300779"/>
            <a:ext cx="0" cy="20485"/>
          </a:xfrm>
          <a:prstGeom prst="line">
            <a:avLst/>
          </a:prstGeom>
          <a:noFill/>
          <a:ln w="25400">
            <a:solidFill>
              <a:srgbClr val="168B83"/>
            </a:solidFill>
            <a:prstDash val="solid"/>
            <a:headEnd type="none"/>
            <a:tailEnd type="none"/>
          </a:ln>
        </p:spPr>
      </p:sp>
      <p:sp>
        <p:nvSpPr>
          <p:cNvPr id="262" name="Shape 260"/>
          <p:cNvSpPr/>
          <p:nvPr/>
        </p:nvSpPr>
        <p:spPr>
          <a:xfrm>
            <a:off x="10570464" y="2303522"/>
            <a:ext cx="176480" cy="0"/>
          </a:xfrm>
          <a:prstGeom prst="line">
            <a:avLst/>
          </a:prstGeom>
          <a:noFill/>
          <a:ln w="25400">
            <a:solidFill>
              <a:srgbClr val="168B83"/>
            </a:solidFill>
            <a:prstDash val="solid"/>
            <a:headEnd type="none"/>
            <a:tailEnd type="none"/>
          </a:ln>
        </p:spPr>
      </p:sp>
      <p:sp>
        <p:nvSpPr>
          <p:cNvPr id="263" name="Shape 261"/>
          <p:cNvSpPr/>
          <p:nvPr/>
        </p:nvSpPr>
        <p:spPr>
          <a:xfrm>
            <a:off x="10744200" y="2283412"/>
            <a:ext cx="0" cy="22853"/>
          </a:xfrm>
          <a:prstGeom prst="line">
            <a:avLst/>
          </a:prstGeom>
          <a:noFill/>
          <a:ln w="25400">
            <a:solidFill>
              <a:srgbClr val="168B83"/>
            </a:solidFill>
            <a:prstDash val="solid"/>
            <a:headEnd type="none"/>
            <a:tailEnd type="none"/>
          </a:ln>
        </p:spPr>
      </p:sp>
      <p:sp>
        <p:nvSpPr>
          <p:cNvPr id="264" name="Shape 262"/>
          <p:cNvSpPr/>
          <p:nvPr/>
        </p:nvSpPr>
        <p:spPr>
          <a:xfrm>
            <a:off x="10744200" y="2286155"/>
            <a:ext cx="176480" cy="0"/>
          </a:xfrm>
          <a:prstGeom prst="line">
            <a:avLst/>
          </a:prstGeom>
          <a:noFill/>
          <a:ln w="25400">
            <a:solidFill>
              <a:srgbClr val="168B83"/>
            </a:solidFill>
            <a:prstDash val="solid"/>
            <a:headEnd type="none"/>
            <a:tailEnd type="none"/>
          </a:ln>
        </p:spPr>
      </p:sp>
      <p:sp>
        <p:nvSpPr>
          <p:cNvPr id="265" name="Shape 263"/>
          <p:cNvSpPr/>
          <p:nvPr/>
        </p:nvSpPr>
        <p:spPr>
          <a:xfrm>
            <a:off x="10917936" y="2265111"/>
            <a:ext cx="0" cy="23788"/>
          </a:xfrm>
          <a:prstGeom prst="line">
            <a:avLst/>
          </a:prstGeom>
          <a:noFill/>
          <a:ln w="25400">
            <a:solidFill>
              <a:srgbClr val="168B83"/>
            </a:solidFill>
            <a:prstDash val="solid"/>
            <a:headEnd type="none"/>
            <a:tailEnd type="none"/>
          </a:ln>
        </p:spPr>
      </p:sp>
      <p:sp>
        <p:nvSpPr>
          <p:cNvPr id="266" name="Shape 264"/>
          <p:cNvSpPr/>
          <p:nvPr/>
        </p:nvSpPr>
        <p:spPr>
          <a:xfrm>
            <a:off x="10917936" y="2267854"/>
            <a:ext cx="176479" cy="0"/>
          </a:xfrm>
          <a:prstGeom prst="line">
            <a:avLst/>
          </a:prstGeom>
          <a:noFill/>
          <a:ln w="25400">
            <a:solidFill>
              <a:srgbClr val="168B83"/>
            </a:solidFill>
            <a:prstDash val="solid"/>
            <a:headEnd type="none"/>
            <a:tailEnd type="none"/>
          </a:ln>
        </p:spPr>
      </p:sp>
      <p:sp>
        <p:nvSpPr>
          <p:cNvPr id="267" name="Shape 265"/>
          <p:cNvSpPr/>
          <p:nvPr/>
        </p:nvSpPr>
        <p:spPr>
          <a:xfrm>
            <a:off x="11091672" y="2247666"/>
            <a:ext cx="0" cy="22931"/>
          </a:xfrm>
          <a:prstGeom prst="line">
            <a:avLst/>
          </a:prstGeom>
          <a:noFill/>
          <a:ln w="25400">
            <a:solidFill>
              <a:srgbClr val="168B83"/>
            </a:solidFill>
            <a:prstDash val="solid"/>
            <a:headEnd type="none"/>
            <a:tailEnd type="none"/>
          </a:ln>
        </p:spPr>
      </p:sp>
      <p:sp>
        <p:nvSpPr>
          <p:cNvPr id="268" name="Shape 266"/>
          <p:cNvSpPr/>
          <p:nvPr/>
        </p:nvSpPr>
        <p:spPr>
          <a:xfrm>
            <a:off x="11091672" y="2250409"/>
            <a:ext cx="176480" cy="0"/>
          </a:xfrm>
          <a:prstGeom prst="line">
            <a:avLst/>
          </a:prstGeom>
          <a:noFill/>
          <a:ln w="25400">
            <a:solidFill>
              <a:srgbClr val="168B83"/>
            </a:solidFill>
            <a:prstDash val="solid"/>
            <a:headEnd type="none"/>
            <a:tailEnd type="none"/>
          </a:ln>
        </p:spPr>
      </p:sp>
      <p:sp>
        <p:nvSpPr>
          <p:cNvPr id="269" name="Shape 267"/>
          <p:cNvSpPr/>
          <p:nvPr/>
        </p:nvSpPr>
        <p:spPr>
          <a:xfrm>
            <a:off x="11265408" y="2233380"/>
            <a:ext cx="0" cy="19772"/>
          </a:xfrm>
          <a:prstGeom prst="line">
            <a:avLst/>
          </a:prstGeom>
          <a:noFill/>
          <a:ln w="25400">
            <a:solidFill>
              <a:srgbClr val="168B83"/>
            </a:solidFill>
            <a:prstDash val="solid"/>
            <a:headEnd type="none"/>
            <a:tailEnd type="none"/>
          </a:ln>
        </p:spPr>
      </p:sp>
      <p:sp>
        <p:nvSpPr>
          <p:cNvPr id="270" name="Shape 268"/>
          <p:cNvSpPr/>
          <p:nvPr/>
        </p:nvSpPr>
        <p:spPr>
          <a:xfrm>
            <a:off x="3429000" y="1792224"/>
            <a:ext cx="256032" cy="0"/>
          </a:xfrm>
          <a:prstGeom prst="line">
            <a:avLst/>
          </a:prstGeom>
          <a:noFill/>
          <a:ln w="27940">
            <a:solidFill>
              <a:srgbClr val="168B83"/>
            </a:solidFill>
            <a:prstDash val="solid"/>
          </a:ln>
        </p:spPr>
      </p:sp>
      <p:sp>
        <p:nvSpPr>
          <p:cNvPr id="271" name="Text 269"/>
          <p:cNvSpPr/>
          <p:nvPr/>
        </p:nvSpPr>
        <p:spPr>
          <a:xfrm>
            <a:off x="3758184" y="1719072"/>
            <a:ext cx="2011680"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DENSITY</a:t>
            </a:r>
            <a:endParaRPr lang="en-US" sz="920" dirty="0"/>
          </a:p>
        </p:txBody>
      </p:sp>
      <p:sp>
        <p:nvSpPr>
          <p:cNvPr id="272" name="Shape 270"/>
          <p:cNvSpPr/>
          <p:nvPr/>
        </p:nvSpPr>
        <p:spPr>
          <a:xfrm>
            <a:off x="841248" y="2238126"/>
            <a:ext cx="176480" cy="0"/>
          </a:xfrm>
          <a:prstGeom prst="line">
            <a:avLst/>
          </a:prstGeom>
          <a:noFill/>
          <a:ln w="25400">
            <a:solidFill>
              <a:srgbClr val="C44F4F"/>
            </a:solidFill>
            <a:prstDash val="solid"/>
            <a:headEnd type="none"/>
            <a:tailEnd type="none"/>
          </a:ln>
        </p:spPr>
      </p:sp>
      <p:sp>
        <p:nvSpPr>
          <p:cNvPr id="273" name="Shape 271"/>
          <p:cNvSpPr/>
          <p:nvPr/>
        </p:nvSpPr>
        <p:spPr>
          <a:xfrm>
            <a:off x="1014984" y="2235382"/>
            <a:ext cx="0" cy="36583"/>
          </a:xfrm>
          <a:prstGeom prst="line">
            <a:avLst/>
          </a:prstGeom>
          <a:noFill/>
          <a:ln w="25400">
            <a:solidFill>
              <a:srgbClr val="C44F4F"/>
            </a:solidFill>
            <a:prstDash val="solid"/>
            <a:headEnd type="none"/>
            <a:tailEnd type="none"/>
          </a:ln>
        </p:spPr>
      </p:sp>
      <p:sp>
        <p:nvSpPr>
          <p:cNvPr id="274" name="Shape 272"/>
          <p:cNvSpPr/>
          <p:nvPr/>
        </p:nvSpPr>
        <p:spPr>
          <a:xfrm>
            <a:off x="1014984" y="2269222"/>
            <a:ext cx="176479" cy="0"/>
          </a:xfrm>
          <a:prstGeom prst="line">
            <a:avLst/>
          </a:prstGeom>
          <a:noFill/>
          <a:ln w="25400">
            <a:solidFill>
              <a:srgbClr val="C44F4F"/>
            </a:solidFill>
            <a:prstDash val="solid"/>
            <a:headEnd type="none"/>
            <a:tailEnd type="none"/>
          </a:ln>
        </p:spPr>
      </p:sp>
      <p:sp>
        <p:nvSpPr>
          <p:cNvPr id="275" name="Shape 273"/>
          <p:cNvSpPr/>
          <p:nvPr/>
        </p:nvSpPr>
        <p:spPr>
          <a:xfrm>
            <a:off x="1188720" y="2266479"/>
            <a:ext cx="0" cy="53697"/>
          </a:xfrm>
          <a:prstGeom prst="line">
            <a:avLst/>
          </a:prstGeom>
          <a:noFill/>
          <a:ln w="25400">
            <a:solidFill>
              <a:srgbClr val="C44F4F"/>
            </a:solidFill>
            <a:prstDash val="solid"/>
            <a:headEnd type="none"/>
            <a:tailEnd type="none"/>
          </a:ln>
        </p:spPr>
      </p:sp>
      <p:sp>
        <p:nvSpPr>
          <p:cNvPr id="276" name="Shape 274"/>
          <p:cNvSpPr/>
          <p:nvPr/>
        </p:nvSpPr>
        <p:spPr>
          <a:xfrm>
            <a:off x="1188720" y="2317433"/>
            <a:ext cx="176480" cy="0"/>
          </a:xfrm>
          <a:prstGeom prst="line">
            <a:avLst/>
          </a:prstGeom>
          <a:noFill/>
          <a:ln w="25400">
            <a:solidFill>
              <a:srgbClr val="C44F4F"/>
            </a:solidFill>
            <a:prstDash val="solid"/>
            <a:headEnd type="none"/>
            <a:tailEnd type="none"/>
          </a:ln>
        </p:spPr>
      </p:sp>
      <p:sp>
        <p:nvSpPr>
          <p:cNvPr id="277" name="Shape 275"/>
          <p:cNvSpPr/>
          <p:nvPr/>
        </p:nvSpPr>
        <p:spPr>
          <a:xfrm>
            <a:off x="1362456" y="2314689"/>
            <a:ext cx="0" cy="54375"/>
          </a:xfrm>
          <a:prstGeom prst="line">
            <a:avLst/>
          </a:prstGeom>
          <a:noFill/>
          <a:ln w="25400">
            <a:solidFill>
              <a:srgbClr val="C44F4F"/>
            </a:solidFill>
            <a:prstDash val="solid"/>
            <a:headEnd type="none"/>
            <a:tailEnd type="none"/>
          </a:ln>
        </p:spPr>
      </p:sp>
      <p:sp>
        <p:nvSpPr>
          <p:cNvPr id="278" name="Shape 276"/>
          <p:cNvSpPr/>
          <p:nvPr/>
        </p:nvSpPr>
        <p:spPr>
          <a:xfrm>
            <a:off x="1362456" y="2366321"/>
            <a:ext cx="176480" cy="0"/>
          </a:xfrm>
          <a:prstGeom prst="line">
            <a:avLst/>
          </a:prstGeom>
          <a:noFill/>
          <a:ln w="25400">
            <a:solidFill>
              <a:srgbClr val="C44F4F"/>
            </a:solidFill>
            <a:prstDash val="solid"/>
            <a:headEnd type="none"/>
            <a:tailEnd type="none"/>
          </a:ln>
        </p:spPr>
      </p:sp>
      <p:sp>
        <p:nvSpPr>
          <p:cNvPr id="279" name="Shape 277"/>
          <p:cNvSpPr/>
          <p:nvPr/>
        </p:nvSpPr>
        <p:spPr>
          <a:xfrm>
            <a:off x="1536192" y="2363578"/>
            <a:ext cx="0" cy="58541"/>
          </a:xfrm>
          <a:prstGeom prst="line">
            <a:avLst/>
          </a:prstGeom>
          <a:noFill/>
          <a:ln w="25400">
            <a:solidFill>
              <a:srgbClr val="C44F4F"/>
            </a:solidFill>
            <a:prstDash val="solid"/>
            <a:headEnd type="none"/>
            <a:tailEnd type="none"/>
          </a:ln>
        </p:spPr>
      </p:sp>
      <p:sp>
        <p:nvSpPr>
          <p:cNvPr id="280" name="Shape 278"/>
          <p:cNvSpPr/>
          <p:nvPr/>
        </p:nvSpPr>
        <p:spPr>
          <a:xfrm>
            <a:off x="1536192" y="2419375"/>
            <a:ext cx="176479" cy="0"/>
          </a:xfrm>
          <a:prstGeom prst="line">
            <a:avLst/>
          </a:prstGeom>
          <a:noFill/>
          <a:ln w="25400">
            <a:solidFill>
              <a:srgbClr val="C44F4F"/>
            </a:solidFill>
            <a:prstDash val="solid"/>
            <a:headEnd type="none"/>
            <a:tailEnd type="none"/>
          </a:ln>
        </p:spPr>
      </p:sp>
      <p:sp>
        <p:nvSpPr>
          <p:cNvPr id="281" name="Shape 279"/>
          <p:cNvSpPr/>
          <p:nvPr/>
        </p:nvSpPr>
        <p:spPr>
          <a:xfrm>
            <a:off x="1709928" y="2416632"/>
            <a:ext cx="0" cy="58896"/>
          </a:xfrm>
          <a:prstGeom prst="line">
            <a:avLst/>
          </a:prstGeom>
          <a:noFill/>
          <a:ln w="25400">
            <a:solidFill>
              <a:srgbClr val="C44F4F"/>
            </a:solidFill>
            <a:prstDash val="solid"/>
            <a:headEnd type="none"/>
            <a:tailEnd type="none"/>
          </a:ln>
        </p:spPr>
      </p:sp>
      <p:sp>
        <p:nvSpPr>
          <p:cNvPr id="282" name="Shape 280"/>
          <p:cNvSpPr/>
          <p:nvPr/>
        </p:nvSpPr>
        <p:spPr>
          <a:xfrm>
            <a:off x="1709928" y="2472785"/>
            <a:ext cx="176480" cy="0"/>
          </a:xfrm>
          <a:prstGeom prst="line">
            <a:avLst/>
          </a:prstGeom>
          <a:noFill/>
          <a:ln w="25400">
            <a:solidFill>
              <a:srgbClr val="C44F4F"/>
            </a:solidFill>
            <a:prstDash val="solid"/>
            <a:headEnd type="none"/>
            <a:tailEnd type="none"/>
          </a:ln>
        </p:spPr>
      </p:sp>
      <p:sp>
        <p:nvSpPr>
          <p:cNvPr id="283" name="Shape 281"/>
          <p:cNvSpPr/>
          <p:nvPr/>
        </p:nvSpPr>
        <p:spPr>
          <a:xfrm>
            <a:off x="1883664" y="2470042"/>
            <a:ext cx="0" cy="59671"/>
          </a:xfrm>
          <a:prstGeom prst="line">
            <a:avLst/>
          </a:prstGeom>
          <a:noFill/>
          <a:ln w="25400">
            <a:solidFill>
              <a:srgbClr val="C44F4F"/>
            </a:solidFill>
            <a:prstDash val="solid"/>
            <a:headEnd type="none"/>
            <a:tailEnd type="none"/>
          </a:ln>
        </p:spPr>
      </p:sp>
      <p:sp>
        <p:nvSpPr>
          <p:cNvPr id="284" name="Shape 282"/>
          <p:cNvSpPr/>
          <p:nvPr/>
        </p:nvSpPr>
        <p:spPr>
          <a:xfrm>
            <a:off x="1883664" y="2526969"/>
            <a:ext cx="176480" cy="0"/>
          </a:xfrm>
          <a:prstGeom prst="line">
            <a:avLst/>
          </a:prstGeom>
          <a:noFill/>
          <a:ln w="25400">
            <a:solidFill>
              <a:srgbClr val="C44F4F"/>
            </a:solidFill>
            <a:prstDash val="solid"/>
            <a:headEnd type="none"/>
            <a:tailEnd type="none"/>
          </a:ln>
        </p:spPr>
      </p:sp>
      <p:sp>
        <p:nvSpPr>
          <p:cNvPr id="285" name="Shape 283"/>
          <p:cNvSpPr/>
          <p:nvPr/>
        </p:nvSpPr>
        <p:spPr>
          <a:xfrm>
            <a:off x="2057400" y="2524226"/>
            <a:ext cx="0" cy="64224"/>
          </a:xfrm>
          <a:prstGeom prst="line">
            <a:avLst/>
          </a:prstGeom>
          <a:noFill/>
          <a:ln w="25400">
            <a:solidFill>
              <a:srgbClr val="C44F4F"/>
            </a:solidFill>
            <a:prstDash val="solid"/>
            <a:headEnd type="none"/>
            <a:tailEnd type="none"/>
          </a:ln>
        </p:spPr>
      </p:sp>
      <p:sp>
        <p:nvSpPr>
          <p:cNvPr id="286" name="Shape 284"/>
          <p:cNvSpPr/>
          <p:nvPr/>
        </p:nvSpPr>
        <p:spPr>
          <a:xfrm>
            <a:off x="2057400" y="2585707"/>
            <a:ext cx="176479" cy="0"/>
          </a:xfrm>
          <a:prstGeom prst="line">
            <a:avLst/>
          </a:prstGeom>
          <a:noFill/>
          <a:ln w="25400">
            <a:solidFill>
              <a:srgbClr val="C44F4F"/>
            </a:solidFill>
            <a:prstDash val="solid"/>
            <a:headEnd type="none"/>
            <a:tailEnd type="none"/>
          </a:ln>
        </p:spPr>
      </p:sp>
      <p:sp>
        <p:nvSpPr>
          <p:cNvPr id="287" name="Shape 285"/>
          <p:cNvSpPr/>
          <p:nvPr/>
        </p:nvSpPr>
        <p:spPr>
          <a:xfrm>
            <a:off x="2231136" y="2582963"/>
            <a:ext cx="0" cy="65709"/>
          </a:xfrm>
          <a:prstGeom prst="line">
            <a:avLst/>
          </a:prstGeom>
          <a:noFill/>
          <a:ln w="25400">
            <a:solidFill>
              <a:srgbClr val="C44F4F"/>
            </a:solidFill>
            <a:prstDash val="solid"/>
            <a:headEnd type="none"/>
            <a:tailEnd type="none"/>
          </a:ln>
        </p:spPr>
      </p:sp>
      <p:sp>
        <p:nvSpPr>
          <p:cNvPr id="288" name="Shape 286"/>
          <p:cNvSpPr/>
          <p:nvPr/>
        </p:nvSpPr>
        <p:spPr>
          <a:xfrm>
            <a:off x="2231136" y="2645929"/>
            <a:ext cx="176480" cy="0"/>
          </a:xfrm>
          <a:prstGeom prst="line">
            <a:avLst/>
          </a:prstGeom>
          <a:noFill/>
          <a:ln w="25400">
            <a:solidFill>
              <a:srgbClr val="C44F4F"/>
            </a:solidFill>
            <a:prstDash val="solid"/>
            <a:headEnd type="none"/>
            <a:tailEnd type="none"/>
          </a:ln>
        </p:spPr>
      </p:sp>
      <p:sp>
        <p:nvSpPr>
          <p:cNvPr id="289" name="Shape 287"/>
          <p:cNvSpPr/>
          <p:nvPr/>
        </p:nvSpPr>
        <p:spPr>
          <a:xfrm>
            <a:off x="2404872" y="2643186"/>
            <a:ext cx="0" cy="66452"/>
          </a:xfrm>
          <a:prstGeom prst="line">
            <a:avLst/>
          </a:prstGeom>
          <a:noFill/>
          <a:ln w="25400">
            <a:solidFill>
              <a:srgbClr val="C44F4F"/>
            </a:solidFill>
            <a:prstDash val="solid"/>
            <a:headEnd type="none"/>
            <a:tailEnd type="none"/>
          </a:ln>
        </p:spPr>
      </p:sp>
      <p:sp>
        <p:nvSpPr>
          <p:cNvPr id="290" name="Shape 288"/>
          <p:cNvSpPr/>
          <p:nvPr/>
        </p:nvSpPr>
        <p:spPr>
          <a:xfrm>
            <a:off x="2404872" y="2706895"/>
            <a:ext cx="176480" cy="0"/>
          </a:xfrm>
          <a:prstGeom prst="line">
            <a:avLst/>
          </a:prstGeom>
          <a:noFill/>
          <a:ln w="25400">
            <a:solidFill>
              <a:srgbClr val="C44F4F"/>
            </a:solidFill>
            <a:prstDash val="solid"/>
            <a:headEnd type="none"/>
            <a:tailEnd type="none"/>
          </a:ln>
        </p:spPr>
      </p:sp>
      <p:sp>
        <p:nvSpPr>
          <p:cNvPr id="291" name="Shape 289"/>
          <p:cNvSpPr/>
          <p:nvPr/>
        </p:nvSpPr>
        <p:spPr>
          <a:xfrm>
            <a:off x="2578608" y="2704152"/>
            <a:ext cx="0" cy="69229"/>
          </a:xfrm>
          <a:prstGeom prst="line">
            <a:avLst/>
          </a:prstGeom>
          <a:noFill/>
          <a:ln w="25400">
            <a:solidFill>
              <a:srgbClr val="C44F4F"/>
            </a:solidFill>
            <a:prstDash val="solid"/>
            <a:headEnd type="none"/>
            <a:tailEnd type="none"/>
          </a:ln>
        </p:spPr>
      </p:sp>
      <p:sp>
        <p:nvSpPr>
          <p:cNvPr id="292" name="Shape 290"/>
          <p:cNvSpPr/>
          <p:nvPr/>
        </p:nvSpPr>
        <p:spPr>
          <a:xfrm>
            <a:off x="2578608" y="2770638"/>
            <a:ext cx="176479" cy="0"/>
          </a:xfrm>
          <a:prstGeom prst="line">
            <a:avLst/>
          </a:prstGeom>
          <a:noFill/>
          <a:ln w="25400">
            <a:solidFill>
              <a:srgbClr val="C44F4F"/>
            </a:solidFill>
            <a:prstDash val="solid"/>
            <a:headEnd type="none"/>
            <a:tailEnd type="none"/>
          </a:ln>
        </p:spPr>
      </p:sp>
      <p:sp>
        <p:nvSpPr>
          <p:cNvPr id="293" name="Shape 291"/>
          <p:cNvSpPr/>
          <p:nvPr/>
        </p:nvSpPr>
        <p:spPr>
          <a:xfrm>
            <a:off x="2752344" y="2767894"/>
            <a:ext cx="0" cy="67065"/>
          </a:xfrm>
          <a:prstGeom prst="line">
            <a:avLst/>
          </a:prstGeom>
          <a:noFill/>
          <a:ln w="25400">
            <a:solidFill>
              <a:srgbClr val="C44F4F"/>
            </a:solidFill>
            <a:prstDash val="solid"/>
            <a:headEnd type="none"/>
            <a:tailEnd type="none"/>
          </a:ln>
        </p:spPr>
      </p:sp>
      <p:sp>
        <p:nvSpPr>
          <p:cNvPr id="294" name="Shape 292"/>
          <p:cNvSpPr/>
          <p:nvPr/>
        </p:nvSpPr>
        <p:spPr>
          <a:xfrm>
            <a:off x="2752344" y="2832217"/>
            <a:ext cx="176480" cy="0"/>
          </a:xfrm>
          <a:prstGeom prst="line">
            <a:avLst/>
          </a:prstGeom>
          <a:noFill/>
          <a:ln w="25400">
            <a:solidFill>
              <a:srgbClr val="C44F4F"/>
            </a:solidFill>
            <a:prstDash val="solid"/>
            <a:headEnd type="none"/>
            <a:tailEnd type="none"/>
          </a:ln>
        </p:spPr>
      </p:sp>
      <p:sp>
        <p:nvSpPr>
          <p:cNvPr id="295" name="Shape 293"/>
          <p:cNvSpPr/>
          <p:nvPr/>
        </p:nvSpPr>
        <p:spPr>
          <a:xfrm>
            <a:off x="2926080" y="2829473"/>
            <a:ext cx="0" cy="65580"/>
          </a:xfrm>
          <a:prstGeom prst="line">
            <a:avLst/>
          </a:prstGeom>
          <a:noFill/>
          <a:ln w="25400">
            <a:solidFill>
              <a:srgbClr val="C44F4F"/>
            </a:solidFill>
            <a:prstDash val="solid"/>
            <a:headEnd type="none"/>
            <a:tailEnd type="none"/>
          </a:ln>
        </p:spPr>
      </p:sp>
      <p:sp>
        <p:nvSpPr>
          <p:cNvPr id="296" name="Shape 294"/>
          <p:cNvSpPr/>
          <p:nvPr/>
        </p:nvSpPr>
        <p:spPr>
          <a:xfrm>
            <a:off x="2926080" y="2892310"/>
            <a:ext cx="176480" cy="0"/>
          </a:xfrm>
          <a:prstGeom prst="line">
            <a:avLst/>
          </a:prstGeom>
          <a:noFill/>
          <a:ln w="25400">
            <a:solidFill>
              <a:srgbClr val="C44F4F"/>
            </a:solidFill>
            <a:prstDash val="solid"/>
            <a:headEnd type="none"/>
            <a:tailEnd type="none"/>
          </a:ln>
        </p:spPr>
      </p:sp>
      <p:sp>
        <p:nvSpPr>
          <p:cNvPr id="297" name="Shape 295"/>
          <p:cNvSpPr/>
          <p:nvPr/>
        </p:nvSpPr>
        <p:spPr>
          <a:xfrm>
            <a:off x="3099816" y="2889567"/>
            <a:ext cx="0" cy="65451"/>
          </a:xfrm>
          <a:prstGeom prst="line">
            <a:avLst/>
          </a:prstGeom>
          <a:noFill/>
          <a:ln w="25400">
            <a:solidFill>
              <a:srgbClr val="C44F4F"/>
            </a:solidFill>
            <a:prstDash val="solid"/>
            <a:headEnd type="none"/>
            <a:tailEnd type="none"/>
          </a:ln>
        </p:spPr>
      </p:sp>
      <p:sp>
        <p:nvSpPr>
          <p:cNvPr id="298" name="Shape 296"/>
          <p:cNvSpPr/>
          <p:nvPr/>
        </p:nvSpPr>
        <p:spPr>
          <a:xfrm>
            <a:off x="3099816" y="2952275"/>
            <a:ext cx="176479" cy="0"/>
          </a:xfrm>
          <a:prstGeom prst="line">
            <a:avLst/>
          </a:prstGeom>
          <a:noFill/>
          <a:ln w="25400">
            <a:solidFill>
              <a:srgbClr val="C44F4F"/>
            </a:solidFill>
            <a:prstDash val="solid"/>
            <a:headEnd type="none"/>
            <a:tailEnd type="none"/>
          </a:ln>
        </p:spPr>
      </p:sp>
      <p:sp>
        <p:nvSpPr>
          <p:cNvPr id="299" name="Shape 297"/>
          <p:cNvSpPr/>
          <p:nvPr/>
        </p:nvSpPr>
        <p:spPr>
          <a:xfrm>
            <a:off x="3273552" y="2949532"/>
            <a:ext cx="0" cy="62803"/>
          </a:xfrm>
          <a:prstGeom prst="line">
            <a:avLst/>
          </a:prstGeom>
          <a:noFill/>
          <a:ln w="25400">
            <a:solidFill>
              <a:srgbClr val="C44F4F"/>
            </a:solidFill>
            <a:prstDash val="solid"/>
            <a:headEnd type="none"/>
            <a:tailEnd type="none"/>
          </a:ln>
        </p:spPr>
      </p:sp>
      <p:sp>
        <p:nvSpPr>
          <p:cNvPr id="300" name="Shape 298"/>
          <p:cNvSpPr/>
          <p:nvPr/>
        </p:nvSpPr>
        <p:spPr>
          <a:xfrm>
            <a:off x="3273552" y="3009591"/>
            <a:ext cx="176480" cy="0"/>
          </a:xfrm>
          <a:prstGeom prst="line">
            <a:avLst/>
          </a:prstGeom>
          <a:noFill/>
          <a:ln w="25400">
            <a:solidFill>
              <a:srgbClr val="C44F4F"/>
            </a:solidFill>
            <a:prstDash val="solid"/>
            <a:headEnd type="none"/>
            <a:tailEnd type="none"/>
          </a:ln>
        </p:spPr>
      </p:sp>
      <p:sp>
        <p:nvSpPr>
          <p:cNvPr id="301" name="Shape 299"/>
          <p:cNvSpPr/>
          <p:nvPr/>
        </p:nvSpPr>
        <p:spPr>
          <a:xfrm>
            <a:off x="3447288" y="3006848"/>
            <a:ext cx="0" cy="60091"/>
          </a:xfrm>
          <a:prstGeom prst="line">
            <a:avLst/>
          </a:prstGeom>
          <a:noFill/>
          <a:ln w="25400">
            <a:solidFill>
              <a:srgbClr val="C44F4F"/>
            </a:solidFill>
            <a:prstDash val="solid"/>
            <a:headEnd type="none"/>
            <a:tailEnd type="none"/>
          </a:ln>
        </p:spPr>
      </p:sp>
      <p:sp>
        <p:nvSpPr>
          <p:cNvPr id="302" name="Shape 300"/>
          <p:cNvSpPr/>
          <p:nvPr/>
        </p:nvSpPr>
        <p:spPr>
          <a:xfrm>
            <a:off x="3447288" y="3064196"/>
            <a:ext cx="176480" cy="0"/>
          </a:xfrm>
          <a:prstGeom prst="line">
            <a:avLst/>
          </a:prstGeom>
          <a:noFill/>
          <a:ln w="25400">
            <a:solidFill>
              <a:srgbClr val="C44F4F"/>
            </a:solidFill>
            <a:prstDash val="solid"/>
            <a:headEnd type="none"/>
            <a:tailEnd type="none"/>
          </a:ln>
        </p:spPr>
      </p:sp>
      <p:sp>
        <p:nvSpPr>
          <p:cNvPr id="303" name="Shape 301"/>
          <p:cNvSpPr/>
          <p:nvPr/>
        </p:nvSpPr>
        <p:spPr>
          <a:xfrm>
            <a:off x="3621024" y="3061452"/>
            <a:ext cx="0" cy="58637"/>
          </a:xfrm>
          <a:prstGeom prst="line">
            <a:avLst/>
          </a:prstGeom>
          <a:noFill/>
          <a:ln w="25400">
            <a:solidFill>
              <a:srgbClr val="C44F4F"/>
            </a:solidFill>
            <a:prstDash val="solid"/>
            <a:headEnd type="none"/>
            <a:tailEnd type="none"/>
          </a:ln>
        </p:spPr>
      </p:sp>
      <p:sp>
        <p:nvSpPr>
          <p:cNvPr id="304" name="Shape 302"/>
          <p:cNvSpPr/>
          <p:nvPr/>
        </p:nvSpPr>
        <p:spPr>
          <a:xfrm>
            <a:off x="3621024" y="3117347"/>
            <a:ext cx="176479" cy="0"/>
          </a:xfrm>
          <a:prstGeom prst="line">
            <a:avLst/>
          </a:prstGeom>
          <a:noFill/>
          <a:ln w="25400">
            <a:solidFill>
              <a:srgbClr val="C44F4F"/>
            </a:solidFill>
            <a:prstDash val="solid"/>
            <a:headEnd type="none"/>
            <a:tailEnd type="none"/>
          </a:ln>
        </p:spPr>
      </p:sp>
      <p:sp>
        <p:nvSpPr>
          <p:cNvPr id="305" name="Shape 303"/>
          <p:cNvSpPr/>
          <p:nvPr/>
        </p:nvSpPr>
        <p:spPr>
          <a:xfrm>
            <a:off x="3794760" y="3114603"/>
            <a:ext cx="0" cy="54246"/>
          </a:xfrm>
          <a:prstGeom prst="line">
            <a:avLst/>
          </a:prstGeom>
          <a:noFill/>
          <a:ln w="25400">
            <a:solidFill>
              <a:srgbClr val="C44F4F"/>
            </a:solidFill>
            <a:prstDash val="solid"/>
            <a:headEnd type="none"/>
            <a:tailEnd type="none"/>
          </a:ln>
        </p:spPr>
      </p:sp>
      <p:sp>
        <p:nvSpPr>
          <p:cNvPr id="306" name="Shape 304"/>
          <p:cNvSpPr/>
          <p:nvPr/>
        </p:nvSpPr>
        <p:spPr>
          <a:xfrm>
            <a:off x="3794760" y="3166106"/>
            <a:ext cx="176480" cy="0"/>
          </a:xfrm>
          <a:prstGeom prst="line">
            <a:avLst/>
          </a:prstGeom>
          <a:noFill/>
          <a:ln w="25400">
            <a:solidFill>
              <a:srgbClr val="C44F4F"/>
            </a:solidFill>
            <a:prstDash val="solid"/>
            <a:headEnd type="none"/>
            <a:tailEnd type="none"/>
          </a:ln>
        </p:spPr>
      </p:sp>
      <p:sp>
        <p:nvSpPr>
          <p:cNvPr id="307" name="Shape 305"/>
          <p:cNvSpPr/>
          <p:nvPr/>
        </p:nvSpPr>
        <p:spPr>
          <a:xfrm>
            <a:off x="3968496" y="3163363"/>
            <a:ext cx="0" cy="52082"/>
          </a:xfrm>
          <a:prstGeom prst="line">
            <a:avLst/>
          </a:prstGeom>
          <a:noFill/>
          <a:ln w="25400">
            <a:solidFill>
              <a:srgbClr val="C44F4F"/>
            </a:solidFill>
            <a:prstDash val="solid"/>
            <a:headEnd type="none"/>
            <a:tailEnd type="none"/>
          </a:ln>
        </p:spPr>
      </p:sp>
      <p:sp>
        <p:nvSpPr>
          <p:cNvPr id="308" name="Shape 306"/>
          <p:cNvSpPr/>
          <p:nvPr/>
        </p:nvSpPr>
        <p:spPr>
          <a:xfrm>
            <a:off x="3968496" y="3212702"/>
            <a:ext cx="176480" cy="0"/>
          </a:xfrm>
          <a:prstGeom prst="line">
            <a:avLst/>
          </a:prstGeom>
          <a:noFill/>
          <a:ln w="25400">
            <a:solidFill>
              <a:srgbClr val="C44F4F"/>
            </a:solidFill>
            <a:prstDash val="solid"/>
            <a:headEnd type="none"/>
            <a:tailEnd type="none"/>
          </a:ln>
        </p:spPr>
      </p:sp>
      <p:sp>
        <p:nvSpPr>
          <p:cNvPr id="309" name="Shape 307"/>
          <p:cNvSpPr/>
          <p:nvPr/>
        </p:nvSpPr>
        <p:spPr>
          <a:xfrm>
            <a:off x="4142232" y="3209959"/>
            <a:ext cx="0" cy="53794"/>
          </a:xfrm>
          <a:prstGeom prst="line">
            <a:avLst/>
          </a:prstGeom>
          <a:noFill/>
          <a:ln w="25400">
            <a:solidFill>
              <a:srgbClr val="C44F4F"/>
            </a:solidFill>
            <a:prstDash val="solid"/>
            <a:headEnd type="none"/>
            <a:tailEnd type="none"/>
          </a:ln>
        </p:spPr>
      </p:sp>
      <p:sp>
        <p:nvSpPr>
          <p:cNvPr id="310" name="Shape 308"/>
          <p:cNvSpPr/>
          <p:nvPr/>
        </p:nvSpPr>
        <p:spPr>
          <a:xfrm>
            <a:off x="4142232" y="3261010"/>
            <a:ext cx="176479" cy="0"/>
          </a:xfrm>
          <a:prstGeom prst="line">
            <a:avLst/>
          </a:prstGeom>
          <a:noFill/>
          <a:ln w="25400">
            <a:solidFill>
              <a:srgbClr val="C44F4F"/>
            </a:solidFill>
            <a:prstDash val="solid"/>
            <a:headEnd type="none"/>
            <a:tailEnd type="none"/>
          </a:ln>
        </p:spPr>
      </p:sp>
      <p:sp>
        <p:nvSpPr>
          <p:cNvPr id="311" name="Shape 309"/>
          <p:cNvSpPr/>
          <p:nvPr/>
        </p:nvSpPr>
        <p:spPr>
          <a:xfrm>
            <a:off x="4315968" y="3258266"/>
            <a:ext cx="0" cy="56732"/>
          </a:xfrm>
          <a:prstGeom prst="line">
            <a:avLst/>
          </a:prstGeom>
          <a:noFill/>
          <a:ln w="25400">
            <a:solidFill>
              <a:srgbClr val="C44F4F"/>
            </a:solidFill>
            <a:prstDash val="solid"/>
            <a:headEnd type="none"/>
            <a:tailEnd type="none"/>
          </a:ln>
        </p:spPr>
      </p:sp>
      <p:sp>
        <p:nvSpPr>
          <p:cNvPr id="312" name="Shape 310"/>
          <p:cNvSpPr/>
          <p:nvPr/>
        </p:nvSpPr>
        <p:spPr>
          <a:xfrm>
            <a:off x="4315968" y="3312255"/>
            <a:ext cx="176480" cy="0"/>
          </a:xfrm>
          <a:prstGeom prst="line">
            <a:avLst/>
          </a:prstGeom>
          <a:noFill/>
          <a:ln w="25400">
            <a:solidFill>
              <a:srgbClr val="C44F4F"/>
            </a:solidFill>
            <a:prstDash val="solid"/>
            <a:headEnd type="none"/>
            <a:tailEnd type="none"/>
          </a:ln>
        </p:spPr>
      </p:sp>
      <p:sp>
        <p:nvSpPr>
          <p:cNvPr id="313" name="Shape 311"/>
          <p:cNvSpPr/>
          <p:nvPr/>
        </p:nvSpPr>
        <p:spPr>
          <a:xfrm>
            <a:off x="4489704" y="3309512"/>
            <a:ext cx="0" cy="56926"/>
          </a:xfrm>
          <a:prstGeom prst="line">
            <a:avLst/>
          </a:prstGeom>
          <a:noFill/>
          <a:ln w="25400">
            <a:solidFill>
              <a:srgbClr val="C44F4F"/>
            </a:solidFill>
            <a:prstDash val="solid"/>
            <a:headEnd type="none"/>
            <a:tailEnd type="none"/>
          </a:ln>
        </p:spPr>
      </p:sp>
      <p:sp>
        <p:nvSpPr>
          <p:cNvPr id="314" name="Shape 312"/>
          <p:cNvSpPr/>
          <p:nvPr/>
        </p:nvSpPr>
        <p:spPr>
          <a:xfrm>
            <a:off x="4489704" y="3363695"/>
            <a:ext cx="176480" cy="0"/>
          </a:xfrm>
          <a:prstGeom prst="line">
            <a:avLst/>
          </a:prstGeom>
          <a:noFill/>
          <a:ln w="25400">
            <a:solidFill>
              <a:srgbClr val="C44F4F"/>
            </a:solidFill>
            <a:prstDash val="solid"/>
            <a:headEnd type="none"/>
            <a:tailEnd type="none"/>
          </a:ln>
        </p:spPr>
      </p:sp>
      <p:sp>
        <p:nvSpPr>
          <p:cNvPr id="315" name="Shape 313"/>
          <p:cNvSpPr/>
          <p:nvPr/>
        </p:nvSpPr>
        <p:spPr>
          <a:xfrm>
            <a:off x="4663440" y="3360952"/>
            <a:ext cx="0" cy="57507"/>
          </a:xfrm>
          <a:prstGeom prst="line">
            <a:avLst/>
          </a:prstGeom>
          <a:noFill/>
          <a:ln w="25400">
            <a:solidFill>
              <a:srgbClr val="C44F4F"/>
            </a:solidFill>
            <a:prstDash val="solid"/>
            <a:headEnd type="none"/>
            <a:tailEnd type="none"/>
          </a:ln>
        </p:spPr>
      </p:sp>
      <p:sp>
        <p:nvSpPr>
          <p:cNvPr id="316" name="Shape 314"/>
          <p:cNvSpPr/>
          <p:nvPr/>
        </p:nvSpPr>
        <p:spPr>
          <a:xfrm>
            <a:off x="4663440" y="3415716"/>
            <a:ext cx="176479" cy="0"/>
          </a:xfrm>
          <a:prstGeom prst="line">
            <a:avLst/>
          </a:prstGeom>
          <a:noFill/>
          <a:ln w="25400">
            <a:solidFill>
              <a:srgbClr val="C44F4F"/>
            </a:solidFill>
            <a:prstDash val="solid"/>
            <a:headEnd type="none"/>
            <a:tailEnd type="none"/>
          </a:ln>
        </p:spPr>
      </p:sp>
      <p:sp>
        <p:nvSpPr>
          <p:cNvPr id="317" name="Shape 315"/>
          <p:cNvSpPr/>
          <p:nvPr/>
        </p:nvSpPr>
        <p:spPr>
          <a:xfrm>
            <a:off x="4837176" y="3412973"/>
            <a:ext cx="0" cy="58960"/>
          </a:xfrm>
          <a:prstGeom prst="line">
            <a:avLst/>
          </a:prstGeom>
          <a:noFill/>
          <a:ln w="25400">
            <a:solidFill>
              <a:srgbClr val="C44F4F"/>
            </a:solidFill>
            <a:prstDash val="solid"/>
            <a:headEnd type="none"/>
            <a:tailEnd type="none"/>
          </a:ln>
        </p:spPr>
      </p:sp>
      <p:sp>
        <p:nvSpPr>
          <p:cNvPr id="318" name="Shape 316"/>
          <p:cNvSpPr/>
          <p:nvPr/>
        </p:nvSpPr>
        <p:spPr>
          <a:xfrm>
            <a:off x="4837176" y="3469190"/>
            <a:ext cx="176480" cy="0"/>
          </a:xfrm>
          <a:prstGeom prst="line">
            <a:avLst/>
          </a:prstGeom>
          <a:noFill/>
          <a:ln w="25400">
            <a:solidFill>
              <a:srgbClr val="C44F4F"/>
            </a:solidFill>
            <a:prstDash val="solid"/>
            <a:headEnd type="none"/>
            <a:tailEnd type="none"/>
          </a:ln>
        </p:spPr>
      </p:sp>
      <p:sp>
        <p:nvSpPr>
          <p:cNvPr id="319" name="Shape 317"/>
          <p:cNvSpPr/>
          <p:nvPr/>
        </p:nvSpPr>
        <p:spPr>
          <a:xfrm>
            <a:off x="5010912" y="3466447"/>
            <a:ext cx="0" cy="55602"/>
          </a:xfrm>
          <a:prstGeom prst="line">
            <a:avLst/>
          </a:prstGeom>
          <a:noFill/>
          <a:ln w="25400">
            <a:solidFill>
              <a:srgbClr val="C44F4F"/>
            </a:solidFill>
            <a:prstDash val="solid"/>
            <a:headEnd type="none"/>
            <a:tailEnd type="none"/>
          </a:ln>
        </p:spPr>
      </p:sp>
      <p:sp>
        <p:nvSpPr>
          <p:cNvPr id="320" name="Shape 318"/>
          <p:cNvSpPr/>
          <p:nvPr/>
        </p:nvSpPr>
        <p:spPr>
          <a:xfrm>
            <a:off x="5010912" y="3519306"/>
            <a:ext cx="176480" cy="0"/>
          </a:xfrm>
          <a:prstGeom prst="line">
            <a:avLst/>
          </a:prstGeom>
          <a:noFill/>
          <a:ln w="25400">
            <a:solidFill>
              <a:srgbClr val="C44F4F"/>
            </a:solidFill>
            <a:prstDash val="solid"/>
            <a:headEnd type="none"/>
            <a:tailEnd type="none"/>
          </a:ln>
        </p:spPr>
      </p:sp>
      <p:sp>
        <p:nvSpPr>
          <p:cNvPr id="321" name="Shape 319"/>
          <p:cNvSpPr/>
          <p:nvPr/>
        </p:nvSpPr>
        <p:spPr>
          <a:xfrm>
            <a:off x="5184648" y="3516562"/>
            <a:ext cx="0" cy="56861"/>
          </a:xfrm>
          <a:prstGeom prst="line">
            <a:avLst/>
          </a:prstGeom>
          <a:noFill/>
          <a:ln w="25400">
            <a:solidFill>
              <a:srgbClr val="C44F4F"/>
            </a:solidFill>
            <a:prstDash val="solid"/>
            <a:headEnd type="none"/>
            <a:tailEnd type="none"/>
          </a:ln>
        </p:spPr>
      </p:sp>
      <p:sp>
        <p:nvSpPr>
          <p:cNvPr id="322" name="Shape 320"/>
          <p:cNvSpPr/>
          <p:nvPr/>
        </p:nvSpPr>
        <p:spPr>
          <a:xfrm>
            <a:off x="5184648" y="3570681"/>
            <a:ext cx="176479" cy="0"/>
          </a:xfrm>
          <a:prstGeom prst="line">
            <a:avLst/>
          </a:prstGeom>
          <a:noFill/>
          <a:ln w="25400">
            <a:solidFill>
              <a:srgbClr val="C44F4F"/>
            </a:solidFill>
            <a:prstDash val="solid"/>
            <a:headEnd type="none"/>
            <a:tailEnd type="none"/>
          </a:ln>
        </p:spPr>
      </p:sp>
      <p:sp>
        <p:nvSpPr>
          <p:cNvPr id="323" name="Shape 321"/>
          <p:cNvSpPr/>
          <p:nvPr/>
        </p:nvSpPr>
        <p:spPr>
          <a:xfrm>
            <a:off x="5358384" y="3567938"/>
            <a:ext cx="0" cy="61673"/>
          </a:xfrm>
          <a:prstGeom prst="line">
            <a:avLst/>
          </a:prstGeom>
          <a:noFill/>
          <a:ln w="25400">
            <a:solidFill>
              <a:srgbClr val="C44F4F"/>
            </a:solidFill>
            <a:prstDash val="solid"/>
            <a:headEnd type="none"/>
            <a:tailEnd type="none"/>
          </a:ln>
        </p:spPr>
      </p:sp>
      <p:sp>
        <p:nvSpPr>
          <p:cNvPr id="324" name="Shape 322"/>
          <p:cNvSpPr/>
          <p:nvPr/>
        </p:nvSpPr>
        <p:spPr>
          <a:xfrm>
            <a:off x="5358384" y="3626867"/>
            <a:ext cx="176480" cy="0"/>
          </a:xfrm>
          <a:prstGeom prst="line">
            <a:avLst/>
          </a:prstGeom>
          <a:noFill/>
          <a:ln w="25400">
            <a:solidFill>
              <a:srgbClr val="C44F4F"/>
            </a:solidFill>
            <a:prstDash val="solid"/>
            <a:headEnd type="none"/>
            <a:tailEnd type="none"/>
          </a:ln>
        </p:spPr>
      </p:sp>
      <p:sp>
        <p:nvSpPr>
          <p:cNvPr id="325" name="Shape 323"/>
          <p:cNvSpPr/>
          <p:nvPr/>
        </p:nvSpPr>
        <p:spPr>
          <a:xfrm>
            <a:off x="5532120" y="3624124"/>
            <a:ext cx="0" cy="62448"/>
          </a:xfrm>
          <a:prstGeom prst="line">
            <a:avLst/>
          </a:prstGeom>
          <a:noFill/>
          <a:ln w="25400">
            <a:solidFill>
              <a:srgbClr val="C44F4F"/>
            </a:solidFill>
            <a:prstDash val="solid"/>
            <a:headEnd type="none"/>
            <a:tailEnd type="none"/>
          </a:ln>
        </p:spPr>
      </p:sp>
      <p:sp>
        <p:nvSpPr>
          <p:cNvPr id="326" name="Shape 324"/>
          <p:cNvSpPr/>
          <p:nvPr/>
        </p:nvSpPr>
        <p:spPr>
          <a:xfrm>
            <a:off x="5532120" y="3683829"/>
            <a:ext cx="176480" cy="0"/>
          </a:xfrm>
          <a:prstGeom prst="line">
            <a:avLst/>
          </a:prstGeom>
          <a:noFill/>
          <a:ln w="25400">
            <a:solidFill>
              <a:srgbClr val="C44F4F"/>
            </a:solidFill>
            <a:prstDash val="solid"/>
            <a:headEnd type="none"/>
            <a:tailEnd type="none"/>
          </a:ln>
        </p:spPr>
      </p:sp>
      <p:sp>
        <p:nvSpPr>
          <p:cNvPr id="327" name="Shape 325"/>
          <p:cNvSpPr/>
          <p:nvPr/>
        </p:nvSpPr>
        <p:spPr>
          <a:xfrm>
            <a:off x="5705856" y="3681085"/>
            <a:ext cx="0" cy="59380"/>
          </a:xfrm>
          <a:prstGeom prst="line">
            <a:avLst/>
          </a:prstGeom>
          <a:noFill/>
          <a:ln w="25400">
            <a:solidFill>
              <a:srgbClr val="C44F4F"/>
            </a:solidFill>
            <a:prstDash val="solid"/>
            <a:headEnd type="none"/>
            <a:tailEnd type="none"/>
          </a:ln>
        </p:spPr>
      </p:sp>
      <p:sp>
        <p:nvSpPr>
          <p:cNvPr id="328" name="Shape 326"/>
          <p:cNvSpPr/>
          <p:nvPr/>
        </p:nvSpPr>
        <p:spPr>
          <a:xfrm>
            <a:off x="5705856" y="3737722"/>
            <a:ext cx="176479" cy="0"/>
          </a:xfrm>
          <a:prstGeom prst="line">
            <a:avLst/>
          </a:prstGeom>
          <a:noFill/>
          <a:ln w="25400">
            <a:solidFill>
              <a:srgbClr val="C44F4F"/>
            </a:solidFill>
            <a:prstDash val="solid"/>
            <a:headEnd type="none"/>
            <a:tailEnd type="none"/>
          </a:ln>
        </p:spPr>
      </p:sp>
      <p:sp>
        <p:nvSpPr>
          <p:cNvPr id="329" name="Shape 327"/>
          <p:cNvSpPr/>
          <p:nvPr/>
        </p:nvSpPr>
        <p:spPr>
          <a:xfrm>
            <a:off x="5879592" y="3734979"/>
            <a:ext cx="0" cy="56054"/>
          </a:xfrm>
          <a:prstGeom prst="line">
            <a:avLst/>
          </a:prstGeom>
          <a:noFill/>
          <a:ln w="25400">
            <a:solidFill>
              <a:srgbClr val="C44F4F"/>
            </a:solidFill>
            <a:prstDash val="solid"/>
            <a:headEnd type="none"/>
            <a:tailEnd type="none"/>
          </a:ln>
        </p:spPr>
      </p:sp>
      <p:sp>
        <p:nvSpPr>
          <p:cNvPr id="330" name="Shape 328"/>
          <p:cNvSpPr/>
          <p:nvPr/>
        </p:nvSpPr>
        <p:spPr>
          <a:xfrm>
            <a:off x="5879592" y="3788290"/>
            <a:ext cx="176480" cy="0"/>
          </a:xfrm>
          <a:prstGeom prst="line">
            <a:avLst/>
          </a:prstGeom>
          <a:noFill/>
          <a:ln w="25400">
            <a:solidFill>
              <a:srgbClr val="C44F4F"/>
            </a:solidFill>
            <a:prstDash val="solid"/>
            <a:headEnd type="none"/>
            <a:tailEnd type="none"/>
          </a:ln>
        </p:spPr>
      </p:sp>
      <p:sp>
        <p:nvSpPr>
          <p:cNvPr id="331" name="Shape 329"/>
          <p:cNvSpPr/>
          <p:nvPr/>
        </p:nvSpPr>
        <p:spPr>
          <a:xfrm>
            <a:off x="6053328" y="3785547"/>
            <a:ext cx="0" cy="56248"/>
          </a:xfrm>
          <a:prstGeom prst="line">
            <a:avLst/>
          </a:prstGeom>
          <a:noFill/>
          <a:ln w="25400">
            <a:solidFill>
              <a:srgbClr val="C44F4F"/>
            </a:solidFill>
            <a:prstDash val="solid"/>
            <a:headEnd type="none"/>
            <a:tailEnd type="none"/>
          </a:ln>
        </p:spPr>
      </p:sp>
      <p:sp>
        <p:nvSpPr>
          <p:cNvPr id="332" name="Shape 330"/>
          <p:cNvSpPr/>
          <p:nvPr/>
        </p:nvSpPr>
        <p:spPr>
          <a:xfrm>
            <a:off x="6053328" y="3839052"/>
            <a:ext cx="176480" cy="0"/>
          </a:xfrm>
          <a:prstGeom prst="line">
            <a:avLst/>
          </a:prstGeom>
          <a:noFill/>
          <a:ln w="25400">
            <a:solidFill>
              <a:srgbClr val="C44F4F"/>
            </a:solidFill>
            <a:prstDash val="solid"/>
            <a:headEnd type="none"/>
            <a:tailEnd type="none"/>
          </a:ln>
        </p:spPr>
      </p:sp>
      <p:sp>
        <p:nvSpPr>
          <p:cNvPr id="333" name="Shape 331"/>
          <p:cNvSpPr/>
          <p:nvPr/>
        </p:nvSpPr>
        <p:spPr>
          <a:xfrm>
            <a:off x="6227064" y="3836309"/>
            <a:ext cx="0" cy="55796"/>
          </a:xfrm>
          <a:prstGeom prst="line">
            <a:avLst/>
          </a:prstGeom>
          <a:noFill/>
          <a:ln w="25400">
            <a:solidFill>
              <a:srgbClr val="C44F4F"/>
            </a:solidFill>
            <a:prstDash val="solid"/>
            <a:headEnd type="none"/>
            <a:tailEnd type="none"/>
          </a:ln>
        </p:spPr>
      </p:sp>
      <p:sp>
        <p:nvSpPr>
          <p:cNvPr id="334" name="Shape 332"/>
          <p:cNvSpPr/>
          <p:nvPr/>
        </p:nvSpPr>
        <p:spPr>
          <a:xfrm>
            <a:off x="6227064" y="3889361"/>
            <a:ext cx="176479" cy="0"/>
          </a:xfrm>
          <a:prstGeom prst="line">
            <a:avLst/>
          </a:prstGeom>
          <a:noFill/>
          <a:ln w="25400">
            <a:solidFill>
              <a:srgbClr val="C44F4F"/>
            </a:solidFill>
            <a:prstDash val="solid"/>
            <a:headEnd type="none"/>
            <a:tailEnd type="none"/>
          </a:ln>
        </p:spPr>
      </p:sp>
      <p:sp>
        <p:nvSpPr>
          <p:cNvPr id="335" name="Shape 333"/>
          <p:cNvSpPr/>
          <p:nvPr/>
        </p:nvSpPr>
        <p:spPr>
          <a:xfrm>
            <a:off x="6400800" y="3886618"/>
            <a:ext cx="0" cy="51889"/>
          </a:xfrm>
          <a:prstGeom prst="line">
            <a:avLst/>
          </a:prstGeom>
          <a:noFill/>
          <a:ln w="25400">
            <a:solidFill>
              <a:srgbClr val="C44F4F"/>
            </a:solidFill>
            <a:prstDash val="solid"/>
            <a:headEnd type="none"/>
            <a:tailEnd type="none"/>
          </a:ln>
        </p:spPr>
      </p:sp>
      <p:sp>
        <p:nvSpPr>
          <p:cNvPr id="336" name="Shape 334"/>
          <p:cNvSpPr/>
          <p:nvPr/>
        </p:nvSpPr>
        <p:spPr>
          <a:xfrm>
            <a:off x="6400800" y="3935763"/>
            <a:ext cx="176480" cy="0"/>
          </a:xfrm>
          <a:prstGeom prst="line">
            <a:avLst/>
          </a:prstGeom>
          <a:noFill/>
          <a:ln w="25400">
            <a:solidFill>
              <a:srgbClr val="C44F4F"/>
            </a:solidFill>
            <a:prstDash val="solid"/>
            <a:headEnd type="none"/>
            <a:tailEnd type="none"/>
          </a:ln>
        </p:spPr>
      </p:sp>
      <p:sp>
        <p:nvSpPr>
          <p:cNvPr id="337" name="Shape 335"/>
          <p:cNvSpPr/>
          <p:nvPr/>
        </p:nvSpPr>
        <p:spPr>
          <a:xfrm>
            <a:off x="6574536" y="3933020"/>
            <a:ext cx="0" cy="52922"/>
          </a:xfrm>
          <a:prstGeom prst="line">
            <a:avLst/>
          </a:prstGeom>
          <a:noFill/>
          <a:ln w="25400">
            <a:solidFill>
              <a:srgbClr val="C44F4F"/>
            </a:solidFill>
            <a:prstDash val="solid"/>
            <a:headEnd type="none"/>
            <a:tailEnd type="none"/>
          </a:ln>
        </p:spPr>
      </p:sp>
      <p:sp>
        <p:nvSpPr>
          <p:cNvPr id="338" name="Shape 336"/>
          <p:cNvSpPr/>
          <p:nvPr/>
        </p:nvSpPr>
        <p:spPr>
          <a:xfrm>
            <a:off x="6574536" y="3983199"/>
            <a:ext cx="176480" cy="0"/>
          </a:xfrm>
          <a:prstGeom prst="line">
            <a:avLst/>
          </a:prstGeom>
          <a:noFill/>
          <a:ln w="25400">
            <a:solidFill>
              <a:srgbClr val="C44F4F"/>
            </a:solidFill>
            <a:prstDash val="solid"/>
            <a:headEnd type="none"/>
            <a:tailEnd type="none"/>
          </a:ln>
        </p:spPr>
      </p:sp>
      <p:sp>
        <p:nvSpPr>
          <p:cNvPr id="339" name="Shape 337"/>
          <p:cNvSpPr/>
          <p:nvPr/>
        </p:nvSpPr>
        <p:spPr>
          <a:xfrm>
            <a:off x="6748272" y="3980456"/>
            <a:ext cx="0" cy="53568"/>
          </a:xfrm>
          <a:prstGeom prst="line">
            <a:avLst/>
          </a:prstGeom>
          <a:noFill/>
          <a:ln w="25400">
            <a:solidFill>
              <a:srgbClr val="C44F4F"/>
            </a:solidFill>
            <a:prstDash val="solid"/>
            <a:headEnd type="none"/>
            <a:tailEnd type="none"/>
          </a:ln>
        </p:spPr>
      </p:sp>
      <p:sp>
        <p:nvSpPr>
          <p:cNvPr id="340" name="Shape 338"/>
          <p:cNvSpPr/>
          <p:nvPr/>
        </p:nvSpPr>
        <p:spPr>
          <a:xfrm>
            <a:off x="6748272" y="4031280"/>
            <a:ext cx="176479" cy="0"/>
          </a:xfrm>
          <a:prstGeom prst="line">
            <a:avLst/>
          </a:prstGeom>
          <a:noFill/>
          <a:ln w="25400">
            <a:solidFill>
              <a:srgbClr val="C44F4F"/>
            </a:solidFill>
            <a:prstDash val="solid"/>
            <a:headEnd type="none"/>
            <a:tailEnd type="none"/>
          </a:ln>
        </p:spPr>
      </p:sp>
      <p:sp>
        <p:nvSpPr>
          <p:cNvPr id="341" name="Shape 339"/>
          <p:cNvSpPr/>
          <p:nvPr/>
        </p:nvSpPr>
        <p:spPr>
          <a:xfrm>
            <a:off x="6922008" y="4028537"/>
            <a:ext cx="0" cy="52825"/>
          </a:xfrm>
          <a:prstGeom prst="line">
            <a:avLst/>
          </a:prstGeom>
          <a:noFill/>
          <a:ln w="25400">
            <a:solidFill>
              <a:srgbClr val="C44F4F"/>
            </a:solidFill>
            <a:prstDash val="solid"/>
            <a:headEnd type="none"/>
            <a:tailEnd type="none"/>
          </a:ln>
        </p:spPr>
      </p:sp>
      <p:sp>
        <p:nvSpPr>
          <p:cNvPr id="342" name="Shape 340"/>
          <p:cNvSpPr/>
          <p:nvPr/>
        </p:nvSpPr>
        <p:spPr>
          <a:xfrm>
            <a:off x="6922008" y="4078619"/>
            <a:ext cx="176480" cy="0"/>
          </a:xfrm>
          <a:prstGeom prst="line">
            <a:avLst/>
          </a:prstGeom>
          <a:noFill/>
          <a:ln w="25400">
            <a:solidFill>
              <a:srgbClr val="C44F4F"/>
            </a:solidFill>
            <a:prstDash val="solid"/>
            <a:headEnd type="none"/>
            <a:tailEnd type="none"/>
          </a:ln>
        </p:spPr>
      </p:sp>
      <p:sp>
        <p:nvSpPr>
          <p:cNvPr id="343" name="Shape 341"/>
          <p:cNvSpPr/>
          <p:nvPr/>
        </p:nvSpPr>
        <p:spPr>
          <a:xfrm>
            <a:off x="7095744" y="4075876"/>
            <a:ext cx="0" cy="53632"/>
          </a:xfrm>
          <a:prstGeom prst="line">
            <a:avLst/>
          </a:prstGeom>
          <a:noFill/>
          <a:ln w="25400">
            <a:solidFill>
              <a:srgbClr val="C44F4F"/>
            </a:solidFill>
            <a:prstDash val="solid"/>
            <a:headEnd type="none"/>
            <a:tailEnd type="none"/>
          </a:ln>
        </p:spPr>
      </p:sp>
      <p:sp>
        <p:nvSpPr>
          <p:cNvPr id="344" name="Shape 342"/>
          <p:cNvSpPr/>
          <p:nvPr/>
        </p:nvSpPr>
        <p:spPr>
          <a:xfrm>
            <a:off x="7095744" y="4126765"/>
            <a:ext cx="176480" cy="0"/>
          </a:xfrm>
          <a:prstGeom prst="line">
            <a:avLst/>
          </a:prstGeom>
          <a:noFill/>
          <a:ln w="25400">
            <a:solidFill>
              <a:srgbClr val="C44F4F"/>
            </a:solidFill>
            <a:prstDash val="solid"/>
            <a:headEnd type="none"/>
            <a:tailEnd type="none"/>
          </a:ln>
        </p:spPr>
      </p:sp>
      <p:sp>
        <p:nvSpPr>
          <p:cNvPr id="345" name="Shape 343"/>
          <p:cNvSpPr/>
          <p:nvPr/>
        </p:nvSpPr>
        <p:spPr>
          <a:xfrm>
            <a:off x="7269480" y="4124022"/>
            <a:ext cx="0" cy="54989"/>
          </a:xfrm>
          <a:prstGeom prst="line">
            <a:avLst/>
          </a:prstGeom>
          <a:noFill/>
          <a:ln w="25400">
            <a:solidFill>
              <a:srgbClr val="C44F4F"/>
            </a:solidFill>
            <a:prstDash val="solid"/>
            <a:headEnd type="none"/>
            <a:tailEnd type="none"/>
          </a:ln>
        </p:spPr>
      </p:sp>
      <p:sp>
        <p:nvSpPr>
          <p:cNvPr id="346" name="Shape 344"/>
          <p:cNvSpPr/>
          <p:nvPr/>
        </p:nvSpPr>
        <p:spPr>
          <a:xfrm>
            <a:off x="7269480" y="4176267"/>
            <a:ext cx="176479" cy="0"/>
          </a:xfrm>
          <a:prstGeom prst="line">
            <a:avLst/>
          </a:prstGeom>
          <a:noFill/>
          <a:ln w="25400">
            <a:solidFill>
              <a:srgbClr val="C44F4F"/>
            </a:solidFill>
            <a:prstDash val="solid"/>
            <a:headEnd type="none"/>
            <a:tailEnd type="none"/>
          </a:ln>
        </p:spPr>
      </p:sp>
      <p:sp>
        <p:nvSpPr>
          <p:cNvPr id="347" name="Shape 345"/>
          <p:cNvSpPr/>
          <p:nvPr/>
        </p:nvSpPr>
        <p:spPr>
          <a:xfrm>
            <a:off x="7443216" y="4173524"/>
            <a:ext cx="0" cy="53245"/>
          </a:xfrm>
          <a:prstGeom prst="line">
            <a:avLst/>
          </a:prstGeom>
          <a:noFill/>
          <a:ln w="25400">
            <a:solidFill>
              <a:srgbClr val="C44F4F"/>
            </a:solidFill>
            <a:prstDash val="solid"/>
            <a:headEnd type="none"/>
            <a:tailEnd type="none"/>
          </a:ln>
        </p:spPr>
      </p:sp>
      <p:sp>
        <p:nvSpPr>
          <p:cNvPr id="348" name="Shape 346"/>
          <p:cNvSpPr/>
          <p:nvPr/>
        </p:nvSpPr>
        <p:spPr>
          <a:xfrm>
            <a:off x="7443216" y="4224026"/>
            <a:ext cx="176480" cy="0"/>
          </a:xfrm>
          <a:prstGeom prst="line">
            <a:avLst/>
          </a:prstGeom>
          <a:noFill/>
          <a:ln w="25400">
            <a:solidFill>
              <a:srgbClr val="C44F4F"/>
            </a:solidFill>
            <a:prstDash val="solid"/>
            <a:headEnd type="none"/>
            <a:tailEnd type="none"/>
          </a:ln>
        </p:spPr>
      </p:sp>
      <p:sp>
        <p:nvSpPr>
          <p:cNvPr id="349" name="Shape 347"/>
          <p:cNvSpPr/>
          <p:nvPr/>
        </p:nvSpPr>
        <p:spPr>
          <a:xfrm>
            <a:off x="7616952" y="4221283"/>
            <a:ext cx="0" cy="52502"/>
          </a:xfrm>
          <a:prstGeom prst="line">
            <a:avLst/>
          </a:prstGeom>
          <a:noFill/>
          <a:ln w="25400">
            <a:solidFill>
              <a:srgbClr val="C44F4F"/>
            </a:solidFill>
            <a:prstDash val="solid"/>
            <a:headEnd type="none"/>
            <a:tailEnd type="none"/>
          </a:ln>
        </p:spPr>
      </p:sp>
      <p:sp>
        <p:nvSpPr>
          <p:cNvPr id="350" name="Shape 348"/>
          <p:cNvSpPr/>
          <p:nvPr/>
        </p:nvSpPr>
        <p:spPr>
          <a:xfrm>
            <a:off x="7616952" y="4271041"/>
            <a:ext cx="176480" cy="0"/>
          </a:xfrm>
          <a:prstGeom prst="line">
            <a:avLst/>
          </a:prstGeom>
          <a:noFill/>
          <a:ln w="25400">
            <a:solidFill>
              <a:srgbClr val="C44F4F"/>
            </a:solidFill>
            <a:prstDash val="solid"/>
            <a:headEnd type="none"/>
            <a:tailEnd type="none"/>
          </a:ln>
        </p:spPr>
      </p:sp>
      <p:sp>
        <p:nvSpPr>
          <p:cNvPr id="351" name="Shape 349"/>
          <p:cNvSpPr/>
          <p:nvPr/>
        </p:nvSpPr>
        <p:spPr>
          <a:xfrm>
            <a:off x="7790688" y="4268298"/>
            <a:ext cx="0" cy="49596"/>
          </a:xfrm>
          <a:prstGeom prst="line">
            <a:avLst/>
          </a:prstGeom>
          <a:noFill/>
          <a:ln w="25400">
            <a:solidFill>
              <a:srgbClr val="C44F4F"/>
            </a:solidFill>
            <a:prstDash val="solid"/>
            <a:headEnd type="none"/>
            <a:tailEnd type="none"/>
          </a:ln>
        </p:spPr>
      </p:sp>
      <p:sp>
        <p:nvSpPr>
          <p:cNvPr id="352" name="Shape 350"/>
          <p:cNvSpPr/>
          <p:nvPr/>
        </p:nvSpPr>
        <p:spPr>
          <a:xfrm>
            <a:off x="7790688" y="4315151"/>
            <a:ext cx="176479" cy="0"/>
          </a:xfrm>
          <a:prstGeom prst="line">
            <a:avLst/>
          </a:prstGeom>
          <a:noFill/>
          <a:ln w="25400">
            <a:solidFill>
              <a:srgbClr val="C44F4F"/>
            </a:solidFill>
            <a:prstDash val="solid"/>
            <a:headEnd type="none"/>
            <a:tailEnd type="none"/>
          </a:ln>
        </p:spPr>
      </p:sp>
      <p:sp>
        <p:nvSpPr>
          <p:cNvPr id="353" name="Shape 351"/>
          <p:cNvSpPr/>
          <p:nvPr/>
        </p:nvSpPr>
        <p:spPr>
          <a:xfrm>
            <a:off x="7964424" y="4312408"/>
            <a:ext cx="0" cy="52276"/>
          </a:xfrm>
          <a:prstGeom prst="line">
            <a:avLst/>
          </a:prstGeom>
          <a:noFill/>
          <a:ln w="25400">
            <a:solidFill>
              <a:srgbClr val="C44F4F"/>
            </a:solidFill>
            <a:prstDash val="solid"/>
            <a:headEnd type="none"/>
            <a:tailEnd type="none"/>
          </a:ln>
        </p:spPr>
      </p:sp>
      <p:sp>
        <p:nvSpPr>
          <p:cNvPr id="354" name="Shape 352"/>
          <p:cNvSpPr/>
          <p:nvPr/>
        </p:nvSpPr>
        <p:spPr>
          <a:xfrm>
            <a:off x="7964424" y="4361941"/>
            <a:ext cx="176480" cy="0"/>
          </a:xfrm>
          <a:prstGeom prst="line">
            <a:avLst/>
          </a:prstGeom>
          <a:noFill/>
          <a:ln w="25400">
            <a:solidFill>
              <a:srgbClr val="C44F4F"/>
            </a:solidFill>
            <a:prstDash val="solid"/>
            <a:headEnd type="none"/>
            <a:tailEnd type="none"/>
          </a:ln>
        </p:spPr>
      </p:sp>
      <p:sp>
        <p:nvSpPr>
          <p:cNvPr id="355" name="Shape 353"/>
          <p:cNvSpPr/>
          <p:nvPr/>
        </p:nvSpPr>
        <p:spPr>
          <a:xfrm>
            <a:off x="8138160" y="4359198"/>
            <a:ext cx="0" cy="53116"/>
          </a:xfrm>
          <a:prstGeom prst="line">
            <a:avLst/>
          </a:prstGeom>
          <a:noFill/>
          <a:ln w="25400">
            <a:solidFill>
              <a:srgbClr val="C44F4F"/>
            </a:solidFill>
            <a:prstDash val="solid"/>
            <a:headEnd type="none"/>
            <a:tailEnd type="none"/>
          </a:ln>
        </p:spPr>
      </p:sp>
      <p:sp>
        <p:nvSpPr>
          <p:cNvPr id="356" name="Shape 354"/>
          <p:cNvSpPr/>
          <p:nvPr/>
        </p:nvSpPr>
        <p:spPr>
          <a:xfrm>
            <a:off x="8138160" y="4409570"/>
            <a:ext cx="176480" cy="0"/>
          </a:xfrm>
          <a:prstGeom prst="line">
            <a:avLst/>
          </a:prstGeom>
          <a:noFill/>
          <a:ln w="25400">
            <a:solidFill>
              <a:srgbClr val="C44F4F"/>
            </a:solidFill>
            <a:prstDash val="solid"/>
            <a:headEnd type="none"/>
            <a:tailEnd type="none"/>
          </a:ln>
        </p:spPr>
      </p:sp>
      <p:sp>
        <p:nvSpPr>
          <p:cNvPr id="357" name="Shape 355"/>
          <p:cNvSpPr/>
          <p:nvPr/>
        </p:nvSpPr>
        <p:spPr>
          <a:xfrm>
            <a:off x="8311896" y="4406827"/>
            <a:ext cx="0" cy="52179"/>
          </a:xfrm>
          <a:prstGeom prst="line">
            <a:avLst/>
          </a:prstGeom>
          <a:noFill/>
          <a:ln w="25400">
            <a:solidFill>
              <a:srgbClr val="C44F4F"/>
            </a:solidFill>
            <a:prstDash val="solid"/>
            <a:headEnd type="none"/>
            <a:tailEnd type="none"/>
          </a:ln>
        </p:spPr>
      </p:sp>
      <p:sp>
        <p:nvSpPr>
          <p:cNvPr id="358" name="Shape 356"/>
          <p:cNvSpPr/>
          <p:nvPr/>
        </p:nvSpPr>
        <p:spPr>
          <a:xfrm>
            <a:off x="8311896" y="4456263"/>
            <a:ext cx="176479" cy="0"/>
          </a:xfrm>
          <a:prstGeom prst="line">
            <a:avLst/>
          </a:prstGeom>
          <a:noFill/>
          <a:ln w="25400">
            <a:solidFill>
              <a:srgbClr val="C44F4F"/>
            </a:solidFill>
            <a:prstDash val="solid"/>
            <a:headEnd type="none"/>
            <a:tailEnd type="none"/>
          </a:ln>
        </p:spPr>
      </p:sp>
      <p:sp>
        <p:nvSpPr>
          <p:cNvPr id="359" name="Shape 357"/>
          <p:cNvSpPr/>
          <p:nvPr/>
        </p:nvSpPr>
        <p:spPr>
          <a:xfrm>
            <a:off x="8485632" y="4453520"/>
            <a:ext cx="0" cy="54375"/>
          </a:xfrm>
          <a:prstGeom prst="line">
            <a:avLst/>
          </a:prstGeom>
          <a:noFill/>
          <a:ln w="25400">
            <a:solidFill>
              <a:srgbClr val="C44F4F"/>
            </a:solidFill>
            <a:prstDash val="solid"/>
            <a:headEnd type="none"/>
            <a:tailEnd type="none"/>
          </a:ln>
        </p:spPr>
      </p:sp>
      <p:sp>
        <p:nvSpPr>
          <p:cNvPr id="360" name="Shape 358"/>
          <p:cNvSpPr/>
          <p:nvPr/>
        </p:nvSpPr>
        <p:spPr>
          <a:xfrm>
            <a:off x="8485632" y="4505152"/>
            <a:ext cx="176480" cy="0"/>
          </a:xfrm>
          <a:prstGeom prst="line">
            <a:avLst/>
          </a:prstGeom>
          <a:noFill/>
          <a:ln w="25400">
            <a:solidFill>
              <a:srgbClr val="C44F4F"/>
            </a:solidFill>
            <a:prstDash val="solid"/>
            <a:headEnd type="none"/>
            <a:tailEnd type="none"/>
          </a:ln>
        </p:spPr>
      </p:sp>
      <p:sp>
        <p:nvSpPr>
          <p:cNvPr id="361" name="Shape 359"/>
          <p:cNvSpPr/>
          <p:nvPr/>
        </p:nvSpPr>
        <p:spPr>
          <a:xfrm>
            <a:off x="8659368" y="4502408"/>
            <a:ext cx="0" cy="50984"/>
          </a:xfrm>
          <a:prstGeom prst="line">
            <a:avLst/>
          </a:prstGeom>
          <a:noFill/>
          <a:ln w="25400">
            <a:solidFill>
              <a:srgbClr val="C44F4F"/>
            </a:solidFill>
            <a:prstDash val="solid"/>
            <a:headEnd type="none"/>
            <a:tailEnd type="none"/>
          </a:ln>
        </p:spPr>
      </p:sp>
      <p:sp>
        <p:nvSpPr>
          <p:cNvPr id="362" name="Shape 360"/>
          <p:cNvSpPr/>
          <p:nvPr/>
        </p:nvSpPr>
        <p:spPr>
          <a:xfrm>
            <a:off x="8659368" y="4550650"/>
            <a:ext cx="176480" cy="0"/>
          </a:xfrm>
          <a:prstGeom prst="line">
            <a:avLst/>
          </a:prstGeom>
          <a:noFill/>
          <a:ln w="25400">
            <a:solidFill>
              <a:srgbClr val="C44F4F"/>
            </a:solidFill>
            <a:prstDash val="solid"/>
            <a:headEnd type="none"/>
            <a:tailEnd type="none"/>
          </a:ln>
        </p:spPr>
      </p:sp>
      <p:sp>
        <p:nvSpPr>
          <p:cNvPr id="363" name="Shape 361"/>
          <p:cNvSpPr/>
          <p:nvPr/>
        </p:nvSpPr>
        <p:spPr>
          <a:xfrm>
            <a:off x="8833104" y="4547907"/>
            <a:ext cx="0" cy="48595"/>
          </a:xfrm>
          <a:prstGeom prst="line">
            <a:avLst/>
          </a:prstGeom>
          <a:noFill/>
          <a:ln w="25400">
            <a:solidFill>
              <a:srgbClr val="C44F4F"/>
            </a:solidFill>
            <a:prstDash val="solid"/>
            <a:headEnd type="none"/>
            <a:tailEnd type="none"/>
          </a:ln>
        </p:spPr>
      </p:sp>
      <p:sp>
        <p:nvSpPr>
          <p:cNvPr id="364" name="Shape 362"/>
          <p:cNvSpPr/>
          <p:nvPr/>
        </p:nvSpPr>
        <p:spPr>
          <a:xfrm>
            <a:off x="8833104" y="4593758"/>
            <a:ext cx="176479" cy="0"/>
          </a:xfrm>
          <a:prstGeom prst="line">
            <a:avLst/>
          </a:prstGeom>
          <a:noFill/>
          <a:ln w="25400">
            <a:solidFill>
              <a:srgbClr val="C44F4F"/>
            </a:solidFill>
            <a:prstDash val="solid"/>
            <a:headEnd type="none"/>
            <a:tailEnd type="none"/>
          </a:ln>
        </p:spPr>
      </p:sp>
      <p:sp>
        <p:nvSpPr>
          <p:cNvPr id="365" name="Shape 363"/>
          <p:cNvSpPr/>
          <p:nvPr/>
        </p:nvSpPr>
        <p:spPr>
          <a:xfrm>
            <a:off x="9006840" y="4591015"/>
            <a:ext cx="0" cy="48530"/>
          </a:xfrm>
          <a:prstGeom prst="line">
            <a:avLst/>
          </a:prstGeom>
          <a:noFill/>
          <a:ln w="25400">
            <a:solidFill>
              <a:srgbClr val="C44F4F"/>
            </a:solidFill>
            <a:prstDash val="solid"/>
            <a:headEnd type="none"/>
            <a:tailEnd type="none"/>
          </a:ln>
        </p:spPr>
      </p:sp>
      <p:sp>
        <p:nvSpPr>
          <p:cNvPr id="366" name="Shape 364"/>
          <p:cNvSpPr/>
          <p:nvPr/>
        </p:nvSpPr>
        <p:spPr>
          <a:xfrm>
            <a:off x="9006840" y="4636802"/>
            <a:ext cx="176480" cy="0"/>
          </a:xfrm>
          <a:prstGeom prst="line">
            <a:avLst/>
          </a:prstGeom>
          <a:noFill/>
          <a:ln w="25400">
            <a:solidFill>
              <a:srgbClr val="C44F4F"/>
            </a:solidFill>
            <a:prstDash val="solid"/>
            <a:headEnd type="none"/>
            <a:tailEnd type="none"/>
          </a:ln>
        </p:spPr>
      </p:sp>
      <p:sp>
        <p:nvSpPr>
          <p:cNvPr id="367" name="Shape 365"/>
          <p:cNvSpPr/>
          <p:nvPr/>
        </p:nvSpPr>
        <p:spPr>
          <a:xfrm>
            <a:off x="9180576" y="4634059"/>
            <a:ext cx="0" cy="47013"/>
          </a:xfrm>
          <a:prstGeom prst="line">
            <a:avLst/>
          </a:prstGeom>
          <a:noFill/>
          <a:ln w="25400">
            <a:solidFill>
              <a:srgbClr val="C44F4F"/>
            </a:solidFill>
            <a:prstDash val="solid"/>
            <a:headEnd type="none"/>
            <a:tailEnd type="none"/>
          </a:ln>
        </p:spPr>
      </p:sp>
      <p:sp>
        <p:nvSpPr>
          <p:cNvPr id="368" name="Shape 366"/>
          <p:cNvSpPr/>
          <p:nvPr/>
        </p:nvSpPr>
        <p:spPr>
          <a:xfrm>
            <a:off x="9180576" y="4678329"/>
            <a:ext cx="176480" cy="0"/>
          </a:xfrm>
          <a:prstGeom prst="line">
            <a:avLst/>
          </a:prstGeom>
          <a:noFill/>
          <a:ln w="25400">
            <a:solidFill>
              <a:srgbClr val="C44F4F"/>
            </a:solidFill>
            <a:prstDash val="solid"/>
            <a:headEnd type="none"/>
            <a:tailEnd type="none"/>
          </a:ln>
        </p:spPr>
      </p:sp>
      <p:sp>
        <p:nvSpPr>
          <p:cNvPr id="369" name="Shape 367"/>
          <p:cNvSpPr/>
          <p:nvPr/>
        </p:nvSpPr>
        <p:spPr>
          <a:xfrm>
            <a:off x="9354312" y="4675585"/>
            <a:ext cx="0" cy="45463"/>
          </a:xfrm>
          <a:prstGeom prst="line">
            <a:avLst/>
          </a:prstGeom>
          <a:noFill/>
          <a:ln w="25400">
            <a:solidFill>
              <a:srgbClr val="C44F4F"/>
            </a:solidFill>
            <a:prstDash val="solid"/>
            <a:headEnd type="none"/>
            <a:tailEnd type="none"/>
          </a:ln>
        </p:spPr>
      </p:sp>
      <p:sp>
        <p:nvSpPr>
          <p:cNvPr id="370" name="Shape 368"/>
          <p:cNvSpPr/>
          <p:nvPr/>
        </p:nvSpPr>
        <p:spPr>
          <a:xfrm>
            <a:off x="9354312" y="4718305"/>
            <a:ext cx="176479" cy="0"/>
          </a:xfrm>
          <a:prstGeom prst="line">
            <a:avLst/>
          </a:prstGeom>
          <a:noFill/>
          <a:ln w="25400">
            <a:solidFill>
              <a:srgbClr val="C44F4F"/>
            </a:solidFill>
            <a:prstDash val="solid"/>
            <a:headEnd type="none"/>
            <a:tailEnd type="none"/>
          </a:ln>
        </p:spPr>
      </p:sp>
      <p:sp>
        <p:nvSpPr>
          <p:cNvPr id="371" name="Shape 369"/>
          <p:cNvSpPr/>
          <p:nvPr/>
        </p:nvSpPr>
        <p:spPr>
          <a:xfrm>
            <a:off x="9528048" y="4715562"/>
            <a:ext cx="0" cy="44300"/>
          </a:xfrm>
          <a:prstGeom prst="line">
            <a:avLst/>
          </a:prstGeom>
          <a:noFill/>
          <a:ln w="25400">
            <a:solidFill>
              <a:srgbClr val="C44F4F"/>
            </a:solidFill>
            <a:prstDash val="solid"/>
            <a:headEnd type="none"/>
            <a:tailEnd type="none"/>
          </a:ln>
        </p:spPr>
      </p:sp>
      <p:sp>
        <p:nvSpPr>
          <p:cNvPr id="372" name="Shape 370"/>
          <p:cNvSpPr/>
          <p:nvPr/>
        </p:nvSpPr>
        <p:spPr>
          <a:xfrm>
            <a:off x="9528048" y="4757119"/>
            <a:ext cx="176480" cy="0"/>
          </a:xfrm>
          <a:prstGeom prst="line">
            <a:avLst/>
          </a:prstGeom>
          <a:noFill/>
          <a:ln w="25400">
            <a:solidFill>
              <a:srgbClr val="C44F4F"/>
            </a:solidFill>
            <a:prstDash val="solid"/>
            <a:headEnd type="none"/>
            <a:tailEnd type="none"/>
          </a:ln>
        </p:spPr>
      </p:sp>
      <p:sp>
        <p:nvSpPr>
          <p:cNvPr id="373" name="Shape 371"/>
          <p:cNvSpPr/>
          <p:nvPr/>
        </p:nvSpPr>
        <p:spPr>
          <a:xfrm>
            <a:off x="9701784" y="4754376"/>
            <a:ext cx="0" cy="42944"/>
          </a:xfrm>
          <a:prstGeom prst="line">
            <a:avLst/>
          </a:prstGeom>
          <a:noFill/>
          <a:ln w="25400">
            <a:solidFill>
              <a:srgbClr val="C44F4F"/>
            </a:solidFill>
            <a:prstDash val="solid"/>
            <a:headEnd type="none"/>
            <a:tailEnd type="none"/>
          </a:ln>
        </p:spPr>
      </p:sp>
      <p:sp>
        <p:nvSpPr>
          <p:cNvPr id="374" name="Shape 372"/>
          <p:cNvSpPr/>
          <p:nvPr/>
        </p:nvSpPr>
        <p:spPr>
          <a:xfrm>
            <a:off x="9701784" y="4794576"/>
            <a:ext cx="176480" cy="0"/>
          </a:xfrm>
          <a:prstGeom prst="line">
            <a:avLst/>
          </a:prstGeom>
          <a:noFill/>
          <a:ln w="25400">
            <a:solidFill>
              <a:srgbClr val="C44F4F"/>
            </a:solidFill>
            <a:prstDash val="solid"/>
            <a:headEnd type="none"/>
            <a:tailEnd type="none"/>
          </a:ln>
        </p:spPr>
      </p:sp>
      <p:sp>
        <p:nvSpPr>
          <p:cNvPr id="375" name="Shape 373"/>
          <p:cNvSpPr/>
          <p:nvPr/>
        </p:nvSpPr>
        <p:spPr>
          <a:xfrm>
            <a:off x="9875520" y="4791833"/>
            <a:ext cx="0" cy="44042"/>
          </a:xfrm>
          <a:prstGeom prst="line">
            <a:avLst/>
          </a:prstGeom>
          <a:noFill/>
          <a:ln w="25400">
            <a:solidFill>
              <a:srgbClr val="C44F4F"/>
            </a:solidFill>
            <a:prstDash val="solid"/>
            <a:headEnd type="none"/>
            <a:tailEnd type="none"/>
          </a:ln>
        </p:spPr>
      </p:sp>
      <p:sp>
        <p:nvSpPr>
          <p:cNvPr id="376" name="Shape 374"/>
          <p:cNvSpPr/>
          <p:nvPr/>
        </p:nvSpPr>
        <p:spPr>
          <a:xfrm>
            <a:off x="9875520" y="4833132"/>
            <a:ext cx="176479" cy="0"/>
          </a:xfrm>
          <a:prstGeom prst="line">
            <a:avLst/>
          </a:prstGeom>
          <a:noFill/>
          <a:ln w="25400">
            <a:solidFill>
              <a:srgbClr val="C44F4F"/>
            </a:solidFill>
            <a:prstDash val="solid"/>
            <a:headEnd type="none"/>
            <a:tailEnd type="none"/>
          </a:ln>
        </p:spPr>
      </p:sp>
      <p:sp>
        <p:nvSpPr>
          <p:cNvPr id="377" name="Shape 375"/>
          <p:cNvSpPr/>
          <p:nvPr/>
        </p:nvSpPr>
        <p:spPr>
          <a:xfrm>
            <a:off x="10049256" y="4830389"/>
            <a:ext cx="0" cy="39586"/>
          </a:xfrm>
          <a:prstGeom prst="line">
            <a:avLst/>
          </a:prstGeom>
          <a:noFill/>
          <a:ln w="25400">
            <a:solidFill>
              <a:srgbClr val="C44F4F"/>
            </a:solidFill>
            <a:prstDash val="solid"/>
            <a:headEnd type="none"/>
            <a:tailEnd type="none"/>
          </a:ln>
        </p:spPr>
      </p:sp>
      <p:sp>
        <p:nvSpPr>
          <p:cNvPr id="378" name="Shape 376"/>
          <p:cNvSpPr/>
          <p:nvPr/>
        </p:nvSpPr>
        <p:spPr>
          <a:xfrm>
            <a:off x="10049256" y="4867231"/>
            <a:ext cx="176480" cy="0"/>
          </a:xfrm>
          <a:prstGeom prst="line">
            <a:avLst/>
          </a:prstGeom>
          <a:noFill/>
          <a:ln w="25400">
            <a:solidFill>
              <a:srgbClr val="C44F4F"/>
            </a:solidFill>
            <a:prstDash val="solid"/>
            <a:headEnd type="none"/>
            <a:tailEnd type="none"/>
          </a:ln>
        </p:spPr>
      </p:sp>
      <p:sp>
        <p:nvSpPr>
          <p:cNvPr id="379" name="Shape 377"/>
          <p:cNvSpPr/>
          <p:nvPr/>
        </p:nvSpPr>
        <p:spPr>
          <a:xfrm>
            <a:off x="10222992" y="4864488"/>
            <a:ext cx="0" cy="26766"/>
          </a:xfrm>
          <a:prstGeom prst="line">
            <a:avLst/>
          </a:prstGeom>
          <a:noFill/>
          <a:ln w="25400">
            <a:solidFill>
              <a:srgbClr val="C44F4F"/>
            </a:solidFill>
            <a:prstDash val="solid"/>
            <a:headEnd type="none"/>
            <a:tailEnd type="none"/>
          </a:ln>
        </p:spPr>
      </p:sp>
      <p:sp>
        <p:nvSpPr>
          <p:cNvPr id="380" name="Shape 378"/>
          <p:cNvSpPr/>
          <p:nvPr/>
        </p:nvSpPr>
        <p:spPr>
          <a:xfrm>
            <a:off x="10222992" y="4888511"/>
            <a:ext cx="176480" cy="0"/>
          </a:xfrm>
          <a:prstGeom prst="line">
            <a:avLst/>
          </a:prstGeom>
          <a:noFill/>
          <a:ln w="25400">
            <a:solidFill>
              <a:srgbClr val="C44F4F"/>
            </a:solidFill>
            <a:prstDash val="solid"/>
            <a:headEnd type="none"/>
            <a:tailEnd type="none"/>
          </a:ln>
        </p:spPr>
      </p:sp>
      <p:sp>
        <p:nvSpPr>
          <p:cNvPr id="381" name="Shape 379"/>
          <p:cNvSpPr/>
          <p:nvPr/>
        </p:nvSpPr>
        <p:spPr>
          <a:xfrm>
            <a:off x="10396728" y="4885768"/>
            <a:ext cx="0" cy="12816"/>
          </a:xfrm>
          <a:prstGeom prst="line">
            <a:avLst/>
          </a:prstGeom>
          <a:noFill/>
          <a:ln w="25400">
            <a:solidFill>
              <a:srgbClr val="C44F4F"/>
            </a:solidFill>
            <a:prstDash val="solid"/>
            <a:headEnd type="none"/>
            <a:tailEnd type="none"/>
          </a:ln>
        </p:spPr>
      </p:sp>
      <p:sp>
        <p:nvSpPr>
          <p:cNvPr id="382" name="Shape 380"/>
          <p:cNvSpPr/>
          <p:nvPr/>
        </p:nvSpPr>
        <p:spPr>
          <a:xfrm>
            <a:off x="10396728" y="4895841"/>
            <a:ext cx="176479" cy="0"/>
          </a:xfrm>
          <a:prstGeom prst="line">
            <a:avLst/>
          </a:prstGeom>
          <a:noFill/>
          <a:ln w="25400">
            <a:solidFill>
              <a:srgbClr val="C44F4F"/>
            </a:solidFill>
            <a:prstDash val="solid"/>
            <a:headEnd type="none"/>
            <a:tailEnd type="none"/>
          </a:ln>
        </p:spPr>
      </p:sp>
      <p:sp>
        <p:nvSpPr>
          <p:cNvPr id="383" name="Shape 381"/>
          <p:cNvSpPr/>
          <p:nvPr/>
        </p:nvSpPr>
        <p:spPr>
          <a:xfrm>
            <a:off x="10570464" y="4890676"/>
            <a:ext cx="0" cy="7908"/>
          </a:xfrm>
          <a:prstGeom prst="line">
            <a:avLst/>
          </a:prstGeom>
          <a:noFill/>
          <a:ln w="25400">
            <a:solidFill>
              <a:srgbClr val="C44F4F"/>
            </a:solidFill>
            <a:prstDash val="solid"/>
            <a:headEnd type="none"/>
            <a:tailEnd type="none"/>
          </a:ln>
        </p:spPr>
      </p:sp>
      <p:sp>
        <p:nvSpPr>
          <p:cNvPr id="384" name="Shape 382"/>
          <p:cNvSpPr/>
          <p:nvPr/>
        </p:nvSpPr>
        <p:spPr>
          <a:xfrm>
            <a:off x="10570464" y="4893419"/>
            <a:ext cx="176480" cy="0"/>
          </a:xfrm>
          <a:prstGeom prst="line">
            <a:avLst/>
          </a:prstGeom>
          <a:noFill/>
          <a:ln w="25400">
            <a:solidFill>
              <a:srgbClr val="C44F4F"/>
            </a:solidFill>
            <a:prstDash val="solid"/>
            <a:headEnd type="none"/>
            <a:tailEnd type="none"/>
          </a:ln>
        </p:spPr>
      </p:sp>
      <p:sp>
        <p:nvSpPr>
          <p:cNvPr id="385" name="Shape 383"/>
          <p:cNvSpPr/>
          <p:nvPr/>
        </p:nvSpPr>
        <p:spPr>
          <a:xfrm>
            <a:off x="10744200" y="4883927"/>
            <a:ext cx="0" cy="12235"/>
          </a:xfrm>
          <a:prstGeom prst="line">
            <a:avLst/>
          </a:prstGeom>
          <a:noFill/>
          <a:ln w="25400">
            <a:solidFill>
              <a:srgbClr val="C44F4F"/>
            </a:solidFill>
            <a:prstDash val="solid"/>
            <a:headEnd type="none"/>
            <a:tailEnd type="none"/>
          </a:ln>
        </p:spPr>
      </p:sp>
      <p:sp>
        <p:nvSpPr>
          <p:cNvPr id="386" name="Shape 384"/>
          <p:cNvSpPr/>
          <p:nvPr/>
        </p:nvSpPr>
        <p:spPr>
          <a:xfrm>
            <a:off x="10744200" y="4886671"/>
            <a:ext cx="176480" cy="0"/>
          </a:xfrm>
          <a:prstGeom prst="line">
            <a:avLst/>
          </a:prstGeom>
          <a:noFill/>
          <a:ln w="25400">
            <a:solidFill>
              <a:srgbClr val="C44F4F"/>
            </a:solidFill>
            <a:prstDash val="solid"/>
            <a:headEnd type="none"/>
            <a:tailEnd type="none"/>
          </a:ln>
        </p:spPr>
      </p:sp>
      <p:sp>
        <p:nvSpPr>
          <p:cNvPr id="387" name="Shape 385"/>
          <p:cNvSpPr/>
          <p:nvPr/>
        </p:nvSpPr>
        <p:spPr>
          <a:xfrm>
            <a:off x="10917936" y="4870300"/>
            <a:ext cx="0" cy="19113"/>
          </a:xfrm>
          <a:prstGeom prst="line">
            <a:avLst/>
          </a:prstGeom>
          <a:noFill/>
          <a:ln w="25400">
            <a:solidFill>
              <a:srgbClr val="C44F4F"/>
            </a:solidFill>
            <a:prstDash val="solid"/>
            <a:headEnd type="none"/>
            <a:tailEnd type="none"/>
          </a:ln>
        </p:spPr>
      </p:sp>
      <p:sp>
        <p:nvSpPr>
          <p:cNvPr id="388" name="Shape 386"/>
          <p:cNvSpPr/>
          <p:nvPr/>
        </p:nvSpPr>
        <p:spPr>
          <a:xfrm>
            <a:off x="10917936" y="4873044"/>
            <a:ext cx="176479" cy="0"/>
          </a:xfrm>
          <a:prstGeom prst="line">
            <a:avLst/>
          </a:prstGeom>
          <a:noFill/>
          <a:ln w="25400">
            <a:solidFill>
              <a:srgbClr val="C44F4F"/>
            </a:solidFill>
            <a:prstDash val="solid"/>
            <a:headEnd type="none"/>
            <a:tailEnd type="none"/>
          </a:ln>
        </p:spPr>
      </p:sp>
      <p:sp>
        <p:nvSpPr>
          <p:cNvPr id="389" name="Shape 387"/>
          <p:cNvSpPr/>
          <p:nvPr/>
        </p:nvSpPr>
        <p:spPr>
          <a:xfrm>
            <a:off x="11091672" y="4855221"/>
            <a:ext cx="0" cy="20566"/>
          </a:xfrm>
          <a:prstGeom prst="line">
            <a:avLst/>
          </a:prstGeom>
          <a:noFill/>
          <a:ln w="25400">
            <a:solidFill>
              <a:srgbClr val="C44F4F"/>
            </a:solidFill>
            <a:prstDash val="solid"/>
            <a:headEnd type="none"/>
            <a:tailEnd type="none"/>
          </a:ln>
        </p:spPr>
      </p:sp>
      <p:sp>
        <p:nvSpPr>
          <p:cNvPr id="390" name="Shape 388"/>
          <p:cNvSpPr/>
          <p:nvPr/>
        </p:nvSpPr>
        <p:spPr>
          <a:xfrm>
            <a:off x="11091672" y="4857964"/>
            <a:ext cx="176480" cy="0"/>
          </a:xfrm>
          <a:prstGeom prst="line">
            <a:avLst/>
          </a:prstGeom>
          <a:noFill/>
          <a:ln w="25400">
            <a:solidFill>
              <a:srgbClr val="C44F4F"/>
            </a:solidFill>
            <a:prstDash val="solid"/>
            <a:headEnd type="none"/>
            <a:tailEnd type="none"/>
          </a:ln>
        </p:spPr>
      </p:sp>
      <p:sp>
        <p:nvSpPr>
          <p:cNvPr id="391" name="Shape 389"/>
          <p:cNvSpPr/>
          <p:nvPr/>
        </p:nvSpPr>
        <p:spPr>
          <a:xfrm>
            <a:off x="11265408" y="4836556"/>
            <a:ext cx="0" cy="24151"/>
          </a:xfrm>
          <a:prstGeom prst="line">
            <a:avLst/>
          </a:prstGeom>
          <a:noFill/>
          <a:ln w="25400">
            <a:solidFill>
              <a:srgbClr val="C44F4F"/>
            </a:solidFill>
            <a:prstDash val="solid"/>
            <a:headEnd type="none"/>
            <a:tailEnd type="none"/>
          </a:ln>
        </p:spPr>
      </p:sp>
      <p:sp>
        <p:nvSpPr>
          <p:cNvPr id="392" name="Shape 390"/>
          <p:cNvSpPr/>
          <p:nvPr/>
        </p:nvSpPr>
        <p:spPr>
          <a:xfrm>
            <a:off x="5989320" y="1792224"/>
            <a:ext cx="256032" cy="0"/>
          </a:xfrm>
          <a:prstGeom prst="line">
            <a:avLst/>
          </a:prstGeom>
          <a:noFill/>
          <a:ln w="27940">
            <a:solidFill>
              <a:srgbClr val="C44F4F"/>
            </a:solidFill>
            <a:prstDash val="solid"/>
          </a:ln>
        </p:spPr>
      </p:sp>
      <p:sp>
        <p:nvSpPr>
          <p:cNvPr id="393" name="Text 391"/>
          <p:cNvSpPr/>
          <p:nvPr/>
        </p:nvSpPr>
        <p:spPr>
          <a:xfrm>
            <a:off x="6318504" y="1719072"/>
            <a:ext cx="2011680"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H₂/C₂</a:t>
            </a:r>
            <a:endParaRPr lang="en-US" sz="920" dirty="0"/>
          </a:p>
        </p:txBody>
      </p:sp>
      <p:sp>
        <p:nvSpPr>
          <p:cNvPr id="394" name="Shape 392"/>
          <p:cNvSpPr/>
          <p:nvPr/>
        </p:nvSpPr>
        <p:spPr>
          <a:xfrm>
            <a:off x="841248" y="2242033"/>
            <a:ext cx="176480" cy="0"/>
          </a:xfrm>
          <a:prstGeom prst="line">
            <a:avLst/>
          </a:prstGeom>
          <a:noFill/>
          <a:ln w="25400">
            <a:solidFill>
              <a:srgbClr val="2F7F93"/>
            </a:solidFill>
            <a:prstDash val="solid"/>
            <a:headEnd type="none"/>
            <a:tailEnd type="none"/>
          </a:ln>
        </p:spPr>
      </p:sp>
      <p:sp>
        <p:nvSpPr>
          <p:cNvPr id="395" name="Shape 393"/>
          <p:cNvSpPr/>
          <p:nvPr/>
        </p:nvSpPr>
        <p:spPr>
          <a:xfrm>
            <a:off x="1014984" y="2239290"/>
            <a:ext cx="0" cy="46940"/>
          </a:xfrm>
          <a:prstGeom prst="line">
            <a:avLst/>
          </a:prstGeom>
          <a:noFill/>
          <a:ln w="25400">
            <a:solidFill>
              <a:srgbClr val="2F7F93"/>
            </a:solidFill>
            <a:prstDash val="solid"/>
            <a:headEnd type="none"/>
            <a:tailEnd type="none"/>
          </a:ln>
        </p:spPr>
      </p:sp>
      <p:sp>
        <p:nvSpPr>
          <p:cNvPr id="396" name="Shape 394"/>
          <p:cNvSpPr/>
          <p:nvPr/>
        </p:nvSpPr>
        <p:spPr>
          <a:xfrm>
            <a:off x="1014984" y="2283487"/>
            <a:ext cx="176479" cy="0"/>
          </a:xfrm>
          <a:prstGeom prst="line">
            <a:avLst/>
          </a:prstGeom>
          <a:noFill/>
          <a:ln w="25400">
            <a:solidFill>
              <a:srgbClr val="2F7F93"/>
            </a:solidFill>
            <a:prstDash val="solid"/>
            <a:headEnd type="none"/>
            <a:tailEnd type="none"/>
          </a:ln>
        </p:spPr>
      </p:sp>
      <p:sp>
        <p:nvSpPr>
          <p:cNvPr id="397" name="Shape 395"/>
          <p:cNvSpPr/>
          <p:nvPr/>
        </p:nvSpPr>
        <p:spPr>
          <a:xfrm>
            <a:off x="1188720" y="2280744"/>
            <a:ext cx="0" cy="267696"/>
          </a:xfrm>
          <a:prstGeom prst="line">
            <a:avLst/>
          </a:prstGeom>
          <a:noFill/>
          <a:ln w="25400">
            <a:solidFill>
              <a:srgbClr val="2F7F93"/>
            </a:solidFill>
            <a:prstDash val="solid"/>
            <a:headEnd type="none"/>
            <a:tailEnd type="none"/>
          </a:ln>
        </p:spPr>
      </p:sp>
      <p:sp>
        <p:nvSpPr>
          <p:cNvPr id="398" name="Shape 396"/>
          <p:cNvSpPr/>
          <p:nvPr/>
        </p:nvSpPr>
        <p:spPr>
          <a:xfrm>
            <a:off x="1188720" y="2545697"/>
            <a:ext cx="176480" cy="0"/>
          </a:xfrm>
          <a:prstGeom prst="line">
            <a:avLst/>
          </a:prstGeom>
          <a:noFill/>
          <a:ln w="25400">
            <a:solidFill>
              <a:srgbClr val="2F7F93"/>
            </a:solidFill>
            <a:prstDash val="solid"/>
            <a:headEnd type="none"/>
            <a:tailEnd type="none"/>
          </a:ln>
        </p:spPr>
      </p:sp>
      <p:sp>
        <p:nvSpPr>
          <p:cNvPr id="399" name="Shape 397"/>
          <p:cNvSpPr/>
          <p:nvPr/>
        </p:nvSpPr>
        <p:spPr>
          <a:xfrm>
            <a:off x="1362456" y="2542954"/>
            <a:ext cx="0" cy="389572"/>
          </a:xfrm>
          <a:prstGeom prst="line">
            <a:avLst/>
          </a:prstGeom>
          <a:noFill/>
          <a:ln w="25400">
            <a:solidFill>
              <a:srgbClr val="2F7F93"/>
            </a:solidFill>
            <a:prstDash val="solid"/>
            <a:headEnd type="none"/>
            <a:tailEnd type="none"/>
          </a:ln>
        </p:spPr>
      </p:sp>
      <p:sp>
        <p:nvSpPr>
          <p:cNvPr id="400" name="Shape 398"/>
          <p:cNvSpPr/>
          <p:nvPr/>
        </p:nvSpPr>
        <p:spPr>
          <a:xfrm>
            <a:off x="1362456" y="2929782"/>
            <a:ext cx="176480" cy="0"/>
          </a:xfrm>
          <a:prstGeom prst="line">
            <a:avLst/>
          </a:prstGeom>
          <a:noFill/>
          <a:ln w="25400">
            <a:solidFill>
              <a:srgbClr val="2F7F93"/>
            </a:solidFill>
            <a:prstDash val="solid"/>
            <a:headEnd type="none"/>
            <a:tailEnd type="none"/>
          </a:ln>
        </p:spPr>
      </p:sp>
      <p:sp>
        <p:nvSpPr>
          <p:cNvPr id="401" name="Shape 399"/>
          <p:cNvSpPr/>
          <p:nvPr/>
        </p:nvSpPr>
        <p:spPr>
          <a:xfrm>
            <a:off x="1536192" y="2927039"/>
            <a:ext cx="0" cy="405018"/>
          </a:xfrm>
          <a:prstGeom prst="line">
            <a:avLst/>
          </a:prstGeom>
          <a:noFill/>
          <a:ln w="25400">
            <a:solidFill>
              <a:srgbClr val="2F7F93"/>
            </a:solidFill>
            <a:prstDash val="solid"/>
            <a:headEnd type="none"/>
            <a:tailEnd type="none"/>
          </a:ln>
        </p:spPr>
      </p:sp>
      <p:sp>
        <p:nvSpPr>
          <p:cNvPr id="402" name="Shape 400"/>
          <p:cNvSpPr/>
          <p:nvPr/>
        </p:nvSpPr>
        <p:spPr>
          <a:xfrm>
            <a:off x="1536192" y="3329314"/>
            <a:ext cx="176479" cy="0"/>
          </a:xfrm>
          <a:prstGeom prst="line">
            <a:avLst/>
          </a:prstGeom>
          <a:noFill/>
          <a:ln w="25400">
            <a:solidFill>
              <a:srgbClr val="2F7F93"/>
            </a:solidFill>
            <a:prstDash val="solid"/>
            <a:headEnd type="none"/>
            <a:tailEnd type="none"/>
          </a:ln>
        </p:spPr>
      </p:sp>
      <p:sp>
        <p:nvSpPr>
          <p:cNvPr id="403" name="Shape 401"/>
          <p:cNvSpPr/>
          <p:nvPr/>
        </p:nvSpPr>
        <p:spPr>
          <a:xfrm>
            <a:off x="1709928" y="3326571"/>
            <a:ext cx="0" cy="344753"/>
          </a:xfrm>
          <a:prstGeom prst="line">
            <a:avLst/>
          </a:prstGeom>
          <a:noFill/>
          <a:ln w="25400">
            <a:solidFill>
              <a:srgbClr val="2F7F93"/>
            </a:solidFill>
            <a:prstDash val="solid"/>
            <a:headEnd type="none"/>
            <a:tailEnd type="none"/>
          </a:ln>
        </p:spPr>
      </p:sp>
      <p:sp>
        <p:nvSpPr>
          <p:cNvPr id="404" name="Shape 402"/>
          <p:cNvSpPr/>
          <p:nvPr/>
        </p:nvSpPr>
        <p:spPr>
          <a:xfrm>
            <a:off x="1709928" y="3668581"/>
            <a:ext cx="176480" cy="0"/>
          </a:xfrm>
          <a:prstGeom prst="line">
            <a:avLst/>
          </a:prstGeom>
          <a:noFill/>
          <a:ln w="25400">
            <a:solidFill>
              <a:srgbClr val="2F7F93"/>
            </a:solidFill>
            <a:prstDash val="solid"/>
            <a:headEnd type="none"/>
            <a:tailEnd type="none"/>
          </a:ln>
        </p:spPr>
      </p:sp>
      <p:sp>
        <p:nvSpPr>
          <p:cNvPr id="405" name="Shape 403"/>
          <p:cNvSpPr/>
          <p:nvPr/>
        </p:nvSpPr>
        <p:spPr>
          <a:xfrm>
            <a:off x="1883664" y="3665838"/>
            <a:ext cx="0" cy="258218"/>
          </a:xfrm>
          <a:prstGeom prst="line">
            <a:avLst/>
          </a:prstGeom>
          <a:noFill/>
          <a:ln w="25400">
            <a:solidFill>
              <a:srgbClr val="2F7F93"/>
            </a:solidFill>
            <a:prstDash val="solid"/>
            <a:headEnd type="none"/>
            <a:tailEnd type="none"/>
          </a:ln>
        </p:spPr>
      </p:sp>
      <p:sp>
        <p:nvSpPr>
          <p:cNvPr id="406" name="Shape 404"/>
          <p:cNvSpPr/>
          <p:nvPr/>
        </p:nvSpPr>
        <p:spPr>
          <a:xfrm>
            <a:off x="1883664" y="3921312"/>
            <a:ext cx="176480" cy="0"/>
          </a:xfrm>
          <a:prstGeom prst="line">
            <a:avLst/>
          </a:prstGeom>
          <a:noFill/>
          <a:ln w="25400">
            <a:solidFill>
              <a:srgbClr val="2F7F93"/>
            </a:solidFill>
            <a:prstDash val="solid"/>
            <a:headEnd type="none"/>
            <a:tailEnd type="none"/>
          </a:ln>
        </p:spPr>
      </p:sp>
      <p:sp>
        <p:nvSpPr>
          <p:cNvPr id="407" name="Shape 405"/>
          <p:cNvSpPr/>
          <p:nvPr/>
        </p:nvSpPr>
        <p:spPr>
          <a:xfrm>
            <a:off x="2057400" y="3918569"/>
            <a:ext cx="0" cy="171595"/>
          </a:xfrm>
          <a:prstGeom prst="line">
            <a:avLst/>
          </a:prstGeom>
          <a:noFill/>
          <a:ln w="25400">
            <a:solidFill>
              <a:srgbClr val="2F7F93"/>
            </a:solidFill>
            <a:prstDash val="solid"/>
            <a:headEnd type="none"/>
            <a:tailEnd type="none"/>
          </a:ln>
        </p:spPr>
      </p:sp>
      <p:sp>
        <p:nvSpPr>
          <p:cNvPr id="408" name="Shape 406"/>
          <p:cNvSpPr/>
          <p:nvPr/>
        </p:nvSpPr>
        <p:spPr>
          <a:xfrm>
            <a:off x="2057400" y="4087421"/>
            <a:ext cx="176479" cy="0"/>
          </a:xfrm>
          <a:prstGeom prst="line">
            <a:avLst/>
          </a:prstGeom>
          <a:noFill/>
          <a:ln w="25400">
            <a:solidFill>
              <a:srgbClr val="2F7F93"/>
            </a:solidFill>
            <a:prstDash val="solid"/>
            <a:headEnd type="none"/>
            <a:tailEnd type="none"/>
          </a:ln>
        </p:spPr>
      </p:sp>
      <p:sp>
        <p:nvSpPr>
          <p:cNvPr id="409" name="Shape 407"/>
          <p:cNvSpPr/>
          <p:nvPr/>
        </p:nvSpPr>
        <p:spPr>
          <a:xfrm>
            <a:off x="2231136" y="4084677"/>
            <a:ext cx="0" cy="90208"/>
          </a:xfrm>
          <a:prstGeom prst="line">
            <a:avLst/>
          </a:prstGeom>
          <a:noFill/>
          <a:ln w="25400">
            <a:solidFill>
              <a:srgbClr val="2F7F93"/>
            </a:solidFill>
            <a:prstDash val="solid"/>
            <a:headEnd type="none"/>
            <a:tailEnd type="none"/>
          </a:ln>
        </p:spPr>
      </p:sp>
      <p:sp>
        <p:nvSpPr>
          <p:cNvPr id="410" name="Shape 408"/>
          <p:cNvSpPr/>
          <p:nvPr/>
        </p:nvSpPr>
        <p:spPr>
          <a:xfrm>
            <a:off x="2231136" y="4172142"/>
            <a:ext cx="176480" cy="0"/>
          </a:xfrm>
          <a:prstGeom prst="line">
            <a:avLst/>
          </a:prstGeom>
          <a:noFill/>
          <a:ln w="25400">
            <a:solidFill>
              <a:srgbClr val="2F7F93"/>
            </a:solidFill>
            <a:prstDash val="solid"/>
            <a:headEnd type="none"/>
            <a:tailEnd type="none"/>
          </a:ln>
        </p:spPr>
      </p:sp>
      <p:sp>
        <p:nvSpPr>
          <p:cNvPr id="411" name="Shape 409"/>
          <p:cNvSpPr/>
          <p:nvPr/>
        </p:nvSpPr>
        <p:spPr>
          <a:xfrm>
            <a:off x="2404872" y="4169399"/>
            <a:ext cx="0" cy="29388"/>
          </a:xfrm>
          <a:prstGeom prst="line">
            <a:avLst/>
          </a:prstGeom>
          <a:noFill/>
          <a:ln w="25400">
            <a:solidFill>
              <a:srgbClr val="2F7F93"/>
            </a:solidFill>
            <a:prstDash val="solid"/>
            <a:headEnd type="none"/>
            <a:tailEnd type="none"/>
          </a:ln>
        </p:spPr>
      </p:sp>
      <p:sp>
        <p:nvSpPr>
          <p:cNvPr id="412" name="Shape 410"/>
          <p:cNvSpPr/>
          <p:nvPr/>
        </p:nvSpPr>
        <p:spPr>
          <a:xfrm>
            <a:off x="2404872" y="4196043"/>
            <a:ext cx="176480" cy="0"/>
          </a:xfrm>
          <a:prstGeom prst="line">
            <a:avLst/>
          </a:prstGeom>
          <a:noFill/>
          <a:ln w="25400">
            <a:solidFill>
              <a:srgbClr val="2F7F93"/>
            </a:solidFill>
            <a:prstDash val="solid"/>
            <a:headEnd type="none"/>
            <a:tailEnd type="none"/>
          </a:ln>
        </p:spPr>
      </p:sp>
      <p:sp>
        <p:nvSpPr>
          <p:cNvPr id="413" name="Shape 411"/>
          <p:cNvSpPr/>
          <p:nvPr/>
        </p:nvSpPr>
        <p:spPr>
          <a:xfrm>
            <a:off x="2578608" y="4179931"/>
            <a:ext cx="0" cy="18856"/>
          </a:xfrm>
          <a:prstGeom prst="line">
            <a:avLst/>
          </a:prstGeom>
          <a:noFill/>
          <a:ln w="25400">
            <a:solidFill>
              <a:srgbClr val="2F7F93"/>
            </a:solidFill>
            <a:prstDash val="solid"/>
            <a:headEnd type="none"/>
            <a:tailEnd type="none"/>
          </a:ln>
        </p:spPr>
      </p:sp>
      <p:sp>
        <p:nvSpPr>
          <p:cNvPr id="414" name="Shape 412"/>
          <p:cNvSpPr/>
          <p:nvPr/>
        </p:nvSpPr>
        <p:spPr>
          <a:xfrm>
            <a:off x="2578608" y="4182674"/>
            <a:ext cx="176479" cy="0"/>
          </a:xfrm>
          <a:prstGeom prst="line">
            <a:avLst/>
          </a:prstGeom>
          <a:noFill/>
          <a:ln w="25400">
            <a:solidFill>
              <a:srgbClr val="2F7F93"/>
            </a:solidFill>
            <a:prstDash val="solid"/>
            <a:headEnd type="none"/>
            <a:tailEnd type="none"/>
          </a:ln>
        </p:spPr>
      </p:sp>
      <p:sp>
        <p:nvSpPr>
          <p:cNvPr id="415" name="Shape 413"/>
          <p:cNvSpPr/>
          <p:nvPr/>
        </p:nvSpPr>
        <p:spPr>
          <a:xfrm>
            <a:off x="2752344" y="4140408"/>
            <a:ext cx="0" cy="45010"/>
          </a:xfrm>
          <a:prstGeom prst="line">
            <a:avLst/>
          </a:prstGeom>
          <a:noFill/>
          <a:ln w="25400">
            <a:solidFill>
              <a:srgbClr val="2F7F93"/>
            </a:solidFill>
            <a:prstDash val="solid"/>
            <a:headEnd type="none"/>
            <a:tailEnd type="none"/>
          </a:ln>
        </p:spPr>
      </p:sp>
      <p:sp>
        <p:nvSpPr>
          <p:cNvPr id="416" name="Shape 414"/>
          <p:cNvSpPr/>
          <p:nvPr/>
        </p:nvSpPr>
        <p:spPr>
          <a:xfrm>
            <a:off x="2752344" y="4143151"/>
            <a:ext cx="176480" cy="0"/>
          </a:xfrm>
          <a:prstGeom prst="line">
            <a:avLst/>
          </a:prstGeom>
          <a:noFill/>
          <a:ln w="25400">
            <a:solidFill>
              <a:srgbClr val="2F7F93"/>
            </a:solidFill>
            <a:prstDash val="solid"/>
            <a:headEnd type="none"/>
            <a:tailEnd type="none"/>
          </a:ln>
        </p:spPr>
      </p:sp>
      <p:sp>
        <p:nvSpPr>
          <p:cNvPr id="417" name="Shape 415"/>
          <p:cNvSpPr/>
          <p:nvPr/>
        </p:nvSpPr>
        <p:spPr>
          <a:xfrm>
            <a:off x="2926080" y="4095092"/>
            <a:ext cx="0" cy="50802"/>
          </a:xfrm>
          <a:prstGeom prst="line">
            <a:avLst/>
          </a:prstGeom>
          <a:noFill/>
          <a:ln w="25400">
            <a:solidFill>
              <a:srgbClr val="2F7F93"/>
            </a:solidFill>
            <a:prstDash val="solid"/>
            <a:headEnd type="none"/>
            <a:tailEnd type="none"/>
          </a:ln>
        </p:spPr>
      </p:sp>
      <p:sp>
        <p:nvSpPr>
          <p:cNvPr id="418" name="Shape 416"/>
          <p:cNvSpPr/>
          <p:nvPr/>
        </p:nvSpPr>
        <p:spPr>
          <a:xfrm>
            <a:off x="2926080" y="4097835"/>
            <a:ext cx="176480" cy="0"/>
          </a:xfrm>
          <a:prstGeom prst="line">
            <a:avLst/>
          </a:prstGeom>
          <a:noFill/>
          <a:ln w="25400">
            <a:solidFill>
              <a:srgbClr val="2F7F93"/>
            </a:solidFill>
            <a:prstDash val="solid"/>
            <a:headEnd type="none"/>
            <a:tailEnd type="none"/>
          </a:ln>
        </p:spPr>
      </p:sp>
      <p:sp>
        <p:nvSpPr>
          <p:cNvPr id="419" name="Shape 417"/>
          <p:cNvSpPr/>
          <p:nvPr/>
        </p:nvSpPr>
        <p:spPr>
          <a:xfrm>
            <a:off x="3099816" y="4056768"/>
            <a:ext cx="0" cy="43810"/>
          </a:xfrm>
          <a:prstGeom prst="line">
            <a:avLst/>
          </a:prstGeom>
          <a:noFill/>
          <a:ln w="25400">
            <a:solidFill>
              <a:srgbClr val="2F7F93"/>
            </a:solidFill>
            <a:prstDash val="solid"/>
            <a:headEnd type="none"/>
            <a:tailEnd type="none"/>
          </a:ln>
        </p:spPr>
      </p:sp>
      <p:sp>
        <p:nvSpPr>
          <p:cNvPr id="420" name="Shape 418"/>
          <p:cNvSpPr/>
          <p:nvPr/>
        </p:nvSpPr>
        <p:spPr>
          <a:xfrm>
            <a:off x="3099816" y="4059512"/>
            <a:ext cx="176479" cy="0"/>
          </a:xfrm>
          <a:prstGeom prst="line">
            <a:avLst/>
          </a:prstGeom>
          <a:noFill/>
          <a:ln w="25400">
            <a:solidFill>
              <a:srgbClr val="2F7F93"/>
            </a:solidFill>
            <a:prstDash val="solid"/>
            <a:headEnd type="none"/>
            <a:tailEnd type="none"/>
          </a:ln>
        </p:spPr>
      </p:sp>
      <p:sp>
        <p:nvSpPr>
          <p:cNvPr id="421" name="Shape 419"/>
          <p:cNvSpPr/>
          <p:nvPr/>
        </p:nvSpPr>
        <p:spPr>
          <a:xfrm>
            <a:off x="3273552" y="4026197"/>
            <a:ext cx="0" cy="36058"/>
          </a:xfrm>
          <a:prstGeom prst="line">
            <a:avLst/>
          </a:prstGeom>
          <a:noFill/>
          <a:ln w="25400">
            <a:solidFill>
              <a:srgbClr val="2F7F93"/>
            </a:solidFill>
            <a:prstDash val="solid"/>
            <a:headEnd type="none"/>
            <a:tailEnd type="none"/>
          </a:ln>
        </p:spPr>
      </p:sp>
      <p:sp>
        <p:nvSpPr>
          <p:cNvPr id="422" name="Shape 420"/>
          <p:cNvSpPr/>
          <p:nvPr/>
        </p:nvSpPr>
        <p:spPr>
          <a:xfrm>
            <a:off x="3273552" y="4028940"/>
            <a:ext cx="176480" cy="0"/>
          </a:xfrm>
          <a:prstGeom prst="line">
            <a:avLst/>
          </a:prstGeom>
          <a:noFill/>
          <a:ln w="25400">
            <a:solidFill>
              <a:srgbClr val="2F7F93"/>
            </a:solidFill>
            <a:prstDash val="solid"/>
            <a:headEnd type="none"/>
            <a:tailEnd type="none"/>
          </a:ln>
        </p:spPr>
      </p:sp>
      <p:sp>
        <p:nvSpPr>
          <p:cNvPr id="423" name="Shape 421"/>
          <p:cNvSpPr/>
          <p:nvPr/>
        </p:nvSpPr>
        <p:spPr>
          <a:xfrm>
            <a:off x="3447288" y="4007854"/>
            <a:ext cx="0" cy="23829"/>
          </a:xfrm>
          <a:prstGeom prst="line">
            <a:avLst/>
          </a:prstGeom>
          <a:noFill/>
          <a:ln w="25400">
            <a:solidFill>
              <a:srgbClr val="2F7F93"/>
            </a:solidFill>
            <a:prstDash val="solid"/>
            <a:headEnd type="none"/>
            <a:tailEnd type="none"/>
          </a:ln>
        </p:spPr>
      </p:sp>
      <p:sp>
        <p:nvSpPr>
          <p:cNvPr id="424" name="Shape 422"/>
          <p:cNvSpPr/>
          <p:nvPr/>
        </p:nvSpPr>
        <p:spPr>
          <a:xfrm>
            <a:off x="3447288" y="4010598"/>
            <a:ext cx="176480" cy="0"/>
          </a:xfrm>
          <a:prstGeom prst="line">
            <a:avLst/>
          </a:prstGeom>
          <a:noFill/>
          <a:ln w="25400">
            <a:solidFill>
              <a:srgbClr val="2F7F93"/>
            </a:solidFill>
            <a:prstDash val="solid"/>
            <a:headEnd type="none"/>
            <a:tailEnd type="none"/>
          </a:ln>
        </p:spPr>
      </p:sp>
      <p:sp>
        <p:nvSpPr>
          <p:cNvPr id="425" name="Shape 423"/>
          <p:cNvSpPr/>
          <p:nvPr/>
        </p:nvSpPr>
        <p:spPr>
          <a:xfrm>
            <a:off x="3621024" y="4003583"/>
            <a:ext cx="0" cy="9758"/>
          </a:xfrm>
          <a:prstGeom prst="line">
            <a:avLst/>
          </a:prstGeom>
          <a:noFill/>
          <a:ln w="25400">
            <a:solidFill>
              <a:srgbClr val="2F7F93"/>
            </a:solidFill>
            <a:prstDash val="solid"/>
            <a:headEnd type="none"/>
            <a:tailEnd type="none"/>
          </a:ln>
        </p:spPr>
      </p:sp>
      <p:sp>
        <p:nvSpPr>
          <p:cNvPr id="426" name="Shape 424"/>
          <p:cNvSpPr/>
          <p:nvPr/>
        </p:nvSpPr>
        <p:spPr>
          <a:xfrm>
            <a:off x="3621024" y="4006326"/>
            <a:ext cx="176479" cy="0"/>
          </a:xfrm>
          <a:prstGeom prst="line">
            <a:avLst/>
          </a:prstGeom>
          <a:noFill/>
          <a:ln w="25400">
            <a:solidFill>
              <a:srgbClr val="2F7F93"/>
            </a:solidFill>
            <a:prstDash val="solid"/>
            <a:headEnd type="none"/>
            <a:tailEnd type="none"/>
          </a:ln>
        </p:spPr>
      </p:sp>
      <p:sp>
        <p:nvSpPr>
          <p:cNvPr id="427" name="Shape 425"/>
          <p:cNvSpPr/>
          <p:nvPr/>
        </p:nvSpPr>
        <p:spPr>
          <a:xfrm>
            <a:off x="3794760" y="4003583"/>
            <a:ext cx="0" cy="8412"/>
          </a:xfrm>
          <a:prstGeom prst="line">
            <a:avLst/>
          </a:prstGeom>
          <a:noFill/>
          <a:ln w="25400">
            <a:solidFill>
              <a:srgbClr val="2F7F93"/>
            </a:solidFill>
            <a:prstDash val="solid"/>
            <a:headEnd type="none"/>
            <a:tailEnd type="none"/>
          </a:ln>
        </p:spPr>
      </p:sp>
      <p:sp>
        <p:nvSpPr>
          <p:cNvPr id="428" name="Shape 426"/>
          <p:cNvSpPr/>
          <p:nvPr/>
        </p:nvSpPr>
        <p:spPr>
          <a:xfrm>
            <a:off x="3794760" y="4009252"/>
            <a:ext cx="176480" cy="0"/>
          </a:xfrm>
          <a:prstGeom prst="line">
            <a:avLst/>
          </a:prstGeom>
          <a:noFill/>
          <a:ln w="25400">
            <a:solidFill>
              <a:srgbClr val="2F7F93"/>
            </a:solidFill>
            <a:prstDash val="solid"/>
            <a:headEnd type="none"/>
            <a:tailEnd type="none"/>
          </a:ln>
        </p:spPr>
      </p:sp>
      <p:sp>
        <p:nvSpPr>
          <p:cNvPr id="429" name="Shape 427"/>
          <p:cNvSpPr/>
          <p:nvPr/>
        </p:nvSpPr>
        <p:spPr>
          <a:xfrm>
            <a:off x="3968496" y="4006509"/>
            <a:ext cx="0" cy="18534"/>
          </a:xfrm>
          <a:prstGeom prst="line">
            <a:avLst/>
          </a:prstGeom>
          <a:noFill/>
          <a:ln w="25400">
            <a:solidFill>
              <a:srgbClr val="2F7F93"/>
            </a:solidFill>
            <a:prstDash val="solid"/>
            <a:headEnd type="none"/>
            <a:tailEnd type="none"/>
          </a:ln>
        </p:spPr>
      </p:sp>
      <p:sp>
        <p:nvSpPr>
          <p:cNvPr id="430" name="Shape 428"/>
          <p:cNvSpPr/>
          <p:nvPr/>
        </p:nvSpPr>
        <p:spPr>
          <a:xfrm>
            <a:off x="3968496" y="4022300"/>
            <a:ext cx="176480" cy="0"/>
          </a:xfrm>
          <a:prstGeom prst="line">
            <a:avLst/>
          </a:prstGeom>
          <a:noFill/>
          <a:ln w="25400">
            <a:solidFill>
              <a:srgbClr val="2F7F93"/>
            </a:solidFill>
            <a:prstDash val="solid"/>
            <a:headEnd type="none"/>
            <a:tailEnd type="none"/>
          </a:ln>
        </p:spPr>
      </p:sp>
      <p:sp>
        <p:nvSpPr>
          <p:cNvPr id="431" name="Shape 429"/>
          <p:cNvSpPr/>
          <p:nvPr/>
        </p:nvSpPr>
        <p:spPr>
          <a:xfrm>
            <a:off x="4142232" y="4019556"/>
            <a:ext cx="0" cy="30558"/>
          </a:xfrm>
          <a:prstGeom prst="line">
            <a:avLst/>
          </a:prstGeom>
          <a:noFill/>
          <a:ln w="25400">
            <a:solidFill>
              <a:srgbClr val="2F7F93"/>
            </a:solidFill>
            <a:prstDash val="solid"/>
            <a:headEnd type="none"/>
            <a:tailEnd type="none"/>
          </a:ln>
        </p:spPr>
      </p:sp>
      <p:sp>
        <p:nvSpPr>
          <p:cNvPr id="432" name="Shape 430"/>
          <p:cNvSpPr/>
          <p:nvPr/>
        </p:nvSpPr>
        <p:spPr>
          <a:xfrm>
            <a:off x="4142232" y="4047371"/>
            <a:ext cx="176479" cy="0"/>
          </a:xfrm>
          <a:prstGeom prst="line">
            <a:avLst/>
          </a:prstGeom>
          <a:noFill/>
          <a:ln w="25400">
            <a:solidFill>
              <a:srgbClr val="2F7F93"/>
            </a:solidFill>
            <a:prstDash val="solid"/>
            <a:headEnd type="none"/>
            <a:tailEnd type="none"/>
          </a:ln>
        </p:spPr>
      </p:sp>
      <p:sp>
        <p:nvSpPr>
          <p:cNvPr id="433" name="Shape 431"/>
          <p:cNvSpPr/>
          <p:nvPr/>
        </p:nvSpPr>
        <p:spPr>
          <a:xfrm>
            <a:off x="4315968" y="4044628"/>
            <a:ext cx="0" cy="38369"/>
          </a:xfrm>
          <a:prstGeom prst="line">
            <a:avLst/>
          </a:prstGeom>
          <a:noFill/>
          <a:ln w="25400">
            <a:solidFill>
              <a:srgbClr val="2F7F93"/>
            </a:solidFill>
            <a:prstDash val="solid"/>
            <a:headEnd type="none"/>
            <a:tailEnd type="none"/>
          </a:ln>
        </p:spPr>
      </p:sp>
      <p:sp>
        <p:nvSpPr>
          <p:cNvPr id="434" name="Shape 432"/>
          <p:cNvSpPr/>
          <p:nvPr/>
        </p:nvSpPr>
        <p:spPr>
          <a:xfrm>
            <a:off x="4315968" y="4080253"/>
            <a:ext cx="176480" cy="0"/>
          </a:xfrm>
          <a:prstGeom prst="line">
            <a:avLst/>
          </a:prstGeom>
          <a:noFill/>
          <a:ln w="25400">
            <a:solidFill>
              <a:srgbClr val="2F7F93"/>
            </a:solidFill>
            <a:prstDash val="solid"/>
            <a:headEnd type="none"/>
            <a:tailEnd type="none"/>
          </a:ln>
        </p:spPr>
      </p:sp>
      <p:sp>
        <p:nvSpPr>
          <p:cNvPr id="435" name="Shape 433"/>
          <p:cNvSpPr/>
          <p:nvPr/>
        </p:nvSpPr>
        <p:spPr>
          <a:xfrm>
            <a:off x="4489704" y="4077510"/>
            <a:ext cx="0" cy="34829"/>
          </a:xfrm>
          <a:prstGeom prst="line">
            <a:avLst/>
          </a:prstGeom>
          <a:noFill/>
          <a:ln w="25400">
            <a:solidFill>
              <a:srgbClr val="2F7F93"/>
            </a:solidFill>
            <a:prstDash val="solid"/>
            <a:headEnd type="none"/>
            <a:tailEnd type="none"/>
          </a:ln>
        </p:spPr>
      </p:sp>
      <p:sp>
        <p:nvSpPr>
          <p:cNvPr id="436" name="Shape 434"/>
          <p:cNvSpPr/>
          <p:nvPr/>
        </p:nvSpPr>
        <p:spPr>
          <a:xfrm>
            <a:off x="4489704" y="4109596"/>
            <a:ext cx="176480" cy="0"/>
          </a:xfrm>
          <a:prstGeom prst="line">
            <a:avLst/>
          </a:prstGeom>
          <a:noFill/>
          <a:ln w="25400">
            <a:solidFill>
              <a:srgbClr val="2F7F93"/>
            </a:solidFill>
            <a:prstDash val="solid"/>
            <a:headEnd type="none"/>
            <a:tailEnd type="none"/>
          </a:ln>
        </p:spPr>
      </p:sp>
      <p:sp>
        <p:nvSpPr>
          <p:cNvPr id="437" name="Shape 435"/>
          <p:cNvSpPr/>
          <p:nvPr/>
        </p:nvSpPr>
        <p:spPr>
          <a:xfrm>
            <a:off x="4663440" y="4106852"/>
            <a:ext cx="0" cy="31933"/>
          </a:xfrm>
          <a:prstGeom prst="line">
            <a:avLst/>
          </a:prstGeom>
          <a:noFill/>
          <a:ln w="25400">
            <a:solidFill>
              <a:srgbClr val="2F7F93"/>
            </a:solidFill>
            <a:prstDash val="solid"/>
            <a:headEnd type="none"/>
            <a:tailEnd type="none"/>
          </a:ln>
        </p:spPr>
      </p:sp>
      <p:sp>
        <p:nvSpPr>
          <p:cNvPr id="438" name="Shape 436"/>
          <p:cNvSpPr/>
          <p:nvPr/>
        </p:nvSpPr>
        <p:spPr>
          <a:xfrm>
            <a:off x="4663440" y="4136042"/>
            <a:ext cx="176479" cy="0"/>
          </a:xfrm>
          <a:prstGeom prst="line">
            <a:avLst/>
          </a:prstGeom>
          <a:noFill/>
          <a:ln w="25400">
            <a:solidFill>
              <a:srgbClr val="2F7F93"/>
            </a:solidFill>
            <a:prstDash val="solid"/>
            <a:headEnd type="none"/>
            <a:tailEnd type="none"/>
          </a:ln>
        </p:spPr>
      </p:sp>
      <p:sp>
        <p:nvSpPr>
          <p:cNvPr id="439" name="Shape 437"/>
          <p:cNvSpPr/>
          <p:nvPr/>
        </p:nvSpPr>
        <p:spPr>
          <a:xfrm>
            <a:off x="4837176" y="4133299"/>
            <a:ext cx="0" cy="29007"/>
          </a:xfrm>
          <a:prstGeom prst="line">
            <a:avLst/>
          </a:prstGeom>
          <a:noFill/>
          <a:ln w="25400">
            <a:solidFill>
              <a:srgbClr val="2F7F93"/>
            </a:solidFill>
            <a:prstDash val="solid"/>
            <a:headEnd type="none"/>
            <a:tailEnd type="none"/>
          </a:ln>
        </p:spPr>
      </p:sp>
      <p:sp>
        <p:nvSpPr>
          <p:cNvPr id="440" name="Shape 438"/>
          <p:cNvSpPr/>
          <p:nvPr/>
        </p:nvSpPr>
        <p:spPr>
          <a:xfrm>
            <a:off x="4837176" y="4159563"/>
            <a:ext cx="176480" cy="0"/>
          </a:xfrm>
          <a:prstGeom prst="line">
            <a:avLst/>
          </a:prstGeom>
          <a:noFill/>
          <a:ln w="25400">
            <a:solidFill>
              <a:srgbClr val="2F7F93"/>
            </a:solidFill>
            <a:prstDash val="solid"/>
            <a:headEnd type="none"/>
            <a:tailEnd type="none"/>
          </a:ln>
        </p:spPr>
      </p:sp>
      <p:sp>
        <p:nvSpPr>
          <p:cNvPr id="441" name="Shape 439"/>
          <p:cNvSpPr/>
          <p:nvPr/>
        </p:nvSpPr>
        <p:spPr>
          <a:xfrm>
            <a:off x="5010912" y="4156819"/>
            <a:ext cx="0" cy="19997"/>
          </a:xfrm>
          <a:prstGeom prst="line">
            <a:avLst/>
          </a:prstGeom>
          <a:noFill/>
          <a:ln w="25400">
            <a:solidFill>
              <a:srgbClr val="2F7F93"/>
            </a:solidFill>
            <a:prstDash val="solid"/>
            <a:headEnd type="none"/>
            <a:tailEnd type="none"/>
          </a:ln>
        </p:spPr>
      </p:sp>
      <p:sp>
        <p:nvSpPr>
          <p:cNvPr id="442" name="Shape 440"/>
          <p:cNvSpPr/>
          <p:nvPr/>
        </p:nvSpPr>
        <p:spPr>
          <a:xfrm>
            <a:off x="5010912" y="4174073"/>
            <a:ext cx="176480" cy="0"/>
          </a:xfrm>
          <a:prstGeom prst="line">
            <a:avLst/>
          </a:prstGeom>
          <a:noFill/>
          <a:ln w="25400">
            <a:solidFill>
              <a:srgbClr val="2F7F93"/>
            </a:solidFill>
            <a:prstDash val="solid"/>
            <a:headEnd type="none"/>
            <a:tailEnd type="none"/>
          </a:ln>
        </p:spPr>
      </p:sp>
      <p:sp>
        <p:nvSpPr>
          <p:cNvPr id="443" name="Shape 441"/>
          <p:cNvSpPr/>
          <p:nvPr/>
        </p:nvSpPr>
        <p:spPr>
          <a:xfrm>
            <a:off x="5184648" y="4171330"/>
            <a:ext cx="0" cy="20699"/>
          </a:xfrm>
          <a:prstGeom prst="line">
            <a:avLst/>
          </a:prstGeom>
          <a:noFill/>
          <a:ln w="25400">
            <a:solidFill>
              <a:srgbClr val="2F7F93"/>
            </a:solidFill>
            <a:prstDash val="solid"/>
            <a:headEnd type="none"/>
            <a:tailEnd type="none"/>
          </a:ln>
        </p:spPr>
      </p:sp>
      <p:sp>
        <p:nvSpPr>
          <p:cNvPr id="444" name="Shape 442"/>
          <p:cNvSpPr/>
          <p:nvPr/>
        </p:nvSpPr>
        <p:spPr>
          <a:xfrm>
            <a:off x="5184648" y="4189285"/>
            <a:ext cx="176479" cy="0"/>
          </a:xfrm>
          <a:prstGeom prst="line">
            <a:avLst/>
          </a:prstGeom>
          <a:noFill/>
          <a:ln w="25400">
            <a:solidFill>
              <a:srgbClr val="2F7F93"/>
            </a:solidFill>
            <a:prstDash val="solid"/>
            <a:headEnd type="none"/>
            <a:tailEnd type="none"/>
          </a:ln>
        </p:spPr>
      </p:sp>
      <p:sp>
        <p:nvSpPr>
          <p:cNvPr id="445" name="Shape 443"/>
          <p:cNvSpPr/>
          <p:nvPr/>
        </p:nvSpPr>
        <p:spPr>
          <a:xfrm>
            <a:off x="5358384" y="4186542"/>
            <a:ext cx="0" cy="17920"/>
          </a:xfrm>
          <a:prstGeom prst="line">
            <a:avLst/>
          </a:prstGeom>
          <a:noFill/>
          <a:ln w="25400">
            <a:solidFill>
              <a:srgbClr val="2F7F93"/>
            </a:solidFill>
            <a:prstDash val="solid"/>
            <a:headEnd type="none"/>
            <a:tailEnd type="none"/>
          </a:ln>
        </p:spPr>
      </p:sp>
      <p:sp>
        <p:nvSpPr>
          <p:cNvPr id="446" name="Shape 444"/>
          <p:cNvSpPr/>
          <p:nvPr/>
        </p:nvSpPr>
        <p:spPr>
          <a:xfrm>
            <a:off x="5358384" y="4201719"/>
            <a:ext cx="176480" cy="0"/>
          </a:xfrm>
          <a:prstGeom prst="line">
            <a:avLst/>
          </a:prstGeom>
          <a:noFill/>
          <a:ln w="25400">
            <a:solidFill>
              <a:srgbClr val="2F7F93"/>
            </a:solidFill>
            <a:prstDash val="solid"/>
            <a:headEnd type="none"/>
            <a:tailEnd type="none"/>
          </a:ln>
        </p:spPr>
      </p:sp>
      <p:sp>
        <p:nvSpPr>
          <p:cNvPr id="447" name="Shape 445"/>
          <p:cNvSpPr/>
          <p:nvPr/>
        </p:nvSpPr>
        <p:spPr>
          <a:xfrm>
            <a:off x="5532120" y="4198975"/>
            <a:ext cx="0" cy="9524"/>
          </a:xfrm>
          <a:prstGeom prst="line">
            <a:avLst/>
          </a:prstGeom>
          <a:noFill/>
          <a:ln w="25400">
            <a:solidFill>
              <a:srgbClr val="2F7F93"/>
            </a:solidFill>
            <a:prstDash val="solid"/>
            <a:headEnd type="none"/>
            <a:tailEnd type="none"/>
          </a:ln>
        </p:spPr>
      </p:sp>
      <p:sp>
        <p:nvSpPr>
          <p:cNvPr id="448" name="Shape 446"/>
          <p:cNvSpPr/>
          <p:nvPr/>
        </p:nvSpPr>
        <p:spPr>
          <a:xfrm>
            <a:off x="5532120" y="4205756"/>
            <a:ext cx="176480" cy="0"/>
          </a:xfrm>
          <a:prstGeom prst="line">
            <a:avLst/>
          </a:prstGeom>
          <a:noFill/>
          <a:ln w="25400">
            <a:solidFill>
              <a:srgbClr val="2F7F93"/>
            </a:solidFill>
            <a:prstDash val="solid"/>
            <a:headEnd type="none"/>
            <a:tailEnd type="none"/>
          </a:ln>
        </p:spPr>
      </p:sp>
      <p:sp>
        <p:nvSpPr>
          <p:cNvPr id="449" name="Shape 447"/>
          <p:cNvSpPr/>
          <p:nvPr/>
        </p:nvSpPr>
        <p:spPr>
          <a:xfrm>
            <a:off x="5705856" y="4199122"/>
            <a:ext cx="0" cy="9377"/>
          </a:xfrm>
          <a:prstGeom prst="line">
            <a:avLst/>
          </a:prstGeom>
          <a:noFill/>
          <a:ln w="25400">
            <a:solidFill>
              <a:srgbClr val="2F7F93"/>
            </a:solidFill>
            <a:prstDash val="solid"/>
            <a:headEnd type="none"/>
            <a:tailEnd type="none"/>
          </a:ln>
        </p:spPr>
      </p:sp>
      <p:sp>
        <p:nvSpPr>
          <p:cNvPr id="450" name="Shape 448"/>
          <p:cNvSpPr/>
          <p:nvPr/>
        </p:nvSpPr>
        <p:spPr>
          <a:xfrm>
            <a:off x="5705856" y="4201865"/>
            <a:ext cx="176479" cy="0"/>
          </a:xfrm>
          <a:prstGeom prst="line">
            <a:avLst/>
          </a:prstGeom>
          <a:noFill/>
          <a:ln w="25400">
            <a:solidFill>
              <a:srgbClr val="2F7F93"/>
            </a:solidFill>
            <a:prstDash val="solid"/>
            <a:headEnd type="none"/>
            <a:tailEnd type="none"/>
          </a:ln>
        </p:spPr>
      </p:sp>
      <p:sp>
        <p:nvSpPr>
          <p:cNvPr id="451" name="Shape 449"/>
          <p:cNvSpPr/>
          <p:nvPr/>
        </p:nvSpPr>
        <p:spPr>
          <a:xfrm>
            <a:off x="5879592" y="4195582"/>
            <a:ext cx="0" cy="9026"/>
          </a:xfrm>
          <a:prstGeom prst="line">
            <a:avLst/>
          </a:prstGeom>
          <a:noFill/>
          <a:ln w="25400">
            <a:solidFill>
              <a:srgbClr val="2F7F93"/>
            </a:solidFill>
            <a:prstDash val="solid"/>
            <a:headEnd type="none"/>
            <a:tailEnd type="none"/>
          </a:ln>
        </p:spPr>
      </p:sp>
      <p:sp>
        <p:nvSpPr>
          <p:cNvPr id="452" name="Shape 450"/>
          <p:cNvSpPr/>
          <p:nvPr/>
        </p:nvSpPr>
        <p:spPr>
          <a:xfrm>
            <a:off x="5879592" y="4198325"/>
            <a:ext cx="176480" cy="0"/>
          </a:xfrm>
          <a:prstGeom prst="line">
            <a:avLst/>
          </a:prstGeom>
          <a:noFill/>
          <a:ln w="25400">
            <a:solidFill>
              <a:srgbClr val="2F7F93"/>
            </a:solidFill>
            <a:prstDash val="solid"/>
            <a:headEnd type="none"/>
            <a:tailEnd type="none"/>
          </a:ln>
        </p:spPr>
      </p:sp>
      <p:sp>
        <p:nvSpPr>
          <p:cNvPr id="453" name="Shape 451"/>
          <p:cNvSpPr/>
          <p:nvPr/>
        </p:nvSpPr>
        <p:spPr>
          <a:xfrm>
            <a:off x="6053328" y="4195582"/>
            <a:ext cx="0" cy="11922"/>
          </a:xfrm>
          <a:prstGeom prst="line">
            <a:avLst/>
          </a:prstGeom>
          <a:noFill/>
          <a:ln w="25400">
            <a:solidFill>
              <a:srgbClr val="2F7F93"/>
            </a:solidFill>
            <a:prstDash val="solid"/>
            <a:headEnd type="none"/>
            <a:tailEnd type="none"/>
          </a:ln>
        </p:spPr>
      </p:sp>
      <p:sp>
        <p:nvSpPr>
          <p:cNvPr id="454" name="Shape 452"/>
          <p:cNvSpPr/>
          <p:nvPr/>
        </p:nvSpPr>
        <p:spPr>
          <a:xfrm>
            <a:off x="6053328" y="4204761"/>
            <a:ext cx="176480" cy="0"/>
          </a:xfrm>
          <a:prstGeom prst="line">
            <a:avLst/>
          </a:prstGeom>
          <a:noFill/>
          <a:ln w="25400">
            <a:solidFill>
              <a:srgbClr val="2F7F93"/>
            </a:solidFill>
            <a:prstDash val="solid"/>
            <a:headEnd type="none"/>
            <a:tailEnd type="none"/>
          </a:ln>
        </p:spPr>
      </p:sp>
      <p:sp>
        <p:nvSpPr>
          <p:cNvPr id="455" name="Shape 453"/>
          <p:cNvSpPr/>
          <p:nvPr/>
        </p:nvSpPr>
        <p:spPr>
          <a:xfrm>
            <a:off x="6227064" y="4202018"/>
            <a:ext cx="0" cy="19353"/>
          </a:xfrm>
          <a:prstGeom prst="line">
            <a:avLst/>
          </a:prstGeom>
          <a:noFill/>
          <a:ln w="25400">
            <a:solidFill>
              <a:srgbClr val="2F7F93"/>
            </a:solidFill>
            <a:prstDash val="solid"/>
            <a:headEnd type="none"/>
            <a:tailEnd type="none"/>
          </a:ln>
        </p:spPr>
      </p:sp>
      <p:sp>
        <p:nvSpPr>
          <p:cNvPr id="456" name="Shape 454"/>
          <p:cNvSpPr/>
          <p:nvPr/>
        </p:nvSpPr>
        <p:spPr>
          <a:xfrm>
            <a:off x="6227064" y="4218628"/>
            <a:ext cx="176479" cy="0"/>
          </a:xfrm>
          <a:prstGeom prst="line">
            <a:avLst/>
          </a:prstGeom>
          <a:noFill/>
          <a:ln w="25400">
            <a:solidFill>
              <a:srgbClr val="2F7F93"/>
            </a:solidFill>
            <a:prstDash val="solid"/>
            <a:headEnd type="none"/>
            <a:tailEnd type="none"/>
          </a:ln>
        </p:spPr>
      </p:sp>
      <p:sp>
        <p:nvSpPr>
          <p:cNvPr id="457" name="Shape 455"/>
          <p:cNvSpPr/>
          <p:nvPr/>
        </p:nvSpPr>
        <p:spPr>
          <a:xfrm>
            <a:off x="6400800" y="4215885"/>
            <a:ext cx="0" cy="19031"/>
          </a:xfrm>
          <a:prstGeom prst="line">
            <a:avLst/>
          </a:prstGeom>
          <a:noFill/>
          <a:ln w="25400">
            <a:solidFill>
              <a:srgbClr val="2F7F93"/>
            </a:solidFill>
            <a:prstDash val="solid"/>
            <a:headEnd type="none"/>
            <a:tailEnd type="none"/>
          </a:ln>
        </p:spPr>
      </p:sp>
      <p:sp>
        <p:nvSpPr>
          <p:cNvPr id="458" name="Shape 456"/>
          <p:cNvSpPr/>
          <p:nvPr/>
        </p:nvSpPr>
        <p:spPr>
          <a:xfrm>
            <a:off x="6400800" y="4232173"/>
            <a:ext cx="176480" cy="0"/>
          </a:xfrm>
          <a:prstGeom prst="line">
            <a:avLst/>
          </a:prstGeom>
          <a:noFill/>
          <a:ln w="25400">
            <a:solidFill>
              <a:srgbClr val="2F7F93"/>
            </a:solidFill>
            <a:prstDash val="solid"/>
            <a:headEnd type="none"/>
            <a:tailEnd type="none"/>
          </a:ln>
        </p:spPr>
      </p:sp>
      <p:sp>
        <p:nvSpPr>
          <p:cNvPr id="459" name="Shape 457"/>
          <p:cNvSpPr/>
          <p:nvPr/>
        </p:nvSpPr>
        <p:spPr>
          <a:xfrm>
            <a:off x="6574536" y="4229430"/>
            <a:ext cx="0" cy="29973"/>
          </a:xfrm>
          <a:prstGeom prst="line">
            <a:avLst/>
          </a:prstGeom>
          <a:noFill/>
          <a:ln w="25400">
            <a:solidFill>
              <a:srgbClr val="2F7F93"/>
            </a:solidFill>
            <a:prstDash val="solid"/>
            <a:headEnd type="none"/>
            <a:tailEnd type="none"/>
          </a:ln>
        </p:spPr>
      </p:sp>
      <p:sp>
        <p:nvSpPr>
          <p:cNvPr id="460" name="Shape 458"/>
          <p:cNvSpPr/>
          <p:nvPr/>
        </p:nvSpPr>
        <p:spPr>
          <a:xfrm>
            <a:off x="6574536" y="4256659"/>
            <a:ext cx="176480" cy="0"/>
          </a:xfrm>
          <a:prstGeom prst="line">
            <a:avLst/>
          </a:prstGeom>
          <a:noFill/>
          <a:ln w="25400">
            <a:solidFill>
              <a:srgbClr val="2F7F93"/>
            </a:solidFill>
            <a:prstDash val="solid"/>
            <a:headEnd type="none"/>
            <a:tailEnd type="none"/>
          </a:ln>
        </p:spPr>
      </p:sp>
      <p:sp>
        <p:nvSpPr>
          <p:cNvPr id="461" name="Shape 459"/>
          <p:cNvSpPr/>
          <p:nvPr/>
        </p:nvSpPr>
        <p:spPr>
          <a:xfrm>
            <a:off x="6748272" y="4253916"/>
            <a:ext cx="0" cy="35268"/>
          </a:xfrm>
          <a:prstGeom prst="line">
            <a:avLst/>
          </a:prstGeom>
          <a:noFill/>
          <a:ln w="25400">
            <a:solidFill>
              <a:srgbClr val="2F7F93"/>
            </a:solidFill>
            <a:prstDash val="solid"/>
            <a:headEnd type="none"/>
            <a:tailEnd type="none"/>
          </a:ln>
        </p:spPr>
      </p:sp>
      <p:sp>
        <p:nvSpPr>
          <p:cNvPr id="462" name="Shape 460"/>
          <p:cNvSpPr/>
          <p:nvPr/>
        </p:nvSpPr>
        <p:spPr>
          <a:xfrm>
            <a:off x="6748272" y="4286440"/>
            <a:ext cx="176479" cy="0"/>
          </a:xfrm>
          <a:prstGeom prst="line">
            <a:avLst/>
          </a:prstGeom>
          <a:noFill/>
          <a:ln w="25400">
            <a:solidFill>
              <a:srgbClr val="2F7F93"/>
            </a:solidFill>
            <a:prstDash val="solid"/>
            <a:headEnd type="none"/>
            <a:tailEnd type="none"/>
          </a:ln>
        </p:spPr>
      </p:sp>
      <p:sp>
        <p:nvSpPr>
          <p:cNvPr id="463" name="Shape 461"/>
          <p:cNvSpPr/>
          <p:nvPr/>
        </p:nvSpPr>
        <p:spPr>
          <a:xfrm>
            <a:off x="6922008" y="4283697"/>
            <a:ext cx="0" cy="33688"/>
          </a:xfrm>
          <a:prstGeom prst="line">
            <a:avLst/>
          </a:prstGeom>
          <a:noFill/>
          <a:ln w="25400">
            <a:solidFill>
              <a:srgbClr val="2F7F93"/>
            </a:solidFill>
            <a:prstDash val="solid"/>
            <a:headEnd type="none"/>
            <a:tailEnd type="none"/>
          </a:ln>
        </p:spPr>
      </p:sp>
      <p:sp>
        <p:nvSpPr>
          <p:cNvPr id="464" name="Shape 462"/>
          <p:cNvSpPr/>
          <p:nvPr/>
        </p:nvSpPr>
        <p:spPr>
          <a:xfrm>
            <a:off x="6922008" y="4314642"/>
            <a:ext cx="176480" cy="0"/>
          </a:xfrm>
          <a:prstGeom prst="line">
            <a:avLst/>
          </a:prstGeom>
          <a:noFill/>
          <a:ln w="25400">
            <a:solidFill>
              <a:srgbClr val="2F7F93"/>
            </a:solidFill>
            <a:prstDash val="solid"/>
            <a:headEnd type="none"/>
            <a:tailEnd type="none"/>
          </a:ln>
        </p:spPr>
      </p:sp>
      <p:sp>
        <p:nvSpPr>
          <p:cNvPr id="465" name="Shape 463"/>
          <p:cNvSpPr/>
          <p:nvPr/>
        </p:nvSpPr>
        <p:spPr>
          <a:xfrm>
            <a:off x="7095744" y="4311899"/>
            <a:ext cx="0" cy="34975"/>
          </a:xfrm>
          <a:prstGeom prst="line">
            <a:avLst/>
          </a:prstGeom>
          <a:noFill/>
          <a:ln w="25400">
            <a:solidFill>
              <a:srgbClr val="2F7F93"/>
            </a:solidFill>
            <a:prstDash val="solid"/>
            <a:headEnd type="none"/>
            <a:tailEnd type="none"/>
          </a:ln>
        </p:spPr>
      </p:sp>
      <p:sp>
        <p:nvSpPr>
          <p:cNvPr id="466" name="Shape 464"/>
          <p:cNvSpPr/>
          <p:nvPr/>
        </p:nvSpPr>
        <p:spPr>
          <a:xfrm>
            <a:off x="7095744" y="4344131"/>
            <a:ext cx="176480" cy="0"/>
          </a:xfrm>
          <a:prstGeom prst="line">
            <a:avLst/>
          </a:prstGeom>
          <a:noFill/>
          <a:ln w="25400">
            <a:solidFill>
              <a:srgbClr val="2F7F93"/>
            </a:solidFill>
            <a:prstDash val="solid"/>
            <a:headEnd type="none"/>
            <a:tailEnd type="none"/>
          </a:ln>
        </p:spPr>
      </p:sp>
      <p:sp>
        <p:nvSpPr>
          <p:cNvPr id="467" name="Shape 465"/>
          <p:cNvSpPr/>
          <p:nvPr/>
        </p:nvSpPr>
        <p:spPr>
          <a:xfrm>
            <a:off x="7269480" y="4341387"/>
            <a:ext cx="0" cy="36555"/>
          </a:xfrm>
          <a:prstGeom prst="line">
            <a:avLst/>
          </a:prstGeom>
          <a:noFill/>
          <a:ln w="25400">
            <a:solidFill>
              <a:srgbClr val="2F7F93"/>
            </a:solidFill>
            <a:prstDash val="solid"/>
            <a:headEnd type="none"/>
            <a:tailEnd type="none"/>
          </a:ln>
        </p:spPr>
      </p:sp>
      <p:sp>
        <p:nvSpPr>
          <p:cNvPr id="468" name="Shape 466"/>
          <p:cNvSpPr/>
          <p:nvPr/>
        </p:nvSpPr>
        <p:spPr>
          <a:xfrm>
            <a:off x="7269480" y="4375199"/>
            <a:ext cx="176479" cy="0"/>
          </a:xfrm>
          <a:prstGeom prst="line">
            <a:avLst/>
          </a:prstGeom>
          <a:noFill/>
          <a:ln w="25400">
            <a:solidFill>
              <a:srgbClr val="2F7F93"/>
            </a:solidFill>
            <a:prstDash val="solid"/>
            <a:headEnd type="none"/>
            <a:tailEnd type="none"/>
          </a:ln>
        </p:spPr>
      </p:sp>
      <p:sp>
        <p:nvSpPr>
          <p:cNvPr id="469" name="Shape 467"/>
          <p:cNvSpPr/>
          <p:nvPr/>
        </p:nvSpPr>
        <p:spPr>
          <a:xfrm>
            <a:off x="7443216" y="4372456"/>
            <a:ext cx="0" cy="35824"/>
          </a:xfrm>
          <a:prstGeom prst="line">
            <a:avLst/>
          </a:prstGeom>
          <a:noFill/>
          <a:ln w="25400">
            <a:solidFill>
              <a:srgbClr val="2F7F93"/>
            </a:solidFill>
            <a:prstDash val="solid"/>
            <a:headEnd type="none"/>
            <a:tailEnd type="none"/>
          </a:ln>
        </p:spPr>
      </p:sp>
      <p:sp>
        <p:nvSpPr>
          <p:cNvPr id="470" name="Shape 468"/>
          <p:cNvSpPr/>
          <p:nvPr/>
        </p:nvSpPr>
        <p:spPr>
          <a:xfrm>
            <a:off x="7443216" y="4405536"/>
            <a:ext cx="176480" cy="0"/>
          </a:xfrm>
          <a:prstGeom prst="line">
            <a:avLst/>
          </a:prstGeom>
          <a:noFill/>
          <a:ln w="25400">
            <a:solidFill>
              <a:srgbClr val="2F7F93"/>
            </a:solidFill>
            <a:prstDash val="solid"/>
            <a:headEnd type="none"/>
            <a:tailEnd type="none"/>
          </a:ln>
        </p:spPr>
      </p:sp>
      <p:sp>
        <p:nvSpPr>
          <p:cNvPr id="471" name="Shape 469"/>
          <p:cNvSpPr/>
          <p:nvPr/>
        </p:nvSpPr>
        <p:spPr>
          <a:xfrm>
            <a:off x="7616952" y="4402793"/>
            <a:ext cx="0" cy="35970"/>
          </a:xfrm>
          <a:prstGeom prst="line">
            <a:avLst/>
          </a:prstGeom>
          <a:noFill/>
          <a:ln w="25400">
            <a:solidFill>
              <a:srgbClr val="2F7F93"/>
            </a:solidFill>
            <a:prstDash val="solid"/>
            <a:headEnd type="none"/>
            <a:tailEnd type="none"/>
          </a:ln>
        </p:spPr>
      </p:sp>
      <p:sp>
        <p:nvSpPr>
          <p:cNvPr id="472" name="Shape 470"/>
          <p:cNvSpPr/>
          <p:nvPr/>
        </p:nvSpPr>
        <p:spPr>
          <a:xfrm>
            <a:off x="7616952" y="4436020"/>
            <a:ext cx="176480" cy="0"/>
          </a:xfrm>
          <a:prstGeom prst="line">
            <a:avLst/>
          </a:prstGeom>
          <a:noFill/>
          <a:ln w="25400">
            <a:solidFill>
              <a:srgbClr val="2F7F93"/>
            </a:solidFill>
            <a:prstDash val="solid"/>
            <a:headEnd type="none"/>
            <a:tailEnd type="none"/>
          </a:ln>
        </p:spPr>
      </p:sp>
      <p:sp>
        <p:nvSpPr>
          <p:cNvPr id="473" name="Shape 471"/>
          <p:cNvSpPr/>
          <p:nvPr/>
        </p:nvSpPr>
        <p:spPr>
          <a:xfrm>
            <a:off x="7790688" y="4433276"/>
            <a:ext cx="0" cy="32254"/>
          </a:xfrm>
          <a:prstGeom prst="line">
            <a:avLst/>
          </a:prstGeom>
          <a:noFill/>
          <a:ln w="25400">
            <a:solidFill>
              <a:srgbClr val="2F7F93"/>
            </a:solidFill>
            <a:prstDash val="solid"/>
            <a:headEnd type="none"/>
            <a:tailEnd type="none"/>
          </a:ln>
        </p:spPr>
      </p:sp>
      <p:sp>
        <p:nvSpPr>
          <p:cNvPr id="474" name="Shape 472"/>
          <p:cNvSpPr/>
          <p:nvPr/>
        </p:nvSpPr>
        <p:spPr>
          <a:xfrm>
            <a:off x="7790688" y="4462788"/>
            <a:ext cx="176479" cy="0"/>
          </a:xfrm>
          <a:prstGeom prst="line">
            <a:avLst/>
          </a:prstGeom>
          <a:noFill/>
          <a:ln w="25400">
            <a:solidFill>
              <a:srgbClr val="2F7F93"/>
            </a:solidFill>
            <a:prstDash val="solid"/>
            <a:headEnd type="none"/>
            <a:tailEnd type="none"/>
          </a:ln>
        </p:spPr>
      </p:sp>
      <p:sp>
        <p:nvSpPr>
          <p:cNvPr id="475" name="Shape 473"/>
          <p:cNvSpPr/>
          <p:nvPr/>
        </p:nvSpPr>
        <p:spPr>
          <a:xfrm>
            <a:off x="7964424" y="4460045"/>
            <a:ext cx="0" cy="38837"/>
          </a:xfrm>
          <a:prstGeom prst="line">
            <a:avLst/>
          </a:prstGeom>
          <a:noFill/>
          <a:ln w="25400">
            <a:solidFill>
              <a:srgbClr val="2F7F93"/>
            </a:solidFill>
            <a:prstDash val="solid"/>
            <a:headEnd type="none"/>
            <a:tailEnd type="none"/>
          </a:ln>
        </p:spPr>
      </p:sp>
      <p:sp>
        <p:nvSpPr>
          <p:cNvPr id="476" name="Shape 474"/>
          <p:cNvSpPr/>
          <p:nvPr/>
        </p:nvSpPr>
        <p:spPr>
          <a:xfrm>
            <a:off x="7964424" y="4496138"/>
            <a:ext cx="176480" cy="0"/>
          </a:xfrm>
          <a:prstGeom prst="line">
            <a:avLst/>
          </a:prstGeom>
          <a:noFill/>
          <a:ln w="25400">
            <a:solidFill>
              <a:srgbClr val="2F7F93"/>
            </a:solidFill>
            <a:prstDash val="solid"/>
            <a:headEnd type="none"/>
            <a:tailEnd type="none"/>
          </a:ln>
        </p:spPr>
      </p:sp>
      <p:sp>
        <p:nvSpPr>
          <p:cNvPr id="477" name="Shape 475"/>
          <p:cNvSpPr/>
          <p:nvPr/>
        </p:nvSpPr>
        <p:spPr>
          <a:xfrm>
            <a:off x="8138160" y="4493395"/>
            <a:ext cx="0" cy="37345"/>
          </a:xfrm>
          <a:prstGeom prst="line">
            <a:avLst/>
          </a:prstGeom>
          <a:noFill/>
          <a:ln w="25400">
            <a:solidFill>
              <a:srgbClr val="2F7F93"/>
            </a:solidFill>
            <a:prstDash val="solid"/>
            <a:headEnd type="none"/>
            <a:tailEnd type="none"/>
          </a:ln>
        </p:spPr>
      </p:sp>
      <p:sp>
        <p:nvSpPr>
          <p:cNvPr id="478" name="Shape 476"/>
          <p:cNvSpPr/>
          <p:nvPr/>
        </p:nvSpPr>
        <p:spPr>
          <a:xfrm>
            <a:off x="8138160" y="4527997"/>
            <a:ext cx="176480" cy="0"/>
          </a:xfrm>
          <a:prstGeom prst="line">
            <a:avLst/>
          </a:prstGeom>
          <a:noFill/>
          <a:ln w="25400">
            <a:solidFill>
              <a:srgbClr val="2F7F93"/>
            </a:solidFill>
            <a:prstDash val="solid"/>
            <a:headEnd type="none"/>
            <a:tailEnd type="none"/>
          </a:ln>
        </p:spPr>
      </p:sp>
      <p:sp>
        <p:nvSpPr>
          <p:cNvPr id="479" name="Shape 477"/>
          <p:cNvSpPr/>
          <p:nvPr/>
        </p:nvSpPr>
        <p:spPr>
          <a:xfrm>
            <a:off x="8311896" y="4525253"/>
            <a:ext cx="0" cy="31231"/>
          </a:xfrm>
          <a:prstGeom prst="line">
            <a:avLst/>
          </a:prstGeom>
          <a:noFill/>
          <a:ln w="25400">
            <a:solidFill>
              <a:srgbClr val="2F7F93"/>
            </a:solidFill>
            <a:prstDash val="solid"/>
            <a:headEnd type="none"/>
            <a:tailEnd type="none"/>
          </a:ln>
        </p:spPr>
      </p:sp>
      <p:sp>
        <p:nvSpPr>
          <p:cNvPr id="480" name="Shape 478"/>
          <p:cNvSpPr/>
          <p:nvPr/>
        </p:nvSpPr>
        <p:spPr>
          <a:xfrm>
            <a:off x="8311896" y="4553741"/>
            <a:ext cx="176479" cy="0"/>
          </a:xfrm>
          <a:prstGeom prst="line">
            <a:avLst/>
          </a:prstGeom>
          <a:noFill/>
          <a:ln w="25400">
            <a:solidFill>
              <a:srgbClr val="2F7F93"/>
            </a:solidFill>
            <a:prstDash val="solid"/>
            <a:headEnd type="none"/>
            <a:tailEnd type="none"/>
          </a:ln>
        </p:spPr>
      </p:sp>
      <p:sp>
        <p:nvSpPr>
          <p:cNvPr id="481" name="Shape 479"/>
          <p:cNvSpPr/>
          <p:nvPr/>
        </p:nvSpPr>
        <p:spPr>
          <a:xfrm>
            <a:off x="8485632" y="4550997"/>
            <a:ext cx="0" cy="32723"/>
          </a:xfrm>
          <a:prstGeom prst="line">
            <a:avLst/>
          </a:prstGeom>
          <a:noFill/>
          <a:ln w="25400">
            <a:solidFill>
              <a:srgbClr val="2F7F93"/>
            </a:solidFill>
            <a:prstDash val="solid"/>
            <a:headEnd type="none"/>
            <a:tailEnd type="none"/>
          </a:ln>
        </p:spPr>
      </p:sp>
      <p:sp>
        <p:nvSpPr>
          <p:cNvPr id="482" name="Shape 480"/>
          <p:cNvSpPr/>
          <p:nvPr/>
        </p:nvSpPr>
        <p:spPr>
          <a:xfrm>
            <a:off x="8485632" y="4580977"/>
            <a:ext cx="176480" cy="0"/>
          </a:xfrm>
          <a:prstGeom prst="line">
            <a:avLst/>
          </a:prstGeom>
          <a:noFill/>
          <a:ln w="25400">
            <a:solidFill>
              <a:srgbClr val="2F7F93"/>
            </a:solidFill>
            <a:prstDash val="solid"/>
            <a:headEnd type="none"/>
            <a:tailEnd type="none"/>
          </a:ln>
        </p:spPr>
      </p:sp>
      <p:sp>
        <p:nvSpPr>
          <p:cNvPr id="483" name="Shape 481"/>
          <p:cNvSpPr/>
          <p:nvPr/>
        </p:nvSpPr>
        <p:spPr>
          <a:xfrm>
            <a:off x="8659368" y="4578234"/>
            <a:ext cx="0" cy="22747"/>
          </a:xfrm>
          <a:prstGeom prst="line">
            <a:avLst/>
          </a:prstGeom>
          <a:noFill/>
          <a:ln w="25400">
            <a:solidFill>
              <a:srgbClr val="2F7F93"/>
            </a:solidFill>
            <a:prstDash val="solid"/>
            <a:headEnd type="none"/>
            <a:tailEnd type="none"/>
          </a:ln>
        </p:spPr>
      </p:sp>
      <p:sp>
        <p:nvSpPr>
          <p:cNvPr id="484" name="Shape 482"/>
          <p:cNvSpPr/>
          <p:nvPr/>
        </p:nvSpPr>
        <p:spPr>
          <a:xfrm>
            <a:off x="8659368" y="4598237"/>
            <a:ext cx="176480" cy="0"/>
          </a:xfrm>
          <a:prstGeom prst="line">
            <a:avLst/>
          </a:prstGeom>
          <a:noFill/>
          <a:ln w="25400">
            <a:solidFill>
              <a:srgbClr val="2F7F93"/>
            </a:solidFill>
            <a:prstDash val="solid"/>
            <a:headEnd type="none"/>
            <a:tailEnd type="none"/>
          </a:ln>
        </p:spPr>
      </p:sp>
      <p:sp>
        <p:nvSpPr>
          <p:cNvPr id="485" name="Shape 483"/>
          <p:cNvSpPr/>
          <p:nvPr/>
        </p:nvSpPr>
        <p:spPr>
          <a:xfrm>
            <a:off x="8833104" y="4595494"/>
            <a:ext cx="0" cy="20494"/>
          </a:xfrm>
          <a:prstGeom prst="line">
            <a:avLst/>
          </a:prstGeom>
          <a:noFill/>
          <a:ln w="25400">
            <a:solidFill>
              <a:srgbClr val="2F7F93"/>
            </a:solidFill>
            <a:prstDash val="solid"/>
            <a:headEnd type="none"/>
            <a:tailEnd type="none"/>
          </a:ln>
        </p:spPr>
      </p:sp>
      <p:sp>
        <p:nvSpPr>
          <p:cNvPr id="486" name="Shape 484"/>
          <p:cNvSpPr/>
          <p:nvPr/>
        </p:nvSpPr>
        <p:spPr>
          <a:xfrm>
            <a:off x="8833104" y="4613245"/>
            <a:ext cx="176479" cy="0"/>
          </a:xfrm>
          <a:prstGeom prst="line">
            <a:avLst/>
          </a:prstGeom>
          <a:noFill/>
          <a:ln w="25400">
            <a:solidFill>
              <a:srgbClr val="2F7F93"/>
            </a:solidFill>
            <a:prstDash val="solid"/>
            <a:headEnd type="none"/>
            <a:tailEnd type="none"/>
          </a:ln>
        </p:spPr>
      </p:sp>
      <p:sp>
        <p:nvSpPr>
          <p:cNvPr id="487" name="Shape 485"/>
          <p:cNvSpPr/>
          <p:nvPr/>
        </p:nvSpPr>
        <p:spPr>
          <a:xfrm>
            <a:off x="9006840" y="4610502"/>
            <a:ext cx="0" cy="25116"/>
          </a:xfrm>
          <a:prstGeom prst="line">
            <a:avLst/>
          </a:prstGeom>
          <a:noFill/>
          <a:ln w="25400">
            <a:solidFill>
              <a:srgbClr val="2F7F93"/>
            </a:solidFill>
            <a:prstDash val="solid"/>
            <a:headEnd type="none"/>
            <a:tailEnd type="none"/>
          </a:ln>
        </p:spPr>
      </p:sp>
      <p:sp>
        <p:nvSpPr>
          <p:cNvPr id="488" name="Shape 486"/>
          <p:cNvSpPr/>
          <p:nvPr/>
        </p:nvSpPr>
        <p:spPr>
          <a:xfrm>
            <a:off x="9006840" y="4632875"/>
            <a:ext cx="176480" cy="0"/>
          </a:xfrm>
          <a:prstGeom prst="line">
            <a:avLst/>
          </a:prstGeom>
          <a:noFill/>
          <a:ln w="25400">
            <a:solidFill>
              <a:srgbClr val="2F7F93"/>
            </a:solidFill>
            <a:prstDash val="solid"/>
            <a:headEnd type="none"/>
            <a:tailEnd type="none"/>
          </a:ln>
        </p:spPr>
      </p:sp>
      <p:sp>
        <p:nvSpPr>
          <p:cNvPr id="489" name="Shape 487"/>
          <p:cNvSpPr/>
          <p:nvPr/>
        </p:nvSpPr>
        <p:spPr>
          <a:xfrm>
            <a:off x="9180576" y="4630131"/>
            <a:ext cx="0" cy="25818"/>
          </a:xfrm>
          <a:prstGeom prst="line">
            <a:avLst/>
          </a:prstGeom>
          <a:noFill/>
          <a:ln w="25400">
            <a:solidFill>
              <a:srgbClr val="2F7F93"/>
            </a:solidFill>
            <a:prstDash val="solid"/>
            <a:headEnd type="none"/>
            <a:tailEnd type="none"/>
          </a:ln>
        </p:spPr>
      </p:sp>
      <p:sp>
        <p:nvSpPr>
          <p:cNvPr id="490" name="Shape 488"/>
          <p:cNvSpPr/>
          <p:nvPr/>
        </p:nvSpPr>
        <p:spPr>
          <a:xfrm>
            <a:off x="9180576" y="4653207"/>
            <a:ext cx="176480" cy="0"/>
          </a:xfrm>
          <a:prstGeom prst="line">
            <a:avLst/>
          </a:prstGeom>
          <a:noFill/>
          <a:ln w="25400">
            <a:solidFill>
              <a:srgbClr val="2F7F93"/>
            </a:solidFill>
            <a:prstDash val="solid"/>
            <a:headEnd type="none"/>
            <a:tailEnd type="none"/>
          </a:ln>
        </p:spPr>
      </p:sp>
      <p:sp>
        <p:nvSpPr>
          <p:cNvPr id="491" name="Shape 489"/>
          <p:cNvSpPr/>
          <p:nvPr/>
        </p:nvSpPr>
        <p:spPr>
          <a:xfrm>
            <a:off x="9354312" y="4650464"/>
            <a:ext cx="0" cy="28159"/>
          </a:xfrm>
          <a:prstGeom prst="line">
            <a:avLst/>
          </a:prstGeom>
          <a:noFill/>
          <a:ln w="25400">
            <a:solidFill>
              <a:srgbClr val="2F7F93"/>
            </a:solidFill>
            <a:prstDash val="solid"/>
            <a:headEnd type="none"/>
            <a:tailEnd type="none"/>
          </a:ln>
        </p:spPr>
      </p:sp>
      <p:sp>
        <p:nvSpPr>
          <p:cNvPr id="492" name="Shape 490"/>
          <p:cNvSpPr/>
          <p:nvPr/>
        </p:nvSpPr>
        <p:spPr>
          <a:xfrm>
            <a:off x="9354312" y="4675879"/>
            <a:ext cx="176479" cy="0"/>
          </a:xfrm>
          <a:prstGeom prst="line">
            <a:avLst/>
          </a:prstGeom>
          <a:noFill/>
          <a:ln w="25400">
            <a:solidFill>
              <a:srgbClr val="2F7F93"/>
            </a:solidFill>
            <a:prstDash val="solid"/>
            <a:headEnd type="none"/>
            <a:tailEnd type="none"/>
          </a:ln>
        </p:spPr>
      </p:sp>
      <p:sp>
        <p:nvSpPr>
          <p:cNvPr id="493" name="Shape 491"/>
          <p:cNvSpPr/>
          <p:nvPr/>
        </p:nvSpPr>
        <p:spPr>
          <a:xfrm>
            <a:off x="9528048" y="4673136"/>
            <a:ext cx="0" cy="34566"/>
          </a:xfrm>
          <a:prstGeom prst="line">
            <a:avLst/>
          </a:prstGeom>
          <a:noFill/>
          <a:ln w="25400">
            <a:solidFill>
              <a:srgbClr val="2F7F93"/>
            </a:solidFill>
            <a:prstDash val="solid"/>
            <a:headEnd type="none"/>
            <a:tailEnd type="none"/>
          </a:ln>
        </p:spPr>
      </p:sp>
      <p:sp>
        <p:nvSpPr>
          <p:cNvPr id="494" name="Shape 492"/>
          <p:cNvSpPr/>
          <p:nvPr/>
        </p:nvSpPr>
        <p:spPr>
          <a:xfrm>
            <a:off x="9528048" y="4704958"/>
            <a:ext cx="176480" cy="0"/>
          </a:xfrm>
          <a:prstGeom prst="line">
            <a:avLst/>
          </a:prstGeom>
          <a:noFill/>
          <a:ln w="25400">
            <a:solidFill>
              <a:srgbClr val="2F7F93"/>
            </a:solidFill>
            <a:prstDash val="solid"/>
            <a:headEnd type="none"/>
            <a:tailEnd type="none"/>
          </a:ln>
        </p:spPr>
      </p:sp>
      <p:sp>
        <p:nvSpPr>
          <p:cNvPr id="495" name="Shape 493"/>
          <p:cNvSpPr/>
          <p:nvPr/>
        </p:nvSpPr>
        <p:spPr>
          <a:xfrm>
            <a:off x="9701784" y="4702215"/>
            <a:ext cx="0" cy="37784"/>
          </a:xfrm>
          <a:prstGeom prst="line">
            <a:avLst/>
          </a:prstGeom>
          <a:noFill/>
          <a:ln w="25400">
            <a:solidFill>
              <a:srgbClr val="2F7F93"/>
            </a:solidFill>
            <a:prstDash val="solid"/>
            <a:headEnd type="none"/>
            <a:tailEnd type="none"/>
          </a:ln>
        </p:spPr>
      </p:sp>
      <p:sp>
        <p:nvSpPr>
          <p:cNvPr id="496" name="Shape 494"/>
          <p:cNvSpPr/>
          <p:nvPr/>
        </p:nvSpPr>
        <p:spPr>
          <a:xfrm>
            <a:off x="9701784" y="4737255"/>
            <a:ext cx="176480" cy="0"/>
          </a:xfrm>
          <a:prstGeom prst="line">
            <a:avLst/>
          </a:prstGeom>
          <a:noFill/>
          <a:ln w="25400">
            <a:solidFill>
              <a:srgbClr val="2F7F93"/>
            </a:solidFill>
            <a:prstDash val="solid"/>
            <a:headEnd type="none"/>
            <a:tailEnd type="none"/>
          </a:ln>
        </p:spPr>
      </p:sp>
      <p:sp>
        <p:nvSpPr>
          <p:cNvPr id="497" name="Shape 495"/>
          <p:cNvSpPr/>
          <p:nvPr/>
        </p:nvSpPr>
        <p:spPr>
          <a:xfrm>
            <a:off x="9875520" y="4734512"/>
            <a:ext cx="0" cy="42757"/>
          </a:xfrm>
          <a:prstGeom prst="line">
            <a:avLst/>
          </a:prstGeom>
          <a:noFill/>
          <a:ln w="25400">
            <a:solidFill>
              <a:srgbClr val="2F7F93"/>
            </a:solidFill>
            <a:prstDash val="solid"/>
            <a:headEnd type="none"/>
            <a:tailEnd type="none"/>
          </a:ln>
        </p:spPr>
      </p:sp>
      <p:sp>
        <p:nvSpPr>
          <p:cNvPr id="498" name="Shape 496"/>
          <p:cNvSpPr/>
          <p:nvPr/>
        </p:nvSpPr>
        <p:spPr>
          <a:xfrm>
            <a:off x="9875520" y="4774526"/>
            <a:ext cx="176479" cy="0"/>
          </a:xfrm>
          <a:prstGeom prst="line">
            <a:avLst/>
          </a:prstGeom>
          <a:noFill/>
          <a:ln w="25400">
            <a:solidFill>
              <a:srgbClr val="2F7F93"/>
            </a:solidFill>
            <a:prstDash val="solid"/>
            <a:headEnd type="none"/>
            <a:tailEnd type="none"/>
          </a:ln>
        </p:spPr>
      </p:sp>
      <p:sp>
        <p:nvSpPr>
          <p:cNvPr id="499" name="Shape 497"/>
          <p:cNvSpPr/>
          <p:nvPr/>
        </p:nvSpPr>
        <p:spPr>
          <a:xfrm>
            <a:off x="10049256" y="4771783"/>
            <a:ext cx="0" cy="37813"/>
          </a:xfrm>
          <a:prstGeom prst="line">
            <a:avLst/>
          </a:prstGeom>
          <a:noFill/>
          <a:ln w="25400">
            <a:solidFill>
              <a:srgbClr val="2F7F93"/>
            </a:solidFill>
            <a:prstDash val="solid"/>
            <a:headEnd type="none"/>
            <a:tailEnd type="none"/>
          </a:ln>
        </p:spPr>
      </p:sp>
      <p:sp>
        <p:nvSpPr>
          <p:cNvPr id="500" name="Shape 498"/>
          <p:cNvSpPr/>
          <p:nvPr/>
        </p:nvSpPr>
        <p:spPr>
          <a:xfrm>
            <a:off x="10049256" y="4806852"/>
            <a:ext cx="176480" cy="0"/>
          </a:xfrm>
          <a:prstGeom prst="line">
            <a:avLst/>
          </a:prstGeom>
          <a:noFill/>
          <a:ln w="25400">
            <a:solidFill>
              <a:srgbClr val="2F7F93"/>
            </a:solidFill>
            <a:prstDash val="solid"/>
            <a:headEnd type="none"/>
            <a:tailEnd type="none"/>
          </a:ln>
        </p:spPr>
      </p:sp>
      <p:sp>
        <p:nvSpPr>
          <p:cNvPr id="501" name="Shape 499"/>
          <p:cNvSpPr/>
          <p:nvPr/>
        </p:nvSpPr>
        <p:spPr>
          <a:xfrm>
            <a:off x="10222992" y="4804109"/>
            <a:ext cx="0" cy="33191"/>
          </a:xfrm>
          <a:prstGeom prst="line">
            <a:avLst/>
          </a:prstGeom>
          <a:noFill/>
          <a:ln w="25400">
            <a:solidFill>
              <a:srgbClr val="2F7F93"/>
            </a:solidFill>
            <a:prstDash val="solid"/>
            <a:headEnd type="none"/>
            <a:tailEnd type="none"/>
          </a:ln>
        </p:spPr>
      </p:sp>
      <p:sp>
        <p:nvSpPr>
          <p:cNvPr id="502" name="Shape 500"/>
          <p:cNvSpPr/>
          <p:nvPr/>
        </p:nvSpPr>
        <p:spPr>
          <a:xfrm>
            <a:off x="10222992" y="4834557"/>
            <a:ext cx="176480" cy="0"/>
          </a:xfrm>
          <a:prstGeom prst="line">
            <a:avLst/>
          </a:prstGeom>
          <a:noFill/>
          <a:ln w="25400">
            <a:solidFill>
              <a:srgbClr val="2F7F93"/>
            </a:solidFill>
            <a:prstDash val="solid"/>
            <a:headEnd type="none"/>
            <a:tailEnd type="none"/>
          </a:ln>
        </p:spPr>
      </p:sp>
      <p:sp>
        <p:nvSpPr>
          <p:cNvPr id="503" name="Shape 501"/>
          <p:cNvSpPr/>
          <p:nvPr/>
        </p:nvSpPr>
        <p:spPr>
          <a:xfrm>
            <a:off x="10396728" y="4831813"/>
            <a:ext cx="0" cy="28364"/>
          </a:xfrm>
          <a:prstGeom prst="line">
            <a:avLst/>
          </a:prstGeom>
          <a:noFill/>
          <a:ln w="25400">
            <a:solidFill>
              <a:srgbClr val="2F7F93"/>
            </a:solidFill>
            <a:prstDash val="solid"/>
            <a:headEnd type="none"/>
            <a:tailEnd type="none"/>
          </a:ln>
        </p:spPr>
      </p:sp>
      <p:sp>
        <p:nvSpPr>
          <p:cNvPr id="504" name="Shape 502"/>
          <p:cNvSpPr/>
          <p:nvPr/>
        </p:nvSpPr>
        <p:spPr>
          <a:xfrm>
            <a:off x="10396728" y="4857434"/>
            <a:ext cx="176479" cy="0"/>
          </a:xfrm>
          <a:prstGeom prst="line">
            <a:avLst/>
          </a:prstGeom>
          <a:noFill/>
          <a:ln w="25400">
            <a:solidFill>
              <a:srgbClr val="2F7F93"/>
            </a:solidFill>
            <a:prstDash val="solid"/>
            <a:headEnd type="none"/>
            <a:tailEnd type="none"/>
          </a:ln>
        </p:spPr>
      </p:sp>
      <p:sp>
        <p:nvSpPr>
          <p:cNvPr id="505" name="Shape 503"/>
          <p:cNvSpPr/>
          <p:nvPr/>
        </p:nvSpPr>
        <p:spPr>
          <a:xfrm>
            <a:off x="10570464" y="4854691"/>
            <a:ext cx="0" cy="24590"/>
          </a:xfrm>
          <a:prstGeom prst="line">
            <a:avLst/>
          </a:prstGeom>
          <a:noFill/>
          <a:ln w="25400">
            <a:solidFill>
              <a:srgbClr val="2F7F93"/>
            </a:solidFill>
            <a:prstDash val="solid"/>
            <a:headEnd type="none"/>
            <a:tailEnd type="none"/>
          </a:ln>
        </p:spPr>
      </p:sp>
      <p:sp>
        <p:nvSpPr>
          <p:cNvPr id="506" name="Shape 504"/>
          <p:cNvSpPr/>
          <p:nvPr/>
        </p:nvSpPr>
        <p:spPr>
          <a:xfrm>
            <a:off x="10570464" y="4876537"/>
            <a:ext cx="176480" cy="0"/>
          </a:xfrm>
          <a:prstGeom prst="line">
            <a:avLst/>
          </a:prstGeom>
          <a:noFill/>
          <a:ln w="25400">
            <a:solidFill>
              <a:srgbClr val="2F7F93"/>
            </a:solidFill>
            <a:prstDash val="solid"/>
            <a:headEnd type="none"/>
            <a:tailEnd type="none"/>
          </a:ln>
        </p:spPr>
      </p:sp>
      <p:sp>
        <p:nvSpPr>
          <p:cNvPr id="507" name="Shape 505"/>
          <p:cNvSpPr/>
          <p:nvPr/>
        </p:nvSpPr>
        <p:spPr>
          <a:xfrm>
            <a:off x="10744200" y="4873794"/>
            <a:ext cx="0" cy="22366"/>
          </a:xfrm>
          <a:prstGeom prst="line">
            <a:avLst/>
          </a:prstGeom>
          <a:noFill/>
          <a:ln w="25400">
            <a:solidFill>
              <a:srgbClr val="2F7F93"/>
            </a:solidFill>
            <a:prstDash val="solid"/>
            <a:headEnd type="none"/>
            <a:tailEnd type="none"/>
          </a:ln>
        </p:spPr>
      </p:sp>
      <p:sp>
        <p:nvSpPr>
          <p:cNvPr id="508" name="Shape 506"/>
          <p:cNvSpPr/>
          <p:nvPr/>
        </p:nvSpPr>
        <p:spPr>
          <a:xfrm>
            <a:off x="10744200" y="4893417"/>
            <a:ext cx="176480" cy="0"/>
          </a:xfrm>
          <a:prstGeom prst="line">
            <a:avLst/>
          </a:prstGeom>
          <a:noFill/>
          <a:ln w="25400">
            <a:solidFill>
              <a:srgbClr val="2F7F93"/>
            </a:solidFill>
            <a:prstDash val="solid"/>
            <a:headEnd type="none"/>
            <a:tailEnd type="none"/>
          </a:ln>
        </p:spPr>
      </p:sp>
      <p:sp>
        <p:nvSpPr>
          <p:cNvPr id="509" name="Shape 507"/>
          <p:cNvSpPr/>
          <p:nvPr/>
        </p:nvSpPr>
        <p:spPr>
          <a:xfrm>
            <a:off x="10917936" y="4890674"/>
            <a:ext cx="0" cy="7242"/>
          </a:xfrm>
          <a:prstGeom prst="line">
            <a:avLst/>
          </a:prstGeom>
          <a:noFill/>
          <a:ln w="25400">
            <a:solidFill>
              <a:srgbClr val="2F7F93"/>
            </a:solidFill>
            <a:prstDash val="solid"/>
            <a:headEnd type="none"/>
            <a:tailEnd type="none"/>
          </a:ln>
        </p:spPr>
      </p:sp>
      <p:sp>
        <p:nvSpPr>
          <p:cNvPr id="510" name="Shape 508"/>
          <p:cNvSpPr/>
          <p:nvPr/>
        </p:nvSpPr>
        <p:spPr>
          <a:xfrm>
            <a:off x="10917936" y="4895172"/>
            <a:ext cx="176479" cy="0"/>
          </a:xfrm>
          <a:prstGeom prst="line">
            <a:avLst/>
          </a:prstGeom>
          <a:noFill/>
          <a:ln w="25400">
            <a:solidFill>
              <a:srgbClr val="2F7F93"/>
            </a:solidFill>
            <a:prstDash val="solid"/>
            <a:headEnd type="none"/>
            <a:tailEnd type="none"/>
          </a:ln>
        </p:spPr>
      </p:sp>
      <p:sp>
        <p:nvSpPr>
          <p:cNvPr id="511" name="Shape 509"/>
          <p:cNvSpPr/>
          <p:nvPr/>
        </p:nvSpPr>
        <p:spPr>
          <a:xfrm>
            <a:off x="11091672" y="4884384"/>
            <a:ext cx="0" cy="13531"/>
          </a:xfrm>
          <a:prstGeom prst="line">
            <a:avLst/>
          </a:prstGeom>
          <a:noFill/>
          <a:ln w="25400">
            <a:solidFill>
              <a:srgbClr val="2F7F93"/>
            </a:solidFill>
            <a:prstDash val="solid"/>
            <a:headEnd type="none"/>
            <a:tailEnd type="none"/>
          </a:ln>
        </p:spPr>
      </p:sp>
      <p:sp>
        <p:nvSpPr>
          <p:cNvPr id="512" name="Shape 510"/>
          <p:cNvSpPr/>
          <p:nvPr/>
        </p:nvSpPr>
        <p:spPr>
          <a:xfrm>
            <a:off x="11091672" y="4887127"/>
            <a:ext cx="176480" cy="0"/>
          </a:xfrm>
          <a:prstGeom prst="line">
            <a:avLst/>
          </a:prstGeom>
          <a:noFill/>
          <a:ln w="25400">
            <a:solidFill>
              <a:srgbClr val="2F7F93"/>
            </a:solidFill>
            <a:prstDash val="solid"/>
            <a:headEnd type="none"/>
            <a:tailEnd type="none"/>
          </a:ln>
        </p:spPr>
      </p:sp>
      <p:sp>
        <p:nvSpPr>
          <p:cNvPr id="513" name="Shape 511"/>
          <p:cNvSpPr/>
          <p:nvPr/>
        </p:nvSpPr>
        <p:spPr>
          <a:xfrm>
            <a:off x="11265408" y="4860425"/>
            <a:ext cx="0" cy="29446"/>
          </a:xfrm>
          <a:prstGeom prst="line">
            <a:avLst/>
          </a:prstGeom>
          <a:noFill/>
          <a:ln w="25400">
            <a:solidFill>
              <a:srgbClr val="2F7F93"/>
            </a:solidFill>
            <a:prstDash val="solid"/>
            <a:headEnd type="none"/>
            <a:tailEnd type="none"/>
          </a:ln>
        </p:spPr>
      </p:sp>
      <p:sp>
        <p:nvSpPr>
          <p:cNvPr id="514" name="Shape 512"/>
          <p:cNvSpPr/>
          <p:nvPr/>
        </p:nvSpPr>
        <p:spPr>
          <a:xfrm>
            <a:off x="8549640" y="1792224"/>
            <a:ext cx="256032" cy="0"/>
          </a:xfrm>
          <a:prstGeom prst="line">
            <a:avLst/>
          </a:prstGeom>
          <a:noFill/>
          <a:ln w="27940">
            <a:solidFill>
              <a:srgbClr val="2F7F93"/>
            </a:solidFill>
            <a:prstDash val="solid"/>
          </a:ln>
        </p:spPr>
      </p:sp>
      <p:sp>
        <p:nvSpPr>
          <p:cNvPr id="515" name="Text 513"/>
          <p:cNvSpPr/>
          <p:nvPr/>
        </p:nvSpPr>
        <p:spPr>
          <a:xfrm>
            <a:off x="8878824" y="1719072"/>
            <a:ext cx="2011680"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C₄/C₂</a:t>
            </a:r>
            <a:endParaRPr lang="en-US" sz="920" dirty="0"/>
          </a:p>
        </p:txBody>
      </p:sp>
      <p:sp>
        <p:nvSpPr>
          <p:cNvPr id="516" name="Shape 514"/>
          <p:cNvSpPr/>
          <p:nvPr/>
        </p:nvSpPr>
        <p:spPr>
          <a:xfrm>
            <a:off x="841248" y="3196608"/>
            <a:ext cx="176480" cy="0"/>
          </a:xfrm>
          <a:prstGeom prst="line">
            <a:avLst/>
          </a:prstGeom>
          <a:noFill/>
          <a:ln w="25400">
            <a:solidFill>
              <a:srgbClr val="D87932"/>
            </a:solidFill>
            <a:prstDash val="solid"/>
            <a:headEnd type="none"/>
            <a:tailEnd type="none"/>
          </a:ln>
        </p:spPr>
      </p:sp>
      <p:sp>
        <p:nvSpPr>
          <p:cNvPr id="517" name="Shape 515"/>
          <p:cNvSpPr/>
          <p:nvPr/>
        </p:nvSpPr>
        <p:spPr>
          <a:xfrm>
            <a:off x="1014984" y="3193865"/>
            <a:ext cx="0" cy="96624"/>
          </a:xfrm>
          <a:prstGeom prst="line">
            <a:avLst/>
          </a:prstGeom>
          <a:noFill/>
          <a:ln w="25400">
            <a:solidFill>
              <a:srgbClr val="D87932"/>
            </a:solidFill>
            <a:prstDash val="solid"/>
            <a:headEnd type="none"/>
            <a:tailEnd type="none"/>
          </a:ln>
        </p:spPr>
      </p:sp>
      <p:sp>
        <p:nvSpPr>
          <p:cNvPr id="518" name="Shape 516"/>
          <p:cNvSpPr/>
          <p:nvPr/>
        </p:nvSpPr>
        <p:spPr>
          <a:xfrm>
            <a:off x="1014984" y="3287745"/>
            <a:ext cx="176479" cy="0"/>
          </a:xfrm>
          <a:prstGeom prst="line">
            <a:avLst/>
          </a:prstGeom>
          <a:noFill/>
          <a:ln w="25400">
            <a:solidFill>
              <a:srgbClr val="D87932"/>
            </a:solidFill>
            <a:prstDash val="solid"/>
            <a:headEnd type="none"/>
            <a:tailEnd type="none"/>
          </a:ln>
        </p:spPr>
      </p:sp>
      <p:sp>
        <p:nvSpPr>
          <p:cNvPr id="519" name="Shape 517"/>
          <p:cNvSpPr/>
          <p:nvPr/>
        </p:nvSpPr>
        <p:spPr>
          <a:xfrm>
            <a:off x="1188720" y="3285002"/>
            <a:ext cx="0" cy="373916"/>
          </a:xfrm>
          <a:prstGeom prst="line">
            <a:avLst/>
          </a:prstGeom>
          <a:noFill/>
          <a:ln w="25400">
            <a:solidFill>
              <a:srgbClr val="D87932"/>
            </a:solidFill>
            <a:prstDash val="solid"/>
            <a:headEnd type="none"/>
            <a:tailEnd type="none"/>
          </a:ln>
        </p:spPr>
      </p:sp>
      <p:sp>
        <p:nvSpPr>
          <p:cNvPr id="520" name="Shape 518"/>
          <p:cNvSpPr/>
          <p:nvPr/>
        </p:nvSpPr>
        <p:spPr>
          <a:xfrm>
            <a:off x="1188720" y="3656175"/>
            <a:ext cx="176480" cy="0"/>
          </a:xfrm>
          <a:prstGeom prst="line">
            <a:avLst/>
          </a:prstGeom>
          <a:noFill/>
          <a:ln w="25400">
            <a:solidFill>
              <a:srgbClr val="D87932"/>
            </a:solidFill>
            <a:prstDash val="solid"/>
            <a:headEnd type="none"/>
            <a:tailEnd type="none"/>
          </a:ln>
        </p:spPr>
      </p:sp>
      <p:sp>
        <p:nvSpPr>
          <p:cNvPr id="521" name="Shape 519"/>
          <p:cNvSpPr/>
          <p:nvPr/>
        </p:nvSpPr>
        <p:spPr>
          <a:xfrm>
            <a:off x="1362456" y="3653432"/>
            <a:ext cx="0" cy="431253"/>
          </a:xfrm>
          <a:prstGeom prst="line">
            <a:avLst/>
          </a:prstGeom>
          <a:noFill/>
          <a:ln w="25400">
            <a:solidFill>
              <a:srgbClr val="D87932"/>
            </a:solidFill>
            <a:prstDash val="solid"/>
            <a:headEnd type="none"/>
            <a:tailEnd type="none"/>
          </a:ln>
        </p:spPr>
      </p:sp>
      <p:sp>
        <p:nvSpPr>
          <p:cNvPr id="522" name="Shape 520"/>
          <p:cNvSpPr/>
          <p:nvPr/>
        </p:nvSpPr>
        <p:spPr>
          <a:xfrm>
            <a:off x="1362456" y="4081942"/>
            <a:ext cx="176480" cy="0"/>
          </a:xfrm>
          <a:prstGeom prst="line">
            <a:avLst/>
          </a:prstGeom>
          <a:noFill/>
          <a:ln w="25400">
            <a:solidFill>
              <a:srgbClr val="D87932"/>
            </a:solidFill>
            <a:prstDash val="solid"/>
            <a:headEnd type="none"/>
            <a:tailEnd type="none"/>
          </a:ln>
        </p:spPr>
      </p:sp>
      <p:sp>
        <p:nvSpPr>
          <p:cNvPr id="523" name="Shape 521"/>
          <p:cNvSpPr/>
          <p:nvPr/>
        </p:nvSpPr>
        <p:spPr>
          <a:xfrm>
            <a:off x="1536192" y="4079198"/>
            <a:ext cx="0" cy="277065"/>
          </a:xfrm>
          <a:prstGeom prst="line">
            <a:avLst/>
          </a:prstGeom>
          <a:noFill/>
          <a:ln w="25400">
            <a:solidFill>
              <a:srgbClr val="D87932"/>
            </a:solidFill>
            <a:prstDash val="solid"/>
            <a:headEnd type="none"/>
            <a:tailEnd type="none"/>
          </a:ln>
        </p:spPr>
      </p:sp>
      <p:sp>
        <p:nvSpPr>
          <p:cNvPr id="524" name="Shape 522"/>
          <p:cNvSpPr/>
          <p:nvPr/>
        </p:nvSpPr>
        <p:spPr>
          <a:xfrm>
            <a:off x="1536192" y="4353520"/>
            <a:ext cx="176479" cy="0"/>
          </a:xfrm>
          <a:prstGeom prst="line">
            <a:avLst/>
          </a:prstGeom>
          <a:noFill/>
          <a:ln w="25400">
            <a:solidFill>
              <a:srgbClr val="D87932"/>
            </a:solidFill>
            <a:prstDash val="solid"/>
            <a:headEnd type="none"/>
            <a:tailEnd type="none"/>
          </a:ln>
        </p:spPr>
      </p:sp>
      <p:sp>
        <p:nvSpPr>
          <p:cNvPr id="525" name="Shape 523"/>
          <p:cNvSpPr/>
          <p:nvPr/>
        </p:nvSpPr>
        <p:spPr>
          <a:xfrm>
            <a:off x="1709928" y="4350777"/>
            <a:ext cx="0" cy="245728"/>
          </a:xfrm>
          <a:prstGeom prst="line">
            <a:avLst/>
          </a:prstGeom>
          <a:noFill/>
          <a:ln w="25400">
            <a:solidFill>
              <a:srgbClr val="D87932"/>
            </a:solidFill>
            <a:prstDash val="solid"/>
            <a:headEnd type="none"/>
            <a:tailEnd type="none"/>
          </a:ln>
        </p:spPr>
      </p:sp>
      <p:sp>
        <p:nvSpPr>
          <p:cNvPr id="526" name="Shape 524"/>
          <p:cNvSpPr/>
          <p:nvPr/>
        </p:nvSpPr>
        <p:spPr>
          <a:xfrm>
            <a:off x="1709928" y="4593761"/>
            <a:ext cx="176480" cy="0"/>
          </a:xfrm>
          <a:prstGeom prst="line">
            <a:avLst/>
          </a:prstGeom>
          <a:noFill/>
          <a:ln w="25400">
            <a:solidFill>
              <a:srgbClr val="D87932"/>
            </a:solidFill>
            <a:prstDash val="solid"/>
            <a:headEnd type="none"/>
            <a:tailEnd type="none"/>
          </a:ln>
        </p:spPr>
      </p:sp>
      <p:sp>
        <p:nvSpPr>
          <p:cNvPr id="527" name="Shape 525"/>
          <p:cNvSpPr/>
          <p:nvPr/>
        </p:nvSpPr>
        <p:spPr>
          <a:xfrm>
            <a:off x="1883664" y="4591018"/>
            <a:ext cx="0" cy="244192"/>
          </a:xfrm>
          <a:prstGeom prst="line">
            <a:avLst/>
          </a:prstGeom>
          <a:noFill/>
          <a:ln w="25400">
            <a:solidFill>
              <a:srgbClr val="D87932"/>
            </a:solidFill>
            <a:prstDash val="solid"/>
            <a:headEnd type="none"/>
            <a:tailEnd type="none"/>
          </a:ln>
        </p:spPr>
      </p:sp>
      <p:sp>
        <p:nvSpPr>
          <p:cNvPr id="528" name="Shape 526"/>
          <p:cNvSpPr/>
          <p:nvPr/>
        </p:nvSpPr>
        <p:spPr>
          <a:xfrm>
            <a:off x="1883664" y="4832466"/>
            <a:ext cx="176480" cy="0"/>
          </a:xfrm>
          <a:prstGeom prst="line">
            <a:avLst/>
          </a:prstGeom>
          <a:noFill/>
          <a:ln w="25400">
            <a:solidFill>
              <a:srgbClr val="D87932"/>
            </a:solidFill>
            <a:prstDash val="solid"/>
            <a:headEnd type="none"/>
            <a:tailEnd type="none"/>
          </a:ln>
        </p:spPr>
      </p:sp>
      <p:sp>
        <p:nvSpPr>
          <p:cNvPr id="529" name="Shape 527"/>
          <p:cNvSpPr/>
          <p:nvPr/>
        </p:nvSpPr>
        <p:spPr>
          <a:xfrm>
            <a:off x="2057400" y="4829723"/>
            <a:ext cx="0" cy="26789"/>
          </a:xfrm>
          <a:prstGeom prst="line">
            <a:avLst/>
          </a:prstGeom>
          <a:noFill/>
          <a:ln w="25400">
            <a:solidFill>
              <a:srgbClr val="D87932"/>
            </a:solidFill>
            <a:prstDash val="solid"/>
            <a:headEnd type="none"/>
            <a:tailEnd type="none"/>
          </a:ln>
        </p:spPr>
      </p:sp>
      <p:sp>
        <p:nvSpPr>
          <p:cNvPr id="530" name="Shape 528"/>
          <p:cNvSpPr/>
          <p:nvPr/>
        </p:nvSpPr>
        <p:spPr>
          <a:xfrm>
            <a:off x="2057400" y="4853769"/>
            <a:ext cx="176479" cy="0"/>
          </a:xfrm>
          <a:prstGeom prst="line">
            <a:avLst/>
          </a:prstGeom>
          <a:noFill/>
          <a:ln w="25400">
            <a:solidFill>
              <a:srgbClr val="D87932"/>
            </a:solidFill>
            <a:prstDash val="solid"/>
            <a:headEnd type="none"/>
            <a:tailEnd type="none"/>
          </a:ln>
        </p:spPr>
      </p:sp>
      <p:sp>
        <p:nvSpPr>
          <p:cNvPr id="531" name="Shape 529"/>
          <p:cNvSpPr/>
          <p:nvPr/>
        </p:nvSpPr>
        <p:spPr>
          <a:xfrm>
            <a:off x="2231136" y="4795430"/>
            <a:ext cx="0" cy="61082"/>
          </a:xfrm>
          <a:prstGeom prst="line">
            <a:avLst/>
          </a:prstGeom>
          <a:noFill/>
          <a:ln w="25400">
            <a:solidFill>
              <a:srgbClr val="D87932"/>
            </a:solidFill>
            <a:prstDash val="solid"/>
            <a:headEnd type="none"/>
            <a:tailEnd type="none"/>
          </a:ln>
        </p:spPr>
      </p:sp>
      <p:sp>
        <p:nvSpPr>
          <p:cNvPr id="532" name="Shape 530"/>
          <p:cNvSpPr/>
          <p:nvPr/>
        </p:nvSpPr>
        <p:spPr>
          <a:xfrm>
            <a:off x="2231136" y="4798173"/>
            <a:ext cx="176480" cy="0"/>
          </a:xfrm>
          <a:prstGeom prst="line">
            <a:avLst/>
          </a:prstGeom>
          <a:noFill/>
          <a:ln w="25400">
            <a:solidFill>
              <a:srgbClr val="D87932"/>
            </a:solidFill>
            <a:prstDash val="solid"/>
            <a:headEnd type="none"/>
            <a:tailEnd type="none"/>
          </a:ln>
        </p:spPr>
      </p:sp>
      <p:sp>
        <p:nvSpPr>
          <p:cNvPr id="533" name="Shape 531"/>
          <p:cNvSpPr/>
          <p:nvPr/>
        </p:nvSpPr>
        <p:spPr>
          <a:xfrm>
            <a:off x="2404872" y="4666650"/>
            <a:ext cx="0" cy="134267"/>
          </a:xfrm>
          <a:prstGeom prst="line">
            <a:avLst/>
          </a:prstGeom>
          <a:noFill/>
          <a:ln w="25400">
            <a:solidFill>
              <a:srgbClr val="D87932"/>
            </a:solidFill>
            <a:prstDash val="solid"/>
            <a:headEnd type="none"/>
            <a:tailEnd type="none"/>
          </a:ln>
        </p:spPr>
      </p:sp>
      <p:sp>
        <p:nvSpPr>
          <p:cNvPr id="534" name="Shape 532"/>
          <p:cNvSpPr/>
          <p:nvPr/>
        </p:nvSpPr>
        <p:spPr>
          <a:xfrm>
            <a:off x="2404872" y="4669393"/>
            <a:ext cx="176480" cy="0"/>
          </a:xfrm>
          <a:prstGeom prst="line">
            <a:avLst/>
          </a:prstGeom>
          <a:noFill/>
          <a:ln w="25400">
            <a:solidFill>
              <a:srgbClr val="D87932"/>
            </a:solidFill>
            <a:prstDash val="solid"/>
            <a:headEnd type="none"/>
            <a:tailEnd type="none"/>
          </a:ln>
        </p:spPr>
      </p:sp>
      <p:sp>
        <p:nvSpPr>
          <p:cNvPr id="535" name="Shape 533"/>
          <p:cNvSpPr/>
          <p:nvPr/>
        </p:nvSpPr>
        <p:spPr>
          <a:xfrm>
            <a:off x="2578608" y="4318715"/>
            <a:ext cx="0" cy="353421"/>
          </a:xfrm>
          <a:prstGeom prst="line">
            <a:avLst/>
          </a:prstGeom>
          <a:noFill/>
          <a:ln w="25400">
            <a:solidFill>
              <a:srgbClr val="D87932"/>
            </a:solidFill>
            <a:prstDash val="solid"/>
            <a:headEnd type="none"/>
            <a:tailEnd type="none"/>
          </a:ln>
        </p:spPr>
      </p:sp>
      <p:sp>
        <p:nvSpPr>
          <p:cNvPr id="536" name="Shape 534"/>
          <p:cNvSpPr/>
          <p:nvPr/>
        </p:nvSpPr>
        <p:spPr>
          <a:xfrm>
            <a:off x="2578608" y="4321458"/>
            <a:ext cx="176479" cy="0"/>
          </a:xfrm>
          <a:prstGeom prst="line">
            <a:avLst/>
          </a:prstGeom>
          <a:noFill/>
          <a:ln w="25400">
            <a:solidFill>
              <a:srgbClr val="D87932"/>
            </a:solidFill>
            <a:prstDash val="solid"/>
            <a:headEnd type="none"/>
            <a:tailEnd type="none"/>
          </a:ln>
        </p:spPr>
      </p:sp>
      <p:sp>
        <p:nvSpPr>
          <p:cNvPr id="537" name="Shape 535"/>
          <p:cNvSpPr/>
          <p:nvPr/>
        </p:nvSpPr>
        <p:spPr>
          <a:xfrm>
            <a:off x="2752344" y="4061671"/>
            <a:ext cx="0" cy="262530"/>
          </a:xfrm>
          <a:prstGeom prst="line">
            <a:avLst/>
          </a:prstGeom>
          <a:noFill/>
          <a:ln w="25400">
            <a:solidFill>
              <a:srgbClr val="D87932"/>
            </a:solidFill>
            <a:prstDash val="solid"/>
            <a:headEnd type="none"/>
            <a:tailEnd type="none"/>
          </a:ln>
        </p:spPr>
      </p:sp>
      <p:sp>
        <p:nvSpPr>
          <p:cNvPr id="538" name="Shape 536"/>
          <p:cNvSpPr/>
          <p:nvPr/>
        </p:nvSpPr>
        <p:spPr>
          <a:xfrm>
            <a:off x="2752344" y="4064415"/>
            <a:ext cx="176480" cy="0"/>
          </a:xfrm>
          <a:prstGeom prst="line">
            <a:avLst/>
          </a:prstGeom>
          <a:noFill/>
          <a:ln w="25400">
            <a:solidFill>
              <a:srgbClr val="D87932"/>
            </a:solidFill>
            <a:prstDash val="solid"/>
            <a:headEnd type="none"/>
            <a:tailEnd type="none"/>
          </a:ln>
        </p:spPr>
      </p:sp>
      <p:sp>
        <p:nvSpPr>
          <p:cNvPr id="539" name="Shape 537"/>
          <p:cNvSpPr/>
          <p:nvPr/>
        </p:nvSpPr>
        <p:spPr>
          <a:xfrm>
            <a:off x="2926080" y="3850424"/>
            <a:ext cx="0" cy="216734"/>
          </a:xfrm>
          <a:prstGeom prst="line">
            <a:avLst/>
          </a:prstGeom>
          <a:noFill/>
          <a:ln w="25400">
            <a:solidFill>
              <a:srgbClr val="D87932"/>
            </a:solidFill>
            <a:prstDash val="solid"/>
            <a:headEnd type="none"/>
            <a:tailEnd type="none"/>
          </a:ln>
        </p:spPr>
      </p:sp>
      <p:sp>
        <p:nvSpPr>
          <p:cNvPr id="540" name="Shape 538"/>
          <p:cNvSpPr/>
          <p:nvPr/>
        </p:nvSpPr>
        <p:spPr>
          <a:xfrm>
            <a:off x="2926080" y="3853167"/>
            <a:ext cx="176480" cy="0"/>
          </a:xfrm>
          <a:prstGeom prst="line">
            <a:avLst/>
          </a:prstGeom>
          <a:noFill/>
          <a:ln w="25400">
            <a:solidFill>
              <a:srgbClr val="D87932"/>
            </a:solidFill>
            <a:prstDash val="solid"/>
            <a:headEnd type="none"/>
            <a:tailEnd type="none"/>
          </a:ln>
        </p:spPr>
      </p:sp>
      <p:sp>
        <p:nvSpPr>
          <p:cNvPr id="541" name="Shape 539"/>
          <p:cNvSpPr/>
          <p:nvPr/>
        </p:nvSpPr>
        <p:spPr>
          <a:xfrm>
            <a:off x="3099816" y="3586092"/>
            <a:ext cx="0" cy="269819"/>
          </a:xfrm>
          <a:prstGeom prst="line">
            <a:avLst/>
          </a:prstGeom>
          <a:noFill/>
          <a:ln w="25400">
            <a:solidFill>
              <a:srgbClr val="D87932"/>
            </a:solidFill>
            <a:prstDash val="solid"/>
            <a:headEnd type="none"/>
            <a:tailEnd type="none"/>
          </a:ln>
        </p:spPr>
      </p:sp>
      <p:sp>
        <p:nvSpPr>
          <p:cNvPr id="542" name="Shape 540"/>
          <p:cNvSpPr/>
          <p:nvPr/>
        </p:nvSpPr>
        <p:spPr>
          <a:xfrm>
            <a:off x="3099816" y="3588835"/>
            <a:ext cx="176479" cy="0"/>
          </a:xfrm>
          <a:prstGeom prst="line">
            <a:avLst/>
          </a:prstGeom>
          <a:noFill/>
          <a:ln w="25400">
            <a:solidFill>
              <a:srgbClr val="D87932"/>
            </a:solidFill>
            <a:prstDash val="solid"/>
            <a:headEnd type="none"/>
            <a:tailEnd type="none"/>
          </a:ln>
        </p:spPr>
      </p:sp>
      <p:sp>
        <p:nvSpPr>
          <p:cNvPr id="543" name="Shape 541"/>
          <p:cNvSpPr/>
          <p:nvPr/>
        </p:nvSpPr>
        <p:spPr>
          <a:xfrm>
            <a:off x="3273552" y="3460840"/>
            <a:ext cx="0" cy="130738"/>
          </a:xfrm>
          <a:prstGeom prst="line">
            <a:avLst/>
          </a:prstGeom>
          <a:noFill/>
          <a:ln w="25400">
            <a:solidFill>
              <a:srgbClr val="D87932"/>
            </a:solidFill>
            <a:prstDash val="solid"/>
            <a:headEnd type="none"/>
            <a:tailEnd type="none"/>
          </a:ln>
        </p:spPr>
      </p:sp>
      <p:sp>
        <p:nvSpPr>
          <p:cNvPr id="544" name="Shape 542"/>
          <p:cNvSpPr/>
          <p:nvPr/>
        </p:nvSpPr>
        <p:spPr>
          <a:xfrm>
            <a:off x="3273552" y="3463583"/>
            <a:ext cx="176480" cy="0"/>
          </a:xfrm>
          <a:prstGeom prst="line">
            <a:avLst/>
          </a:prstGeom>
          <a:noFill/>
          <a:ln w="25400">
            <a:solidFill>
              <a:srgbClr val="D87932"/>
            </a:solidFill>
            <a:prstDash val="solid"/>
            <a:headEnd type="none"/>
            <a:tailEnd type="none"/>
          </a:ln>
        </p:spPr>
      </p:sp>
      <p:sp>
        <p:nvSpPr>
          <p:cNvPr id="545" name="Shape 543"/>
          <p:cNvSpPr/>
          <p:nvPr/>
        </p:nvSpPr>
        <p:spPr>
          <a:xfrm>
            <a:off x="3447288" y="3407350"/>
            <a:ext cx="0" cy="58977"/>
          </a:xfrm>
          <a:prstGeom prst="line">
            <a:avLst/>
          </a:prstGeom>
          <a:noFill/>
          <a:ln w="25400">
            <a:solidFill>
              <a:srgbClr val="D87932"/>
            </a:solidFill>
            <a:prstDash val="solid"/>
            <a:headEnd type="none"/>
            <a:tailEnd type="none"/>
          </a:ln>
        </p:spPr>
      </p:sp>
      <p:sp>
        <p:nvSpPr>
          <p:cNvPr id="546" name="Shape 544"/>
          <p:cNvSpPr/>
          <p:nvPr/>
        </p:nvSpPr>
        <p:spPr>
          <a:xfrm>
            <a:off x="3447288" y="3410093"/>
            <a:ext cx="176480" cy="0"/>
          </a:xfrm>
          <a:prstGeom prst="line">
            <a:avLst/>
          </a:prstGeom>
          <a:noFill/>
          <a:ln w="25400">
            <a:solidFill>
              <a:srgbClr val="D87932"/>
            </a:solidFill>
            <a:prstDash val="solid"/>
            <a:headEnd type="none"/>
            <a:tailEnd type="none"/>
          </a:ln>
        </p:spPr>
      </p:sp>
      <p:sp>
        <p:nvSpPr>
          <p:cNvPr id="547" name="Shape 545"/>
          <p:cNvSpPr/>
          <p:nvPr/>
        </p:nvSpPr>
        <p:spPr>
          <a:xfrm>
            <a:off x="3621024" y="3407350"/>
            <a:ext cx="0" cy="30344"/>
          </a:xfrm>
          <a:prstGeom prst="line">
            <a:avLst/>
          </a:prstGeom>
          <a:noFill/>
          <a:ln w="25400">
            <a:solidFill>
              <a:srgbClr val="D87932"/>
            </a:solidFill>
            <a:prstDash val="solid"/>
            <a:headEnd type="none"/>
            <a:tailEnd type="none"/>
          </a:ln>
        </p:spPr>
      </p:sp>
      <p:sp>
        <p:nvSpPr>
          <p:cNvPr id="548" name="Shape 546"/>
          <p:cNvSpPr/>
          <p:nvPr/>
        </p:nvSpPr>
        <p:spPr>
          <a:xfrm>
            <a:off x="3621024" y="3434950"/>
            <a:ext cx="176479" cy="0"/>
          </a:xfrm>
          <a:prstGeom prst="line">
            <a:avLst/>
          </a:prstGeom>
          <a:noFill/>
          <a:ln w="25400">
            <a:solidFill>
              <a:srgbClr val="D87932"/>
            </a:solidFill>
            <a:prstDash val="solid"/>
            <a:headEnd type="none"/>
            <a:tailEnd type="none"/>
          </a:ln>
        </p:spPr>
      </p:sp>
      <p:sp>
        <p:nvSpPr>
          <p:cNvPr id="549" name="Shape 547"/>
          <p:cNvSpPr/>
          <p:nvPr/>
        </p:nvSpPr>
        <p:spPr>
          <a:xfrm>
            <a:off x="3794760" y="3432207"/>
            <a:ext cx="0" cy="258241"/>
          </a:xfrm>
          <a:prstGeom prst="line">
            <a:avLst/>
          </a:prstGeom>
          <a:noFill/>
          <a:ln w="25400">
            <a:solidFill>
              <a:srgbClr val="D87932"/>
            </a:solidFill>
            <a:prstDash val="solid"/>
            <a:headEnd type="none"/>
            <a:tailEnd type="none"/>
          </a:ln>
        </p:spPr>
      </p:sp>
      <p:sp>
        <p:nvSpPr>
          <p:cNvPr id="550" name="Shape 548"/>
          <p:cNvSpPr/>
          <p:nvPr/>
        </p:nvSpPr>
        <p:spPr>
          <a:xfrm>
            <a:off x="3794760" y="3687704"/>
            <a:ext cx="176480" cy="0"/>
          </a:xfrm>
          <a:prstGeom prst="line">
            <a:avLst/>
          </a:prstGeom>
          <a:noFill/>
          <a:ln w="25400">
            <a:solidFill>
              <a:srgbClr val="D87932"/>
            </a:solidFill>
            <a:prstDash val="solid"/>
            <a:headEnd type="none"/>
            <a:tailEnd type="none"/>
          </a:ln>
        </p:spPr>
      </p:sp>
      <p:sp>
        <p:nvSpPr>
          <p:cNvPr id="551" name="Shape 549"/>
          <p:cNvSpPr/>
          <p:nvPr/>
        </p:nvSpPr>
        <p:spPr>
          <a:xfrm>
            <a:off x="3968496" y="3684961"/>
            <a:ext cx="0" cy="371132"/>
          </a:xfrm>
          <a:prstGeom prst="line">
            <a:avLst/>
          </a:prstGeom>
          <a:noFill/>
          <a:ln w="25400">
            <a:solidFill>
              <a:srgbClr val="D87932"/>
            </a:solidFill>
            <a:prstDash val="solid"/>
            <a:headEnd type="none"/>
            <a:tailEnd type="none"/>
          </a:ln>
        </p:spPr>
      </p:sp>
      <p:sp>
        <p:nvSpPr>
          <p:cNvPr id="552" name="Shape 550"/>
          <p:cNvSpPr/>
          <p:nvPr/>
        </p:nvSpPr>
        <p:spPr>
          <a:xfrm>
            <a:off x="3968496" y="4053350"/>
            <a:ext cx="176480" cy="0"/>
          </a:xfrm>
          <a:prstGeom prst="line">
            <a:avLst/>
          </a:prstGeom>
          <a:noFill/>
          <a:ln w="25400">
            <a:solidFill>
              <a:srgbClr val="D87932"/>
            </a:solidFill>
            <a:prstDash val="solid"/>
            <a:headEnd type="none"/>
            <a:tailEnd type="none"/>
          </a:ln>
        </p:spPr>
      </p:sp>
      <p:sp>
        <p:nvSpPr>
          <p:cNvPr id="553" name="Shape 551"/>
          <p:cNvSpPr/>
          <p:nvPr/>
        </p:nvSpPr>
        <p:spPr>
          <a:xfrm>
            <a:off x="4142232" y="4050606"/>
            <a:ext cx="0" cy="253822"/>
          </a:xfrm>
          <a:prstGeom prst="line">
            <a:avLst/>
          </a:prstGeom>
          <a:noFill/>
          <a:ln w="25400">
            <a:solidFill>
              <a:srgbClr val="D87932"/>
            </a:solidFill>
            <a:prstDash val="solid"/>
            <a:headEnd type="none"/>
            <a:tailEnd type="none"/>
          </a:ln>
        </p:spPr>
      </p:sp>
      <p:sp>
        <p:nvSpPr>
          <p:cNvPr id="554" name="Shape 552"/>
          <p:cNvSpPr/>
          <p:nvPr/>
        </p:nvSpPr>
        <p:spPr>
          <a:xfrm>
            <a:off x="4142232" y="4301685"/>
            <a:ext cx="176479" cy="0"/>
          </a:xfrm>
          <a:prstGeom prst="line">
            <a:avLst/>
          </a:prstGeom>
          <a:noFill/>
          <a:ln w="25400">
            <a:solidFill>
              <a:srgbClr val="D87932"/>
            </a:solidFill>
            <a:prstDash val="solid"/>
            <a:headEnd type="none"/>
            <a:tailEnd type="none"/>
          </a:ln>
        </p:spPr>
      </p:sp>
      <p:sp>
        <p:nvSpPr>
          <p:cNvPr id="555" name="Shape 553"/>
          <p:cNvSpPr/>
          <p:nvPr/>
        </p:nvSpPr>
        <p:spPr>
          <a:xfrm>
            <a:off x="4315968" y="4298942"/>
            <a:ext cx="0" cy="96221"/>
          </a:xfrm>
          <a:prstGeom prst="line">
            <a:avLst/>
          </a:prstGeom>
          <a:noFill/>
          <a:ln w="25400">
            <a:solidFill>
              <a:srgbClr val="D87932"/>
            </a:solidFill>
            <a:prstDash val="solid"/>
            <a:headEnd type="none"/>
            <a:tailEnd type="none"/>
          </a:ln>
        </p:spPr>
      </p:sp>
      <p:sp>
        <p:nvSpPr>
          <p:cNvPr id="556" name="Shape 554"/>
          <p:cNvSpPr/>
          <p:nvPr/>
        </p:nvSpPr>
        <p:spPr>
          <a:xfrm>
            <a:off x="4315968" y="4392420"/>
            <a:ext cx="176480" cy="0"/>
          </a:xfrm>
          <a:prstGeom prst="line">
            <a:avLst/>
          </a:prstGeom>
          <a:noFill/>
          <a:ln w="25400">
            <a:solidFill>
              <a:srgbClr val="D87932"/>
            </a:solidFill>
            <a:prstDash val="solid"/>
            <a:headEnd type="none"/>
            <a:tailEnd type="none"/>
          </a:ln>
        </p:spPr>
      </p:sp>
      <p:sp>
        <p:nvSpPr>
          <p:cNvPr id="557" name="Shape 555"/>
          <p:cNvSpPr/>
          <p:nvPr/>
        </p:nvSpPr>
        <p:spPr>
          <a:xfrm>
            <a:off x="4489704" y="4389677"/>
            <a:ext cx="0" cy="88553"/>
          </a:xfrm>
          <a:prstGeom prst="line">
            <a:avLst/>
          </a:prstGeom>
          <a:noFill/>
          <a:ln w="25400">
            <a:solidFill>
              <a:srgbClr val="D87932"/>
            </a:solidFill>
            <a:prstDash val="solid"/>
            <a:headEnd type="none"/>
            <a:tailEnd type="none"/>
          </a:ln>
        </p:spPr>
      </p:sp>
      <p:sp>
        <p:nvSpPr>
          <p:cNvPr id="558" name="Shape 556"/>
          <p:cNvSpPr/>
          <p:nvPr/>
        </p:nvSpPr>
        <p:spPr>
          <a:xfrm>
            <a:off x="4489704" y="4475486"/>
            <a:ext cx="176480" cy="0"/>
          </a:xfrm>
          <a:prstGeom prst="line">
            <a:avLst/>
          </a:prstGeom>
          <a:noFill/>
          <a:ln w="25400">
            <a:solidFill>
              <a:srgbClr val="D87932"/>
            </a:solidFill>
            <a:prstDash val="solid"/>
            <a:headEnd type="none"/>
            <a:tailEnd type="none"/>
          </a:ln>
        </p:spPr>
      </p:sp>
      <p:sp>
        <p:nvSpPr>
          <p:cNvPr id="559" name="Shape 557"/>
          <p:cNvSpPr/>
          <p:nvPr/>
        </p:nvSpPr>
        <p:spPr>
          <a:xfrm>
            <a:off x="4663440" y="4472743"/>
            <a:ext cx="0" cy="62424"/>
          </a:xfrm>
          <a:prstGeom prst="line">
            <a:avLst/>
          </a:prstGeom>
          <a:noFill/>
          <a:ln w="25400">
            <a:solidFill>
              <a:srgbClr val="D87932"/>
            </a:solidFill>
            <a:prstDash val="solid"/>
            <a:headEnd type="none"/>
            <a:tailEnd type="none"/>
          </a:ln>
        </p:spPr>
      </p:sp>
      <p:sp>
        <p:nvSpPr>
          <p:cNvPr id="560" name="Shape 558"/>
          <p:cNvSpPr/>
          <p:nvPr/>
        </p:nvSpPr>
        <p:spPr>
          <a:xfrm>
            <a:off x="4663440" y="4532424"/>
            <a:ext cx="176479" cy="0"/>
          </a:xfrm>
          <a:prstGeom prst="line">
            <a:avLst/>
          </a:prstGeom>
          <a:noFill/>
          <a:ln w="25400">
            <a:solidFill>
              <a:srgbClr val="D87932"/>
            </a:solidFill>
            <a:prstDash val="solid"/>
            <a:headEnd type="none"/>
            <a:tailEnd type="none"/>
          </a:ln>
        </p:spPr>
      </p:sp>
      <p:sp>
        <p:nvSpPr>
          <p:cNvPr id="561" name="Shape 559"/>
          <p:cNvSpPr/>
          <p:nvPr/>
        </p:nvSpPr>
        <p:spPr>
          <a:xfrm>
            <a:off x="4837176" y="4435945"/>
            <a:ext cx="0" cy="99222"/>
          </a:xfrm>
          <a:prstGeom prst="line">
            <a:avLst/>
          </a:prstGeom>
          <a:noFill/>
          <a:ln w="25400">
            <a:solidFill>
              <a:srgbClr val="D87932"/>
            </a:solidFill>
            <a:prstDash val="solid"/>
            <a:headEnd type="none"/>
            <a:tailEnd type="none"/>
          </a:ln>
        </p:spPr>
      </p:sp>
      <p:sp>
        <p:nvSpPr>
          <p:cNvPr id="562" name="Shape 560"/>
          <p:cNvSpPr/>
          <p:nvPr/>
        </p:nvSpPr>
        <p:spPr>
          <a:xfrm>
            <a:off x="4837176" y="4438688"/>
            <a:ext cx="176480" cy="0"/>
          </a:xfrm>
          <a:prstGeom prst="line">
            <a:avLst/>
          </a:prstGeom>
          <a:noFill/>
          <a:ln w="25400">
            <a:solidFill>
              <a:srgbClr val="D87932"/>
            </a:solidFill>
            <a:prstDash val="solid"/>
            <a:headEnd type="none"/>
            <a:tailEnd type="none"/>
          </a:ln>
        </p:spPr>
      </p:sp>
      <p:sp>
        <p:nvSpPr>
          <p:cNvPr id="563" name="Shape 561"/>
          <p:cNvSpPr/>
          <p:nvPr/>
        </p:nvSpPr>
        <p:spPr>
          <a:xfrm>
            <a:off x="5010912" y="4435945"/>
            <a:ext cx="0" cy="73919"/>
          </a:xfrm>
          <a:prstGeom prst="line">
            <a:avLst/>
          </a:prstGeom>
          <a:noFill/>
          <a:ln w="25400">
            <a:solidFill>
              <a:srgbClr val="D87932"/>
            </a:solidFill>
            <a:prstDash val="solid"/>
            <a:headEnd type="none"/>
            <a:tailEnd type="none"/>
          </a:ln>
        </p:spPr>
      </p:sp>
      <p:sp>
        <p:nvSpPr>
          <p:cNvPr id="564" name="Shape 562"/>
          <p:cNvSpPr/>
          <p:nvPr/>
        </p:nvSpPr>
        <p:spPr>
          <a:xfrm>
            <a:off x="5010912" y="4507121"/>
            <a:ext cx="176480" cy="0"/>
          </a:xfrm>
          <a:prstGeom prst="line">
            <a:avLst/>
          </a:prstGeom>
          <a:noFill/>
          <a:ln w="25400">
            <a:solidFill>
              <a:srgbClr val="D87932"/>
            </a:solidFill>
            <a:prstDash val="solid"/>
            <a:headEnd type="none"/>
            <a:tailEnd type="none"/>
          </a:ln>
        </p:spPr>
      </p:sp>
      <p:sp>
        <p:nvSpPr>
          <p:cNvPr id="565" name="Shape 563"/>
          <p:cNvSpPr/>
          <p:nvPr/>
        </p:nvSpPr>
        <p:spPr>
          <a:xfrm>
            <a:off x="5184648" y="4504378"/>
            <a:ext cx="0" cy="38367"/>
          </a:xfrm>
          <a:prstGeom prst="line">
            <a:avLst/>
          </a:prstGeom>
          <a:noFill/>
          <a:ln w="25400">
            <a:solidFill>
              <a:srgbClr val="D87932"/>
            </a:solidFill>
            <a:prstDash val="solid"/>
            <a:headEnd type="none"/>
            <a:tailEnd type="none"/>
          </a:ln>
        </p:spPr>
      </p:sp>
      <p:sp>
        <p:nvSpPr>
          <p:cNvPr id="566" name="Shape 564"/>
          <p:cNvSpPr/>
          <p:nvPr/>
        </p:nvSpPr>
        <p:spPr>
          <a:xfrm>
            <a:off x="5184648" y="4540001"/>
            <a:ext cx="176479" cy="0"/>
          </a:xfrm>
          <a:prstGeom prst="line">
            <a:avLst/>
          </a:prstGeom>
          <a:noFill/>
          <a:ln w="25400">
            <a:solidFill>
              <a:srgbClr val="D87932"/>
            </a:solidFill>
            <a:prstDash val="solid"/>
            <a:headEnd type="none"/>
            <a:tailEnd type="none"/>
          </a:ln>
        </p:spPr>
      </p:sp>
      <p:sp>
        <p:nvSpPr>
          <p:cNvPr id="567" name="Shape 565"/>
          <p:cNvSpPr/>
          <p:nvPr/>
        </p:nvSpPr>
        <p:spPr>
          <a:xfrm>
            <a:off x="5358384" y="4246077"/>
            <a:ext cx="0" cy="296668"/>
          </a:xfrm>
          <a:prstGeom prst="line">
            <a:avLst/>
          </a:prstGeom>
          <a:noFill/>
          <a:ln w="25400">
            <a:solidFill>
              <a:srgbClr val="D87932"/>
            </a:solidFill>
            <a:prstDash val="solid"/>
            <a:headEnd type="none"/>
            <a:tailEnd type="none"/>
          </a:ln>
        </p:spPr>
      </p:sp>
      <p:sp>
        <p:nvSpPr>
          <p:cNvPr id="568" name="Shape 566"/>
          <p:cNvSpPr/>
          <p:nvPr/>
        </p:nvSpPr>
        <p:spPr>
          <a:xfrm>
            <a:off x="5358384" y="4248820"/>
            <a:ext cx="176480" cy="0"/>
          </a:xfrm>
          <a:prstGeom prst="line">
            <a:avLst/>
          </a:prstGeom>
          <a:noFill/>
          <a:ln w="25400">
            <a:solidFill>
              <a:srgbClr val="D87932"/>
            </a:solidFill>
            <a:prstDash val="solid"/>
            <a:headEnd type="none"/>
            <a:tailEnd type="none"/>
          </a:ln>
        </p:spPr>
      </p:sp>
      <p:sp>
        <p:nvSpPr>
          <p:cNvPr id="569" name="Shape 567"/>
          <p:cNvSpPr/>
          <p:nvPr/>
        </p:nvSpPr>
        <p:spPr>
          <a:xfrm>
            <a:off x="5532120" y="3879963"/>
            <a:ext cx="0" cy="371600"/>
          </a:xfrm>
          <a:prstGeom prst="line">
            <a:avLst/>
          </a:prstGeom>
          <a:noFill/>
          <a:ln w="25400">
            <a:solidFill>
              <a:srgbClr val="D87932"/>
            </a:solidFill>
            <a:prstDash val="solid"/>
            <a:headEnd type="none"/>
            <a:tailEnd type="none"/>
          </a:ln>
        </p:spPr>
      </p:sp>
      <p:sp>
        <p:nvSpPr>
          <p:cNvPr id="570" name="Shape 568"/>
          <p:cNvSpPr/>
          <p:nvPr/>
        </p:nvSpPr>
        <p:spPr>
          <a:xfrm>
            <a:off x="5532120" y="3882706"/>
            <a:ext cx="176480" cy="0"/>
          </a:xfrm>
          <a:prstGeom prst="line">
            <a:avLst/>
          </a:prstGeom>
          <a:noFill/>
          <a:ln w="25400">
            <a:solidFill>
              <a:srgbClr val="D87932"/>
            </a:solidFill>
            <a:prstDash val="solid"/>
            <a:headEnd type="none"/>
            <a:tailEnd type="none"/>
          </a:ln>
        </p:spPr>
      </p:sp>
      <p:sp>
        <p:nvSpPr>
          <p:cNvPr id="571" name="Shape 569"/>
          <p:cNvSpPr/>
          <p:nvPr/>
        </p:nvSpPr>
        <p:spPr>
          <a:xfrm>
            <a:off x="5705856" y="3683975"/>
            <a:ext cx="0" cy="201474"/>
          </a:xfrm>
          <a:prstGeom prst="line">
            <a:avLst/>
          </a:prstGeom>
          <a:noFill/>
          <a:ln w="25400">
            <a:solidFill>
              <a:srgbClr val="D87932"/>
            </a:solidFill>
            <a:prstDash val="solid"/>
            <a:headEnd type="none"/>
            <a:tailEnd type="none"/>
          </a:ln>
        </p:spPr>
      </p:sp>
      <p:sp>
        <p:nvSpPr>
          <p:cNvPr id="572" name="Shape 570"/>
          <p:cNvSpPr/>
          <p:nvPr/>
        </p:nvSpPr>
        <p:spPr>
          <a:xfrm>
            <a:off x="5705856" y="3686718"/>
            <a:ext cx="176479" cy="0"/>
          </a:xfrm>
          <a:prstGeom prst="line">
            <a:avLst/>
          </a:prstGeom>
          <a:noFill/>
          <a:ln w="25400">
            <a:solidFill>
              <a:srgbClr val="D87932"/>
            </a:solidFill>
            <a:prstDash val="solid"/>
            <a:headEnd type="none"/>
            <a:tailEnd type="none"/>
          </a:ln>
        </p:spPr>
      </p:sp>
      <p:sp>
        <p:nvSpPr>
          <p:cNvPr id="573" name="Shape 571"/>
          <p:cNvSpPr/>
          <p:nvPr/>
        </p:nvSpPr>
        <p:spPr>
          <a:xfrm>
            <a:off x="5879592" y="3607365"/>
            <a:ext cx="0" cy="82096"/>
          </a:xfrm>
          <a:prstGeom prst="line">
            <a:avLst/>
          </a:prstGeom>
          <a:noFill/>
          <a:ln w="25400">
            <a:solidFill>
              <a:srgbClr val="D87932"/>
            </a:solidFill>
            <a:prstDash val="solid"/>
            <a:headEnd type="none"/>
            <a:tailEnd type="none"/>
          </a:ln>
        </p:spPr>
      </p:sp>
      <p:sp>
        <p:nvSpPr>
          <p:cNvPr id="574" name="Shape 572"/>
          <p:cNvSpPr/>
          <p:nvPr/>
        </p:nvSpPr>
        <p:spPr>
          <a:xfrm>
            <a:off x="5879592" y="3610109"/>
            <a:ext cx="176480" cy="0"/>
          </a:xfrm>
          <a:prstGeom prst="line">
            <a:avLst/>
          </a:prstGeom>
          <a:noFill/>
          <a:ln w="25400">
            <a:solidFill>
              <a:srgbClr val="D87932"/>
            </a:solidFill>
            <a:prstDash val="solid"/>
            <a:headEnd type="none"/>
            <a:tailEnd type="none"/>
          </a:ln>
        </p:spPr>
      </p:sp>
      <p:sp>
        <p:nvSpPr>
          <p:cNvPr id="575" name="Shape 573"/>
          <p:cNvSpPr/>
          <p:nvPr/>
        </p:nvSpPr>
        <p:spPr>
          <a:xfrm>
            <a:off x="6053328" y="3486233"/>
            <a:ext cx="0" cy="126619"/>
          </a:xfrm>
          <a:prstGeom prst="line">
            <a:avLst/>
          </a:prstGeom>
          <a:noFill/>
          <a:ln w="25400">
            <a:solidFill>
              <a:srgbClr val="D87932"/>
            </a:solidFill>
            <a:prstDash val="solid"/>
            <a:headEnd type="none"/>
            <a:tailEnd type="none"/>
          </a:ln>
        </p:spPr>
      </p:sp>
      <p:sp>
        <p:nvSpPr>
          <p:cNvPr id="576" name="Shape 574"/>
          <p:cNvSpPr/>
          <p:nvPr/>
        </p:nvSpPr>
        <p:spPr>
          <a:xfrm>
            <a:off x="6053328" y="3488976"/>
            <a:ext cx="176480" cy="0"/>
          </a:xfrm>
          <a:prstGeom prst="line">
            <a:avLst/>
          </a:prstGeom>
          <a:noFill/>
          <a:ln w="25400">
            <a:solidFill>
              <a:srgbClr val="D87932"/>
            </a:solidFill>
            <a:prstDash val="solid"/>
            <a:headEnd type="none"/>
            <a:tailEnd type="none"/>
          </a:ln>
        </p:spPr>
      </p:sp>
      <p:sp>
        <p:nvSpPr>
          <p:cNvPr id="577" name="Shape 575"/>
          <p:cNvSpPr/>
          <p:nvPr/>
        </p:nvSpPr>
        <p:spPr>
          <a:xfrm>
            <a:off x="6227064" y="3408061"/>
            <a:ext cx="0" cy="83658"/>
          </a:xfrm>
          <a:prstGeom prst="line">
            <a:avLst/>
          </a:prstGeom>
          <a:noFill/>
          <a:ln w="25400">
            <a:solidFill>
              <a:srgbClr val="D87932"/>
            </a:solidFill>
            <a:prstDash val="solid"/>
            <a:headEnd type="none"/>
            <a:tailEnd type="none"/>
          </a:ln>
        </p:spPr>
      </p:sp>
      <p:sp>
        <p:nvSpPr>
          <p:cNvPr id="578" name="Shape 576"/>
          <p:cNvSpPr/>
          <p:nvPr/>
        </p:nvSpPr>
        <p:spPr>
          <a:xfrm>
            <a:off x="6227064" y="3410805"/>
            <a:ext cx="176479" cy="0"/>
          </a:xfrm>
          <a:prstGeom prst="line">
            <a:avLst/>
          </a:prstGeom>
          <a:noFill/>
          <a:ln w="25400">
            <a:solidFill>
              <a:srgbClr val="D87932"/>
            </a:solidFill>
            <a:prstDash val="solid"/>
            <a:headEnd type="none"/>
            <a:tailEnd type="none"/>
          </a:ln>
        </p:spPr>
      </p:sp>
      <p:sp>
        <p:nvSpPr>
          <p:cNvPr id="579" name="Shape 577"/>
          <p:cNvSpPr/>
          <p:nvPr/>
        </p:nvSpPr>
        <p:spPr>
          <a:xfrm>
            <a:off x="6400800" y="3408061"/>
            <a:ext cx="0" cy="144070"/>
          </a:xfrm>
          <a:prstGeom prst="line">
            <a:avLst/>
          </a:prstGeom>
          <a:noFill/>
          <a:ln w="25400">
            <a:solidFill>
              <a:srgbClr val="D87932"/>
            </a:solidFill>
            <a:prstDash val="solid"/>
            <a:headEnd type="none"/>
            <a:tailEnd type="none"/>
          </a:ln>
        </p:spPr>
      </p:sp>
      <p:sp>
        <p:nvSpPr>
          <p:cNvPr id="580" name="Shape 578"/>
          <p:cNvSpPr/>
          <p:nvPr/>
        </p:nvSpPr>
        <p:spPr>
          <a:xfrm>
            <a:off x="6400800" y="3549388"/>
            <a:ext cx="176480" cy="0"/>
          </a:xfrm>
          <a:prstGeom prst="line">
            <a:avLst/>
          </a:prstGeom>
          <a:noFill/>
          <a:ln w="25400">
            <a:solidFill>
              <a:srgbClr val="D87932"/>
            </a:solidFill>
            <a:prstDash val="solid"/>
            <a:headEnd type="none"/>
            <a:tailEnd type="none"/>
          </a:ln>
        </p:spPr>
      </p:sp>
      <p:sp>
        <p:nvSpPr>
          <p:cNvPr id="581" name="Shape 579"/>
          <p:cNvSpPr/>
          <p:nvPr/>
        </p:nvSpPr>
        <p:spPr>
          <a:xfrm>
            <a:off x="6574536" y="3546645"/>
            <a:ext cx="0" cy="45999"/>
          </a:xfrm>
          <a:prstGeom prst="line">
            <a:avLst/>
          </a:prstGeom>
          <a:noFill/>
          <a:ln w="25400">
            <a:solidFill>
              <a:srgbClr val="D87932"/>
            </a:solidFill>
            <a:prstDash val="solid"/>
            <a:headEnd type="none"/>
            <a:tailEnd type="none"/>
          </a:ln>
        </p:spPr>
      </p:sp>
      <p:sp>
        <p:nvSpPr>
          <p:cNvPr id="582" name="Shape 580"/>
          <p:cNvSpPr/>
          <p:nvPr/>
        </p:nvSpPr>
        <p:spPr>
          <a:xfrm>
            <a:off x="6574536" y="3589901"/>
            <a:ext cx="176480" cy="0"/>
          </a:xfrm>
          <a:prstGeom prst="line">
            <a:avLst/>
          </a:prstGeom>
          <a:noFill/>
          <a:ln w="25400">
            <a:solidFill>
              <a:srgbClr val="D87932"/>
            </a:solidFill>
            <a:prstDash val="solid"/>
            <a:headEnd type="none"/>
            <a:tailEnd type="none"/>
          </a:ln>
        </p:spPr>
      </p:sp>
      <p:sp>
        <p:nvSpPr>
          <p:cNvPr id="583" name="Shape 581"/>
          <p:cNvSpPr/>
          <p:nvPr/>
        </p:nvSpPr>
        <p:spPr>
          <a:xfrm>
            <a:off x="6748272" y="3574547"/>
            <a:ext cx="0" cy="18098"/>
          </a:xfrm>
          <a:prstGeom prst="line">
            <a:avLst/>
          </a:prstGeom>
          <a:noFill/>
          <a:ln w="25400">
            <a:solidFill>
              <a:srgbClr val="D87932"/>
            </a:solidFill>
            <a:prstDash val="solid"/>
            <a:headEnd type="none"/>
            <a:tailEnd type="none"/>
          </a:ln>
        </p:spPr>
      </p:sp>
      <p:sp>
        <p:nvSpPr>
          <p:cNvPr id="584" name="Shape 582"/>
          <p:cNvSpPr/>
          <p:nvPr/>
        </p:nvSpPr>
        <p:spPr>
          <a:xfrm>
            <a:off x="6748272" y="3577290"/>
            <a:ext cx="176479" cy="0"/>
          </a:xfrm>
          <a:prstGeom prst="line">
            <a:avLst/>
          </a:prstGeom>
          <a:noFill/>
          <a:ln w="25400">
            <a:solidFill>
              <a:srgbClr val="D87932"/>
            </a:solidFill>
            <a:prstDash val="solid"/>
            <a:headEnd type="none"/>
            <a:tailEnd type="none"/>
          </a:ln>
        </p:spPr>
      </p:sp>
      <p:sp>
        <p:nvSpPr>
          <p:cNvPr id="585" name="Shape 583"/>
          <p:cNvSpPr/>
          <p:nvPr/>
        </p:nvSpPr>
        <p:spPr>
          <a:xfrm>
            <a:off x="6922008" y="3574547"/>
            <a:ext cx="0" cy="20151"/>
          </a:xfrm>
          <a:prstGeom prst="line">
            <a:avLst/>
          </a:prstGeom>
          <a:noFill/>
          <a:ln w="25400">
            <a:solidFill>
              <a:srgbClr val="D87932"/>
            </a:solidFill>
            <a:prstDash val="solid"/>
            <a:headEnd type="none"/>
            <a:tailEnd type="none"/>
          </a:ln>
        </p:spPr>
      </p:sp>
      <p:sp>
        <p:nvSpPr>
          <p:cNvPr id="586" name="Shape 584"/>
          <p:cNvSpPr/>
          <p:nvPr/>
        </p:nvSpPr>
        <p:spPr>
          <a:xfrm>
            <a:off x="6922008" y="3591955"/>
            <a:ext cx="176480" cy="0"/>
          </a:xfrm>
          <a:prstGeom prst="line">
            <a:avLst/>
          </a:prstGeom>
          <a:noFill/>
          <a:ln w="25400">
            <a:solidFill>
              <a:srgbClr val="D87932"/>
            </a:solidFill>
            <a:prstDash val="solid"/>
            <a:headEnd type="none"/>
            <a:tailEnd type="none"/>
          </a:ln>
        </p:spPr>
      </p:sp>
      <p:sp>
        <p:nvSpPr>
          <p:cNvPr id="587" name="Shape 585"/>
          <p:cNvSpPr/>
          <p:nvPr/>
        </p:nvSpPr>
        <p:spPr>
          <a:xfrm>
            <a:off x="7095744" y="3504728"/>
            <a:ext cx="0" cy="89970"/>
          </a:xfrm>
          <a:prstGeom prst="line">
            <a:avLst/>
          </a:prstGeom>
          <a:noFill/>
          <a:ln w="25400">
            <a:solidFill>
              <a:srgbClr val="D87932"/>
            </a:solidFill>
            <a:prstDash val="solid"/>
            <a:headEnd type="none"/>
            <a:tailEnd type="none"/>
          </a:ln>
        </p:spPr>
      </p:sp>
      <p:sp>
        <p:nvSpPr>
          <p:cNvPr id="588" name="Shape 586"/>
          <p:cNvSpPr/>
          <p:nvPr/>
        </p:nvSpPr>
        <p:spPr>
          <a:xfrm>
            <a:off x="7095744" y="3507471"/>
            <a:ext cx="176480" cy="0"/>
          </a:xfrm>
          <a:prstGeom prst="line">
            <a:avLst/>
          </a:prstGeom>
          <a:noFill/>
          <a:ln w="25400">
            <a:solidFill>
              <a:srgbClr val="D87932"/>
            </a:solidFill>
            <a:prstDash val="solid"/>
            <a:headEnd type="none"/>
            <a:tailEnd type="none"/>
          </a:ln>
        </p:spPr>
      </p:sp>
      <p:sp>
        <p:nvSpPr>
          <p:cNvPr id="589" name="Shape 587"/>
          <p:cNvSpPr/>
          <p:nvPr/>
        </p:nvSpPr>
        <p:spPr>
          <a:xfrm>
            <a:off x="7269480" y="3338098"/>
            <a:ext cx="0" cy="172117"/>
          </a:xfrm>
          <a:prstGeom prst="line">
            <a:avLst/>
          </a:prstGeom>
          <a:noFill/>
          <a:ln w="25400">
            <a:solidFill>
              <a:srgbClr val="D87932"/>
            </a:solidFill>
            <a:prstDash val="solid"/>
            <a:headEnd type="none"/>
            <a:tailEnd type="none"/>
          </a:ln>
        </p:spPr>
      </p:sp>
      <p:sp>
        <p:nvSpPr>
          <p:cNvPr id="590" name="Shape 588"/>
          <p:cNvSpPr/>
          <p:nvPr/>
        </p:nvSpPr>
        <p:spPr>
          <a:xfrm>
            <a:off x="7269480" y="3340841"/>
            <a:ext cx="176479" cy="0"/>
          </a:xfrm>
          <a:prstGeom prst="line">
            <a:avLst/>
          </a:prstGeom>
          <a:noFill/>
          <a:ln w="25400">
            <a:solidFill>
              <a:srgbClr val="D87932"/>
            </a:solidFill>
            <a:prstDash val="solid"/>
            <a:headEnd type="none"/>
            <a:tailEnd type="none"/>
          </a:ln>
        </p:spPr>
      </p:sp>
      <p:sp>
        <p:nvSpPr>
          <p:cNvPr id="591" name="Shape 589"/>
          <p:cNvSpPr/>
          <p:nvPr/>
        </p:nvSpPr>
        <p:spPr>
          <a:xfrm>
            <a:off x="7443216" y="3249063"/>
            <a:ext cx="0" cy="94521"/>
          </a:xfrm>
          <a:prstGeom prst="line">
            <a:avLst/>
          </a:prstGeom>
          <a:noFill/>
          <a:ln w="25400">
            <a:solidFill>
              <a:srgbClr val="D87932"/>
            </a:solidFill>
            <a:prstDash val="solid"/>
            <a:headEnd type="none"/>
            <a:tailEnd type="none"/>
          </a:ln>
        </p:spPr>
      </p:sp>
      <p:sp>
        <p:nvSpPr>
          <p:cNvPr id="592" name="Shape 590"/>
          <p:cNvSpPr/>
          <p:nvPr/>
        </p:nvSpPr>
        <p:spPr>
          <a:xfrm>
            <a:off x="7443216" y="3251806"/>
            <a:ext cx="176480" cy="0"/>
          </a:xfrm>
          <a:prstGeom prst="line">
            <a:avLst/>
          </a:prstGeom>
          <a:noFill/>
          <a:ln w="25400">
            <a:solidFill>
              <a:srgbClr val="D87932"/>
            </a:solidFill>
            <a:prstDash val="solid"/>
            <a:headEnd type="none"/>
            <a:tailEnd type="none"/>
          </a:ln>
        </p:spPr>
      </p:sp>
      <p:sp>
        <p:nvSpPr>
          <p:cNvPr id="593" name="Shape 591"/>
          <p:cNvSpPr/>
          <p:nvPr/>
        </p:nvSpPr>
        <p:spPr>
          <a:xfrm>
            <a:off x="7616952" y="3167261"/>
            <a:ext cx="0" cy="87289"/>
          </a:xfrm>
          <a:prstGeom prst="line">
            <a:avLst/>
          </a:prstGeom>
          <a:noFill/>
          <a:ln w="25400">
            <a:solidFill>
              <a:srgbClr val="D87932"/>
            </a:solidFill>
            <a:prstDash val="solid"/>
            <a:headEnd type="none"/>
            <a:tailEnd type="none"/>
          </a:ln>
        </p:spPr>
      </p:sp>
      <p:sp>
        <p:nvSpPr>
          <p:cNvPr id="594" name="Shape 592"/>
          <p:cNvSpPr/>
          <p:nvPr/>
        </p:nvSpPr>
        <p:spPr>
          <a:xfrm>
            <a:off x="7616952" y="3170004"/>
            <a:ext cx="176480" cy="0"/>
          </a:xfrm>
          <a:prstGeom prst="line">
            <a:avLst/>
          </a:prstGeom>
          <a:noFill/>
          <a:ln w="25400">
            <a:solidFill>
              <a:srgbClr val="D87932"/>
            </a:solidFill>
            <a:prstDash val="solid"/>
            <a:headEnd type="none"/>
            <a:tailEnd type="none"/>
          </a:ln>
        </p:spPr>
      </p:sp>
      <p:sp>
        <p:nvSpPr>
          <p:cNvPr id="595" name="Shape 593"/>
          <p:cNvSpPr/>
          <p:nvPr/>
        </p:nvSpPr>
        <p:spPr>
          <a:xfrm>
            <a:off x="7790688" y="3167261"/>
            <a:ext cx="0" cy="89410"/>
          </a:xfrm>
          <a:prstGeom prst="line">
            <a:avLst/>
          </a:prstGeom>
          <a:noFill/>
          <a:ln w="25400">
            <a:solidFill>
              <a:srgbClr val="D87932"/>
            </a:solidFill>
            <a:prstDash val="solid"/>
            <a:headEnd type="none"/>
            <a:tailEnd type="none"/>
          </a:ln>
        </p:spPr>
      </p:sp>
      <p:sp>
        <p:nvSpPr>
          <p:cNvPr id="596" name="Shape 594"/>
          <p:cNvSpPr/>
          <p:nvPr/>
        </p:nvSpPr>
        <p:spPr>
          <a:xfrm>
            <a:off x="7790688" y="3253927"/>
            <a:ext cx="176479" cy="0"/>
          </a:xfrm>
          <a:prstGeom prst="line">
            <a:avLst/>
          </a:prstGeom>
          <a:noFill/>
          <a:ln w="25400">
            <a:solidFill>
              <a:srgbClr val="D87932"/>
            </a:solidFill>
            <a:prstDash val="solid"/>
            <a:headEnd type="none"/>
            <a:tailEnd type="none"/>
          </a:ln>
        </p:spPr>
      </p:sp>
      <p:sp>
        <p:nvSpPr>
          <p:cNvPr id="597" name="Shape 595"/>
          <p:cNvSpPr/>
          <p:nvPr/>
        </p:nvSpPr>
        <p:spPr>
          <a:xfrm>
            <a:off x="7964424" y="3169029"/>
            <a:ext cx="0" cy="87641"/>
          </a:xfrm>
          <a:prstGeom prst="line">
            <a:avLst/>
          </a:prstGeom>
          <a:noFill/>
          <a:ln w="25400">
            <a:solidFill>
              <a:srgbClr val="D87932"/>
            </a:solidFill>
            <a:prstDash val="solid"/>
            <a:headEnd type="none"/>
            <a:tailEnd type="none"/>
          </a:ln>
        </p:spPr>
      </p:sp>
      <p:sp>
        <p:nvSpPr>
          <p:cNvPr id="598" name="Shape 596"/>
          <p:cNvSpPr/>
          <p:nvPr/>
        </p:nvSpPr>
        <p:spPr>
          <a:xfrm>
            <a:off x="7964424" y="3171772"/>
            <a:ext cx="176480" cy="0"/>
          </a:xfrm>
          <a:prstGeom prst="line">
            <a:avLst/>
          </a:prstGeom>
          <a:noFill/>
          <a:ln w="25400">
            <a:solidFill>
              <a:srgbClr val="D87932"/>
            </a:solidFill>
            <a:prstDash val="solid"/>
            <a:headEnd type="none"/>
            <a:tailEnd type="none"/>
          </a:ln>
        </p:spPr>
      </p:sp>
      <p:sp>
        <p:nvSpPr>
          <p:cNvPr id="599" name="Shape 597"/>
          <p:cNvSpPr/>
          <p:nvPr/>
        </p:nvSpPr>
        <p:spPr>
          <a:xfrm>
            <a:off x="8138160" y="2976034"/>
            <a:ext cx="0" cy="198481"/>
          </a:xfrm>
          <a:prstGeom prst="line">
            <a:avLst/>
          </a:prstGeom>
          <a:noFill/>
          <a:ln w="25400">
            <a:solidFill>
              <a:srgbClr val="D87932"/>
            </a:solidFill>
            <a:prstDash val="solid"/>
            <a:headEnd type="none"/>
            <a:tailEnd type="none"/>
          </a:ln>
        </p:spPr>
      </p:sp>
      <p:sp>
        <p:nvSpPr>
          <p:cNvPr id="600" name="Shape 598"/>
          <p:cNvSpPr/>
          <p:nvPr/>
        </p:nvSpPr>
        <p:spPr>
          <a:xfrm>
            <a:off x="8138160" y="2978778"/>
            <a:ext cx="176480" cy="0"/>
          </a:xfrm>
          <a:prstGeom prst="line">
            <a:avLst/>
          </a:prstGeom>
          <a:noFill/>
          <a:ln w="25400">
            <a:solidFill>
              <a:srgbClr val="D87932"/>
            </a:solidFill>
            <a:prstDash val="solid"/>
            <a:headEnd type="none"/>
            <a:tailEnd type="none"/>
          </a:ln>
        </p:spPr>
      </p:sp>
      <p:sp>
        <p:nvSpPr>
          <p:cNvPr id="601" name="Shape 599"/>
          <p:cNvSpPr/>
          <p:nvPr/>
        </p:nvSpPr>
        <p:spPr>
          <a:xfrm>
            <a:off x="8311896" y="2806565"/>
            <a:ext cx="0" cy="174956"/>
          </a:xfrm>
          <a:prstGeom prst="line">
            <a:avLst/>
          </a:prstGeom>
          <a:noFill/>
          <a:ln w="25400">
            <a:solidFill>
              <a:srgbClr val="D87932"/>
            </a:solidFill>
            <a:prstDash val="solid"/>
            <a:headEnd type="none"/>
            <a:tailEnd type="none"/>
          </a:ln>
        </p:spPr>
      </p:sp>
      <p:sp>
        <p:nvSpPr>
          <p:cNvPr id="602" name="Shape 600"/>
          <p:cNvSpPr/>
          <p:nvPr/>
        </p:nvSpPr>
        <p:spPr>
          <a:xfrm>
            <a:off x="8311896" y="2809308"/>
            <a:ext cx="176479" cy="0"/>
          </a:xfrm>
          <a:prstGeom prst="line">
            <a:avLst/>
          </a:prstGeom>
          <a:noFill/>
          <a:ln w="25400">
            <a:solidFill>
              <a:srgbClr val="D87932"/>
            </a:solidFill>
            <a:prstDash val="solid"/>
            <a:headEnd type="none"/>
            <a:tailEnd type="none"/>
          </a:ln>
        </p:spPr>
      </p:sp>
      <p:sp>
        <p:nvSpPr>
          <p:cNvPr id="603" name="Shape 601"/>
          <p:cNvSpPr/>
          <p:nvPr/>
        </p:nvSpPr>
        <p:spPr>
          <a:xfrm>
            <a:off x="8485632" y="2503916"/>
            <a:ext cx="0" cy="308135"/>
          </a:xfrm>
          <a:prstGeom prst="line">
            <a:avLst/>
          </a:prstGeom>
          <a:noFill/>
          <a:ln w="25400">
            <a:solidFill>
              <a:srgbClr val="D87932"/>
            </a:solidFill>
            <a:prstDash val="solid"/>
            <a:headEnd type="none"/>
            <a:tailEnd type="none"/>
          </a:ln>
        </p:spPr>
      </p:sp>
      <p:sp>
        <p:nvSpPr>
          <p:cNvPr id="604" name="Shape 602"/>
          <p:cNvSpPr/>
          <p:nvPr/>
        </p:nvSpPr>
        <p:spPr>
          <a:xfrm>
            <a:off x="8485632" y="2506660"/>
            <a:ext cx="176480" cy="0"/>
          </a:xfrm>
          <a:prstGeom prst="line">
            <a:avLst/>
          </a:prstGeom>
          <a:noFill/>
          <a:ln w="25400">
            <a:solidFill>
              <a:srgbClr val="D87932"/>
            </a:solidFill>
            <a:prstDash val="solid"/>
            <a:headEnd type="none"/>
            <a:tailEnd type="none"/>
          </a:ln>
        </p:spPr>
      </p:sp>
      <p:sp>
        <p:nvSpPr>
          <p:cNvPr id="605" name="Shape 603"/>
          <p:cNvSpPr/>
          <p:nvPr/>
        </p:nvSpPr>
        <p:spPr>
          <a:xfrm>
            <a:off x="8659368" y="2329267"/>
            <a:ext cx="0" cy="180136"/>
          </a:xfrm>
          <a:prstGeom prst="line">
            <a:avLst/>
          </a:prstGeom>
          <a:noFill/>
          <a:ln w="25400">
            <a:solidFill>
              <a:srgbClr val="D87932"/>
            </a:solidFill>
            <a:prstDash val="solid"/>
            <a:headEnd type="none"/>
            <a:tailEnd type="none"/>
          </a:ln>
        </p:spPr>
      </p:sp>
      <p:sp>
        <p:nvSpPr>
          <p:cNvPr id="606" name="Shape 604"/>
          <p:cNvSpPr/>
          <p:nvPr/>
        </p:nvSpPr>
        <p:spPr>
          <a:xfrm>
            <a:off x="8659368" y="2332010"/>
            <a:ext cx="176480" cy="0"/>
          </a:xfrm>
          <a:prstGeom prst="line">
            <a:avLst/>
          </a:prstGeom>
          <a:noFill/>
          <a:ln w="25400">
            <a:solidFill>
              <a:srgbClr val="D87932"/>
            </a:solidFill>
            <a:prstDash val="solid"/>
            <a:headEnd type="none"/>
            <a:tailEnd type="none"/>
          </a:ln>
        </p:spPr>
      </p:sp>
      <p:sp>
        <p:nvSpPr>
          <p:cNvPr id="607" name="Shape 605"/>
          <p:cNvSpPr/>
          <p:nvPr/>
        </p:nvSpPr>
        <p:spPr>
          <a:xfrm>
            <a:off x="8833104" y="2300745"/>
            <a:ext cx="0" cy="34008"/>
          </a:xfrm>
          <a:prstGeom prst="line">
            <a:avLst/>
          </a:prstGeom>
          <a:noFill/>
          <a:ln w="25400">
            <a:solidFill>
              <a:srgbClr val="D87932"/>
            </a:solidFill>
            <a:prstDash val="solid"/>
            <a:headEnd type="none"/>
            <a:tailEnd type="none"/>
          </a:ln>
        </p:spPr>
      </p:sp>
      <p:sp>
        <p:nvSpPr>
          <p:cNvPr id="608" name="Shape 606"/>
          <p:cNvSpPr/>
          <p:nvPr/>
        </p:nvSpPr>
        <p:spPr>
          <a:xfrm>
            <a:off x="8833104" y="2303488"/>
            <a:ext cx="176479" cy="0"/>
          </a:xfrm>
          <a:prstGeom prst="line">
            <a:avLst/>
          </a:prstGeom>
          <a:noFill/>
          <a:ln w="25400">
            <a:solidFill>
              <a:srgbClr val="D87932"/>
            </a:solidFill>
            <a:prstDash val="solid"/>
            <a:headEnd type="none"/>
            <a:tailEnd type="none"/>
          </a:ln>
        </p:spPr>
      </p:sp>
      <p:sp>
        <p:nvSpPr>
          <p:cNvPr id="609" name="Shape 607"/>
          <p:cNvSpPr/>
          <p:nvPr/>
        </p:nvSpPr>
        <p:spPr>
          <a:xfrm>
            <a:off x="9006840" y="2275342"/>
            <a:ext cx="0" cy="30889"/>
          </a:xfrm>
          <a:prstGeom prst="line">
            <a:avLst/>
          </a:prstGeom>
          <a:noFill/>
          <a:ln w="25400">
            <a:solidFill>
              <a:srgbClr val="D87932"/>
            </a:solidFill>
            <a:prstDash val="solid"/>
            <a:headEnd type="none"/>
            <a:tailEnd type="none"/>
          </a:ln>
        </p:spPr>
      </p:sp>
      <p:sp>
        <p:nvSpPr>
          <p:cNvPr id="610" name="Shape 608"/>
          <p:cNvSpPr/>
          <p:nvPr/>
        </p:nvSpPr>
        <p:spPr>
          <a:xfrm>
            <a:off x="9006840" y="2278085"/>
            <a:ext cx="176480" cy="0"/>
          </a:xfrm>
          <a:prstGeom prst="line">
            <a:avLst/>
          </a:prstGeom>
          <a:noFill/>
          <a:ln w="25400">
            <a:solidFill>
              <a:srgbClr val="D87932"/>
            </a:solidFill>
            <a:prstDash val="solid"/>
            <a:headEnd type="none"/>
            <a:tailEnd type="none"/>
          </a:ln>
        </p:spPr>
      </p:sp>
      <p:sp>
        <p:nvSpPr>
          <p:cNvPr id="611" name="Shape 609"/>
          <p:cNvSpPr/>
          <p:nvPr/>
        </p:nvSpPr>
        <p:spPr>
          <a:xfrm>
            <a:off x="9180576" y="2275342"/>
            <a:ext cx="0" cy="16839"/>
          </a:xfrm>
          <a:prstGeom prst="line">
            <a:avLst/>
          </a:prstGeom>
          <a:noFill/>
          <a:ln w="25400">
            <a:solidFill>
              <a:srgbClr val="D87932"/>
            </a:solidFill>
            <a:prstDash val="solid"/>
            <a:headEnd type="none"/>
            <a:tailEnd type="none"/>
          </a:ln>
        </p:spPr>
      </p:sp>
      <p:sp>
        <p:nvSpPr>
          <p:cNvPr id="612" name="Shape 610"/>
          <p:cNvSpPr/>
          <p:nvPr/>
        </p:nvSpPr>
        <p:spPr>
          <a:xfrm>
            <a:off x="9180576" y="2289438"/>
            <a:ext cx="176480" cy="0"/>
          </a:xfrm>
          <a:prstGeom prst="line">
            <a:avLst/>
          </a:prstGeom>
          <a:noFill/>
          <a:ln w="25400">
            <a:solidFill>
              <a:srgbClr val="D87932"/>
            </a:solidFill>
            <a:prstDash val="solid"/>
            <a:headEnd type="none"/>
            <a:tailEnd type="none"/>
          </a:ln>
        </p:spPr>
      </p:sp>
      <p:sp>
        <p:nvSpPr>
          <p:cNvPr id="613" name="Shape 611"/>
          <p:cNvSpPr/>
          <p:nvPr/>
        </p:nvSpPr>
        <p:spPr>
          <a:xfrm>
            <a:off x="9354312" y="2286694"/>
            <a:ext cx="0" cy="108260"/>
          </a:xfrm>
          <a:prstGeom prst="line">
            <a:avLst/>
          </a:prstGeom>
          <a:noFill/>
          <a:ln w="25400">
            <a:solidFill>
              <a:srgbClr val="D87932"/>
            </a:solidFill>
            <a:prstDash val="solid"/>
            <a:headEnd type="none"/>
            <a:tailEnd type="none"/>
          </a:ln>
        </p:spPr>
      </p:sp>
      <p:sp>
        <p:nvSpPr>
          <p:cNvPr id="614" name="Shape 612"/>
          <p:cNvSpPr/>
          <p:nvPr/>
        </p:nvSpPr>
        <p:spPr>
          <a:xfrm>
            <a:off x="9354312" y="2392211"/>
            <a:ext cx="176479" cy="0"/>
          </a:xfrm>
          <a:prstGeom prst="line">
            <a:avLst/>
          </a:prstGeom>
          <a:noFill/>
          <a:ln w="25400">
            <a:solidFill>
              <a:srgbClr val="D87932"/>
            </a:solidFill>
            <a:prstDash val="solid"/>
            <a:headEnd type="none"/>
            <a:tailEnd type="none"/>
          </a:ln>
        </p:spPr>
      </p:sp>
      <p:sp>
        <p:nvSpPr>
          <p:cNvPr id="615" name="Shape 613"/>
          <p:cNvSpPr/>
          <p:nvPr/>
        </p:nvSpPr>
        <p:spPr>
          <a:xfrm>
            <a:off x="9528048" y="2389468"/>
            <a:ext cx="0" cy="168054"/>
          </a:xfrm>
          <a:prstGeom prst="line">
            <a:avLst/>
          </a:prstGeom>
          <a:noFill/>
          <a:ln w="25400">
            <a:solidFill>
              <a:srgbClr val="D87932"/>
            </a:solidFill>
            <a:prstDash val="solid"/>
            <a:headEnd type="none"/>
            <a:tailEnd type="none"/>
          </a:ln>
        </p:spPr>
      </p:sp>
      <p:sp>
        <p:nvSpPr>
          <p:cNvPr id="616" name="Shape 614"/>
          <p:cNvSpPr/>
          <p:nvPr/>
        </p:nvSpPr>
        <p:spPr>
          <a:xfrm>
            <a:off x="9528048" y="2554778"/>
            <a:ext cx="176480" cy="0"/>
          </a:xfrm>
          <a:prstGeom prst="line">
            <a:avLst/>
          </a:prstGeom>
          <a:noFill/>
          <a:ln w="25400">
            <a:solidFill>
              <a:srgbClr val="D87932"/>
            </a:solidFill>
            <a:prstDash val="solid"/>
            <a:headEnd type="none"/>
            <a:tailEnd type="none"/>
          </a:ln>
        </p:spPr>
      </p:sp>
      <p:sp>
        <p:nvSpPr>
          <p:cNvPr id="617" name="Shape 615"/>
          <p:cNvSpPr/>
          <p:nvPr/>
        </p:nvSpPr>
        <p:spPr>
          <a:xfrm>
            <a:off x="9701784" y="2552035"/>
            <a:ext cx="0" cy="232795"/>
          </a:xfrm>
          <a:prstGeom prst="line">
            <a:avLst/>
          </a:prstGeom>
          <a:noFill/>
          <a:ln w="25400">
            <a:solidFill>
              <a:srgbClr val="D87932"/>
            </a:solidFill>
            <a:prstDash val="solid"/>
            <a:headEnd type="none"/>
            <a:tailEnd type="none"/>
          </a:ln>
        </p:spPr>
      </p:sp>
      <p:sp>
        <p:nvSpPr>
          <p:cNvPr id="618" name="Shape 616"/>
          <p:cNvSpPr/>
          <p:nvPr/>
        </p:nvSpPr>
        <p:spPr>
          <a:xfrm>
            <a:off x="9701784" y="2782087"/>
            <a:ext cx="176480" cy="0"/>
          </a:xfrm>
          <a:prstGeom prst="line">
            <a:avLst/>
          </a:prstGeom>
          <a:noFill/>
          <a:ln w="25400">
            <a:solidFill>
              <a:srgbClr val="D87932"/>
            </a:solidFill>
            <a:prstDash val="solid"/>
            <a:headEnd type="none"/>
            <a:tailEnd type="none"/>
          </a:ln>
        </p:spPr>
      </p:sp>
      <p:sp>
        <p:nvSpPr>
          <p:cNvPr id="619" name="Shape 617"/>
          <p:cNvSpPr/>
          <p:nvPr/>
        </p:nvSpPr>
        <p:spPr>
          <a:xfrm>
            <a:off x="9875520" y="2779344"/>
            <a:ext cx="0" cy="55345"/>
          </a:xfrm>
          <a:prstGeom prst="line">
            <a:avLst/>
          </a:prstGeom>
          <a:noFill/>
          <a:ln w="25400">
            <a:solidFill>
              <a:srgbClr val="D87932"/>
            </a:solidFill>
            <a:prstDash val="solid"/>
            <a:headEnd type="none"/>
            <a:tailEnd type="none"/>
          </a:ln>
        </p:spPr>
      </p:sp>
      <p:sp>
        <p:nvSpPr>
          <p:cNvPr id="620" name="Shape 618"/>
          <p:cNvSpPr/>
          <p:nvPr/>
        </p:nvSpPr>
        <p:spPr>
          <a:xfrm>
            <a:off x="9875520" y="2831946"/>
            <a:ext cx="176479" cy="0"/>
          </a:xfrm>
          <a:prstGeom prst="line">
            <a:avLst/>
          </a:prstGeom>
          <a:noFill/>
          <a:ln w="25400">
            <a:solidFill>
              <a:srgbClr val="D87932"/>
            </a:solidFill>
            <a:prstDash val="solid"/>
            <a:headEnd type="none"/>
            <a:tailEnd type="none"/>
          </a:ln>
        </p:spPr>
      </p:sp>
      <p:sp>
        <p:nvSpPr>
          <p:cNvPr id="621" name="Shape 619"/>
          <p:cNvSpPr/>
          <p:nvPr/>
        </p:nvSpPr>
        <p:spPr>
          <a:xfrm>
            <a:off x="10049256" y="2829203"/>
            <a:ext cx="0" cy="124028"/>
          </a:xfrm>
          <a:prstGeom prst="line">
            <a:avLst/>
          </a:prstGeom>
          <a:noFill/>
          <a:ln w="25400">
            <a:solidFill>
              <a:srgbClr val="D87932"/>
            </a:solidFill>
            <a:prstDash val="solid"/>
            <a:headEnd type="none"/>
            <a:tailEnd type="none"/>
          </a:ln>
        </p:spPr>
      </p:sp>
      <p:sp>
        <p:nvSpPr>
          <p:cNvPr id="622" name="Shape 620"/>
          <p:cNvSpPr/>
          <p:nvPr/>
        </p:nvSpPr>
        <p:spPr>
          <a:xfrm>
            <a:off x="10049256" y="2950488"/>
            <a:ext cx="176480" cy="0"/>
          </a:xfrm>
          <a:prstGeom prst="line">
            <a:avLst/>
          </a:prstGeom>
          <a:noFill/>
          <a:ln w="25400">
            <a:solidFill>
              <a:srgbClr val="D87932"/>
            </a:solidFill>
            <a:prstDash val="solid"/>
            <a:headEnd type="none"/>
            <a:tailEnd type="none"/>
          </a:ln>
        </p:spPr>
      </p:sp>
      <p:sp>
        <p:nvSpPr>
          <p:cNvPr id="623" name="Shape 621"/>
          <p:cNvSpPr/>
          <p:nvPr/>
        </p:nvSpPr>
        <p:spPr>
          <a:xfrm>
            <a:off x="10222992" y="2947745"/>
            <a:ext cx="0" cy="132578"/>
          </a:xfrm>
          <a:prstGeom prst="line">
            <a:avLst/>
          </a:prstGeom>
          <a:noFill/>
          <a:ln w="25400">
            <a:solidFill>
              <a:srgbClr val="D87932"/>
            </a:solidFill>
            <a:prstDash val="solid"/>
            <a:headEnd type="none"/>
            <a:tailEnd type="none"/>
          </a:ln>
        </p:spPr>
      </p:sp>
      <p:sp>
        <p:nvSpPr>
          <p:cNvPr id="624" name="Shape 622"/>
          <p:cNvSpPr/>
          <p:nvPr/>
        </p:nvSpPr>
        <p:spPr>
          <a:xfrm>
            <a:off x="10222992" y="3077580"/>
            <a:ext cx="176480" cy="0"/>
          </a:xfrm>
          <a:prstGeom prst="line">
            <a:avLst/>
          </a:prstGeom>
          <a:noFill/>
          <a:ln w="25400">
            <a:solidFill>
              <a:srgbClr val="D87932"/>
            </a:solidFill>
            <a:prstDash val="solid"/>
            <a:headEnd type="none"/>
            <a:tailEnd type="none"/>
          </a:ln>
        </p:spPr>
      </p:sp>
      <p:sp>
        <p:nvSpPr>
          <p:cNvPr id="625" name="Shape 623"/>
          <p:cNvSpPr/>
          <p:nvPr/>
        </p:nvSpPr>
        <p:spPr>
          <a:xfrm>
            <a:off x="10396728" y="3074837"/>
            <a:ext cx="0" cy="157417"/>
          </a:xfrm>
          <a:prstGeom prst="line">
            <a:avLst/>
          </a:prstGeom>
          <a:noFill/>
          <a:ln w="25400">
            <a:solidFill>
              <a:srgbClr val="D87932"/>
            </a:solidFill>
            <a:prstDash val="solid"/>
            <a:headEnd type="none"/>
            <a:tailEnd type="none"/>
          </a:ln>
        </p:spPr>
      </p:sp>
      <p:sp>
        <p:nvSpPr>
          <p:cNvPr id="626" name="Shape 624"/>
          <p:cNvSpPr/>
          <p:nvPr/>
        </p:nvSpPr>
        <p:spPr>
          <a:xfrm>
            <a:off x="10396728" y="3229510"/>
            <a:ext cx="176479" cy="0"/>
          </a:xfrm>
          <a:prstGeom prst="line">
            <a:avLst/>
          </a:prstGeom>
          <a:noFill/>
          <a:ln w="25400">
            <a:solidFill>
              <a:srgbClr val="D87932"/>
            </a:solidFill>
            <a:prstDash val="solid"/>
            <a:headEnd type="none"/>
            <a:tailEnd type="none"/>
          </a:ln>
        </p:spPr>
      </p:sp>
      <p:sp>
        <p:nvSpPr>
          <p:cNvPr id="627" name="Shape 625"/>
          <p:cNvSpPr/>
          <p:nvPr/>
        </p:nvSpPr>
        <p:spPr>
          <a:xfrm>
            <a:off x="10570464" y="3203208"/>
            <a:ext cx="0" cy="29046"/>
          </a:xfrm>
          <a:prstGeom prst="line">
            <a:avLst/>
          </a:prstGeom>
          <a:noFill/>
          <a:ln w="25400">
            <a:solidFill>
              <a:srgbClr val="D87932"/>
            </a:solidFill>
            <a:prstDash val="solid"/>
            <a:headEnd type="none"/>
            <a:tailEnd type="none"/>
          </a:ln>
        </p:spPr>
      </p:sp>
      <p:sp>
        <p:nvSpPr>
          <p:cNvPr id="628" name="Shape 626"/>
          <p:cNvSpPr/>
          <p:nvPr/>
        </p:nvSpPr>
        <p:spPr>
          <a:xfrm>
            <a:off x="10570464" y="3205951"/>
            <a:ext cx="176480" cy="0"/>
          </a:xfrm>
          <a:prstGeom prst="line">
            <a:avLst/>
          </a:prstGeom>
          <a:noFill/>
          <a:ln w="25400">
            <a:solidFill>
              <a:srgbClr val="D87932"/>
            </a:solidFill>
            <a:prstDash val="solid"/>
            <a:headEnd type="none"/>
            <a:tailEnd type="none"/>
          </a:ln>
        </p:spPr>
      </p:sp>
      <p:sp>
        <p:nvSpPr>
          <p:cNvPr id="629" name="Shape 627"/>
          <p:cNvSpPr/>
          <p:nvPr/>
        </p:nvSpPr>
        <p:spPr>
          <a:xfrm>
            <a:off x="10744200" y="2965388"/>
            <a:ext cx="0" cy="243306"/>
          </a:xfrm>
          <a:prstGeom prst="line">
            <a:avLst/>
          </a:prstGeom>
          <a:noFill/>
          <a:ln w="25400">
            <a:solidFill>
              <a:srgbClr val="D87932"/>
            </a:solidFill>
            <a:prstDash val="solid"/>
            <a:headEnd type="none"/>
            <a:tailEnd type="none"/>
          </a:ln>
        </p:spPr>
      </p:sp>
      <p:sp>
        <p:nvSpPr>
          <p:cNvPr id="630" name="Shape 628"/>
          <p:cNvSpPr/>
          <p:nvPr/>
        </p:nvSpPr>
        <p:spPr>
          <a:xfrm>
            <a:off x="10744200" y="2968131"/>
            <a:ext cx="176480" cy="0"/>
          </a:xfrm>
          <a:prstGeom prst="line">
            <a:avLst/>
          </a:prstGeom>
          <a:noFill/>
          <a:ln w="25400">
            <a:solidFill>
              <a:srgbClr val="D87932"/>
            </a:solidFill>
            <a:prstDash val="solid"/>
            <a:headEnd type="none"/>
            <a:tailEnd type="none"/>
          </a:ln>
        </p:spPr>
      </p:sp>
      <p:sp>
        <p:nvSpPr>
          <p:cNvPr id="631" name="Shape 629"/>
          <p:cNvSpPr/>
          <p:nvPr/>
        </p:nvSpPr>
        <p:spPr>
          <a:xfrm>
            <a:off x="10917936" y="2715879"/>
            <a:ext cx="0" cy="254996"/>
          </a:xfrm>
          <a:prstGeom prst="line">
            <a:avLst/>
          </a:prstGeom>
          <a:noFill/>
          <a:ln w="25400">
            <a:solidFill>
              <a:srgbClr val="D87932"/>
            </a:solidFill>
            <a:prstDash val="solid"/>
            <a:headEnd type="none"/>
            <a:tailEnd type="none"/>
          </a:ln>
        </p:spPr>
      </p:sp>
      <p:sp>
        <p:nvSpPr>
          <p:cNvPr id="632" name="Shape 630"/>
          <p:cNvSpPr/>
          <p:nvPr/>
        </p:nvSpPr>
        <p:spPr>
          <a:xfrm>
            <a:off x="10917936" y="2718622"/>
            <a:ext cx="176479" cy="0"/>
          </a:xfrm>
          <a:prstGeom prst="line">
            <a:avLst/>
          </a:prstGeom>
          <a:noFill/>
          <a:ln w="25400">
            <a:solidFill>
              <a:srgbClr val="D87932"/>
            </a:solidFill>
            <a:prstDash val="solid"/>
            <a:headEnd type="none"/>
            <a:tailEnd type="none"/>
          </a:ln>
        </p:spPr>
      </p:sp>
      <p:sp>
        <p:nvSpPr>
          <p:cNvPr id="633" name="Shape 631"/>
          <p:cNvSpPr/>
          <p:nvPr/>
        </p:nvSpPr>
        <p:spPr>
          <a:xfrm>
            <a:off x="11091672" y="2536616"/>
            <a:ext cx="0" cy="184750"/>
          </a:xfrm>
          <a:prstGeom prst="line">
            <a:avLst/>
          </a:prstGeom>
          <a:noFill/>
          <a:ln w="25400">
            <a:solidFill>
              <a:srgbClr val="D87932"/>
            </a:solidFill>
            <a:prstDash val="solid"/>
            <a:headEnd type="none"/>
            <a:tailEnd type="none"/>
          </a:ln>
        </p:spPr>
      </p:sp>
      <p:sp>
        <p:nvSpPr>
          <p:cNvPr id="634" name="Shape 632"/>
          <p:cNvSpPr/>
          <p:nvPr/>
        </p:nvSpPr>
        <p:spPr>
          <a:xfrm>
            <a:off x="11091672" y="2539359"/>
            <a:ext cx="176480" cy="0"/>
          </a:xfrm>
          <a:prstGeom prst="line">
            <a:avLst/>
          </a:prstGeom>
          <a:noFill/>
          <a:ln w="25400">
            <a:solidFill>
              <a:srgbClr val="D87932"/>
            </a:solidFill>
            <a:prstDash val="solid"/>
            <a:headEnd type="none"/>
            <a:tailEnd type="none"/>
          </a:ln>
        </p:spPr>
      </p:sp>
      <p:sp>
        <p:nvSpPr>
          <p:cNvPr id="635" name="Shape 633"/>
          <p:cNvSpPr/>
          <p:nvPr/>
        </p:nvSpPr>
        <p:spPr>
          <a:xfrm>
            <a:off x="11265408" y="2536616"/>
            <a:ext cx="0" cy="234093"/>
          </a:xfrm>
          <a:prstGeom prst="line">
            <a:avLst/>
          </a:prstGeom>
          <a:noFill/>
          <a:ln w="25400">
            <a:solidFill>
              <a:srgbClr val="D87932"/>
            </a:solidFill>
            <a:prstDash val="solid"/>
            <a:headEnd type="none"/>
            <a:tailEnd type="none"/>
          </a:ln>
        </p:spPr>
      </p:sp>
      <p:sp>
        <p:nvSpPr>
          <p:cNvPr id="636" name="Shape 634"/>
          <p:cNvSpPr/>
          <p:nvPr/>
        </p:nvSpPr>
        <p:spPr>
          <a:xfrm>
            <a:off x="868680" y="2020824"/>
            <a:ext cx="256032" cy="0"/>
          </a:xfrm>
          <a:prstGeom prst="line">
            <a:avLst/>
          </a:prstGeom>
          <a:noFill/>
          <a:ln w="27940">
            <a:solidFill>
              <a:srgbClr val="D87932"/>
            </a:solidFill>
            <a:prstDash val="solid"/>
          </a:ln>
        </p:spPr>
      </p:sp>
      <p:sp>
        <p:nvSpPr>
          <p:cNvPr id="637" name="Text 635"/>
          <p:cNvSpPr/>
          <p:nvPr/>
        </p:nvSpPr>
        <p:spPr>
          <a:xfrm>
            <a:off x="1197864" y="1947672"/>
            <a:ext cx="2011680"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C₂ PP</a:t>
            </a:r>
            <a:endParaRPr lang="en-US" sz="920" dirty="0"/>
          </a:p>
        </p:txBody>
      </p:sp>
      <p:sp>
        <p:nvSpPr>
          <p:cNvPr id="638" name="Shape 636"/>
          <p:cNvSpPr/>
          <p:nvPr/>
        </p:nvSpPr>
        <p:spPr>
          <a:xfrm>
            <a:off x="841248" y="2456143"/>
            <a:ext cx="176480" cy="0"/>
          </a:xfrm>
          <a:prstGeom prst="line">
            <a:avLst/>
          </a:prstGeom>
          <a:noFill/>
          <a:ln w="38100">
            <a:solidFill>
              <a:srgbClr val="A64E8E"/>
            </a:solidFill>
            <a:prstDash val="solid"/>
            <a:headEnd type="none"/>
            <a:tailEnd type="none"/>
          </a:ln>
        </p:spPr>
      </p:sp>
      <p:sp>
        <p:nvSpPr>
          <p:cNvPr id="639" name="Shape 637"/>
          <p:cNvSpPr/>
          <p:nvPr/>
        </p:nvSpPr>
        <p:spPr>
          <a:xfrm>
            <a:off x="1014984" y="2369361"/>
            <a:ext cx="0" cy="89525"/>
          </a:xfrm>
          <a:prstGeom prst="line">
            <a:avLst/>
          </a:prstGeom>
          <a:noFill/>
          <a:ln w="38100">
            <a:solidFill>
              <a:srgbClr val="A64E8E"/>
            </a:solidFill>
            <a:prstDash val="solid"/>
            <a:headEnd type="none"/>
            <a:tailEnd type="none"/>
          </a:ln>
        </p:spPr>
      </p:sp>
      <p:sp>
        <p:nvSpPr>
          <p:cNvPr id="640" name="Shape 638"/>
          <p:cNvSpPr/>
          <p:nvPr/>
        </p:nvSpPr>
        <p:spPr>
          <a:xfrm>
            <a:off x="1014984" y="2372104"/>
            <a:ext cx="176479" cy="0"/>
          </a:xfrm>
          <a:prstGeom prst="line">
            <a:avLst/>
          </a:prstGeom>
          <a:noFill/>
          <a:ln w="38100">
            <a:solidFill>
              <a:srgbClr val="A64E8E"/>
            </a:solidFill>
            <a:prstDash val="solid"/>
            <a:headEnd type="none"/>
            <a:tailEnd type="none"/>
          </a:ln>
        </p:spPr>
      </p:sp>
      <p:sp>
        <p:nvSpPr>
          <p:cNvPr id="641" name="Shape 639"/>
          <p:cNvSpPr/>
          <p:nvPr/>
        </p:nvSpPr>
        <p:spPr>
          <a:xfrm>
            <a:off x="1188720" y="2369361"/>
            <a:ext cx="0" cy="89525"/>
          </a:xfrm>
          <a:prstGeom prst="line">
            <a:avLst/>
          </a:prstGeom>
          <a:noFill/>
          <a:ln w="38100">
            <a:solidFill>
              <a:srgbClr val="A64E8E"/>
            </a:solidFill>
            <a:prstDash val="solid"/>
            <a:headEnd type="none"/>
            <a:tailEnd type="none"/>
          </a:ln>
        </p:spPr>
      </p:sp>
      <p:sp>
        <p:nvSpPr>
          <p:cNvPr id="642" name="Shape 640"/>
          <p:cNvSpPr/>
          <p:nvPr/>
        </p:nvSpPr>
        <p:spPr>
          <a:xfrm>
            <a:off x="1188720" y="2456143"/>
            <a:ext cx="176480" cy="0"/>
          </a:xfrm>
          <a:prstGeom prst="line">
            <a:avLst/>
          </a:prstGeom>
          <a:noFill/>
          <a:ln w="38100">
            <a:solidFill>
              <a:srgbClr val="A64E8E"/>
            </a:solidFill>
            <a:prstDash val="solid"/>
            <a:headEnd type="none"/>
            <a:tailEnd type="none"/>
          </a:ln>
        </p:spPr>
      </p:sp>
      <p:sp>
        <p:nvSpPr>
          <p:cNvPr id="643" name="Shape 641"/>
          <p:cNvSpPr/>
          <p:nvPr/>
        </p:nvSpPr>
        <p:spPr>
          <a:xfrm>
            <a:off x="1362456" y="2453400"/>
            <a:ext cx="0" cy="141467"/>
          </a:xfrm>
          <a:prstGeom prst="line">
            <a:avLst/>
          </a:prstGeom>
          <a:noFill/>
          <a:ln w="38100">
            <a:solidFill>
              <a:srgbClr val="A64E8E"/>
            </a:solidFill>
            <a:prstDash val="solid"/>
            <a:headEnd type="none"/>
            <a:tailEnd type="none"/>
          </a:ln>
        </p:spPr>
      </p:sp>
      <p:sp>
        <p:nvSpPr>
          <p:cNvPr id="644" name="Shape 642"/>
          <p:cNvSpPr/>
          <p:nvPr/>
        </p:nvSpPr>
        <p:spPr>
          <a:xfrm>
            <a:off x="1362456" y="2592123"/>
            <a:ext cx="176480" cy="0"/>
          </a:xfrm>
          <a:prstGeom prst="line">
            <a:avLst/>
          </a:prstGeom>
          <a:noFill/>
          <a:ln w="38100">
            <a:solidFill>
              <a:srgbClr val="A64E8E"/>
            </a:solidFill>
            <a:prstDash val="solid"/>
            <a:headEnd type="none"/>
            <a:tailEnd type="none"/>
          </a:ln>
        </p:spPr>
      </p:sp>
      <p:sp>
        <p:nvSpPr>
          <p:cNvPr id="645" name="Shape 643"/>
          <p:cNvSpPr/>
          <p:nvPr/>
        </p:nvSpPr>
        <p:spPr>
          <a:xfrm>
            <a:off x="1536192" y="2589380"/>
            <a:ext cx="0" cy="89527"/>
          </a:xfrm>
          <a:prstGeom prst="line">
            <a:avLst/>
          </a:prstGeom>
          <a:noFill/>
          <a:ln w="38100">
            <a:solidFill>
              <a:srgbClr val="A64E8E"/>
            </a:solidFill>
            <a:prstDash val="solid"/>
            <a:headEnd type="none"/>
            <a:tailEnd type="none"/>
          </a:ln>
        </p:spPr>
      </p:sp>
      <p:sp>
        <p:nvSpPr>
          <p:cNvPr id="646" name="Shape 644"/>
          <p:cNvSpPr/>
          <p:nvPr/>
        </p:nvSpPr>
        <p:spPr>
          <a:xfrm>
            <a:off x="1536192" y="2676163"/>
            <a:ext cx="176479" cy="0"/>
          </a:xfrm>
          <a:prstGeom prst="line">
            <a:avLst/>
          </a:prstGeom>
          <a:noFill/>
          <a:ln w="38100">
            <a:solidFill>
              <a:srgbClr val="A64E8E"/>
            </a:solidFill>
            <a:prstDash val="solid"/>
            <a:headEnd type="none"/>
            <a:tailEnd type="none"/>
          </a:ln>
        </p:spPr>
      </p:sp>
      <p:sp>
        <p:nvSpPr>
          <p:cNvPr id="647" name="Shape 645"/>
          <p:cNvSpPr/>
          <p:nvPr/>
        </p:nvSpPr>
        <p:spPr>
          <a:xfrm>
            <a:off x="1709928" y="2673420"/>
            <a:ext cx="0" cy="141465"/>
          </a:xfrm>
          <a:prstGeom prst="line">
            <a:avLst/>
          </a:prstGeom>
          <a:noFill/>
          <a:ln w="38100">
            <a:solidFill>
              <a:srgbClr val="A64E8E"/>
            </a:solidFill>
            <a:prstDash val="solid"/>
            <a:headEnd type="none"/>
            <a:tailEnd type="none"/>
          </a:ln>
        </p:spPr>
      </p:sp>
      <p:sp>
        <p:nvSpPr>
          <p:cNvPr id="648" name="Shape 646"/>
          <p:cNvSpPr/>
          <p:nvPr/>
        </p:nvSpPr>
        <p:spPr>
          <a:xfrm>
            <a:off x="1709928" y="2812142"/>
            <a:ext cx="176480" cy="0"/>
          </a:xfrm>
          <a:prstGeom prst="line">
            <a:avLst/>
          </a:prstGeom>
          <a:noFill/>
          <a:ln w="38100">
            <a:solidFill>
              <a:srgbClr val="A64E8E"/>
            </a:solidFill>
            <a:prstDash val="solid"/>
            <a:headEnd type="none"/>
            <a:tailEnd type="none"/>
          </a:ln>
        </p:spPr>
      </p:sp>
      <p:sp>
        <p:nvSpPr>
          <p:cNvPr id="649" name="Shape 647"/>
          <p:cNvSpPr/>
          <p:nvPr/>
        </p:nvSpPr>
        <p:spPr>
          <a:xfrm>
            <a:off x="1883664" y="2809399"/>
            <a:ext cx="0" cy="225505"/>
          </a:xfrm>
          <a:prstGeom prst="line">
            <a:avLst/>
          </a:prstGeom>
          <a:noFill/>
          <a:ln w="38100">
            <a:solidFill>
              <a:srgbClr val="A64E8E"/>
            </a:solidFill>
            <a:prstDash val="solid"/>
            <a:headEnd type="none"/>
            <a:tailEnd type="none"/>
          </a:ln>
        </p:spPr>
      </p:sp>
      <p:sp>
        <p:nvSpPr>
          <p:cNvPr id="650" name="Shape 648"/>
          <p:cNvSpPr/>
          <p:nvPr/>
        </p:nvSpPr>
        <p:spPr>
          <a:xfrm>
            <a:off x="1883664" y="3032161"/>
            <a:ext cx="176480" cy="0"/>
          </a:xfrm>
          <a:prstGeom prst="line">
            <a:avLst/>
          </a:prstGeom>
          <a:noFill/>
          <a:ln w="38100">
            <a:solidFill>
              <a:srgbClr val="A64E8E"/>
            </a:solidFill>
            <a:prstDash val="solid"/>
            <a:headEnd type="none"/>
            <a:tailEnd type="none"/>
          </a:ln>
        </p:spPr>
      </p:sp>
      <p:sp>
        <p:nvSpPr>
          <p:cNvPr id="651" name="Shape 649"/>
          <p:cNvSpPr/>
          <p:nvPr/>
        </p:nvSpPr>
        <p:spPr>
          <a:xfrm>
            <a:off x="2057400" y="3029418"/>
            <a:ext cx="0" cy="141467"/>
          </a:xfrm>
          <a:prstGeom prst="line">
            <a:avLst/>
          </a:prstGeom>
          <a:noFill/>
          <a:ln w="38100">
            <a:solidFill>
              <a:srgbClr val="A64E8E"/>
            </a:solidFill>
            <a:prstDash val="solid"/>
            <a:headEnd type="none"/>
            <a:tailEnd type="none"/>
          </a:ln>
        </p:spPr>
      </p:sp>
      <p:sp>
        <p:nvSpPr>
          <p:cNvPr id="652" name="Shape 650"/>
          <p:cNvSpPr/>
          <p:nvPr/>
        </p:nvSpPr>
        <p:spPr>
          <a:xfrm>
            <a:off x="2057400" y="3168142"/>
            <a:ext cx="176479" cy="0"/>
          </a:xfrm>
          <a:prstGeom prst="line">
            <a:avLst/>
          </a:prstGeom>
          <a:noFill/>
          <a:ln w="38100">
            <a:solidFill>
              <a:srgbClr val="A64E8E"/>
            </a:solidFill>
            <a:prstDash val="solid"/>
            <a:headEnd type="none"/>
            <a:tailEnd type="none"/>
          </a:ln>
        </p:spPr>
      </p:sp>
      <p:sp>
        <p:nvSpPr>
          <p:cNvPr id="653" name="Shape 651"/>
          <p:cNvSpPr/>
          <p:nvPr/>
        </p:nvSpPr>
        <p:spPr>
          <a:xfrm>
            <a:off x="2231136" y="3165399"/>
            <a:ext cx="0" cy="5486"/>
          </a:xfrm>
          <a:prstGeom prst="line">
            <a:avLst/>
          </a:prstGeom>
          <a:noFill/>
          <a:ln w="38100">
            <a:solidFill>
              <a:srgbClr val="A64E8E"/>
            </a:solidFill>
            <a:prstDash val="solid"/>
            <a:headEnd type="none"/>
            <a:tailEnd type="none"/>
          </a:ln>
        </p:spPr>
      </p:sp>
      <p:sp>
        <p:nvSpPr>
          <p:cNvPr id="654" name="Shape 652"/>
          <p:cNvSpPr/>
          <p:nvPr/>
        </p:nvSpPr>
        <p:spPr>
          <a:xfrm>
            <a:off x="2231136" y="3168142"/>
            <a:ext cx="176480" cy="0"/>
          </a:xfrm>
          <a:prstGeom prst="line">
            <a:avLst/>
          </a:prstGeom>
          <a:noFill/>
          <a:ln w="38100">
            <a:solidFill>
              <a:srgbClr val="A64E8E"/>
            </a:solidFill>
            <a:prstDash val="solid"/>
            <a:headEnd type="none"/>
            <a:tailEnd type="none"/>
          </a:ln>
        </p:spPr>
      </p:sp>
      <p:sp>
        <p:nvSpPr>
          <p:cNvPr id="655" name="Shape 653"/>
          <p:cNvSpPr/>
          <p:nvPr/>
        </p:nvSpPr>
        <p:spPr>
          <a:xfrm>
            <a:off x="2404872" y="3165399"/>
            <a:ext cx="0" cy="89527"/>
          </a:xfrm>
          <a:prstGeom prst="line">
            <a:avLst/>
          </a:prstGeom>
          <a:noFill/>
          <a:ln w="38100">
            <a:solidFill>
              <a:srgbClr val="A64E8E"/>
            </a:solidFill>
            <a:prstDash val="solid"/>
            <a:headEnd type="none"/>
            <a:tailEnd type="none"/>
          </a:ln>
        </p:spPr>
      </p:sp>
      <p:sp>
        <p:nvSpPr>
          <p:cNvPr id="656" name="Shape 654"/>
          <p:cNvSpPr/>
          <p:nvPr/>
        </p:nvSpPr>
        <p:spPr>
          <a:xfrm>
            <a:off x="2404872" y="3252182"/>
            <a:ext cx="176480" cy="0"/>
          </a:xfrm>
          <a:prstGeom prst="line">
            <a:avLst/>
          </a:prstGeom>
          <a:noFill/>
          <a:ln w="38100">
            <a:solidFill>
              <a:srgbClr val="A64E8E"/>
            </a:solidFill>
            <a:prstDash val="solid"/>
            <a:headEnd type="none"/>
            <a:tailEnd type="none"/>
          </a:ln>
        </p:spPr>
      </p:sp>
      <p:sp>
        <p:nvSpPr>
          <p:cNvPr id="657" name="Shape 655"/>
          <p:cNvSpPr/>
          <p:nvPr/>
        </p:nvSpPr>
        <p:spPr>
          <a:xfrm>
            <a:off x="2578608" y="3249439"/>
            <a:ext cx="0" cy="57425"/>
          </a:xfrm>
          <a:prstGeom prst="line">
            <a:avLst/>
          </a:prstGeom>
          <a:noFill/>
          <a:ln w="38100">
            <a:solidFill>
              <a:srgbClr val="A64E8E"/>
            </a:solidFill>
            <a:prstDash val="solid"/>
            <a:headEnd type="none"/>
            <a:tailEnd type="none"/>
          </a:ln>
        </p:spPr>
      </p:sp>
      <p:sp>
        <p:nvSpPr>
          <p:cNvPr id="658" name="Shape 656"/>
          <p:cNvSpPr/>
          <p:nvPr/>
        </p:nvSpPr>
        <p:spPr>
          <a:xfrm>
            <a:off x="2578608" y="3304121"/>
            <a:ext cx="176479" cy="0"/>
          </a:xfrm>
          <a:prstGeom prst="line">
            <a:avLst/>
          </a:prstGeom>
          <a:noFill/>
          <a:ln w="38100">
            <a:solidFill>
              <a:srgbClr val="A64E8E"/>
            </a:solidFill>
            <a:prstDash val="solid"/>
            <a:headEnd type="none"/>
            <a:tailEnd type="none"/>
          </a:ln>
        </p:spPr>
      </p:sp>
      <p:sp>
        <p:nvSpPr>
          <p:cNvPr id="659" name="Shape 657"/>
          <p:cNvSpPr/>
          <p:nvPr/>
        </p:nvSpPr>
        <p:spPr>
          <a:xfrm>
            <a:off x="2752344" y="3301378"/>
            <a:ext cx="0" cy="5486"/>
          </a:xfrm>
          <a:prstGeom prst="line">
            <a:avLst/>
          </a:prstGeom>
          <a:noFill/>
          <a:ln w="38100">
            <a:solidFill>
              <a:srgbClr val="A64E8E"/>
            </a:solidFill>
            <a:prstDash val="solid"/>
            <a:headEnd type="none"/>
            <a:tailEnd type="none"/>
          </a:ln>
        </p:spPr>
      </p:sp>
      <p:sp>
        <p:nvSpPr>
          <p:cNvPr id="660" name="Shape 658"/>
          <p:cNvSpPr/>
          <p:nvPr/>
        </p:nvSpPr>
        <p:spPr>
          <a:xfrm>
            <a:off x="2752344" y="3304121"/>
            <a:ext cx="176480" cy="0"/>
          </a:xfrm>
          <a:prstGeom prst="line">
            <a:avLst/>
          </a:prstGeom>
          <a:noFill/>
          <a:ln w="38100">
            <a:solidFill>
              <a:srgbClr val="A64E8E"/>
            </a:solidFill>
            <a:prstDash val="solid"/>
            <a:headEnd type="none"/>
            <a:tailEnd type="none"/>
          </a:ln>
        </p:spPr>
      </p:sp>
      <p:sp>
        <p:nvSpPr>
          <p:cNvPr id="661" name="Shape 659"/>
          <p:cNvSpPr/>
          <p:nvPr/>
        </p:nvSpPr>
        <p:spPr>
          <a:xfrm>
            <a:off x="2926080" y="3029418"/>
            <a:ext cx="0" cy="277446"/>
          </a:xfrm>
          <a:prstGeom prst="line">
            <a:avLst/>
          </a:prstGeom>
          <a:noFill/>
          <a:ln w="38100">
            <a:solidFill>
              <a:srgbClr val="A64E8E"/>
            </a:solidFill>
            <a:prstDash val="solid"/>
            <a:headEnd type="none"/>
            <a:tailEnd type="none"/>
          </a:ln>
        </p:spPr>
      </p:sp>
      <p:sp>
        <p:nvSpPr>
          <p:cNvPr id="662" name="Shape 660"/>
          <p:cNvSpPr/>
          <p:nvPr/>
        </p:nvSpPr>
        <p:spPr>
          <a:xfrm>
            <a:off x="2926080" y="3032161"/>
            <a:ext cx="176480" cy="0"/>
          </a:xfrm>
          <a:prstGeom prst="line">
            <a:avLst/>
          </a:prstGeom>
          <a:noFill/>
          <a:ln w="38100">
            <a:solidFill>
              <a:srgbClr val="A64E8E"/>
            </a:solidFill>
            <a:prstDash val="solid"/>
            <a:headEnd type="none"/>
            <a:tailEnd type="none"/>
          </a:ln>
        </p:spPr>
      </p:sp>
      <p:sp>
        <p:nvSpPr>
          <p:cNvPr id="663" name="Shape 661"/>
          <p:cNvSpPr/>
          <p:nvPr/>
        </p:nvSpPr>
        <p:spPr>
          <a:xfrm>
            <a:off x="3099816" y="3029418"/>
            <a:ext cx="0" cy="5486"/>
          </a:xfrm>
          <a:prstGeom prst="line">
            <a:avLst/>
          </a:prstGeom>
          <a:noFill/>
          <a:ln w="38100">
            <a:solidFill>
              <a:srgbClr val="A64E8E"/>
            </a:solidFill>
            <a:prstDash val="solid"/>
            <a:headEnd type="none"/>
            <a:tailEnd type="none"/>
          </a:ln>
        </p:spPr>
      </p:sp>
      <p:sp>
        <p:nvSpPr>
          <p:cNvPr id="664" name="Shape 662"/>
          <p:cNvSpPr/>
          <p:nvPr/>
        </p:nvSpPr>
        <p:spPr>
          <a:xfrm>
            <a:off x="3099816" y="3032161"/>
            <a:ext cx="176479" cy="0"/>
          </a:xfrm>
          <a:prstGeom prst="line">
            <a:avLst/>
          </a:prstGeom>
          <a:noFill/>
          <a:ln w="38100">
            <a:solidFill>
              <a:srgbClr val="A64E8E"/>
            </a:solidFill>
            <a:prstDash val="solid"/>
            <a:headEnd type="none"/>
            <a:tailEnd type="none"/>
          </a:ln>
        </p:spPr>
      </p:sp>
      <p:sp>
        <p:nvSpPr>
          <p:cNvPr id="665" name="Shape 663"/>
          <p:cNvSpPr/>
          <p:nvPr/>
        </p:nvSpPr>
        <p:spPr>
          <a:xfrm>
            <a:off x="3273552" y="3029418"/>
            <a:ext cx="0" cy="5486"/>
          </a:xfrm>
          <a:prstGeom prst="line">
            <a:avLst/>
          </a:prstGeom>
          <a:noFill/>
          <a:ln w="38100">
            <a:solidFill>
              <a:srgbClr val="A64E8E"/>
            </a:solidFill>
            <a:prstDash val="solid"/>
            <a:headEnd type="none"/>
            <a:tailEnd type="none"/>
          </a:ln>
        </p:spPr>
      </p:sp>
      <p:sp>
        <p:nvSpPr>
          <p:cNvPr id="666" name="Shape 664"/>
          <p:cNvSpPr/>
          <p:nvPr/>
        </p:nvSpPr>
        <p:spPr>
          <a:xfrm>
            <a:off x="3273552" y="3032161"/>
            <a:ext cx="176480" cy="0"/>
          </a:xfrm>
          <a:prstGeom prst="line">
            <a:avLst/>
          </a:prstGeom>
          <a:noFill/>
          <a:ln w="38100">
            <a:solidFill>
              <a:srgbClr val="A64E8E"/>
            </a:solidFill>
            <a:prstDash val="solid"/>
            <a:headEnd type="none"/>
            <a:tailEnd type="none"/>
          </a:ln>
        </p:spPr>
      </p:sp>
      <p:sp>
        <p:nvSpPr>
          <p:cNvPr id="667" name="Shape 665"/>
          <p:cNvSpPr/>
          <p:nvPr/>
        </p:nvSpPr>
        <p:spPr>
          <a:xfrm>
            <a:off x="3447288" y="3029418"/>
            <a:ext cx="0" cy="5486"/>
          </a:xfrm>
          <a:prstGeom prst="line">
            <a:avLst/>
          </a:prstGeom>
          <a:noFill/>
          <a:ln w="38100">
            <a:solidFill>
              <a:srgbClr val="A64E8E"/>
            </a:solidFill>
            <a:prstDash val="solid"/>
            <a:headEnd type="none"/>
            <a:tailEnd type="none"/>
          </a:ln>
        </p:spPr>
      </p:sp>
      <p:sp>
        <p:nvSpPr>
          <p:cNvPr id="668" name="Shape 666"/>
          <p:cNvSpPr/>
          <p:nvPr/>
        </p:nvSpPr>
        <p:spPr>
          <a:xfrm>
            <a:off x="3447288" y="3032161"/>
            <a:ext cx="176480" cy="0"/>
          </a:xfrm>
          <a:prstGeom prst="line">
            <a:avLst/>
          </a:prstGeom>
          <a:noFill/>
          <a:ln w="38100">
            <a:solidFill>
              <a:srgbClr val="A64E8E"/>
            </a:solidFill>
            <a:prstDash val="solid"/>
            <a:headEnd type="none"/>
            <a:tailEnd type="none"/>
          </a:ln>
        </p:spPr>
      </p:sp>
      <p:sp>
        <p:nvSpPr>
          <p:cNvPr id="669" name="Shape 667"/>
          <p:cNvSpPr/>
          <p:nvPr/>
        </p:nvSpPr>
        <p:spPr>
          <a:xfrm>
            <a:off x="3621024" y="3029418"/>
            <a:ext cx="0" cy="141467"/>
          </a:xfrm>
          <a:prstGeom prst="line">
            <a:avLst/>
          </a:prstGeom>
          <a:noFill/>
          <a:ln w="38100">
            <a:solidFill>
              <a:srgbClr val="A64E8E"/>
            </a:solidFill>
            <a:prstDash val="solid"/>
            <a:headEnd type="none"/>
            <a:tailEnd type="none"/>
          </a:ln>
        </p:spPr>
      </p:sp>
      <p:sp>
        <p:nvSpPr>
          <p:cNvPr id="670" name="Shape 668"/>
          <p:cNvSpPr/>
          <p:nvPr/>
        </p:nvSpPr>
        <p:spPr>
          <a:xfrm>
            <a:off x="3621024" y="3168142"/>
            <a:ext cx="176479" cy="0"/>
          </a:xfrm>
          <a:prstGeom prst="line">
            <a:avLst/>
          </a:prstGeom>
          <a:noFill/>
          <a:ln w="38100">
            <a:solidFill>
              <a:srgbClr val="A64E8E"/>
            </a:solidFill>
            <a:prstDash val="solid"/>
            <a:headEnd type="none"/>
            <a:tailEnd type="none"/>
          </a:ln>
        </p:spPr>
      </p:sp>
      <p:sp>
        <p:nvSpPr>
          <p:cNvPr id="671" name="Shape 669"/>
          <p:cNvSpPr/>
          <p:nvPr/>
        </p:nvSpPr>
        <p:spPr>
          <a:xfrm>
            <a:off x="3794760" y="3165399"/>
            <a:ext cx="0" cy="141465"/>
          </a:xfrm>
          <a:prstGeom prst="line">
            <a:avLst/>
          </a:prstGeom>
          <a:noFill/>
          <a:ln w="38100">
            <a:solidFill>
              <a:srgbClr val="A64E8E"/>
            </a:solidFill>
            <a:prstDash val="solid"/>
            <a:headEnd type="none"/>
            <a:tailEnd type="none"/>
          </a:ln>
        </p:spPr>
      </p:sp>
      <p:sp>
        <p:nvSpPr>
          <p:cNvPr id="672" name="Shape 670"/>
          <p:cNvSpPr/>
          <p:nvPr/>
        </p:nvSpPr>
        <p:spPr>
          <a:xfrm>
            <a:off x="3794760" y="3304121"/>
            <a:ext cx="176480" cy="0"/>
          </a:xfrm>
          <a:prstGeom prst="line">
            <a:avLst/>
          </a:prstGeom>
          <a:noFill/>
          <a:ln w="38100">
            <a:solidFill>
              <a:srgbClr val="A64E8E"/>
            </a:solidFill>
            <a:prstDash val="solid"/>
            <a:headEnd type="none"/>
            <a:tailEnd type="none"/>
          </a:ln>
        </p:spPr>
      </p:sp>
      <p:sp>
        <p:nvSpPr>
          <p:cNvPr id="673" name="Shape 671"/>
          <p:cNvSpPr/>
          <p:nvPr/>
        </p:nvSpPr>
        <p:spPr>
          <a:xfrm>
            <a:off x="3968496" y="3301378"/>
            <a:ext cx="0" cy="5486"/>
          </a:xfrm>
          <a:prstGeom prst="line">
            <a:avLst/>
          </a:prstGeom>
          <a:noFill/>
          <a:ln w="38100">
            <a:solidFill>
              <a:srgbClr val="A64E8E"/>
            </a:solidFill>
            <a:prstDash val="solid"/>
            <a:headEnd type="none"/>
            <a:tailEnd type="none"/>
          </a:ln>
        </p:spPr>
      </p:sp>
      <p:sp>
        <p:nvSpPr>
          <p:cNvPr id="674" name="Shape 672"/>
          <p:cNvSpPr/>
          <p:nvPr/>
        </p:nvSpPr>
        <p:spPr>
          <a:xfrm>
            <a:off x="3968496" y="3304121"/>
            <a:ext cx="176480" cy="0"/>
          </a:xfrm>
          <a:prstGeom prst="line">
            <a:avLst/>
          </a:prstGeom>
          <a:noFill/>
          <a:ln w="38100">
            <a:solidFill>
              <a:srgbClr val="A64E8E"/>
            </a:solidFill>
            <a:prstDash val="solid"/>
            <a:headEnd type="none"/>
            <a:tailEnd type="none"/>
          </a:ln>
        </p:spPr>
      </p:sp>
      <p:sp>
        <p:nvSpPr>
          <p:cNvPr id="675" name="Shape 673"/>
          <p:cNvSpPr/>
          <p:nvPr/>
        </p:nvSpPr>
        <p:spPr>
          <a:xfrm>
            <a:off x="4142232" y="3301378"/>
            <a:ext cx="0" cy="309546"/>
          </a:xfrm>
          <a:prstGeom prst="line">
            <a:avLst/>
          </a:prstGeom>
          <a:noFill/>
          <a:ln w="38100">
            <a:solidFill>
              <a:srgbClr val="A64E8E"/>
            </a:solidFill>
            <a:prstDash val="solid"/>
            <a:headEnd type="none"/>
            <a:tailEnd type="none"/>
          </a:ln>
        </p:spPr>
      </p:sp>
      <p:sp>
        <p:nvSpPr>
          <p:cNvPr id="676" name="Shape 674"/>
          <p:cNvSpPr/>
          <p:nvPr/>
        </p:nvSpPr>
        <p:spPr>
          <a:xfrm>
            <a:off x="4142232" y="3608180"/>
            <a:ext cx="176479" cy="0"/>
          </a:xfrm>
          <a:prstGeom prst="line">
            <a:avLst/>
          </a:prstGeom>
          <a:noFill/>
          <a:ln w="38100">
            <a:solidFill>
              <a:srgbClr val="A64E8E"/>
            </a:solidFill>
            <a:prstDash val="solid"/>
            <a:headEnd type="none"/>
            <a:tailEnd type="none"/>
          </a:ln>
        </p:spPr>
      </p:sp>
      <p:sp>
        <p:nvSpPr>
          <p:cNvPr id="677" name="Shape 675"/>
          <p:cNvSpPr/>
          <p:nvPr/>
        </p:nvSpPr>
        <p:spPr>
          <a:xfrm>
            <a:off x="4315968" y="3605437"/>
            <a:ext cx="0" cy="225507"/>
          </a:xfrm>
          <a:prstGeom prst="line">
            <a:avLst/>
          </a:prstGeom>
          <a:noFill/>
          <a:ln w="38100">
            <a:solidFill>
              <a:srgbClr val="A64E8E"/>
            </a:solidFill>
            <a:prstDash val="solid"/>
            <a:headEnd type="none"/>
            <a:tailEnd type="none"/>
          </a:ln>
        </p:spPr>
      </p:sp>
      <p:sp>
        <p:nvSpPr>
          <p:cNvPr id="678" name="Shape 676"/>
          <p:cNvSpPr/>
          <p:nvPr/>
        </p:nvSpPr>
        <p:spPr>
          <a:xfrm>
            <a:off x="4315968" y="3828201"/>
            <a:ext cx="176480" cy="0"/>
          </a:xfrm>
          <a:prstGeom prst="line">
            <a:avLst/>
          </a:prstGeom>
          <a:noFill/>
          <a:ln w="38100">
            <a:solidFill>
              <a:srgbClr val="A64E8E"/>
            </a:solidFill>
            <a:prstDash val="solid"/>
            <a:headEnd type="none"/>
            <a:tailEnd type="none"/>
          </a:ln>
        </p:spPr>
      </p:sp>
      <p:sp>
        <p:nvSpPr>
          <p:cNvPr id="679" name="Shape 677"/>
          <p:cNvSpPr/>
          <p:nvPr/>
        </p:nvSpPr>
        <p:spPr>
          <a:xfrm>
            <a:off x="4489704" y="3825458"/>
            <a:ext cx="0" cy="277444"/>
          </a:xfrm>
          <a:prstGeom prst="line">
            <a:avLst/>
          </a:prstGeom>
          <a:noFill/>
          <a:ln w="38100">
            <a:solidFill>
              <a:srgbClr val="A64E8E"/>
            </a:solidFill>
            <a:prstDash val="solid"/>
            <a:headEnd type="none"/>
            <a:tailEnd type="none"/>
          </a:ln>
        </p:spPr>
      </p:sp>
      <p:sp>
        <p:nvSpPr>
          <p:cNvPr id="680" name="Shape 678"/>
          <p:cNvSpPr/>
          <p:nvPr/>
        </p:nvSpPr>
        <p:spPr>
          <a:xfrm>
            <a:off x="4489704" y="4100159"/>
            <a:ext cx="176480" cy="0"/>
          </a:xfrm>
          <a:prstGeom prst="line">
            <a:avLst/>
          </a:prstGeom>
          <a:noFill/>
          <a:ln w="38100">
            <a:solidFill>
              <a:srgbClr val="A64E8E"/>
            </a:solidFill>
            <a:prstDash val="solid"/>
            <a:headEnd type="none"/>
            <a:tailEnd type="none"/>
          </a:ln>
        </p:spPr>
      </p:sp>
      <p:sp>
        <p:nvSpPr>
          <p:cNvPr id="681" name="Shape 679"/>
          <p:cNvSpPr/>
          <p:nvPr/>
        </p:nvSpPr>
        <p:spPr>
          <a:xfrm>
            <a:off x="4663440" y="3961436"/>
            <a:ext cx="0" cy="141465"/>
          </a:xfrm>
          <a:prstGeom prst="line">
            <a:avLst/>
          </a:prstGeom>
          <a:noFill/>
          <a:ln w="38100">
            <a:solidFill>
              <a:srgbClr val="A64E8E"/>
            </a:solidFill>
            <a:prstDash val="solid"/>
            <a:headEnd type="none"/>
            <a:tailEnd type="none"/>
          </a:ln>
        </p:spPr>
      </p:sp>
      <p:sp>
        <p:nvSpPr>
          <p:cNvPr id="682" name="Shape 680"/>
          <p:cNvSpPr/>
          <p:nvPr/>
        </p:nvSpPr>
        <p:spPr>
          <a:xfrm>
            <a:off x="4663440" y="3964180"/>
            <a:ext cx="176479" cy="0"/>
          </a:xfrm>
          <a:prstGeom prst="line">
            <a:avLst/>
          </a:prstGeom>
          <a:noFill/>
          <a:ln w="38100">
            <a:solidFill>
              <a:srgbClr val="A64E8E"/>
            </a:solidFill>
            <a:prstDash val="solid"/>
            <a:headEnd type="none"/>
            <a:tailEnd type="none"/>
          </a:ln>
        </p:spPr>
      </p:sp>
      <p:sp>
        <p:nvSpPr>
          <p:cNvPr id="683" name="Shape 681"/>
          <p:cNvSpPr/>
          <p:nvPr/>
        </p:nvSpPr>
        <p:spPr>
          <a:xfrm>
            <a:off x="4837176" y="3961436"/>
            <a:ext cx="0" cy="225505"/>
          </a:xfrm>
          <a:prstGeom prst="line">
            <a:avLst/>
          </a:prstGeom>
          <a:noFill/>
          <a:ln w="38100">
            <a:solidFill>
              <a:srgbClr val="A64E8E"/>
            </a:solidFill>
            <a:prstDash val="solid"/>
            <a:headEnd type="none"/>
            <a:tailEnd type="none"/>
          </a:ln>
        </p:spPr>
      </p:sp>
      <p:sp>
        <p:nvSpPr>
          <p:cNvPr id="684" name="Shape 682"/>
          <p:cNvSpPr/>
          <p:nvPr/>
        </p:nvSpPr>
        <p:spPr>
          <a:xfrm>
            <a:off x="4837176" y="4184199"/>
            <a:ext cx="176480" cy="0"/>
          </a:xfrm>
          <a:prstGeom prst="line">
            <a:avLst/>
          </a:prstGeom>
          <a:noFill/>
          <a:ln w="38100">
            <a:solidFill>
              <a:srgbClr val="A64E8E"/>
            </a:solidFill>
            <a:prstDash val="solid"/>
            <a:headEnd type="none"/>
            <a:tailEnd type="none"/>
          </a:ln>
        </p:spPr>
      </p:sp>
      <p:sp>
        <p:nvSpPr>
          <p:cNvPr id="685" name="Shape 683"/>
          <p:cNvSpPr/>
          <p:nvPr/>
        </p:nvSpPr>
        <p:spPr>
          <a:xfrm>
            <a:off x="5010912" y="4181456"/>
            <a:ext cx="0" cy="141467"/>
          </a:xfrm>
          <a:prstGeom prst="line">
            <a:avLst/>
          </a:prstGeom>
          <a:noFill/>
          <a:ln w="38100">
            <a:solidFill>
              <a:srgbClr val="A64E8E"/>
            </a:solidFill>
            <a:prstDash val="solid"/>
            <a:headEnd type="none"/>
            <a:tailEnd type="none"/>
          </a:ln>
        </p:spPr>
      </p:sp>
      <p:sp>
        <p:nvSpPr>
          <p:cNvPr id="686" name="Shape 684"/>
          <p:cNvSpPr/>
          <p:nvPr/>
        </p:nvSpPr>
        <p:spPr>
          <a:xfrm>
            <a:off x="5010912" y="4320179"/>
            <a:ext cx="176480" cy="0"/>
          </a:xfrm>
          <a:prstGeom prst="line">
            <a:avLst/>
          </a:prstGeom>
          <a:noFill/>
          <a:ln w="38100">
            <a:solidFill>
              <a:srgbClr val="A64E8E"/>
            </a:solidFill>
            <a:prstDash val="solid"/>
            <a:headEnd type="none"/>
            <a:tailEnd type="none"/>
          </a:ln>
        </p:spPr>
      </p:sp>
      <p:sp>
        <p:nvSpPr>
          <p:cNvPr id="687" name="Shape 685"/>
          <p:cNvSpPr/>
          <p:nvPr/>
        </p:nvSpPr>
        <p:spPr>
          <a:xfrm>
            <a:off x="5184648" y="4317436"/>
            <a:ext cx="0" cy="5486"/>
          </a:xfrm>
          <a:prstGeom prst="line">
            <a:avLst/>
          </a:prstGeom>
          <a:noFill/>
          <a:ln w="38100">
            <a:solidFill>
              <a:srgbClr val="A64E8E"/>
            </a:solidFill>
            <a:prstDash val="solid"/>
            <a:headEnd type="none"/>
            <a:tailEnd type="none"/>
          </a:ln>
        </p:spPr>
      </p:sp>
      <p:sp>
        <p:nvSpPr>
          <p:cNvPr id="688" name="Shape 686"/>
          <p:cNvSpPr/>
          <p:nvPr/>
        </p:nvSpPr>
        <p:spPr>
          <a:xfrm>
            <a:off x="5184648" y="4320179"/>
            <a:ext cx="176479" cy="0"/>
          </a:xfrm>
          <a:prstGeom prst="line">
            <a:avLst/>
          </a:prstGeom>
          <a:noFill/>
          <a:ln w="38100">
            <a:solidFill>
              <a:srgbClr val="A64E8E"/>
            </a:solidFill>
            <a:prstDash val="solid"/>
            <a:headEnd type="none"/>
            <a:tailEnd type="none"/>
          </a:ln>
        </p:spPr>
      </p:sp>
      <p:sp>
        <p:nvSpPr>
          <p:cNvPr id="689" name="Shape 687"/>
          <p:cNvSpPr/>
          <p:nvPr/>
        </p:nvSpPr>
        <p:spPr>
          <a:xfrm>
            <a:off x="5358384" y="4317436"/>
            <a:ext cx="0" cy="141465"/>
          </a:xfrm>
          <a:prstGeom prst="line">
            <a:avLst/>
          </a:prstGeom>
          <a:noFill/>
          <a:ln w="38100">
            <a:solidFill>
              <a:srgbClr val="A64E8E"/>
            </a:solidFill>
            <a:prstDash val="solid"/>
            <a:headEnd type="none"/>
            <a:tailEnd type="none"/>
          </a:ln>
        </p:spPr>
      </p:sp>
      <p:sp>
        <p:nvSpPr>
          <p:cNvPr id="690" name="Shape 688"/>
          <p:cNvSpPr/>
          <p:nvPr/>
        </p:nvSpPr>
        <p:spPr>
          <a:xfrm>
            <a:off x="5358384" y="4456158"/>
            <a:ext cx="176480" cy="0"/>
          </a:xfrm>
          <a:prstGeom prst="line">
            <a:avLst/>
          </a:prstGeom>
          <a:noFill/>
          <a:ln w="38100">
            <a:solidFill>
              <a:srgbClr val="A64E8E"/>
            </a:solidFill>
            <a:prstDash val="solid"/>
            <a:headEnd type="none"/>
            <a:tailEnd type="none"/>
          </a:ln>
        </p:spPr>
      </p:sp>
      <p:sp>
        <p:nvSpPr>
          <p:cNvPr id="691" name="Shape 689"/>
          <p:cNvSpPr/>
          <p:nvPr/>
        </p:nvSpPr>
        <p:spPr>
          <a:xfrm>
            <a:off x="5532120" y="4453415"/>
            <a:ext cx="0" cy="89527"/>
          </a:xfrm>
          <a:prstGeom prst="line">
            <a:avLst/>
          </a:prstGeom>
          <a:noFill/>
          <a:ln w="38100">
            <a:solidFill>
              <a:srgbClr val="A64E8E"/>
            </a:solidFill>
            <a:prstDash val="solid"/>
            <a:headEnd type="none"/>
            <a:tailEnd type="none"/>
          </a:ln>
        </p:spPr>
      </p:sp>
      <p:sp>
        <p:nvSpPr>
          <p:cNvPr id="692" name="Shape 690"/>
          <p:cNvSpPr/>
          <p:nvPr/>
        </p:nvSpPr>
        <p:spPr>
          <a:xfrm>
            <a:off x="5532120" y="4540198"/>
            <a:ext cx="176480" cy="0"/>
          </a:xfrm>
          <a:prstGeom prst="line">
            <a:avLst/>
          </a:prstGeom>
          <a:noFill/>
          <a:ln w="38100">
            <a:solidFill>
              <a:srgbClr val="A64E8E"/>
            </a:solidFill>
            <a:prstDash val="solid"/>
            <a:headEnd type="none"/>
            <a:tailEnd type="none"/>
          </a:ln>
        </p:spPr>
      </p:sp>
      <p:sp>
        <p:nvSpPr>
          <p:cNvPr id="693" name="Shape 691"/>
          <p:cNvSpPr/>
          <p:nvPr/>
        </p:nvSpPr>
        <p:spPr>
          <a:xfrm>
            <a:off x="5705856" y="4317436"/>
            <a:ext cx="0" cy="225505"/>
          </a:xfrm>
          <a:prstGeom prst="line">
            <a:avLst/>
          </a:prstGeom>
          <a:noFill/>
          <a:ln w="38100">
            <a:solidFill>
              <a:srgbClr val="A64E8E"/>
            </a:solidFill>
            <a:prstDash val="solid"/>
            <a:headEnd type="none"/>
            <a:tailEnd type="none"/>
          </a:ln>
        </p:spPr>
      </p:sp>
      <p:sp>
        <p:nvSpPr>
          <p:cNvPr id="694" name="Shape 692"/>
          <p:cNvSpPr/>
          <p:nvPr/>
        </p:nvSpPr>
        <p:spPr>
          <a:xfrm>
            <a:off x="5705856" y="4320179"/>
            <a:ext cx="176479" cy="0"/>
          </a:xfrm>
          <a:prstGeom prst="line">
            <a:avLst/>
          </a:prstGeom>
          <a:noFill/>
          <a:ln w="38100">
            <a:solidFill>
              <a:srgbClr val="A64E8E"/>
            </a:solidFill>
            <a:prstDash val="solid"/>
            <a:headEnd type="none"/>
            <a:tailEnd type="none"/>
          </a:ln>
        </p:spPr>
      </p:sp>
      <p:sp>
        <p:nvSpPr>
          <p:cNvPr id="695" name="Shape 693"/>
          <p:cNvSpPr/>
          <p:nvPr/>
        </p:nvSpPr>
        <p:spPr>
          <a:xfrm>
            <a:off x="5879592" y="4317436"/>
            <a:ext cx="0" cy="5486"/>
          </a:xfrm>
          <a:prstGeom prst="line">
            <a:avLst/>
          </a:prstGeom>
          <a:noFill/>
          <a:ln w="38100">
            <a:solidFill>
              <a:srgbClr val="A64E8E"/>
            </a:solidFill>
            <a:prstDash val="solid"/>
            <a:headEnd type="none"/>
            <a:tailEnd type="none"/>
          </a:ln>
        </p:spPr>
      </p:sp>
      <p:sp>
        <p:nvSpPr>
          <p:cNvPr id="696" name="Shape 694"/>
          <p:cNvSpPr/>
          <p:nvPr/>
        </p:nvSpPr>
        <p:spPr>
          <a:xfrm>
            <a:off x="5879592" y="4320179"/>
            <a:ext cx="176480" cy="0"/>
          </a:xfrm>
          <a:prstGeom prst="line">
            <a:avLst/>
          </a:prstGeom>
          <a:noFill/>
          <a:ln w="38100">
            <a:solidFill>
              <a:srgbClr val="A64E8E"/>
            </a:solidFill>
            <a:prstDash val="solid"/>
            <a:headEnd type="none"/>
            <a:tailEnd type="none"/>
          </a:ln>
        </p:spPr>
      </p:sp>
      <p:sp>
        <p:nvSpPr>
          <p:cNvPr id="697" name="Shape 695"/>
          <p:cNvSpPr/>
          <p:nvPr/>
        </p:nvSpPr>
        <p:spPr>
          <a:xfrm>
            <a:off x="6053328" y="4317436"/>
            <a:ext cx="0" cy="141465"/>
          </a:xfrm>
          <a:prstGeom prst="line">
            <a:avLst/>
          </a:prstGeom>
          <a:noFill/>
          <a:ln w="38100">
            <a:solidFill>
              <a:srgbClr val="A64E8E"/>
            </a:solidFill>
            <a:prstDash val="solid"/>
            <a:headEnd type="none"/>
            <a:tailEnd type="none"/>
          </a:ln>
        </p:spPr>
      </p:sp>
      <p:sp>
        <p:nvSpPr>
          <p:cNvPr id="698" name="Shape 696"/>
          <p:cNvSpPr/>
          <p:nvPr/>
        </p:nvSpPr>
        <p:spPr>
          <a:xfrm>
            <a:off x="6053328" y="4456158"/>
            <a:ext cx="176480" cy="0"/>
          </a:xfrm>
          <a:prstGeom prst="line">
            <a:avLst/>
          </a:prstGeom>
          <a:noFill/>
          <a:ln w="38100">
            <a:solidFill>
              <a:srgbClr val="A64E8E"/>
            </a:solidFill>
            <a:prstDash val="solid"/>
            <a:headEnd type="none"/>
            <a:tailEnd type="none"/>
          </a:ln>
        </p:spPr>
      </p:sp>
      <p:sp>
        <p:nvSpPr>
          <p:cNvPr id="699" name="Shape 697"/>
          <p:cNvSpPr/>
          <p:nvPr/>
        </p:nvSpPr>
        <p:spPr>
          <a:xfrm>
            <a:off x="6227064" y="4317436"/>
            <a:ext cx="0" cy="141465"/>
          </a:xfrm>
          <a:prstGeom prst="line">
            <a:avLst/>
          </a:prstGeom>
          <a:noFill/>
          <a:ln w="38100">
            <a:solidFill>
              <a:srgbClr val="A64E8E"/>
            </a:solidFill>
            <a:prstDash val="solid"/>
            <a:headEnd type="none"/>
            <a:tailEnd type="none"/>
          </a:ln>
        </p:spPr>
      </p:sp>
      <p:sp>
        <p:nvSpPr>
          <p:cNvPr id="700" name="Shape 698"/>
          <p:cNvSpPr/>
          <p:nvPr/>
        </p:nvSpPr>
        <p:spPr>
          <a:xfrm>
            <a:off x="6227064" y="4320179"/>
            <a:ext cx="176479" cy="0"/>
          </a:xfrm>
          <a:prstGeom prst="line">
            <a:avLst/>
          </a:prstGeom>
          <a:noFill/>
          <a:ln w="38100">
            <a:solidFill>
              <a:srgbClr val="A64E8E"/>
            </a:solidFill>
            <a:prstDash val="solid"/>
            <a:headEnd type="none"/>
            <a:tailEnd type="none"/>
          </a:ln>
        </p:spPr>
      </p:sp>
      <p:sp>
        <p:nvSpPr>
          <p:cNvPr id="701" name="Shape 699"/>
          <p:cNvSpPr/>
          <p:nvPr/>
        </p:nvSpPr>
        <p:spPr>
          <a:xfrm>
            <a:off x="6400800" y="4317436"/>
            <a:ext cx="0" cy="141465"/>
          </a:xfrm>
          <a:prstGeom prst="line">
            <a:avLst/>
          </a:prstGeom>
          <a:noFill/>
          <a:ln w="38100">
            <a:solidFill>
              <a:srgbClr val="A64E8E"/>
            </a:solidFill>
            <a:prstDash val="solid"/>
            <a:headEnd type="none"/>
            <a:tailEnd type="none"/>
          </a:ln>
        </p:spPr>
      </p:sp>
      <p:sp>
        <p:nvSpPr>
          <p:cNvPr id="702" name="Shape 700"/>
          <p:cNvSpPr/>
          <p:nvPr/>
        </p:nvSpPr>
        <p:spPr>
          <a:xfrm>
            <a:off x="6400800" y="4456158"/>
            <a:ext cx="176480" cy="0"/>
          </a:xfrm>
          <a:prstGeom prst="line">
            <a:avLst/>
          </a:prstGeom>
          <a:noFill/>
          <a:ln w="38100">
            <a:solidFill>
              <a:srgbClr val="A64E8E"/>
            </a:solidFill>
            <a:prstDash val="solid"/>
            <a:headEnd type="none"/>
            <a:tailEnd type="none"/>
          </a:ln>
        </p:spPr>
      </p:sp>
      <p:sp>
        <p:nvSpPr>
          <p:cNvPr id="703" name="Shape 701"/>
          <p:cNvSpPr/>
          <p:nvPr/>
        </p:nvSpPr>
        <p:spPr>
          <a:xfrm>
            <a:off x="6574536" y="4453415"/>
            <a:ext cx="0" cy="225505"/>
          </a:xfrm>
          <a:prstGeom prst="line">
            <a:avLst/>
          </a:prstGeom>
          <a:noFill/>
          <a:ln w="38100">
            <a:solidFill>
              <a:srgbClr val="A64E8E"/>
            </a:solidFill>
            <a:prstDash val="solid"/>
            <a:headEnd type="none"/>
            <a:tailEnd type="none"/>
          </a:ln>
        </p:spPr>
      </p:sp>
      <p:sp>
        <p:nvSpPr>
          <p:cNvPr id="704" name="Shape 702"/>
          <p:cNvSpPr/>
          <p:nvPr/>
        </p:nvSpPr>
        <p:spPr>
          <a:xfrm>
            <a:off x="6574536" y="4676177"/>
            <a:ext cx="176480" cy="0"/>
          </a:xfrm>
          <a:prstGeom prst="line">
            <a:avLst/>
          </a:prstGeom>
          <a:noFill/>
          <a:ln w="38100">
            <a:solidFill>
              <a:srgbClr val="A64E8E"/>
            </a:solidFill>
            <a:prstDash val="solid"/>
            <a:headEnd type="none"/>
            <a:tailEnd type="none"/>
          </a:ln>
        </p:spPr>
      </p:sp>
      <p:sp>
        <p:nvSpPr>
          <p:cNvPr id="705" name="Shape 703"/>
          <p:cNvSpPr/>
          <p:nvPr/>
        </p:nvSpPr>
        <p:spPr>
          <a:xfrm>
            <a:off x="6748272" y="4673434"/>
            <a:ext cx="0" cy="5486"/>
          </a:xfrm>
          <a:prstGeom prst="line">
            <a:avLst/>
          </a:prstGeom>
          <a:noFill/>
          <a:ln w="38100">
            <a:solidFill>
              <a:srgbClr val="A64E8E"/>
            </a:solidFill>
            <a:prstDash val="solid"/>
            <a:headEnd type="none"/>
            <a:tailEnd type="none"/>
          </a:ln>
        </p:spPr>
      </p:sp>
      <p:sp>
        <p:nvSpPr>
          <p:cNvPr id="706" name="Shape 704"/>
          <p:cNvSpPr/>
          <p:nvPr/>
        </p:nvSpPr>
        <p:spPr>
          <a:xfrm>
            <a:off x="6748272" y="4676177"/>
            <a:ext cx="176479" cy="0"/>
          </a:xfrm>
          <a:prstGeom prst="line">
            <a:avLst/>
          </a:prstGeom>
          <a:noFill/>
          <a:ln w="38100">
            <a:solidFill>
              <a:srgbClr val="A64E8E"/>
            </a:solidFill>
            <a:prstDash val="solid"/>
            <a:headEnd type="none"/>
            <a:tailEnd type="none"/>
          </a:ln>
        </p:spPr>
      </p:sp>
      <p:sp>
        <p:nvSpPr>
          <p:cNvPr id="707" name="Shape 705"/>
          <p:cNvSpPr/>
          <p:nvPr/>
        </p:nvSpPr>
        <p:spPr>
          <a:xfrm>
            <a:off x="6922008" y="4673434"/>
            <a:ext cx="0" cy="89527"/>
          </a:xfrm>
          <a:prstGeom prst="line">
            <a:avLst/>
          </a:prstGeom>
          <a:noFill/>
          <a:ln w="38100">
            <a:solidFill>
              <a:srgbClr val="A64E8E"/>
            </a:solidFill>
            <a:prstDash val="solid"/>
            <a:headEnd type="none"/>
            <a:tailEnd type="none"/>
          </a:ln>
        </p:spPr>
      </p:sp>
      <p:sp>
        <p:nvSpPr>
          <p:cNvPr id="708" name="Shape 706"/>
          <p:cNvSpPr/>
          <p:nvPr/>
        </p:nvSpPr>
        <p:spPr>
          <a:xfrm>
            <a:off x="6922008" y="4760217"/>
            <a:ext cx="176480" cy="0"/>
          </a:xfrm>
          <a:prstGeom prst="line">
            <a:avLst/>
          </a:prstGeom>
          <a:noFill/>
          <a:ln w="38100">
            <a:solidFill>
              <a:srgbClr val="A64E8E"/>
            </a:solidFill>
            <a:prstDash val="solid"/>
            <a:headEnd type="none"/>
            <a:tailEnd type="none"/>
          </a:ln>
        </p:spPr>
      </p:sp>
      <p:sp>
        <p:nvSpPr>
          <p:cNvPr id="709" name="Shape 707"/>
          <p:cNvSpPr/>
          <p:nvPr/>
        </p:nvSpPr>
        <p:spPr>
          <a:xfrm>
            <a:off x="7095744" y="4757474"/>
            <a:ext cx="0" cy="141465"/>
          </a:xfrm>
          <a:prstGeom prst="line">
            <a:avLst/>
          </a:prstGeom>
          <a:noFill/>
          <a:ln w="38100">
            <a:solidFill>
              <a:srgbClr val="A64E8E"/>
            </a:solidFill>
            <a:prstDash val="solid"/>
            <a:headEnd type="none"/>
            <a:tailEnd type="none"/>
          </a:ln>
        </p:spPr>
      </p:sp>
      <p:sp>
        <p:nvSpPr>
          <p:cNvPr id="710" name="Shape 708"/>
          <p:cNvSpPr/>
          <p:nvPr/>
        </p:nvSpPr>
        <p:spPr>
          <a:xfrm>
            <a:off x="7095744" y="4896196"/>
            <a:ext cx="176480" cy="0"/>
          </a:xfrm>
          <a:prstGeom prst="line">
            <a:avLst/>
          </a:prstGeom>
          <a:noFill/>
          <a:ln w="38100">
            <a:solidFill>
              <a:srgbClr val="A64E8E"/>
            </a:solidFill>
            <a:prstDash val="solid"/>
            <a:headEnd type="none"/>
            <a:tailEnd type="none"/>
          </a:ln>
        </p:spPr>
      </p:sp>
      <p:sp>
        <p:nvSpPr>
          <p:cNvPr id="711" name="Shape 709"/>
          <p:cNvSpPr/>
          <p:nvPr/>
        </p:nvSpPr>
        <p:spPr>
          <a:xfrm>
            <a:off x="7269480" y="4757474"/>
            <a:ext cx="0" cy="141465"/>
          </a:xfrm>
          <a:prstGeom prst="line">
            <a:avLst/>
          </a:prstGeom>
          <a:noFill/>
          <a:ln w="38100">
            <a:solidFill>
              <a:srgbClr val="A64E8E"/>
            </a:solidFill>
            <a:prstDash val="solid"/>
            <a:headEnd type="none"/>
            <a:tailEnd type="none"/>
          </a:ln>
        </p:spPr>
      </p:sp>
      <p:sp>
        <p:nvSpPr>
          <p:cNvPr id="712" name="Shape 710"/>
          <p:cNvSpPr/>
          <p:nvPr/>
        </p:nvSpPr>
        <p:spPr>
          <a:xfrm>
            <a:off x="7269480" y="4760217"/>
            <a:ext cx="176479" cy="0"/>
          </a:xfrm>
          <a:prstGeom prst="line">
            <a:avLst/>
          </a:prstGeom>
          <a:noFill/>
          <a:ln w="38100">
            <a:solidFill>
              <a:srgbClr val="A64E8E"/>
            </a:solidFill>
            <a:prstDash val="solid"/>
            <a:headEnd type="none"/>
            <a:tailEnd type="none"/>
          </a:ln>
        </p:spPr>
      </p:sp>
      <p:sp>
        <p:nvSpPr>
          <p:cNvPr id="713" name="Shape 711"/>
          <p:cNvSpPr/>
          <p:nvPr/>
        </p:nvSpPr>
        <p:spPr>
          <a:xfrm>
            <a:off x="7443216" y="4757474"/>
            <a:ext cx="0" cy="57427"/>
          </a:xfrm>
          <a:prstGeom prst="line">
            <a:avLst/>
          </a:prstGeom>
          <a:noFill/>
          <a:ln w="38100">
            <a:solidFill>
              <a:srgbClr val="A64E8E"/>
            </a:solidFill>
            <a:prstDash val="solid"/>
            <a:headEnd type="none"/>
            <a:tailEnd type="none"/>
          </a:ln>
        </p:spPr>
      </p:sp>
      <p:sp>
        <p:nvSpPr>
          <p:cNvPr id="714" name="Shape 712"/>
          <p:cNvSpPr/>
          <p:nvPr/>
        </p:nvSpPr>
        <p:spPr>
          <a:xfrm>
            <a:off x="7443216" y="4812158"/>
            <a:ext cx="176480" cy="0"/>
          </a:xfrm>
          <a:prstGeom prst="line">
            <a:avLst/>
          </a:prstGeom>
          <a:noFill/>
          <a:ln w="38100">
            <a:solidFill>
              <a:srgbClr val="A64E8E"/>
            </a:solidFill>
            <a:prstDash val="solid"/>
            <a:headEnd type="none"/>
            <a:tailEnd type="none"/>
          </a:ln>
        </p:spPr>
      </p:sp>
      <p:sp>
        <p:nvSpPr>
          <p:cNvPr id="715" name="Shape 713"/>
          <p:cNvSpPr/>
          <p:nvPr/>
        </p:nvSpPr>
        <p:spPr>
          <a:xfrm>
            <a:off x="7616952" y="4809415"/>
            <a:ext cx="0" cy="89525"/>
          </a:xfrm>
          <a:prstGeom prst="line">
            <a:avLst/>
          </a:prstGeom>
          <a:noFill/>
          <a:ln w="38100">
            <a:solidFill>
              <a:srgbClr val="A64E8E"/>
            </a:solidFill>
            <a:prstDash val="solid"/>
            <a:headEnd type="none"/>
            <a:tailEnd type="none"/>
          </a:ln>
        </p:spPr>
      </p:sp>
      <p:sp>
        <p:nvSpPr>
          <p:cNvPr id="716" name="Shape 714"/>
          <p:cNvSpPr/>
          <p:nvPr/>
        </p:nvSpPr>
        <p:spPr>
          <a:xfrm>
            <a:off x="7616952" y="4896196"/>
            <a:ext cx="176480" cy="0"/>
          </a:xfrm>
          <a:prstGeom prst="line">
            <a:avLst/>
          </a:prstGeom>
          <a:noFill/>
          <a:ln w="38100">
            <a:solidFill>
              <a:srgbClr val="A64E8E"/>
            </a:solidFill>
            <a:prstDash val="solid"/>
            <a:headEnd type="none"/>
            <a:tailEnd type="none"/>
          </a:ln>
        </p:spPr>
      </p:sp>
      <p:sp>
        <p:nvSpPr>
          <p:cNvPr id="717" name="Shape 715"/>
          <p:cNvSpPr/>
          <p:nvPr/>
        </p:nvSpPr>
        <p:spPr>
          <a:xfrm>
            <a:off x="7790688" y="4757474"/>
            <a:ext cx="0" cy="141465"/>
          </a:xfrm>
          <a:prstGeom prst="line">
            <a:avLst/>
          </a:prstGeom>
          <a:noFill/>
          <a:ln w="38100">
            <a:solidFill>
              <a:srgbClr val="A64E8E"/>
            </a:solidFill>
            <a:prstDash val="solid"/>
            <a:headEnd type="none"/>
            <a:tailEnd type="none"/>
          </a:ln>
        </p:spPr>
      </p:sp>
      <p:sp>
        <p:nvSpPr>
          <p:cNvPr id="718" name="Shape 716"/>
          <p:cNvSpPr/>
          <p:nvPr/>
        </p:nvSpPr>
        <p:spPr>
          <a:xfrm>
            <a:off x="7790688" y="4760217"/>
            <a:ext cx="176479" cy="0"/>
          </a:xfrm>
          <a:prstGeom prst="line">
            <a:avLst/>
          </a:prstGeom>
          <a:noFill/>
          <a:ln w="38100">
            <a:solidFill>
              <a:srgbClr val="A64E8E"/>
            </a:solidFill>
            <a:prstDash val="solid"/>
            <a:headEnd type="none"/>
            <a:tailEnd type="none"/>
          </a:ln>
        </p:spPr>
      </p:sp>
      <p:sp>
        <p:nvSpPr>
          <p:cNvPr id="719" name="Shape 717"/>
          <p:cNvSpPr/>
          <p:nvPr/>
        </p:nvSpPr>
        <p:spPr>
          <a:xfrm>
            <a:off x="7964424" y="4757474"/>
            <a:ext cx="0" cy="141465"/>
          </a:xfrm>
          <a:prstGeom prst="line">
            <a:avLst/>
          </a:prstGeom>
          <a:noFill/>
          <a:ln w="38100">
            <a:solidFill>
              <a:srgbClr val="A64E8E"/>
            </a:solidFill>
            <a:prstDash val="solid"/>
            <a:headEnd type="none"/>
            <a:tailEnd type="none"/>
          </a:ln>
        </p:spPr>
      </p:sp>
      <p:sp>
        <p:nvSpPr>
          <p:cNvPr id="720" name="Shape 718"/>
          <p:cNvSpPr/>
          <p:nvPr/>
        </p:nvSpPr>
        <p:spPr>
          <a:xfrm>
            <a:off x="7964424" y="4896196"/>
            <a:ext cx="176480" cy="0"/>
          </a:xfrm>
          <a:prstGeom prst="line">
            <a:avLst/>
          </a:prstGeom>
          <a:noFill/>
          <a:ln w="38100">
            <a:solidFill>
              <a:srgbClr val="A64E8E"/>
            </a:solidFill>
            <a:prstDash val="solid"/>
            <a:headEnd type="none"/>
            <a:tailEnd type="none"/>
          </a:ln>
        </p:spPr>
      </p:sp>
      <p:sp>
        <p:nvSpPr>
          <p:cNvPr id="721" name="Shape 719"/>
          <p:cNvSpPr/>
          <p:nvPr/>
        </p:nvSpPr>
        <p:spPr>
          <a:xfrm>
            <a:off x="8138160" y="4893453"/>
            <a:ext cx="0" cy="5486"/>
          </a:xfrm>
          <a:prstGeom prst="line">
            <a:avLst/>
          </a:prstGeom>
          <a:noFill/>
          <a:ln w="38100">
            <a:solidFill>
              <a:srgbClr val="A64E8E"/>
            </a:solidFill>
            <a:prstDash val="solid"/>
            <a:headEnd type="none"/>
            <a:tailEnd type="none"/>
          </a:ln>
        </p:spPr>
      </p:sp>
      <p:sp>
        <p:nvSpPr>
          <p:cNvPr id="722" name="Shape 720"/>
          <p:cNvSpPr/>
          <p:nvPr/>
        </p:nvSpPr>
        <p:spPr>
          <a:xfrm>
            <a:off x="8138160" y="4896196"/>
            <a:ext cx="176480" cy="0"/>
          </a:xfrm>
          <a:prstGeom prst="line">
            <a:avLst/>
          </a:prstGeom>
          <a:noFill/>
          <a:ln w="38100">
            <a:solidFill>
              <a:srgbClr val="A64E8E"/>
            </a:solidFill>
            <a:prstDash val="solid"/>
            <a:headEnd type="none"/>
            <a:tailEnd type="none"/>
          </a:ln>
        </p:spPr>
      </p:sp>
      <p:sp>
        <p:nvSpPr>
          <p:cNvPr id="723" name="Shape 721"/>
          <p:cNvSpPr/>
          <p:nvPr/>
        </p:nvSpPr>
        <p:spPr>
          <a:xfrm>
            <a:off x="8311896" y="4757474"/>
            <a:ext cx="0" cy="141465"/>
          </a:xfrm>
          <a:prstGeom prst="line">
            <a:avLst/>
          </a:prstGeom>
          <a:noFill/>
          <a:ln w="38100">
            <a:solidFill>
              <a:srgbClr val="A64E8E"/>
            </a:solidFill>
            <a:prstDash val="solid"/>
            <a:headEnd type="none"/>
            <a:tailEnd type="none"/>
          </a:ln>
        </p:spPr>
      </p:sp>
      <p:sp>
        <p:nvSpPr>
          <p:cNvPr id="724" name="Shape 722"/>
          <p:cNvSpPr/>
          <p:nvPr/>
        </p:nvSpPr>
        <p:spPr>
          <a:xfrm>
            <a:off x="8311896" y="4760217"/>
            <a:ext cx="176479" cy="0"/>
          </a:xfrm>
          <a:prstGeom prst="line">
            <a:avLst/>
          </a:prstGeom>
          <a:noFill/>
          <a:ln w="38100">
            <a:solidFill>
              <a:srgbClr val="A64E8E"/>
            </a:solidFill>
            <a:prstDash val="solid"/>
            <a:headEnd type="none"/>
            <a:tailEnd type="none"/>
          </a:ln>
        </p:spPr>
      </p:sp>
      <p:sp>
        <p:nvSpPr>
          <p:cNvPr id="725" name="Shape 723"/>
          <p:cNvSpPr/>
          <p:nvPr/>
        </p:nvSpPr>
        <p:spPr>
          <a:xfrm>
            <a:off x="8485632" y="4673434"/>
            <a:ext cx="0" cy="89527"/>
          </a:xfrm>
          <a:prstGeom prst="line">
            <a:avLst/>
          </a:prstGeom>
          <a:noFill/>
          <a:ln w="38100">
            <a:solidFill>
              <a:srgbClr val="A64E8E"/>
            </a:solidFill>
            <a:prstDash val="solid"/>
            <a:headEnd type="none"/>
            <a:tailEnd type="none"/>
          </a:ln>
        </p:spPr>
      </p:sp>
      <p:sp>
        <p:nvSpPr>
          <p:cNvPr id="726" name="Shape 724"/>
          <p:cNvSpPr/>
          <p:nvPr/>
        </p:nvSpPr>
        <p:spPr>
          <a:xfrm>
            <a:off x="8485632" y="4676177"/>
            <a:ext cx="176480" cy="0"/>
          </a:xfrm>
          <a:prstGeom prst="line">
            <a:avLst/>
          </a:prstGeom>
          <a:noFill/>
          <a:ln w="38100">
            <a:solidFill>
              <a:srgbClr val="A64E8E"/>
            </a:solidFill>
            <a:prstDash val="solid"/>
            <a:headEnd type="none"/>
            <a:tailEnd type="none"/>
          </a:ln>
        </p:spPr>
      </p:sp>
      <p:sp>
        <p:nvSpPr>
          <p:cNvPr id="727" name="Shape 725"/>
          <p:cNvSpPr/>
          <p:nvPr/>
        </p:nvSpPr>
        <p:spPr>
          <a:xfrm>
            <a:off x="8659368" y="4537455"/>
            <a:ext cx="0" cy="141465"/>
          </a:xfrm>
          <a:prstGeom prst="line">
            <a:avLst/>
          </a:prstGeom>
          <a:noFill/>
          <a:ln w="38100">
            <a:solidFill>
              <a:srgbClr val="A64E8E"/>
            </a:solidFill>
            <a:prstDash val="solid"/>
            <a:headEnd type="none"/>
            <a:tailEnd type="none"/>
          </a:ln>
        </p:spPr>
      </p:sp>
      <p:sp>
        <p:nvSpPr>
          <p:cNvPr id="728" name="Shape 726"/>
          <p:cNvSpPr/>
          <p:nvPr/>
        </p:nvSpPr>
        <p:spPr>
          <a:xfrm>
            <a:off x="8659368" y="4540198"/>
            <a:ext cx="176480" cy="0"/>
          </a:xfrm>
          <a:prstGeom prst="line">
            <a:avLst/>
          </a:prstGeom>
          <a:noFill/>
          <a:ln w="38100">
            <a:solidFill>
              <a:srgbClr val="A64E8E"/>
            </a:solidFill>
            <a:prstDash val="solid"/>
            <a:headEnd type="none"/>
            <a:tailEnd type="none"/>
          </a:ln>
        </p:spPr>
      </p:sp>
      <p:sp>
        <p:nvSpPr>
          <p:cNvPr id="729" name="Shape 727"/>
          <p:cNvSpPr/>
          <p:nvPr/>
        </p:nvSpPr>
        <p:spPr>
          <a:xfrm>
            <a:off x="8833104" y="4537455"/>
            <a:ext cx="0" cy="5486"/>
          </a:xfrm>
          <a:prstGeom prst="line">
            <a:avLst/>
          </a:prstGeom>
          <a:noFill/>
          <a:ln w="38100">
            <a:solidFill>
              <a:srgbClr val="A64E8E"/>
            </a:solidFill>
            <a:prstDash val="solid"/>
            <a:headEnd type="none"/>
            <a:tailEnd type="none"/>
          </a:ln>
        </p:spPr>
      </p:sp>
      <p:sp>
        <p:nvSpPr>
          <p:cNvPr id="730" name="Shape 728"/>
          <p:cNvSpPr/>
          <p:nvPr/>
        </p:nvSpPr>
        <p:spPr>
          <a:xfrm>
            <a:off x="8833104" y="4540198"/>
            <a:ext cx="176479" cy="0"/>
          </a:xfrm>
          <a:prstGeom prst="line">
            <a:avLst/>
          </a:prstGeom>
          <a:noFill/>
          <a:ln w="38100">
            <a:solidFill>
              <a:srgbClr val="A64E8E"/>
            </a:solidFill>
            <a:prstDash val="solid"/>
            <a:headEnd type="none"/>
            <a:tailEnd type="none"/>
          </a:ln>
        </p:spPr>
      </p:sp>
      <p:sp>
        <p:nvSpPr>
          <p:cNvPr id="731" name="Shape 729"/>
          <p:cNvSpPr/>
          <p:nvPr/>
        </p:nvSpPr>
        <p:spPr>
          <a:xfrm>
            <a:off x="9006840" y="4317436"/>
            <a:ext cx="0" cy="225505"/>
          </a:xfrm>
          <a:prstGeom prst="line">
            <a:avLst/>
          </a:prstGeom>
          <a:noFill/>
          <a:ln w="38100">
            <a:solidFill>
              <a:srgbClr val="A64E8E"/>
            </a:solidFill>
            <a:prstDash val="solid"/>
            <a:headEnd type="none"/>
            <a:tailEnd type="none"/>
          </a:ln>
        </p:spPr>
      </p:sp>
      <p:sp>
        <p:nvSpPr>
          <p:cNvPr id="732" name="Shape 730"/>
          <p:cNvSpPr/>
          <p:nvPr/>
        </p:nvSpPr>
        <p:spPr>
          <a:xfrm>
            <a:off x="9006840" y="4320179"/>
            <a:ext cx="176480" cy="0"/>
          </a:xfrm>
          <a:prstGeom prst="line">
            <a:avLst/>
          </a:prstGeom>
          <a:noFill/>
          <a:ln w="38100">
            <a:solidFill>
              <a:srgbClr val="A64E8E"/>
            </a:solidFill>
            <a:prstDash val="solid"/>
            <a:headEnd type="none"/>
            <a:tailEnd type="none"/>
          </a:ln>
        </p:spPr>
      </p:sp>
      <p:sp>
        <p:nvSpPr>
          <p:cNvPr id="733" name="Shape 731"/>
          <p:cNvSpPr/>
          <p:nvPr/>
        </p:nvSpPr>
        <p:spPr>
          <a:xfrm>
            <a:off x="9180576" y="4317436"/>
            <a:ext cx="0" cy="5486"/>
          </a:xfrm>
          <a:prstGeom prst="line">
            <a:avLst/>
          </a:prstGeom>
          <a:noFill/>
          <a:ln w="38100">
            <a:solidFill>
              <a:srgbClr val="A64E8E"/>
            </a:solidFill>
            <a:prstDash val="solid"/>
            <a:headEnd type="none"/>
            <a:tailEnd type="none"/>
          </a:ln>
        </p:spPr>
      </p:sp>
      <p:sp>
        <p:nvSpPr>
          <p:cNvPr id="734" name="Shape 732"/>
          <p:cNvSpPr/>
          <p:nvPr/>
        </p:nvSpPr>
        <p:spPr>
          <a:xfrm>
            <a:off x="9180576" y="4320179"/>
            <a:ext cx="176480" cy="0"/>
          </a:xfrm>
          <a:prstGeom prst="line">
            <a:avLst/>
          </a:prstGeom>
          <a:noFill/>
          <a:ln w="38100">
            <a:solidFill>
              <a:srgbClr val="A64E8E"/>
            </a:solidFill>
            <a:prstDash val="solid"/>
            <a:headEnd type="none"/>
            <a:tailEnd type="none"/>
          </a:ln>
        </p:spPr>
      </p:sp>
      <p:sp>
        <p:nvSpPr>
          <p:cNvPr id="735" name="Shape 733"/>
          <p:cNvSpPr/>
          <p:nvPr/>
        </p:nvSpPr>
        <p:spPr>
          <a:xfrm>
            <a:off x="9354312" y="4317436"/>
            <a:ext cx="0" cy="141465"/>
          </a:xfrm>
          <a:prstGeom prst="line">
            <a:avLst/>
          </a:prstGeom>
          <a:noFill/>
          <a:ln w="38100">
            <a:solidFill>
              <a:srgbClr val="A64E8E"/>
            </a:solidFill>
            <a:prstDash val="solid"/>
            <a:headEnd type="none"/>
            <a:tailEnd type="none"/>
          </a:ln>
        </p:spPr>
      </p:sp>
      <p:sp>
        <p:nvSpPr>
          <p:cNvPr id="736" name="Shape 734"/>
          <p:cNvSpPr/>
          <p:nvPr/>
        </p:nvSpPr>
        <p:spPr>
          <a:xfrm>
            <a:off x="9354312" y="4456158"/>
            <a:ext cx="176479" cy="0"/>
          </a:xfrm>
          <a:prstGeom prst="line">
            <a:avLst/>
          </a:prstGeom>
          <a:noFill/>
          <a:ln w="38100">
            <a:solidFill>
              <a:srgbClr val="A64E8E"/>
            </a:solidFill>
            <a:prstDash val="solid"/>
            <a:headEnd type="none"/>
            <a:tailEnd type="none"/>
          </a:ln>
        </p:spPr>
      </p:sp>
      <p:sp>
        <p:nvSpPr>
          <p:cNvPr id="737" name="Shape 735"/>
          <p:cNvSpPr/>
          <p:nvPr/>
        </p:nvSpPr>
        <p:spPr>
          <a:xfrm>
            <a:off x="9528048" y="4453415"/>
            <a:ext cx="0" cy="5486"/>
          </a:xfrm>
          <a:prstGeom prst="line">
            <a:avLst/>
          </a:prstGeom>
          <a:noFill/>
          <a:ln w="38100">
            <a:solidFill>
              <a:srgbClr val="A64E8E"/>
            </a:solidFill>
            <a:prstDash val="solid"/>
            <a:headEnd type="none"/>
            <a:tailEnd type="none"/>
          </a:ln>
        </p:spPr>
      </p:sp>
      <p:sp>
        <p:nvSpPr>
          <p:cNvPr id="738" name="Shape 736"/>
          <p:cNvSpPr/>
          <p:nvPr/>
        </p:nvSpPr>
        <p:spPr>
          <a:xfrm>
            <a:off x="9528048" y="4456158"/>
            <a:ext cx="176480" cy="0"/>
          </a:xfrm>
          <a:prstGeom prst="line">
            <a:avLst/>
          </a:prstGeom>
          <a:noFill/>
          <a:ln w="38100">
            <a:solidFill>
              <a:srgbClr val="A64E8E"/>
            </a:solidFill>
            <a:prstDash val="solid"/>
            <a:headEnd type="none"/>
            <a:tailEnd type="none"/>
          </a:ln>
        </p:spPr>
      </p:sp>
      <p:sp>
        <p:nvSpPr>
          <p:cNvPr id="739" name="Shape 737"/>
          <p:cNvSpPr/>
          <p:nvPr/>
        </p:nvSpPr>
        <p:spPr>
          <a:xfrm>
            <a:off x="9701784" y="4317436"/>
            <a:ext cx="0" cy="141465"/>
          </a:xfrm>
          <a:prstGeom prst="line">
            <a:avLst/>
          </a:prstGeom>
          <a:noFill/>
          <a:ln w="38100">
            <a:solidFill>
              <a:srgbClr val="A64E8E"/>
            </a:solidFill>
            <a:prstDash val="solid"/>
            <a:headEnd type="none"/>
            <a:tailEnd type="none"/>
          </a:ln>
        </p:spPr>
      </p:sp>
      <p:sp>
        <p:nvSpPr>
          <p:cNvPr id="740" name="Shape 738"/>
          <p:cNvSpPr/>
          <p:nvPr/>
        </p:nvSpPr>
        <p:spPr>
          <a:xfrm>
            <a:off x="9701784" y="4320179"/>
            <a:ext cx="176480" cy="0"/>
          </a:xfrm>
          <a:prstGeom prst="line">
            <a:avLst/>
          </a:prstGeom>
          <a:noFill/>
          <a:ln w="38100">
            <a:solidFill>
              <a:srgbClr val="A64E8E"/>
            </a:solidFill>
            <a:prstDash val="solid"/>
            <a:headEnd type="none"/>
            <a:tailEnd type="none"/>
          </a:ln>
        </p:spPr>
      </p:sp>
      <p:sp>
        <p:nvSpPr>
          <p:cNvPr id="741" name="Shape 739"/>
          <p:cNvSpPr/>
          <p:nvPr/>
        </p:nvSpPr>
        <p:spPr>
          <a:xfrm>
            <a:off x="9875520" y="4317436"/>
            <a:ext cx="0" cy="141465"/>
          </a:xfrm>
          <a:prstGeom prst="line">
            <a:avLst/>
          </a:prstGeom>
          <a:noFill/>
          <a:ln w="38100">
            <a:solidFill>
              <a:srgbClr val="A64E8E"/>
            </a:solidFill>
            <a:prstDash val="solid"/>
            <a:headEnd type="none"/>
            <a:tailEnd type="none"/>
          </a:ln>
        </p:spPr>
      </p:sp>
      <p:sp>
        <p:nvSpPr>
          <p:cNvPr id="742" name="Shape 740"/>
          <p:cNvSpPr/>
          <p:nvPr/>
        </p:nvSpPr>
        <p:spPr>
          <a:xfrm>
            <a:off x="9875520" y="4456158"/>
            <a:ext cx="176479" cy="0"/>
          </a:xfrm>
          <a:prstGeom prst="line">
            <a:avLst/>
          </a:prstGeom>
          <a:noFill/>
          <a:ln w="38100">
            <a:solidFill>
              <a:srgbClr val="A64E8E"/>
            </a:solidFill>
            <a:prstDash val="solid"/>
            <a:headEnd type="none"/>
            <a:tailEnd type="none"/>
          </a:ln>
        </p:spPr>
      </p:sp>
      <p:sp>
        <p:nvSpPr>
          <p:cNvPr id="743" name="Shape 741"/>
          <p:cNvSpPr/>
          <p:nvPr/>
        </p:nvSpPr>
        <p:spPr>
          <a:xfrm>
            <a:off x="10049256" y="4453415"/>
            <a:ext cx="0" cy="89527"/>
          </a:xfrm>
          <a:prstGeom prst="line">
            <a:avLst/>
          </a:prstGeom>
          <a:noFill/>
          <a:ln w="38100">
            <a:solidFill>
              <a:srgbClr val="A64E8E"/>
            </a:solidFill>
            <a:prstDash val="solid"/>
            <a:headEnd type="none"/>
            <a:tailEnd type="none"/>
          </a:ln>
        </p:spPr>
      </p:sp>
      <p:sp>
        <p:nvSpPr>
          <p:cNvPr id="744" name="Shape 742"/>
          <p:cNvSpPr/>
          <p:nvPr/>
        </p:nvSpPr>
        <p:spPr>
          <a:xfrm>
            <a:off x="10049256" y="4540198"/>
            <a:ext cx="176480" cy="0"/>
          </a:xfrm>
          <a:prstGeom prst="line">
            <a:avLst/>
          </a:prstGeom>
          <a:noFill/>
          <a:ln w="38100">
            <a:solidFill>
              <a:srgbClr val="A64E8E"/>
            </a:solidFill>
            <a:prstDash val="solid"/>
            <a:headEnd type="none"/>
            <a:tailEnd type="none"/>
          </a:ln>
        </p:spPr>
      </p:sp>
      <p:sp>
        <p:nvSpPr>
          <p:cNvPr id="745" name="Shape 743"/>
          <p:cNvSpPr/>
          <p:nvPr/>
        </p:nvSpPr>
        <p:spPr>
          <a:xfrm>
            <a:off x="10222992" y="4537455"/>
            <a:ext cx="0" cy="5486"/>
          </a:xfrm>
          <a:prstGeom prst="line">
            <a:avLst/>
          </a:prstGeom>
          <a:noFill/>
          <a:ln w="38100">
            <a:solidFill>
              <a:srgbClr val="A64E8E"/>
            </a:solidFill>
            <a:prstDash val="solid"/>
            <a:headEnd type="none"/>
            <a:tailEnd type="none"/>
          </a:ln>
        </p:spPr>
      </p:sp>
      <p:sp>
        <p:nvSpPr>
          <p:cNvPr id="746" name="Shape 744"/>
          <p:cNvSpPr/>
          <p:nvPr/>
        </p:nvSpPr>
        <p:spPr>
          <a:xfrm>
            <a:off x="10222992" y="4540198"/>
            <a:ext cx="176480" cy="0"/>
          </a:xfrm>
          <a:prstGeom prst="line">
            <a:avLst/>
          </a:prstGeom>
          <a:noFill/>
          <a:ln w="38100">
            <a:solidFill>
              <a:srgbClr val="A64E8E"/>
            </a:solidFill>
            <a:prstDash val="solid"/>
            <a:headEnd type="none"/>
            <a:tailEnd type="none"/>
          </a:ln>
        </p:spPr>
      </p:sp>
      <p:sp>
        <p:nvSpPr>
          <p:cNvPr id="747" name="Shape 745"/>
          <p:cNvSpPr/>
          <p:nvPr/>
        </p:nvSpPr>
        <p:spPr>
          <a:xfrm>
            <a:off x="10396728" y="4537455"/>
            <a:ext cx="0" cy="5486"/>
          </a:xfrm>
          <a:prstGeom prst="line">
            <a:avLst/>
          </a:prstGeom>
          <a:noFill/>
          <a:ln w="38100">
            <a:solidFill>
              <a:srgbClr val="A64E8E"/>
            </a:solidFill>
            <a:prstDash val="solid"/>
            <a:headEnd type="none"/>
            <a:tailEnd type="none"/>
          </a:ln>
        </p:spPr>
      </p:sp>
      <p:sp>
        <p:nvSpPr>
          <p:cNvPr id="748" name="Shape 746"/>
          <p:cNvSpPr/>
          <p:nvPr/>
        </p:nvSpPr>
        <p:spPr>
          <a:xfrm>
            <a:off x="10396728" y="4540198"/>
            <a:ext cx="176479" cy="0"/>
          </a:xfrm>
          <a:prstGeom prst="line">
            <a:avLst/>
          </a:prstGeom>
          <a:noFill/>
          <a:ln w="38100">
            <a:solidFill>
              <a:srgbClr val="A64E8E"/>
            </a:solidFill>
            <a:prstDash val="solid"/>
            <a:headEnd type="none"/>
            <a:tailEnd type="none"/>
          </a:ln>
        </p:spPr>
      </p:sp>
      <p:sp>
        <p:nvSpPr>
          <p:cNvPr id="749" name="Shape 747"/>
          <p:cNvSpPr/>
          <p:nvPr/>
        </p:nvSpPr>
        <p:spPr>
          <a:xfrm>
            <a:off x="10570464" y="4537455"/>
            <a:ext cx="0" cy="5486"/>
          </a:xfrm>
          <a:prstGeom prst="line">
            <a:avLst/>
          </a:prstGeom>
          <a:noFill/>
          <a:ln w="38100">
            <a:solidFill>
              <a:srgbClr val="A64E8E"/>
            </a:solidFill>
            <a:prstDash val="solid"/>
            <a:headEnd type="none"/>
            <a:tailEnd type="none"/>
          </a:ln>
        </p:spPr>
      </p:sp>
      <p:sp>
        <p:nvSpPr>
          <p:cNvPr id="750" name="Shape 748"/>
          <p:cNvSpPr/>
          <p:nvPr/>
        </p:nvSpPr>
        <p:spPr>
          <a:xfrm>
            <a:off x="10570464" y="4540198"/>
            <a:ext cx="176480" cy="0"/>
          </a:xfrm>
          <a:prstGeom prst="line">
            <a:avLst/>
          </a:prstGeom>
          <a:noFill/>
          <a:ln w="38100">
            <a:solidFill>
              <a:srgbClr val="A64E8E"/>
            </a:solidFill>
            <a:prstDash val="solid"/>
            <a:headEnd type="none"/>
            <a:tailEnd type="none"/>
          </a:ln>
        </p:spPr>
      </p:sp>
      <p:sp>
        <p:nvSpPr>
          <p:cNvPr id="751" name="Shape 749"/>
          <p:cNvSpPr/>
          <p:nvPr/>
        </p:nvSpPr>
        <p:spPr>
          <a:xfrm>
            <a:off x="10744200" y="4537455"/>
            <a:ext cx="0" cy="5486"/>
          </a:xfrm>
          <a:prstGeom prst="line">
            <a:avLst/>
          </a:prstGeom>
          <a:noFill/>
          <a:ln w="38100">
            <a:solidFill>
              <a:srgbClr val="A64E8E"/>
            </a:solidFill>
            <a:prstDash val="solid"/>
            <a:headEnd type="none"/>
            <a:tailEnd type="none"/>
          </a:ln>
        </p:spPr>
      </p:sp>
      <p:sp>
        <p:nvSpPr>
          <p:cNvPr id="752" name="Shape 750"/>
          <p:cNvSpPr/>
          <p:nvPr/>
        </p:nvSpPr>
        <p:spPr>
          <a:xfrm>
            <a:off x="10744200" y="4540198"/>
            <a:ext cx="176480" cy="0"/>
          </a:xfrm>
          <a:prstGeom prst="line">
            <a:avLst/>
          </a:prstGeom>
          <a:noFill/>
          <a:ln w="38100">
            <a:solidFill>
              <a:srgbClr val="A64E8E"/>
            </a:solidFill>
            <a:prstDash val="solid"/>
            <a:headEnd type="none"/>
            <a:tailEnd type="none"/>
          </a:ln>
        </p:spPr>
      </p:sp>
      <p:sp>
        <p:nvSpPr>
          <p:cNvPr id="753" name="Shape 751"/>
          <p:cNvSpPr/>
          <p:nvPr/>
        </p:nvSpPr>
        <p:spPr>
          <a:xfrm>
            <a:off x="10917936" y="4453415"/>
            <a:ext cx="0" cy="89527"/>
          </a:xfrm>
          <a:prstGeom prst="line">
            <a:avLst/>
          </a:prstGeom>
          <a:noFill/>
          <a:ln w="38100">
            <a:solidFill>
              <a:srgbClr val="A64E8E"/>
            </a:solidFill>
            <a:prstDash val="solid"/>
            <a:headEnd type="none"/>
            <a:tailEnd type="none"/>
          </a:ln>
        </p:spPr>
      </p:sp>
      <p:sp>
        <p:nvSpPr>
          <p:cNvPr id="754" name="Shape 752"/>
          <p:cNvSpPr/>
          <p:nvPr/>
        </p:nvSpPr>
        <p:spPr>
          <a:xfrm>
            <a:off x="10917936" y="4456158"/>
            <a:ext cx="176479" cy="0"/>
          </a:xfrm>
          <a:prstGeom prst="line">
            <a:avLst/>
          </a:prstGeom>
          <a:noFill/>
          <a:ln w="38100">
            <a:solidFill>
              <a:srgbClr val="A64E8E"/>
            </a:solidFill>
            <a:prstDash val="solid"/>
            <a:headEnd type="none"/>
            <a:tailEnd type="none"/>
          </a:ln>
        </p:spPr>
      </p:sp>
      <p:sp>
        <p:nvSpPr>
          <p:cNvPr id="755" name="Shape 753"/>
          <p:cNvSpPr/>
          <p:nvPr/>
        </p:nvSpPr>
        <p:spPr>
          <a:xfrm>
            <a:off x="11091672" y="4097415"/>
            <a:ext cx="0" cy="361486"/>
          </a:xfrm>
          <a:prstGeom prst="line">
            <a:avLst/>
          </a:prstGeom>
          <a:noFill/>
          <a:ln w="38100">
            <a:solidFill>
              <a:srgbClr val="A64E8E"/>
            </a:solidFill>
            <a:prstDash val="solid"/>
            <a:headEnd type="none"/>
            <a:tailEnd type="none"/>
          </a:ln>
        </p:spPr>
      </p:sp>
      <p:sp>
        <p:nvSpPr>
          <p:cNvPr id="756" name="Shape 754"/>
          <p:cNvSpPr/>
          <p:nvPr/>
        </p:nvSpPr>
        <p:spPr>
          <a:xfrm>
            <a:off x="11091672" y="4100159"/>
            <a:ext cx="176480" cy="0"/>
          </a:xfrm>
          <a:prstGeom prst="line">
            <a:avLst/>
          </a:prstGeom>
          <a:noFill/>
          <a:ln w="38100">
            <a:solidFill>
              <a:srgbClr val="A64E8E"/>
            </a:solidFill>
            <a:prstDash val="solid"/>
            <a:headEnd type="none"/>
            <a:tailEnd type="none"/>
          </a:ln>
        </p:spPr>
      </p:sp>
      <p:sp>
        <p:nvSpPr>
          <p:cNvPr id="757" name="Shape 755"/>
          <p:cNvSpPr/>
          <p:nvPr/>
        </p:nvSpPr>
        <p:spPr>
          <a:xfrm>
            <a:off x="11265408" y="3961436"/>
            <a:ext cx="0" cy="141465"/>
          </a:xfrm>
          <a:prstGeom prst="line">
            <a:avLst/>
          </a:prstGeom>
          <a:noFill/>
          <a:ln w="38100">
            <a:solidFill>
              <a:srgbClr val="A64E8E"/>
            </a:solidFill>
            <a:prstDash val="solid"/>
            <a:headEnd type="none"/>
            <a:tailEnd type="none"/>
          </a:ln>
        </p:spPr>
      </p:sp>
      <p:sp>
        <p:nvSpPr>
          <p:cNvPr id="758" name="Shape 756"/>
          <p:cNvSpPr/>
          <p:nvPr/>
        </p:nvSpPr>
        <p:spPr>
          <a:xfrm>
            <a:off x="3429000" y="2020824"/>
            <a:ext cx="256032" cy="0"/>
          </a:xfrm>
          <a:prstGeom prst="line">
            <a:avLst/>
          </a:prstGeom>
          <a:noFill/>
          <a:ln w="38100">
            <a:solidFill>
              <a:srgbClr val="A64E8E"/>
            </a:solidFill>
            <a:prstDash val="solid"/>
          </a:ln>
        </p:spPr>
      </p:sp>
      <p:sp>
        <p:nvSpPr>
          <p:cNvPr id="759" name="Text 757"/>
          <p:cNvSpPr/>
          <p:nvPr/>
        </p:nvSpPr>
        <p:spPr>
          <a:xfrm>
            <a:off x="3758184" y="1947672"/>
            <a:ext cx="2011680" cy="155448"/>
          </a:xfrm>
          <a:prstGeom prst="rect">
            <a:avLst/>
          </a:prstGeom>
          <a:noFill/>
          <a:ln/>
        </p:spPr>
        <p:txBody>
          <a:bodyPr wrap="square" lIns="0" tIns="0" rIns="0" bIns="0" rtlCol="0" anchor="ctr">
            <a:normAutofit/>
          </a:bodyPr>
          <a:lstStyle/>
          <a:p>
            <a:pPr indent="0" marL="0">
              <a:buNone/>
            </a:pPr>
            <a:r>
              <a:rPr lang="en-US" sz="920" b="1" dirty="0">
                <a:solidFill>
                  <a:srgbClr val="A64E8E"/>
                </a:solidFill>
              </a:rPr>
              <a:t>CATALYST FEED</a:t>
            </a:r>
            <a:endParaRPr lang="en-US" sz="920" dirty="0"/>
          </a:p>
        </p:txBody>
      </p:sp>
      <p:sp>
        <p:nvSpPr>
          <p:cNvPr id="760" name="Shape 758"/>
          <p:cNvSpPr/>
          <p:nvPr/>
        </p:nvSpPr>
        <p:spPr>
          <a:xfrm>
            <a:off x="0" y="0"/>
            <a:ext cx="12191695" cy="502920"/>
          </a:xfrm>
          <a:prstGeom prst="rect">
            <a:avLst/>
          </a:prstGeom>
          <a:solidFill>
            <a:srgbClr val="263746"/>
          </a:solidFill>
          <a:ln w="12700">
            <a:solidFill>
              <a:srgbClr val="263746"/>
            </a:solidFill>
            <a:prstDash val="solid"/>
          </a:ln>
        </p:spPr>
      </p:sp>
      <p:sp>
        <p:nvSpPr>
          <p:cNvPr id="761" name="Shape 759"/>
          <p:cNvSpPr/>
          <p:nvPr/>
        </p:nvSpPr>
        <p:spPr>
          <a:xfrm>
            <a:off x="0" y="484632"/>
            <a:ext cx="12191695" cy="22860"/>
          </a:xfrm>
          <a:prstGeom prst="rect">
            <a:avLst/>
          </a:prstGeom>
          <a:solidFill>
            <a:srgbClr val="5C4DB7"/>
          </a:solidFill>
          <a:ln w="12700">
            <a:solidFill>
              <a:srgbClr val="5C4DB7"/>
            </a:solidFill>
            <a:prstDash val="solid"/>
          </a:ln>
        </p:spPr>
      </p:sp>
      <p:sp>
        <p:nvSpPr>
          <p:cNvPr id="762" name="Text 760"/>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763" name="Text 761"/>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F1F4"/>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263746"/>
          </a:solidFill>
          <a:ln w="12700">
            <a:solidFill>
              <a:srgbClr val="263746"/>
            </a:solidFill>
            <a:prstDash val="solid"/>
          </a:ln>
        </p:spPr>
      </p:sp>
      <p:sp>
        <p:nvSpPr>
          <p:cNvPr id="3" name="Shape 1"/>
          <p:cNvSpPr/>
          <p:nvPr/>
        </p:nvSpPr>
        <p:spPr>
          <a:xfrm>
            <a:off x="0" y="484632"/>
            <a:ext cx="12191695" cy="22860"/>
          </a:xfrm>
          <a:prstGeom prst="rect">
            <a:avLst/>
          </a:prstGeom>
          <a:solidFill>
            <a:srgbClr val="5C4DB7"/>
          </a:solidFill>
          <a:ln w="12700">
            <a:solidFill>
              <a:srgbClr val="5C4DB7"/>
            </a:solidFill>
            <a:prstDash val="solid"/>
          </a:ln>
        </p:spPr>
      </p:sp>
      <p:sp>
        <p:nvSpPr>
          <p:cNvPr id="4" name="Text 2"/>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5" name="Text 3"/>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
        <p:nvSpPr>
          <p:cNvPr id="6" name="Text 4"/>
          <p:cNvSpPr/>
          <p:nvPr/>
        </p:nvSpPr>
        <p:spPr>
          <a:xfrm>
            <a:off x="11292840" y="6510528"/>
            <a:ext cx="347472" cy="164592"/>
          </a:xfrm>
          <a:prstGeom prst="rect">
            <a:avLst/>
          </a:prstGeom>
          <a:noFill/>
          <a:ln/>
        </p:spPr>
        <p:txBody>
          <a:bodyPr wrap="square" lIns="0" tIns="0" rIns="0" bIns="0" rtlCol="0" anchor="ctr"/>
          <a:lstStyle/>
          <a:p>
            <a:pPr algn="r" indent="0" marL="0">
              <a:buNone/>
            </a:pPr>
            <a:r>
              <a:rPr lang="en-US" sz="900" dirty="0">
                <a:solidFill>
                  <a:srgbClr val="657782"/>
                </a:solidFill>
                <a:latin typeface="Aptos" pitchFamily="34" charset="0"/>
                <a:ea typeface="Aptos" pitchFamily="34" charset="-122"/>
                <a:cs typeface="Aptos" pitchFamily="34" charset="-120"/>
              </a:rPr>
              <a:t>3</a:t>
            </a:r>
            <a:endParaRPr lang="en-US" sz="900" dirty="0"/>
          </a:p>
        </p:txBody>
      </p:sp>
      <p:sp>
        <p:nvSpPr>
          <p:cNvPr id="7" name="Text 5"/>
          <p:cNvSpPr/>
          <p:nvPr/>
        </p:nvSpPr>
        <p:spPr>
          <a:xfrm>
            <a:off x="566928" y="694944"/>
            <a:ext cx="11018520" cy="658368"/>
          </a:xfrm>
          <a:prstGeom prst="rect">
            <a:avLst/>
          </a:prstGeom>
          <a:noFill/>
          <a:ln/>
        </p:spPr>
        <p:txBody>
          <a:bodyPr wrap="square" lIns="0" tIns="0" rIns="0" bIns="0" rtlCol="0" anchor="ctr"/>
          <a:lstStyle/>
          <a:p>
            <a:pPr indent="0" marL="0">
              <a:buNone/>
            </a:pPr>
            <a:r>
              <a:rPr lang="en-US" sz="2600" b="1" dirty="0">
                <a:solidFill>
                  <a:srgbClr val="263746"/>
                </a:solidFill>
                <a:latin typeface="Aptos Display" pitchFamily="34" charset="0"/>
                <a:ea typeface="Aptos Display" pitchFamily="34" charset="-122"/>
                <a:cs typeface="Aptos Display" pitchFamily="34" charset="-120"/>
              </a:rPr>
              <a:t>Coupled dynamics make transition analysis difficult</a:t>
            </a:r>
            <a:endParaRPr lang="en-US" sz="2600" dirty="0"/>
          </a:p>
        </p:txBody>
      </p:sp>
      <p:sp>
        <p:nvSpPr>
          <p:cNvPr id="8" name="Text 6"/>
          <p:cNvSpPr/>
          <p:nvPr/>
        </p:nvSpPr>
        <p:spPr>
          <a:xfrm>
            <a:off x="594360" y="1399032"/>
            <a:ext cx="4480560" cy="182880"/>
          </a:xfrm>
          <a:prstGeom prst="rect">
            <a:avLst/>
          </a:prstGeom>
          <a:noFill/>
          <a:ln/>
        </p:spPr>
        <p:txBody>
          <a:bodyPr wrap="square" lIns="0" tIns="0" rIns="0" bIns="0" rtlCol="0" anchor="ctr"/>
          <a:lstStyle/>
          <a:p>
            <a:pPr indent="0" marL="0">
              <a:buNone/>
            </a:pPr>
            <a:r>
              <a:rPr lang="en-US" sz="1050" b="1" spc="150" kern="0" dirty="0">
                <a:solidFill>
                  <a:srgbClr val="C44F4F"/>
                </a:solidFill>
                <a:latin typeface="Aptos" pitchFamily="34" charset="0"/>
                <a:ea typeface="Aptos" pitchFamily="34" charset="-122"/>
                <a:cs typeface="Aptos" pitchFamily="34" charset="-120"/>
              </a:rPr>
              <a:t>NORMALIZED ACROSS EACH SIGNAL'S OBSERVED RANGE</a:t>
            </a:r>
            <a:endParaRPr lang="en-US" sz="1050" dirty="0"/>
          </a:p>
        </p:txBody>
      </p:sp>
      <p:sp>
        <p:nvSpPr>
          <p:cNvPr id="9" name="Shape 7"/>
          <p:cNvSpPr/>
          <p:nvPr/>
        </p:nvSpPr>
        <p:spPr>
          <a:xfrm>
            <a:off x="841248" y="4896196"/>
            <a:ext cx="10424160" cy="0"/>
          </a:xfrm>
          <a:prstGeom prst="line">
            <a:avLst/>
          </a:prstGeom>
          <a:noFill/>
          <a:ln w="12700">
            <a:solidFill>
              <a:srgbClr val="DCE2E7"/>
            </a:solidFill>
            <a:prstDash val="solid"/>
          </a:ln>
        </p:spPr>
      </p:sp>
      <p:sp>
        <p:nvSpPr>
          <p:cNvPr id="10" name="Text 8"/>
          <p:cNvSpPr/>
          <p:nvPr/>
        </p:nvSpPr>
        <p:spPr>
          <a:xfrm>
            <a:off x="457200" y="4823044"/>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0%</a:t>
            </a:r>
            <a:endParaRPr lang="en-US" sz="900" dirty="0"/>
          </a:p>
        </p:txBody>
      </p:sp>
      <p:sp>
        <p:nvSpPr>
          <p:cNvPr id="11" name="Shape 9"/>
          <p:cNvSpPr/>
          <p:nvPr/>
        </p:nvSpPr>
        <p:spPr>
          <a:xfrm>
            <a:off x="841248" y="3566160"/>
            <a:ext cx="10424160" cy="0"/>
          </a:xfrm>
          <a:prstGeom prst="line">
            <a:avLst/>
          </a:prstGeom>
          <a:noFill/>
          <a:ln w="12700">
            <a:solidFill>
              <a:srgbClr val="DCE2E7"/>
            </a:solidFill>
            <a:prstDash val="solid"/>
          </a:ln>
        </p:spPr>
      </p:sp>
      <p:sp>
        <p:nvSpPr>
          <p:cNvPr id="12" name="Text 10"/>
          <p:cNvSpPr/>
          <p:nvPr/>
        </p:nvSpPr>
        <p:spPr>
          <a:xfrm>
            <a:off x="457200" y="3493008"/>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50%</a:t>
            </a:r>
            <a:endParaRPr lang="en-US" sz="900" dirty="0"/>
          </a:p>
        </p:txBody>
      </p:sp>
      <p:sp>
        <p:nvSpPr>
          <p:cNvPr id="13" name="Shape 11"/>
          <p:cNvSpPr/>
          <p:nvPr/>
        </p:nvSpPr>
        <p:spPr>
          <a:xfrm>
            <a:off x="841248" y="2236124"/>
            <a:ext cx="10424160" cy="0"/>
          </a:xfrm>
          <a:prstGeom prst="line">
            <a:avLst/>
          </a:prstGeom>
          <a:noFill/>
          <a:ln w="12700">
            <a:solidFill>
              <a:srgbClr val="DCE2E7"/>
            </a:solidFill>
            <a:prstDash val="solid"/>
          </a:ln>
        </p:spPr>
      </p:sp>
      <p:sp>
        <p:nvSpPr>
          <p:cNvPr id="14" name="Text 12"/>
          <p:cNvSpPr/>
          <p:nvPr/>
        </p:nvSpPr>
        <p:spPr>
          <a:xfrm>
            <a:off x="457200" y="2162972"/>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100%</a:t>
            </a:r>
            <a:endParaRPr lang="en-US" sz="900" dirty="0"/>
          </a:p>
        </p:txBody>
      </p:sp>
      <p:sp>
        <p:nvSpPr>
          <p:cNvPr id="15" name="Shape 13"/>
          <p:cNvSpPr/>
          <p:nvPr/>
        </p:nvSpPr>
        <p:spPr>
          <a:xfrm>
            <a:off x="841248" y="2103120"/>
            <a:ext cx="0" cy="2926080"/>
          </a:xfrm>
          <a:prstGeom prst="line">
            <a:avLst/>
          </a:prstGeom>
          <a:noFill/>
          <a:ln w="8890">
            <a:solidFill>
              <a:srgbClr val="DCE2E7">
                <a:alpha val="80000"/>
              </a:srgbClr>
            </a:solidFill>
            <a:prstDash val="solid"/>
          </a:ln>
        </p:spPr>
      </p:sp>
      <p:sp>
        <p:nvSpPr>
          <p:cNvPr id="16" name="Text 14"/>
          <p:cNvSpPr/>
          <p:nvPr/>
        </p:nvSpPr>
        <p:spPr>
          <a:xfrm>
            <a:off x="731520"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0</a:t>
            </a:r>
            <a:endParaRPr lang="en-US" sz="900" dirty="0"/>
          </a:p>
        </p:txBody>
      </p:sp>
      <p:sp>
        <p:nvSpPr>
          <p:cNvPr id="17" name="Shape 15"/>
          <p:cNvSpPr/>
          <p:nvPr/>
        </p:nvSpPr>
        <p:spPr>
          <a:xfrm>
            <a:off x="2926080" y="2103120"/>
            <a:ext cx="0" cy="2926080"/>
          </a:xfrm>
          <a:prstGeom prst="line">
            <a:avLst/>
          </a:prstGeom>
          <a:noFill/>
          <a:ln w="8890">
            <a:solidFill>
              <a:srgbClr val="DCE2E7">
                <a:alpha val="80000"/>
              </a:srgbClr>
            </a:solidFill>
            <a:prstDash val="solid"/>
          </a:ln>
        </p:spPr>
      </p:sp>
      <p:sp>
        <p:nvSpPr>
          <p:cNvPr id="18" name="Text 16"/>
          <p:cNvSpPr/>
          <p:nvPr/>
        </p:nvSpPr>
        <p:spPr>
          <a:xfrm>
            <a:off x="2816352"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2</a:t>
            </a:r>
            <a:endParaRPr lang="en-US" sz="900" dirty="0"/>
          </a:p>
        </p:txBody>
      </p:sp>
      <p:sp>
        <p:nvSpPr>
          <p:cNvPr id="19" name="Shape 17"/>
          <p:cNvSpPr/>
          <p:nvPr/>
        </p:nvSpPr>
        <p:spPr>
          <a:xfrm>
            <a:off x="5010912" y="2103120"/>
            <a:ext cx="0" cy="2926080"/>
          </a:xfrm>
          <a:prstGeom prst="line">
            <a:avLst/>
          </a:prstGeom>
          <a:noFill/>
          <a:ln w="8890">
            <a:solidFill>
              <a:srgbClr val="DCE2E7">
                <a:alpha val="80000"/>
              </a:srgbClr>
            </a:solidFill>
            <a:prstDash val="solid"/>
          </a:ln>
        </p:spPr>
      </p:sp>
      <p:sp>
        <p:nvSpPr>
          <p:cNvPr id="20" name="Text 18"/>
          <p:cNvSpPr/>
          <p:nvPr/>
        </p:nvSpPr>
        <p:spPr>
          <a:xfrm>
            <a:off x="4901184"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4</a:t>
            </a:r>
            <a:endParaRPr lang="en-US" sz="900" dirty="0"/>
          </a:p>
        </p:txBody>
      </p:sp>
      <p:sp>
        <p:nvSpPr>
          <p:cNvPr id="21" name="Shape 19"/>
          <p:cNvSpPr/>
          <p:nvPr/>
        </p:nvSpPr>
        <p:spPr>
          <a:xfrm>
            <a:off x="7095744" y="2103120"/>
            <a:ext cx="0" cy="2926080"/>
          </a:xfrm>
          <a:prstGeom prst="line">
            <a:avLst/>
          </a:prstGeom>
          <a:noFill/>
          <a:ln w="8890">
            <a:solidFill>
              <a:srgbClr val="DCE2E7">
                <a:alpha val="80000"/>
              </a:srgbClr>
            </a:solidFill>
            <a:prstDash val="solid"/>
          </a:ln>
        </p:spPr>
      </p:sp>
      <p:sp>
        <p:nvSpPr>
          <p:cNvPr id="22" name="Text 20"/>
          <p:cNvSpPr/>
          <p:nvPr/>
        </p:nvSpPr>
        <p:spPr>
          <a:xfrm>
            <a:off x="6986016"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6</a:t>
            </a:r>
            <a:endParaRPr lang="en-US" sz="900" dirty="0"/>
          </a:p>
        </p:txBody>
      </p:sp>
      <p:sp>
        <p:nvSpPr>
          <p:cNvPr id="23" name="Shape 21"/>
          <p:cNvSpPr/>
          <p:nvPr/>
        </p:nvSpPr>
        <p:spPr>
          <a:xfrm>
            <a:off x="9180576" y="2103120"/>
            <a:ext cx="0" cy="2926080"/>
          </a:xfrm>
          <a:prstGeom prst="line">
            <a:avLst/>
          </a:prstGeom>
          <a:noFill/>
          <a:ln w="8890">
            <a:solidFill>
              <a:srgbClr val="DCE2E7">
                <a:alpha val="80000"/>
              </a:srgbClr>
            </a:solidFill>
            <a:prstDash val="solid"/>
          </a:ln>
        </p:spPr>
      </p:sp>
      <p:sp>
        <p:nvSpPr>
          <p:cNvPr id="24" name="Text 22"/>
          <p:cNvSpPr/>
          <p:nvPr/>
        </p:nvSpPr>
        <p:spPr>
          <a:xfrm>
            <a:off x="9070848"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8</a:t>
            </a:r>
            <a:endParaRPr lang="en-US" sz="900" dirty="0"/>
          </a:p>
        </p:txBody>
      </p:sp>
      <p:sp>
        <p:nvSpPr>
          <p:cNvPr id="25" name="Shape 23"/>
          <p:cNvSpPr/>
          <p:nvPr/>
        </p:nvSpPr>
        <p:spPr>
          <a:xfrm>
            <a:off x="11265408" y="2103120"/>
            <a:ext cx="0" cy="2926080"/>
          </a:xfrm>
          <a:prstGeom prst="line">
            <a:avLst/>
          </a:prstGeom>
          <a:noFill/>
          <a:ln w="8890">
            <a:solidFill>
              <a:srgbClr val="DCE2E7">
                <a:alpha val="80000"/>
              </a:srgbClr>
            </a:solidFill>
            <a:prstDash val="solid"/>
          </a:ln>
        </p:spPr>
      </p:sp>
      <p:sp>
        <p:nvSpPr>
          <p:cNvPr id="26" name="Text 24"/>
          <p:cNvSpPr/>
          <p:nvPr/>
        </p:nvSpPr>
        <p:spPr>
          <a:xfrm>
            <a:off x="11155680"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10</a:t>
            </a:r>
            <a:endParaRPr lang="en-US" sz="900" dirty="0"/>
          </a:p>
        </p:txBody>
      </p:sp>
      <p:sp>
        <p:nvSpPr>
          <p:cNvPr id="27" name="Text 25"/>
          <p:cNvSpPr/>
          <p:nvPr/>
        </p:nvSpPr>
        <p:spPr>
          <a:xfrm>
            <a:off x="4841748" y="5404104"/>
            <a:ext cx="2423160" cy="164592"/>
          </a:xfrm>
          <a:prstGeom prst="rect">
            <a:avLst/>
          </a:prstGeom>
          <a:noFill/>
          <a:ln/>
        </p:spPr>
        <p:txBody>
          <a:bodyPr wrap="square" lIns="0" tIns="0" rIns="0" bIns="0" rtlCol="0" anchor="ctr"/>
          <a:lstStyle/>
          <a:p>
            <a:pPr algn="ctr" indent="0" marL="0">
              <a:buNone/>
            </a:pPr>
            <a:r>
              <a:rPr lang="en-US" sz="920" b="1" spc="70" kern="0" dirty="0">
                <a:solidFill>
                  <a:srgbClr val="657782"/>
                </a:solidFill>
              </a:rPr>
              <a:t>HOURS FROM GRADE CHANGE</a:t>
            </a:r>
            <a:endParaRPr lang="en-US" sz="920" dirty="0"/>
          </a:p>
        </p:txBody>
      </p:sp>
      <p:sp>
        <p:nvSpPr>
          <p:cNvPr id="28" name="Shape 26"/>
          <p:cNvSpPr/>
          <p:nvPr/>
        </p:nvSpPr>
        <p:spPr>
          <a:xfrm>
            <a:off x="841248" y="2254211"/>
            <a:ext cx="176480" cy="0"/>
          </a:xfrm>
          <a:prstGeom prst="line">
            <a:avLst/>
          </a:prstGeom>
          <a:noFill/>
          <a:ln w="25400">
            <a:solidFill>
              <a:srgbClr val="5C4DB7"/>
            </a:solidFill>
            <a:prstDash val="solid"/>
            <a:headEnd type="none"/>
            <a:tailEnd type="none"/>
          </a:ln>
        </p:spPr>
      </p:sp>
      <p:sp>
        <p:nvSpPr>
          <p:cNvPr id="29" name="Shape 27"/>
          <p:cNvSpPr/>
          <p:nvPr/>
        </p:nvSpPr>
        <p:spPr>
          <a:xfrm>
            <a:off x="1014984" y="2235633"/>
            <a:ext cx="0" cy="21320"/>
          </a:xfrm>
          <a:prstGeom prst="line">
            <a:avLst/>
          </a:prstGeom>
          <a:noFill/>
          <a:ln w="25400">
            <a:solidFill>
              <a:srgbClr val="5C4DB7"/>
            </a:solidFill>
            <a:prstDash val="solid"/>
            <a:headEnd type="none"/>
            <a:tailEnd type="none"/>
          </a:ln>
        </p:spPr>
      </p:sp>
      <p:sp>
        <p:nvSpPr>
          <p:cNvPr id="30" name="Shape 28"/>
          <p:cNvSpPr/>
          <p:nvPr/>
        </p:nvSpPr>
        <p:spPr>
          <a:xfrm>
            <a:off x="1014984" y="2238377"/>
            <a:ext cx="176479" cy="0"/>
          </a:xfrm>
          <a:prstGeom prst="line">
            <a:avLst/>
          </a:prstGeom>
          <a:noFill/>
          <a:ln w="25400">
            <a:solidFill>
              <a:srgbClr val="5C4DB7"/>
            </a:solidFill>
            <a:prstDash val="solid"/>
            <a:headEnd type="none"/>
            <a:tailEnd type="none"/>
          </a:ln>
        </p:spPr>
      </p:sp>
      <p:sp>
        <p:nvSpPr>
          <p:cNvPr id="31" name="Shape 29"/>
          <p:cNvSpPr/>
          <p:nvPr/>
        </p:nvSpPr>
        <p:spPr>
          <a:xfrm>
            <a:off x="1188720" y="2235633"/>
            <a:ext cx="0" cy="14004"/>
          </a:xfrm>
          <a:prstGeom prst="line">
            <a:avLst/>
          </a:prstGeom>
          <a:noFill/>
          <a:ln w="25400">
            <a:solidFill>
              <a:srgbClr val="5C4DB7"/>
            </a:solidFill>
            <a:prstDash val="solid"/>
            <a:headEnd type="none"/>
            <a:tailEnd type="none"/>
          </a:ln>
        </p:spPr>
      </p:sp>
      <p:sp>
        <p:nvSpPr>
          <p:cNvPr id="32" name="Shape 30"/>
          <p:cNvSpPr/>
          <p:nvPr/>
        </p:nvSpPr>
        <p:spPr>
          <a:xfrm>
            <a:off x="1188720" y="2246894"/>
            <a:ext cx="176480" cy="0"/>
          </a:xfrm>
          <a:prstGeom prst="line">
            <a:avLst/>
          </a:prstGeom>
          <a:noFill/>
          <a:ln w="25400">
            <a:solidFill>
              <a:srgbClr val="5C4DB7"/>
            </a:solidFill>
            <a:prstDash val="solid"/>
            <a:headEnd type="none"/>
            <a:tailEnd type="none"/>
          </a:ln>
        </p:spPr>
      </p:sp>
      <p:sp>
        <p:nvSpPr>
          <p:cNvPr id="33" name="Shape 31"/>
          <p:cNvSpPr/>
          <p:nvPr/>
        </p:nvSpPr>
        <p:spPr>
          <a:xfrm>
            <a:off x="1362456" y="2244151"/>
            <a:ext cx="0" cy="20311"/>
          </a:xfrm>
          <a:prstGeom prst="line">
            <a:avLst/>
          </a:prstGeom>
          <a:noFill/>
          <a:ln w="25400">
            <a:solidFill>
              <a:srgbClr val="5C4DB7"/>
            </a:solidFill>
            <a:prstDash val="solid"/>
            <a:headEnd type="none"/>
            <a:tailEnd type="none"/>
          </a:ln>
        </p:spPr>
      </p:sp>
      <p:sp>
        <p:nvSpPr>
          <p:cNvPr id="34" name="Shape 32"/>
          <p:cNvSpPr/>
          <p:nvPr/>
        </p:nvSpPr>
        <p:spPr>
          <a:xfrm>
            <a:off x="1362456" y="2261719"/>
            <a:ext cx="176480" cy="0"/>
          </a:xfrm>
          <a:prstGeom prst="line">
            <a:avLst/>
          </a:prstGeom>
          <a:noFill/>
          <a:ln w="25400">
            <a:solidFill>
              <a:srgbClr val="5C4DB7"/>
            </a:solidFill>
            <a:prstDash val="solid"/>
            <a:headEnd type="none"/>
            <a:tailEnd type="none"/>
          </a:ln>
        </p:spPr>
      </p:sp>
      <p:sp>
        <p:nvSpPr>
          <p:cNvPr id="35" name="Shape 33"/>
          <p:cNvSpPr/>
          <p:nvPr/>
        </p:nvSpPr>
        <p:spPr>
          <a:xfrm>
            <a:off x="1536192" y="2258976"/>
            <a:ext cx="0" cy="26650"/>
          </a:xfrm>
          <a:prstGeom prst="line">
            <a:avLst/>
          </a:prstGeom>
          <a:noFill/>
          <a:ln w="25400">
            <a:solidFill>
              <a:srgbClr val="5C4DB7"/>
            </a:solidFill>
            <a:prstDash val="solid"/>
            <a:headEnd type="none"/>
            <a:tailEnd type="none"/>
          </a:ln>
        </p:spPr>
      </p:sp>
      <p:sp>
        <p:nvSpPr>
          <p:cNvPr id="36" name="Shape 34"/>
          <p:cNvSpPr/>
          <p:nvPr/>
        </p:nvSpPr>
        <p:spPr>
          <a:xfrm>
            <a:off x="1536192" y="2282883"/>
            <a:ext cx="176479" cy="0"/>
          </a:xfrm>
          <a:prstGeom prst="line">
            <a:avLst/>
          </a:prstGeom>
          <a:noFill/>
          <a:ln w="25400">
            <a:solidFill>
              <a:srgbClr val="5C4DB7"/>
            </a:solidFill>
            <a:prstDash val="solid"/>
            <a:headEnd type="none"/>
            <a:tailEnd type="none"/>
          </a:ln>
        </p:spPr>
      </p:sp>
      <p:sp>
        <p:nvSpPr>
          <p:cNvPr id="37" name="Shape 35"/>
          <p:cNvSpPr/>
          <p:nvPr/>
        </p:nvSpPr>
        <p:spPr>
          <a:xfrm>
            <a:off x="1709928" y="2280140"/>
            <a:ext cx="0" cy="32664"/>
          </a:xfrm>
          <a:prstGeom prst="line">
            <a:avLst/>
          </a:prstGeom>
          <a:noFill/>
          <a:ln w="25400">
            <a:solidFill>
              <a:srgbClr val="5C4DB7"/>
            </a:solidFill>
            <a:prstDash val="solid"/>
            <a:headEnd type="none"/>
            <a:tailEnd type="none"/>
          </a:ln>
        </p:spPr>
      </p:sp>
      <p:sp>
        <p:nvSpPr>
          <p:cNvPr id="38" name="Shape 36"/>
          <p:cNvSpPr/>
          <p:nvPr/>
        </p:nvSpPr>
        <p:spPr>
          <a:xfrm>
            <a:off x="1709928" y="2310060"/>
            <a:ext cx="176480" cy="0"/>
          </a:xfrm>
          <a:prstGeom prst="line">
            <a:avLst/>
          </a:prstGeom>
          <a:noFill/>
          <a:ln w="25400">
            <a:solidFill>
              <a:srgbClr val="5C4DB7"/>
            </a:solidFill>
            <a:prstDash val="solid"/>
            <a:headEnd type="none"/>
            <a:tailEnd type="none"/>
          </a:ln>
        </p:spPr>
      </p:sp>
      <p:sp>
        <p:nvSpPr>
          <p:cNvPr id="39" name="Shape 37"/>
          <p:cNvSpPr/>
          <p:nvPr/>
        </p:nvSpPr>
        <p:spPr>
          <a:xfrm>
            <a:off x="1883664" y="2307317"/>
            <a:ext cx="0" cy="37595"/>
          </a:xfrm>
          <a:prstGeom prst="line">
            <a:avLst/>
          </a:prstGeom>
          <a:noFill/>
          <a:ln w="25400">
            <a:solidFill>
              <a:srgbClr val="5C4DB7"/>
            </a:solidFill>
            <a:prstDash val="solid"/>
            <a:headEnd type="none"/>
            <a:tailEnd type="none"/>
          </a:ln>
        </p:spPr>
      </p:sp>
      <p:sp>
        <p:nvSpPr>
          <p:cNvPr id="40" name="Shape 38"/>
          <p:cNvSpPr/>
          <p:nvPr/>
        </p:nvSpPr>
        <p:spPr>
          <a:xfrm>
            <a:off x="1883664" y="2342169"/>
            <a:ext cx="176480" cy="0"/>
          </a:xfrm>
          <a:prstGeom prst="line">
            <a:avLst/>
          </a:prstGeom>
          <a:noFill/>
          <a:ln w="25400">
            <a:solidFill>
              <a:srgbClr val="5C4DB7"/>
            </a:solidFill>
            <a:prstDash val="solid"/>
            <a:headEnd type="none"/>
            <a:tailEnd type="none"/>
          </a:ln>
        </p:spPr>
      </p:sp>
      <p:sp>
        <p:nvSpPr>
          <p:cNvPr id="41" name="Shape 39"/>
          <p:cNvSpPr/>
          <p:nvPr/>
        </p:nvSpPr>
        <p:spPr>
          <a:xfrm>
            <a:off x="2057400" y="2339426"/>
            <a:ext cx="0" cy="42447"/>
          </a:xfrm>
          <a:prstGeom prst="line">
            <a:avLst/>
          </a:prstGeom>
          <a:noFill/>
          <a:ln w="25400">
            <a:solidFill>
              <a:srgbClr val="5C4DB7"/>
            </a:solidFill>
            <a:prstDash val="solid"/>
            <a:headEnd type="none"/>
            <a:tailEnd type="none"/>
          </a:ln>
        </p:spPr>
      </p:sp>
      <p:sp>
        <p:nvSpPr>
          <p:cNvPr id="42" name="Shape 40"/>
          <p:cNvSpPr/>
          <p:nvPr/>
        </p:nvSpPr>
        <p:spPr>
          <a:xfrm>
            <a:off x="2057400" y="2379130"/>
            <a:ext cx="176479" cy="0"/>
          </a:xfrm>
          <a:prstGeom prst="line">
            <a:avLst/>
          </a:prstGeom>
          <a:noFill/>
          <a:ln w="25400">
            <a:solidFill>
              <a:srgbClr val="5C4DB7"/>
            </a:solidFill>
            <a:prstDash val="solid"/>
            <a:headEnd type="none"/>
            <a:tailEnd type="none"/>
          </a:ln>
        </p:spPr>
      </p:sp>
      <p:sp>
        <p:nvSpPr>
          <p:cNvPr id="43" name="Shape 41"/>
          <p:cNvSpPr/>
          <p:nvPr/>
        </p:nvSpPr>
        <p:spPr>
          <a:xfrm>
            <a:off x="2231136" y="2376387"/>
            <a:ext cx="0" cy="46836"/>
          </a:xfrm>
          <a:prstGeom prst="line">
            <a:avLst/>
          </a:prstGeom>
          <a:noFill/>
          <a:ln w="25400">
            <a:solidFill>
              <a:srgbClr val="5C4DB7"/>
            </a:solidFill>
            <a:prstDash val="solid"/>
            <a:headEnd type="none"/>
            <a:tailEnd type="none"/>
          </a:ln>
        </p:spPr>
      </p:sp>
      <p:sp>
        <p:nvSpPr>
          <p:cNvPr id="44" name="Shape 42"/>
          <p:cNvSpPr/>
          <p:nvPr/>
        </p:nvSpPr>
        <p:spPr>
          <a:xfrm>
            <a:off x="2231136" y="2420479"/>
            <a:ext cx="176480" cy="0"/>
          </a:xfrm>
          <a:prstGeom prst="line">
            <a:avLst/>
          </a:prstGeom>
          <a:noFill/>
          <a:ln w="25400">
            <a:solidFill>
              <a:srgbClr val="5C4DB7"/>
            </a:solidFill>
            <a:prstDash val="solid"/>
            <a:headEnd type="none"/>
            <a:tailEnd type="none"/>
          </a:ln>
        </p:spPr>
      </p:sp>
      <p:sp>
        <p:nvSpPr>
          <p:cNvPr id="45" name="Shape 43"/>
          <p:cNvSpPr/>
          <p:nvPr/>
        </p:nvSpPr>
        <p:spPr>
          <a:xfrm>
            <a:off x="2404872" y="2417736"/>
            <a:ext cx="0" cy="50506"/>
          </a:xfrm>
          <a:prstGeom prst="line">
            <a:avLst/>
          </a:prstGeom>
          <a:noFill/>
          <a:ln w="25400">
            <a:solidFill>
              <a:srgbClr val="5C4DB7"/>
            </a:solidFill>
            <a:prstDash val="solid"/>
            <a:headEnd type="none"/>
            <a:tailEnd type="none"/>
          </a:ln>
        </p:spPr>
      </p:sp>
      <p:sp>
        <p:nvSpPr>
          <p:cNvPr id="46" name="Shape 44"/>
          <p:cNvSpPr/>
          <p:nvPr/>
        </p:nvSpPr>
        <p:spPr>
          <a:xfrm>
            <a:off x="2404872" y="2465499"/>
            <a:ext cx="176480" cy="0"/>
          </a:xfrm>
          <a:prstGeom prst="line">
            <a:avLst/>
          </a:prstGeom>
          <a:noFill/>
          <a:ln w="25400">
            <a:solidFill>
              <a:srgbClr val="5C4DB7"/>
            </a:solidFill>
            <a:prstDash val="solid"/>
            <a:headEnd type="none"/>
            <a:tailEnd type="none"/>
          </a:ln>
        </p:spPr>
      </p:sp>
      <p:sp>
        <p:nvSpPr>
          <p:cNvPr id="47" name="Shape 45"/>
          <p:cNvSpPr/>
          <p:nvPr/>
        </p:nvSpPr>
        <p:spPr>
          <a:xfrm>
            <a:off x="2578608" y="2462756"/>
            <a:ext cx="0" cy="54152"/>
          </a:xfrm>
          <a:prstGeom prst="line">
            <a:avLst/>
          </a:prstGeom>
          <a:noFill/>
          <a:ln w="25400">
            <a:solidFill>
              <a:srgbClr val="5C4DB7"/>
            </a:solidFill>
            <a:prstDash val="solid"/>
            <a:headEnd type="none"/>
            <a:tailEnd type="none"/>
          </a:ln>
        </p:spPr>
      </p:sp>
      <p:sp>
        <p:nvSpPr>
          <p:cNvPr id="48" name="Shape 46"/>
          <p:cNvSpPr/>
          <p:nvPr/>
        </p:nvSpPr>
        <p:spPr>
          <a:xfrm>
            <a:off x="2578608" y="2514165"/>
            <a:ext cx="176479" cy="0"/>
          </a:xfrm>
          <a:prstGeom prst="line">
            <a:avLst/>
          </a:prstGeom>
          <a:noFill/>
          <a:ln w="25400">
            <a:solidFill>
              <a:srgbClr val="5C4DB7"/>
            </a:solidFill>
            <a:prstDash val="solid"/>
            <a:headEnd type="none"/>
            <a:tailEnd type="none"/>
          </a:ln>
        </p:spPr>
      </p:sp>
      <p:sp>
        <p:nvSpPr>
          <p:cNvPr id="49" name="Shape 47"/>
          <p:cNvSpPr/>
          <p:nvPr/>
        </p:nvSpPr>
        <p:spPr>
          <a:xfrm>
            <a:off x="2752344" y="2511422"/>
            <a:ext cx="0" cy="57203"/>
          </a:xfrm>
          <a:prstGeom prst="line">
            <a:avLst/>
          </a:prstGeom>
          <a:noFill/>
          <a:ln w="25400">
            <a:solidFill>
              <a:srgbClr val="5C4DB7"/>
            </a:solidFill>
            <a:prstDash val="solid"/>
            <a:headEnd type="none"/>
            <a:tailEnd type="none"/>
          </a:ln>
        </p:spPr>
      </p:sp>
      <p:sp>
        <p:nvSpPr>
          <p:cNvPr id="50" name="Shape 48"/>
          <p:cNvSpPr/>
          <p:nvPr/>
        </p:nvSpPr>
        <p:spPr>
          <a:xfrm>
            <a:off x="2752344" y="2565882"/>
            <a:ext cx="176480" cy="0"/>
          </a:xfrm>
          <a:prstGeom prst="line">
            <a:avLst/>
          </a:prstGeom>
          <a:noFill/>
          <a:ln w="25400">
            <a:solidFill>
              <a:srgbClr val="5C4DB7"/>
            </a:solidFill>
            <a:prstDash val="solid"/>
            <a:headEnd type="none"/>
            <a:tailEnd type="none"/>
          </a:ln>
        </p:spPr>
      </p:sp>
      <p:sp>
        <p:nvSpPr>
          <p:cNvPr id="51" name="Shape 49"/>
          <p:cNvSpPr/>
          <p:nvPr/>
        </p:nvSpPr>
        <p:spPr>
          <a:xfrm>
            <a:off x="2926080" y="2563139"/>
            <a:ext cx="0" cy="59553"/>
          </a:xfrm>
          <a:prstGeom prst="line">
            <a:avLst/>
          </a:prstGeom>
          <a:noFill/>
          <a:ln w="25400">
            <a:solidFill>
              <a:srgbClr val="5C4DB7"/>
            </a:solidFill>
            <a:prstDash val="solid"/>
            <a:headEnd type="none"/>
            <a:tailEnd type="none"/>
          </a:ln>
        </p:spPr>
      </p:sp>
      <p:sp>
        <p:nvSpPr>
          <p:cNvPr id="52" name="Shape 50"/>
          <p:cNvSpPr/>
          <p:nvPr/>
        </p:nvSpPr>
        <p:spPr>
          <a:xfrm>
            <a:off x="2926080" y="2619948"/>
            <a:ext cx="176480" cy="0"/>
          </a:xfrm>
          <a:prstGeom prst="line">
            <a:avLst/>
          </a:prstGeom>
          <a:noFill/>
          <a:ln w="25400">
            <a:solidFill>
              <a:srgbClr val="5C4DB7"/>
            </a:solidFill>
            <a:prstDash val="solid"/>
            <a:headEnd type="none"/>
            <a:tailEnd type="none"/>
          </a:ln>
        </p:spPr>
      </p:sp>
      <p:sp>
        <p:nvSpPr>
          <p:cNvPr id="53" name="Shape 51"/>
          <p:cNvSpPr/>
          <p:nvPr/>
        </p:nvSpPr>
        <p:spPr>
          <a:xfrm>
            <a:off x="3099816" y="2617205"/>
            <a:ext cx="0" cy="71978"/>
          </a:xfrm>
          <a:prstGeom prst="line">
            <a:avLst/>
          </a:prstGeom>
          <a:noFill/>
          <a:ln w="25400">
            <a:solidFill>
              <a:srgbClr val="5C4DB7"/>
            </a:solidFill>
            <a:prstDash val="solid"/>
            <a:headEnd type="none"/>
            <a:tailEnd type="none"/>
          </a:ln>
        </p:spPr>
      </p:sp>
      <p:sp>
        <p:nvSpPr>
          <p:cNvPr id="54" name="Shape 52"/>
          <p:cNvSpPr/>
          <p:nvPr/>
        </p:nvSpPr>
        <p:spPr>
          <a:xfrm>
            <a:off x="3099816" y="2686440"/>
            <a:ext cx="176479" cy="0"/>
          </a:xfrm>
          <a:prstGeom prst="line">
            <a:avLst/>
          </a:prstGeom>
          <a:noFill/>
          <a:ln w="25400">
            <a:solidFill>
              <a:srgbClr val="5C4DB7"/>
            </a:solidFill>
            <a:prstDash val="solid"/>
            <a:headEnd type="none"/>
            <a:tailEnd type="none"/>
          </a:ln>
        </p:spPr>
      </p:sp>
      <p:sp>
        <p:nvSpPr>
          <p:cNvPr id="55" name="Shape 53"/>
          <p:cNvSpPr/>
          <p:nvPr/>
        </p:nvSpPr>
        <p:spPr>
          <a:xfrm>
            <a:off x="3273552" y="2683697"/>
            <a:ext cx="0" cy="63026"/>
          </a:xfrm>
          <a:prstGeom prst="line">
            <a:avLst/>
          </a:prstGeom>
          <a:noFill/>
          <a:ln w="25400">
            <a:solidFill>
              <a:srgbClr val="5C4DB7"/>
            </a:solidFill>
            <a:prstDash val="solid"/>
            <a:headEnd type="none"/>
            <a:tailEnd type="none"/>
          </a:ln>
        </p:spPr>
      </p:sp>
      <p:sp>
        <p:nvSpPr>
          <p:cNvPr id="56" name="Shape 54"/>
          <p:cNvSpPr/>
          <p:nvPr/>
        </p:nvSpPr>
        <p:spPr>
          <a:xfrm>
            <a:off x="3273552" y="2743980"/>
            <a:ext cx="176480" cy="0"/>
          </a:xfrm>
          <a:prstGeom prst="line">
            <a:avLst/>
          </a:prstGeom>
          <a:noFill/>
          <a:ln w="25400">
            <a:solidFill>
              <a:srgbClr val="5C4DB7"/>
            </a:solidFill>
            <a:prstDash val="solid"/>
            <a:headEnd type="none"/>
            <a:tailEnd type="none"/>
          </a:ln>
        </p:spPr>
      </p:sp>
      <p:sp>
        <p:nvSpPr>
          <p:cNvPr id="57" name="Shape 55"/>
          <p:cNvSpPr/>
          <p:nvPr/>
        </p:nvSpPr>
        <p:spPr>
          <a:xfrm>
            <a:off x="3447288" y="2741236"/>
            <a:ext cx="0" cy="63943"/>
          </a:xfrm>
          <a:prstGeom prst="line">
            <a:avLst/>
          </a:prstGeom>
          <a:noFill/>
          <a:ln w="25400">
            <a:solidFill>
              <a:srgbClr val="5C4DB7"/>
            </a:solidFill>
            <a:prstDash val="solid"/>
            <a:headEnd type="none"/>
            <a:tailEnd type="none"/>
          </a:ln>
        </p:spPr>
      </p:sp>
      <p:sp>
        <p:nvSpPr>
          <p:cNvPr id="58" name="Shape 56"/>
          <p:cNvSpPr/>
          <p:nvPr/>
        </p:nvSpPr>
        <p:spPr>
          <a:xfrm>
            <a:off x="3447288" y="2802436"/>
            <a:ext cx="176480" cy="0"/>
          </a:xfrm>
          <a:prstGeom prst="line">
            <a:avLst/>
          </a:prstGeom>
          <a:noFill/>
          <a:ln w="25400">
            <a:solidFill>
              <a:srgbClr val="5C4DB7"/>
            </a:solidFill>
            <a:prstDash val="solid"/>
            <a:headEnd type="none"/>
            <a:tailEnd type="none"/>
          </a:ln>
        </p:spPr>
      </p:sp>
      <p:sp>
        <p:nvSpPr>
          <p:cNvPr id="59" name="Shape 57"/>
          <p:cNvSpPr/>
          <p:nvPr/>
        </p:nvSpPr>
        <p:spPr>
          <a:xfrm>
            <a:off x="3621024" y="2799693"/>
            <a:ext cx="0" cy="64504"/>
          </a:xfrm>
          <a:prstGeom prst="line">
            <a:avLst/>
          </a:prstGeom>
          <a:noFill/>
          <a:ln w="25400">
            <a:solidFill>
              <a:srgbClr val="5C4DB7"/>
            </a:solidFill>
            <a:prstDash val="solid"/>
            <a:headEnd type="none"/>
            <a:tailEnd type="none"/>
          </a:ln>
        </p:spPr>
      </p:sp>
      <p:sp>
        <p:nvSpPr>
          <p:cNvPr id="60" name="Shape 58"/>
          <p:cNvSpPr/>
          <p:nvPr/>
        </p:nvSpPr>
        <p:spPr>
          <a:xfrm>
            <a:off x="3621024" y="2861454"/>
            <a:ext cx="176479" cy="0"/>
          </a:xfrm>
          <a:prstGeom prst="line">
            <a:avLst/>
          </a:prstGeom>
          <a:noFill/>
          <a:ln w="25400">
            <a:solidFill>
              <a:srgbClr val="5C4DB7"/>
            </a:solidFill>
            <a:prstDash val="solid"/>
            <a:headEnd type="none"/>
            <a:tailEnd type="none"/>
          </a:ln>
        </p:spPr>
      </p:sp>
      <p:sp>
        <p:nvSpPr>
          <p:cNvPr id="61" name="Shape 59"/>
          <p:cNvSpPr/>
          <p:nvPr/>
        </p:nvSpPr>
        <p:spPr>
          <a:xfrm>
            <a:off x="3794760" y="2858711"/>
            <a:ext cx="0" cy="64640"/>
          </a:xfrm>
          <a:prstGeom prst="line">
            <a:avLst/>
          </a:prstGeom>
          <a:noFill/>
          <a:ln w="25400">
            <a:solidFill>
              <a:srgbClr val="5C4DB7"/>
            </a:solidFill>
            <a:prstDash val="solid"/>
            <a:headEnd type="none"/>
            <a:tailEnd type="none"/>
          </a:ln>
        </p:spPr>
      </p:sp>
      <p:sp>
        <p:nvSpPr>
          <p:cNvPr id="62" name="Shape 60"/>
          <p:cNvSpPr/>
          <p:nvPr/>
        </p:nvSpPr>
        <p:spPr>
          <a:xfrm>
            <a:off x="3794760" y="2920607"/>
            <a:ext cx="176480" cy="0"/>
          </a:xfrm>
          <a:prstGeom prst="line">
            <a:avLst/>
          </a:prstGeom>
          <a:noFill/>
          <a:ln w="25400">
            <a:solidFill>
              <a:srgbClr val="5C4DB7"/>
            </a:solidFill>
            <a:prstDash val="solid"/>
            <a:headEnd type="none"/>
            <a:tailEnd type="none"/>
          </a:ln>
        </p:spPr>
      </p:sp>
      <p:sp>
        <p:nvSpPr>
          <p:cNvPr id="63" name="Shape 61"/>
          <p:cNvSpPr/>
          <p:nvPr/>
        </p:nvSpPr>
        <p:spPr>
          <a:xfrm>
            <a:off x="3968496" y="2917864"/>
            <a:ext cx="0" cy="64331"/>
          </a:xfrm>
          <a:prstGeom prst="line">
            <a:avLst/>
          </a:prstGeom>
          <a:noFill/>
          <a:ln w="25400">
            <a:solidFill>
              <a:srgbClr val="5C4DB7"/>
            </a:solidFill>
            <a:prstDash val="solid"/>
            <a:headEnd type="none"/>
            <a:tailEnd type="none"/>
          </a:ln>
        </p:spPr>
      </p:sp>
      <p:sp>
        <p:nvSpPr>
          <p:cNvPr id="64" name="Shape 62"/>
          <p:cNvSpPr/>
          <p:nvPr/>
        </p:nvSpPr>
        <p:spPr>
          <a:xfrm>
            <a:off x="3968496" y="2979451"/>
            <a:ext cx="176480" cy="0"/>
          </a:xfrm>
          <a:prstGeom prst="line">
            <a:avLst/>
          </a:prstGeom>
          <a:noFill/>
          <a:ln w="25400">
            <a:solidFill>
              <a:srgbClr val="5C4DB7"/>
            </a:solidFill>
            <a:prstDash val="solid"/>
            <a:headEnd type="none"/>
            <a:tailEnd type="none"/>
          </a:ln>
        </p:spPr>
      </p:sp>
      <p:sp>
        <p:nvSpPr>
          <p:cNvPr id="65" name="Shape 63"/>
          <p:cNvSpPr/>
          <p:nvPr/>
        </p:nvSpPr>
        <p:spPr>
          <a:xfrm>
            <a:off x="4142232" y="2976708"/>
            <a:ext cx="0" cy="64067"/>
          </a:xfrm>
          <a:prstGeom prst="line">
            <a:avLst/>
          </a:prstGeom>
          <a:noFill/>
          <a:ln w="25400">
            <a:solidFill>
              <a:srgbClr val="5C4DB7"/>
            </a:solidFill>
            <a:prstDash val="solid"/>
            <a:headEnd type="none"/>
            <a:tailEnd type="none"/>
          </a:ln>
        </p:spPr>
      </p:sp>
      <p:sp>
        <p:nvSpPr>
          <p:cNvPr id="66" name="Shape 64"/>
          <p:cNvSpPr/>
          <p:nvPr/>
        </p:nvSpPr>
        <p:spPr>
          <a:xfrm>
            <a:off x="4142232" y="3038032"/>
            <a:ext cx="176479" cy="0"/>
          </a:xfrm>
          <a:prstGeom prst="line">
            <a:avLst/>
          </a:prstGeom>
          <a:noFill/>
          <a:ln w="25400">
            <a:solidFill>
              <a:srgbClr val="5C4DB7"/>
            </a:solidFill>
            <a:prstDash val="solid"/>
            <a:headEnd type="none"/>
            <a:tailEnd type="none"/>
          </a:ln>
        </p:spPr>
      </p:sp>
      <p:sp>
        <p:nvSpPr>
          <p:cNvPr id="67" name="Shape 65"/>
          <p:cNvSpPr/>
          <p:nvPr/>
        </p:nvSpPr>
        <p:spPr>
          <a:xfrm>
            <a:off x="4315968" y="3035289"/>
            <a:ext cx="0" cy="63965"/>
          </a:xfrm>
          <a:prstGeom prst="line">
            <a:avLst/>
          </a:prstGeom>
          <a:noFill/>
          <a:ln w="25400">
            <a:solidFill>
              <a:srgbClr val="5C4DB7"/>
            </a:solidFill>
            <a:prstDash val="solid"/>
            <a:headEnd type="none"/>
            <a:tailEnd type="none"/>
          </a:ln>
        </p:spPr>
      </p:sp>
      <p:sp>
        <p:nvSpPr>
          <p:cNvPr id="68" name="Shape 66"/>
          <p:cNvSpPr/>
          <p:nvPr/>
        </p:nvSpPr>
        <p:spPr>
          <a:xfrm>
            <a:off x="4315968" y="3096510"/>
            <a:ext cx="176480" cy="0"/>
          </a:xfrm>
          <a:prstGeom prst="line">
            <a:avLst/>
          </a:prstGeom>
          <a:noFill/>
          <a:ln w="25400">
            <a:solidFill>
              <a:srgbClr val="5C4DB7"/>
            </a:solidFill>
            <a:prstDash val="solid"/>
            <a:headEnd type="none"/>
            <a:tailEnd type="none"/>
          </a:ln>
        </p:spPr>
      </p:sp>
      <p:sp>
        <p:nvSpPr>
          <p:cNvPr id="69" name="Shape 67"/>
          <p:cNvSpPr/>
          <p:nvPr/>
        </p:nvSpPr>
        <p:spPr>
          <a:xfrm>
            <a:off x="4489704" y="3093767"/>
            <a:ext cx="0" cy="64035"/>
          </a:xfrm>
          <a:prstGeom prst="line">
            <a:avLst/>
          </a:prstGeom>
          <a:noFill/>
          <a:ln w="25400">
            <a:solidFill>
              <a:srgbClr val="5C4DB7"/>
            </a:solidFill>
            <a:prstDash val="solid"/>
            <a:headEnd type="none"/>
            <a:tailEnd type="none"/>
          </a:ln>
        </p:spPr>
      </p:sp>
      <p:sp>
        <p:nvSpPr>
          <p:cNvPr id="70" name="Shape 68"/>
          <p:cNvSpPr/>
          <p:nvPr/>
        </p:nvSpPr>
        <p:spPr>
          <a:xfrm>
            <a:off x="4489704" y="3155059"/>
            <a:ext cx="176480" cy="0"/>
          </a:xfrm>
          <a:prstGeom prst="line">
            <a:avLst/>
          </a:prstGeom>
          <a:noFill/>
          <a:ln w="25400">
            <a:solidFill>
              <a:srgbClr val="5C4DB7"/>
            </a:solidFill>
            <a:prstDash val="solid"/>
            <a:headEnd type="none"/>
            <a:tailEnd type="none"/>
          </a:ln>
        </p:spPr>
      </p:sp>
      <p:sp>
        <p:nvSpPr>
          <p:cNvPr id="71" name="Shape 69"/>
          <p:cNvSpPr/>
          <p:nvPr/>
        </p:nvSpPr>
        <p:spPr>
          <a:xfrm>
            <a:off x="4663440" y="3152316"/>
            <a:ext cx="0" cy="63998"/>
          </a:xfrm>
          <a:prstGeom prst="line">
            <a:avLst/>
          </a:prstGeom>
          <a:noFill/>
          <a:ln w="25400">
            <a:solidFill>
              <a:srgbClr val="5C4DB7"/>
            </a:solidFill>
            <a:prstDash val="solid"/>
            <a:headEnd type="none"/>
            <a:tailEnd type="none"/>
          </a:ln>
        </p:spPr>
      </p:sp>
      <p:sp>
        <p:nvSpPr>
          <p:cNvPr id="72" name="Shape 70"/>
          <p:cNvSpPr/>
          <p:nvPr/>
        </p:nvSpPr>
        <p:spPr>
          <a:xfrm>
            <a:off x="4663440" y="3213570"/>
            <a:ext cx="176479" cy="0"/>
          </a:xfrm>
          <a:prstGeom prst="line">
            <a:avLst/>
          </a:prstGeom>
          <a:noFill/>
          <a:ln w="25400">
            <a:solidFill>
              <a:srgbClr val="5C4DB7"/>
            </a:solidFill>
            <a:prstDash val="solid"/>
            <a:headEnd type="none"/>
            <a:tailEnd type="none"/>
          </a:ln>
        </p:spPr>
      </p:sp>
      <p:sp>
        <p:nvSpPr>
          <p:cNvPr id="73" name="Shape 71"/>
          <p:cNvSpPr/>
          <p:nvPr/>
        </p:nvSpPr>
        <p:spPr>
          <a:xfrm>
            <a:off x="4837176" y="3210827"/>
            <a:ext cx="0" cy="64129"/>
          </a:xfrm>
          <a:prstGeom prst="line">
            <a:avLst/>
          </a:prstGeom>
          <a:noFill/>
          <a:ln w="25400">
            <a:solidFill>
              <a:srgbClr val="5C4DB7"/>
            </a:solidFill>
            <a:prstDash val="solid"/>
            <a:headEnd type="none"/>
            <a:tailEnd type="none"/>
          </a:ln>
        </p:spPr>
      </p:sp>
      <p:sp>
        <p:nvSpPr>
          <p:cNvPr id="74" name="Shape 72"/>
          <p:cNvSpPr/>
          <p:nvPr/>
        </p:nvSpPr>
        <p:spPr>
          <a:xfrm>
            <a:off x="4837176" y="3272213"/>
            <a:ext cx="176480" cy="0"/>
          </a:xfrm>
          <a:prstGeom prst="line">
            <a:avLst/>
          </a:prstGeom>
          <a:noFill/>
          <a:ln w="25400">
            <a:solidFill>
              <a:srgbClr val="5C4DB7"/>
            </a:solidFill>
            <a:prstDash val="solid"/>
            <a:headEnd type="none"/>
            <a:tailEnd type="none"/>
          </a:ln>
        </p:spPr>
      </p:sp>
      <p:sp>
        <p:nvSpPr>
          <p:cNvPr id="75" name="Shape 73"/>
          <p:cNvSpPr/>
          <p:nvPr/>
        </p:nvSpPr>
        <p:spPr>
          <a:xfrm>
            <a:off x="5010912" y="3269470"/>
            <a:ext cx="0" cy="63827"/>
          </a:xfrm>
          <a:prstGeom prst="line">
            <a:avLst/>
          </a:prstGeom>
          <a:noFill/>
          <a:ln w="25400">
            <a:solidFill>
              <a:srgbClr val="5C4DB7"/>
            </a:solidFill>
            <a:prstDash val="solid"/>
            <a:headEnd type="none"/>
            <a:tailEnd type="none"/>
          </a:ln>
        </p:spPr>
      </p:sp>
      <p:sp>
        <p:nvSpPr>
          <p:cNvPr id="76" name="Shape 74"/>
          <p:cNvSpPr/>
          <p:nvPr/>
        </p:nvSpPr>
        <p:spPr>
          <a:xfrm>
            <a:off x="5010912" y="3330553"/>
            <a:ext cx="176480" cy="0"/>
          </a:xfrm>
          <a:prstGeom prst="line">
            <a:avLst/>
          </a:prstGeom>
          <a:noFill/>
          <a:ln w="25400">
            <a:solidFill>
              <a:srgbClr val="5C4DB7"/>
            </a:solidFill>
            <a:prstDash val="solid"/>
            <a:headEnd type="none"/>
            <a:tailEnd type="none"/>
          </a:ln>
        </p:spPr>
      </p:sp>
      <p:sp>
        <p:nvSpPr>
          <p:cNvPr id="77" name="Shape 75"/>
          <p:cNvSpPr/>
          <p:nvPr/>
        </p:nvSpPr>
        <p:spPr>
          <a:xfrm>
            <a:off x="5184648" y="3327810"/>
            <a:ext cx="0" cy="68937"/>
          </a:xfrm>
          <a:prstGeom prst="line">
            <a:avLst/>
          </a:prstGeom>
          <a:noFill/>
          <a:ln w="25400">
            <a:solidFill>
              <a:srgbClr val="5C4DB7"/>
            </a:solidFill>
            <a:prstDash val="solid"/>
            <a:headEnd type="none"/>
            <a:tailEnd type="none"/>
          </a:ln>
        </p:spPr>
      </p:sp>
      <p:sp>
        <p:nvSpPr>
          <p:cNvPr id="78" name="Shape 76"/>
          <p:cNvSpPr/>
          <p:nvPr/>
        </p:nvSpPr>
        <p:spPr>
          <a:xfrm>
            <a:off x="5184648" y="3394004"/>
            <a:ext cx="176479" cy="0"/>
          </a:xfrm>
          <a:prstGeom prst="line">
            <a:avLst/>
          </a:prstGeom>
          <a:noFill/>
          <a:ln w="25400">
            <a:solidFill>
              <a:srgbClr val="5C4DB7"/>
            </a:solidFill>
            <a:prstDash val="solid"/>
            <a:headEnd type="none"/>
            <a:tailEnd type="none"/>
          </a:ln>
        </p:spPr>
      </p:sp>
      <p:sp>
        <p:nvSpPr>
          <p:cNvPr id="79" name="Shape 77"/>
          <p:cNvSpPr/>
          <p:nvPr/>
        </p:nvSpPr>
        <p:spPr>
          <a:xfrm>
            <a:off x="5358384" y="3391261"/>
            <a:ext cx="0" cy="63366"/>
          </a:xfrm>
          <a:prstGeom prst="line">
            <a:avLst/>
          </a:prstGeom>
          <a:noFill/>
          <a:ln w="25400">
            <a:solidFill>
              <a:srgbClr val="5C4DB7"/>
            </a:solidFill>
            <a:prstDash val="solid"/>
            <a:headEnd type="none"/>
            <a:tailEnd type="none"/>
          </a:ln>
        </p:spPr>
      </p:sp>
      <p:sp>
        <p:nvSpPr>
          <p:cNvPr id="80" name="Shape 78"/>
          <p:cNvSpPr/>
          <p:nvPr/>
        </p:nvSpPr>
        <p:spPr>
          <a:xfrm>
            <a:off x="5358384" y="3451883"/>
            <a:ext cx="176480" cy="0"/>
          </a:xfrm>
          <a:prstGeom prst="line">
            <a:avLst/>
          </a:prstGeom>
          <a:noFill/>
          <a:ln w="25400">
            <a:solidFill>
              <a:srgbClr val="5C4DB7"/>
            </a:solidFill>
            <a:prstDash val="solid"/>
            <a:headEnd type="none"/>
            <a:tailEnd type="none"/>
          </a:ln>
        </p:spPr>
      </p:sp>
      <p:sp>
        <p:nvSpPr>
          <p:cNvPr id="81" name="Shape 79"/>
          <p:cNvSpPr/>
          <p:nvPr/>
        </p:nvSpPr>
        <p:spPr>
          <a:xfrm>
            <a:off x="5532120" y="3449140"/>
            <a:ext cx="0" cy="63487"/>
          </a:xfrm>
          <a:prstGeom prst="line">
            <a:avLst/>
          </a:prstGeom>
          <a:noFill/>
          <a:ln w="25400">
            <a:solidFill>
              <a:srgbClr val="5C4DB7"/>
            </a:solidFill>
            <a:prstDash val="solid"/>
            <a:headEnd type="none"/>
            <a:tailEnd type="none"/>
          </a:ln>
        </p:spPr>
      </p:sp>
      <p:sp>
        <p:nvSpPr>
          <p:cNvPr id="82" name="Shape 80"/>
          <p:cNvSpPr/>
          <p:nvPr/>
        </p:nvSpPr>
        <p:spPr>
          <a:xfrm>
            <a:off x="5532120" y="3509884"/>
            <a:ext cx="176480" cy="0"/>
          </a:xfrm>
          <a:prstGeom prst="line">
            <a:avLst/>
          </a:prstGeom>
          <a:noFill/>
          <a:ln w="25400">
            <a:solidFill>
              <a:srgbClr val="5C4DB7"/>
            </a:solidFill>
            <a:prstDash val="solid"/>
            <a:headEnd type="none"/>
            <a:tailEnd type="none"/>
          </a:ln>
        </p:spPr>
      </p:sp>
      <p:sp>
        <p:nvSpPr>
          <p:cNvPr id="83" name="Shape 81"/>
          <p:cNvSpPr/>
          <p:nvPr/>
        </p:nvSpPr>
        <p:spPr>
          <a:xfrm>
            <a:off x="5705856" y="3507140"/>
            <a:ext cx="0" cy="63280"/>
          </a:xfrm>
          <a:prstGeom prst="line">
            <a:avLst/>
          </a:prstGeom>
          <a:noFill/>
          <a:ln w="25400">
            <a:solidFill>
              <a:srgbClr val="5C4DB7"/>
            </a:solidFill>
            <a:prstDash val="solid"/>
            <a:headEnd type="none"/>
            <a:tailEnd type="none"/>
          </a:ln>
        </p:spPr>
      </p:sp>
      <p:sp>
        <p:nvSpPr>
          <p:cNvPr id="84" name="Shape 82"/>
          <p:cNvSpPr/>
          <p:nvPr/>
        </p:nvSpPr>
        <p:spPr>
          <a:xfrm>
            <a:off x="5705856" y="3567677"/>
            <a:ext cx="176479" cy="0"/>
          </a:xfrm>
          <a:prstGeom prst="line">
            <a:avLst/>
          </a:prstGeom>
          <a:noFill/>
          <a:ln w="25400">
            <a:solidFill>
              <a:srgbClr val="5C4DB7"/>
            </a:solidFill>
            <a:prstDash val="solid"/>
            <a:headEnd type="none"/>
            <a:tailEnd type="none"/>
          </a:ln>
        </p:spPr>
      </p:sp>
      <p:sp>
        <p:nvSpPr>
          <p:cNvPr id="85" name="Shape 83"/>
          <p:cNvSpPr/>
          <p:nvPr/>
        </p:nvSpPr>
        <p:spPr>
          <a:xfrm>
            <a:off x="5879592" y="3564934"/>
            <a:ext cx="0" cy="62592"/>
          </a:xfrm>
          <a:prstGeom prst="line">
            <a:avLst/>
          </a:prstGeom>
          <a:noFill/>
          <a:ln w="25400">
            <a:solidFill>
              <a:srgbClr val="5C4DB7"/>
            </a:solidFill>
            <a:prstDash val="solid"/>
            <a:headEnd type="none"/>
            <a:tailEnd type="none"/>
          </a:ln>
        </p:spPr>
      </p:sp>
      <p:sp>
        <p:nvSpPr>
          <p:cNvPr id="86" name="Shape 84"/>
          <p:cNvSpPr/>
          <p:nvPr/>
        </p:nvSpPr>
        <p:spPr>
          <a:xfrm>
            <a:off x="5879592" y="3624783"/>
            <a:ext cx="176480" cy="0"/>
          </a:xfrm>
          <a:prstGeom prst="line">
            <a:avLst/>
          </a:prstGeom>
          <a:noFill/>
          <a:ln w="25400">
            <a:solidFill>
              <a:srgbClr val="5C4DB7"/>
            </a:solidFill>
            <a:prstDash val="solid"/>
            <a:headEnd type="none"/>
            <a:tailEnd type="none"/>
          </a:ln>
        </p:spPr>
      </p:sp>
      <p:sp>
        <p:nvSpPr>
          <p:cNvPr id="87" name="Shape 85"/>
          <p:cNvSpPr/>
          <p:nvPr/>
        </p:nvSpPr>
        <p:spPr>
          <a:xfrm>
            <a:off x="6053328" y="3622040"/>
            <a:ext cx="0" cy="61866"/>
          </a:xfrm>
          <a:prstGeom prst="line">
            <a:avLst/>
          </a:prstGeom>
          <a:noFill/>
          <a:ln w="25400">
            <a:solidFill>
              <a:srgbClr val="5C4DB7"/>
            </a:solidFill>
            <a:prstDash val="solid"/>
            <a:headEnd type="none"/>
            <a:tailEnd type="none"/>
          </a:ln>
        </p:spPr>
      </p:sp>
      <p:sp>
        <p:nvSpPr>
          <p:cNvPr id="88" name="Shape 86"/>
          <p:cNvSpPr/>
          <p:nvPr/>
        </p:nvSpPr>
        <p:spPr>
          <a:xfrm>
            <a:off x="6053328" y="3681163"/>
            <a:ext cx="176480" cy="0"/>
          </a:xfrm>
          <a:prstGeom prst="line">
            <a:avLst/>
          </a:prstGeom>
          <a:noFill/>
          <a:ln w="25400">
            <a:solidFill>
              <a:srgbClr val="5C4DB7"/>
            </a:solidFill>
            <a:prstDash val="solid"/>
            <a:headEnd type="none"/>
            <a:tailEnd type="none"/>
          </a:ln>
        </p:spPr>
      </p:sp>
      <p:sp>
        <p:nvSpPr>
          <p:cNvPr id="89" name="Shape 87"/>
          <p:cNvSpPr/>
          <p:nvPr/>
        </p:nvSpPr>
        <p:spPr>
          <a:xfrm>
            <a:off x="6227064" y="3678420"/>
            <a:ext cx="0" cy="61108"/>
          </a:xfrm>
          <a:prstGeom prst="line">
            <a:avLst/>
          </a:prstGeom>
          <a:noFill/>
          <a:ln w="25400">
            <a:solidFill>
              <a:srgbClr val="5C4DB7"/>
            </a:solidFill>
            <a:prstDash val="solid"/>
            <a:headEnd type="none"/>
            <a:tailEnd type="none"/>
          </a:ln>
        </p:spPr>
      </p:sp>
      <p:sp>
        <p:nvSpPr>
          <p:cNvPr id="90" name="Shape 88"/>
          <p:cNvSpPr/>
          <p:nvPr/>
        </p:nvSpPr>
        <p:spPr>
          <a:xfrm>
            <a:off x="6227064" y="3736785"/>
            <a:ext cx="176479" cy="0"/>
          </a:xfrm>
          <a:prstGeom prst="line">
            <a:avLst/>
          </a:prstGeom>
          <a:noFill/>
          <a:ln w="25400">
            <a:solidFill>
              <a:srgbClr val="5C4DB7"/>
            </a:solidFill>
            <a:prstDash val="solid"/>
            <a:headEnd type="none"/>
            <a:tailEnd type="none"/>
          </a:ln>
        </p:spPr>
      </p:sp>
      <p:sp>
        <p:nvSpPr>
          <p:cNvPr id="91" name="Shape 89"/>
          <p:cNvSpPr/>
          <p:nvPr/>
        </p:nvSpPr>
        <p:spPr>
          <a:xfrm>
            <a:off x="6400800" y="3734042"/>
            <a:ext cx="0" cy="60199"/>
          </a:xfrm>
          <a:prstGeom prst="line">
            <a:avLst/>
          </a:prstGeom>
          <a:noFill/>
          <a:ln w="25400">
            <a:solidFill>
              <a:srgbClr val="5C4DB7"/>
            </a:solidFill>
            <a:prstDash val="solid"/>
            <a:headEnd type="none"/>
            <a:tailEnd type="none"/>
          </a:ln>
        </p:spPr>
      </p:sp>
      <p:sp>
        <p:nvSpPr>
          <p:cNvPr id="92" name="Shape 90"/>
          <p:cNvSpPr/>
          <p:nvPr/>
        </p:nvSpPr>
        <p:spPr>
          <a:xfrm>
            <a:off x="6400800" y="3791498"/>
            <a:ext cx="176480" cy="0"/>
          </a:xfrm>
          <a:prstGeom prst="line">
            <a:avLst/>
          </a:prstGeom>
          <a:noFill/>
          <a:ln w="25400">
            <a:solidFill>
              <a:srgbClr val="5C4DB7"/>
            </a:solidFill>
            <a:prstDash val="solid"/>
            <a:headEnd type="none"/>
            <a:tailEnd type="none"/>
          </a:ln>
        </p:spPr>
      </p:sp>
      <p:sp>
        <p:nvSpPr>
          <p:cNvPr id="93" name="Shape 91"/>
          <p:cNvSpPr/>
          <p:nvPr/>
        </p:nvSpPr>
        <p:spPr>
          <a:xfrm>
            <a:off x="6574536" y="3788754"/>
            <a:ext cx="0" cy="59087"/>
          </a:xfrm>
          <a:prstGeom prst="line">
            <a:avLst/>
          </a:prstGeom>
          <a:noFill/>
          <a:ln w="25400">
            <a:solidFill>
              <a:srgbClr val="5C4DB7"/>
            </a:solidFill>
            <a:prstDash val="solid"/>
            <a:headEnd type="none"/>
            <a:tailEnd type="none"/>
          </a:ln>
        </p:spPr>
      </p:sp>
      <p:sp>
        <p:nvSpPr>
          <p:cNvPr id="94" name="Shape 92"/>
          <p:cNvSpPr/>
          <p:nvPr/>
        </p:nvSpPr>
        <p:spPr>
          <a:xfrm>
            <a:off x="6574536" y="3845099"/>
            <a:ext cx="176480" cy="0"/>
          </a:xfrm>
          <a:prstGeom prst="line">
            <a:avLst/>
          </a:prstGeom>
          <a:noFill/>
          <a:ln w="25400">
            <a:solidFill>
              <a:srgbClr val="5C4DB7"/>
            </a:solidFill>
            <a:prstDash val="solid"/>
            <a:headEnd type="none"/>
            <a:tailEnd type="none"/>
          </a:ln>
        </p:spPr>
      </p:sp>
      <p:sp>
        <p:nvSpPr>
          <p:cNvPr id="95" name="Shape 93"/>
          <p:cNvSpPr/>
          <p:nvPr/>
        </p:nvSpPr>
        <p:spPr>
          <a:xfrm>
            <a:off x="6748272" y="3842356"/>
            <a:ext cx="0" cy="58157"/>
          </a:xfrm>
          <a:prstGeom prst="line">
            <a:avLst/>
          </a:prstGeom>
          <a:noFill/>
          <a:ln w="25400">
            <a:solidFill>
              <a:srgbClr val="5C4DB7"/>
            </a:solidFill>
            <a:prstDash val="solid"/>
            <a:headEnd type="none"/>
            <a:tailEnd type="none"/>
          </a:ln>
        </p:spPr>
      </p:sp>
      <p:sp>
        <p:nvSpPr>
          <p:cNvPr id="96" name="Shape 94"/>
          <p:cNvSpPr/>
          <p:nvPr/>
        </p:nvSpPr>
        <p:spPr>
          <a:xfrm>
            <a:off x="6748272" y="3897769"/>
            <a:ext cx="176479" cy="0"/>
          </a:xfrm>
          <a:prstGeom prst="line">
            <a:avLst/>
          </a:prstGeom>
          <a:noFill/>
          <a:ln w="25400">
            <a:solidFill>
              <a:srgbClr val="5C4DB7"/>
            </a:solidFill>
            <a:prstDash val="solid"/>
            <a:headEnd type="none"/>
            <a:tailEnd type="none"/>
          </a:ln>
        </p:spPr>
      </p:sp>
      <p:sp>
        <p:nvSpPr>
          <p:cNvPr id="97" name="Shape 95"/>
          <p:cNvSpPr/>
          <p:nvPr/>
        </p:nvSpPr>
        <p:spPr>
          <a:xfrm>
            <a:off x="6922008" y="3895026"/>
            <a:ext cx="0" cy="57345"/>
          </a:xfrm>
          <a:prstGeom prst="line">
            <a:avLst/>
          </a:prstGeom>
          <a:noFill/>
          <a:ln w="25400">
            <a:solidFill>
              <a:srgbClr val="5C4DB7"/>
            </a:solidFill>
            <a:prstDash val="solid"/>
            <a:headEnd type="none"/>
            <a:tailEnd type="none"/>
          </a:ln>
        </p:spPr>
      </p:sp>
      <p:sp>
        <p:nvSpPr>
          <p:cNvPr id="98" name="Shape 96"/>
          <p:cNvSpPr/>
          <p:nvPr/>
        </p:nvSpPr>
        <p:spPr>
          <a:xfrm>
            <a:off x="6922008" y="3949628"/>
            <a:ext cx="176480" cy="0"/>
          </a:xfrm>
          <a:prstGeom prst="line">
            <a:avLst/>
          </a:prstGeom>
          <a:noFill/>
          <a:ln w="25400">
            <a:solidFill>
              <a:srgbClr val="5C4DB7"/>
            </a:solidFill>
            <a:prstDash val="solid"/>
            <a:headEnd type="none"/>
            <a:tailEnd type="none"/>
          </a:ln>
        </p:spPr>
      </p:sp>
      <p:sp>
        <p:nvSpPr>
          <p:cNvPr id="99" name="Shape 97"/>
          <p:cNvSpPr/>
          <p:nvPr/>
        </p:nvSpPr>
        <p:spPr>
          <a:xfrm>
            <a:off x="7095744" y="3946885"/>
            <a:ext cx="0" cy="56465"/>
          </a:xfrm>
          <a:prstGeom prst="line">
            <a:avLst/>
          </a:prstGeom>
          <a:noFill/>
          <a:ln w="25400">
            <a:solidFill>
              <a:srgbClr val="5C4DB7"/>
            </a:solidFill>
            <a:prstDash val="solid"/>
            <a:headEnd type="none"/>
            <a:tailEnd type="none"/>
          </a:ln>
        </p:spPr>
      </p:sp>
      <p:sp>
        <p:nvSpPr>
          <p:cNvPr id="100" name="Shape 98"/>
          <p:cNvSpPr/>
          <p:nvPr/>
        </p:nvSpPr>
        <p:spPr>
          <a:xfrm>
            <a:off x="7095744" y="4000606"/>
            <a:ext cx="176480" cy="0"/>
          </a:xfrm>
          <a:prstGeom prst="line">
            <a:avLst/>
          </a:prstGeom>
          <a:noFill/>
          <a:ln w="25400">
            <a:solidFill>
              <a:srgbClr val="5C4DB7"/>
            </a:solidFill>
            <a:prstDash val="solid"/>
            <a:headEnd type="none"/>
            <a:tailEnd type="none"/>
          </a:ln>
        </p:spPr>
      </p:sp>
      <p:sp>
        <p:nvSpPr>
          <p:cNvPr id="101" name="Shape 99"/>
          <p:cNvSpPr/>
          <p:nvPr/>
        </p:nvSpPr>
        <p:spPr>
          <a:xfrm>
            <a:off x="7269480" y="3997863"/>
            <a:ext cx="0" cy="50061"/>
          </a:xfrm>
          <a:prstGeom prst="line">
            <a:avLst/>
          </a:prstGeom>
          <a:noFill/>
          <a:ln w="25400">
            <a:solidFill>
              <a:srgbClr val="5C4DB7"/>
            </a:solidFill>
            <a:prstDash val="solid"/>
            <a:headEnd type="none"/>
            <a:tailEnd type="none"/>
          </a:ln>
        </p:spPr>
      </p:sp>
      <p:sp>
        <p:nvSpPr>
          <p:cNvPr id="102" name="Shape 100"/>
          <p:cNvSpPr/>
          <p:nvPr/>
        </p:nvSpPr>
        <p:spPr>
          <a:xfrm>
            <a:off x="7269480" y="4045181"/>
            <a:ext cx="176479" cy="0"/>
          </a:xfrm>
          <a:prstGeom prst="line">
            <a:avLst/>
          </a:prstGeom>
          <a:noFill/>
          <a:ln w="25400">
            <a:solidFill>
              <a:srgbClr val="5C4DB7"/>
            </a:solidFill>
            <a:prstDash val="solid"/>
            <a:headEnd type="none"/>
            <a:tailEnd type="none"/>
          </a:ln>
        </p:spPr>
      </p:sp>
      <p:sp>
        <p:nvSpPr>
          <p:cNvPr id="103" name="Shape 101"/>
          <p:cNvSpPr/>
          <p:nvPr/>
        </p:nvSpPr>
        <p:spPr>
          <a:xfrm>
            <a:off x="7443216" y="4042437"/>
            <a:ext cx="0" cy="55036"/>
          </a:xfrm>
          <a:prstGeom prst="line">
            <a:avLst/>
          </a:prstGeom>
          <a:noFill/>
          <a:ln w="25400">
            <a:solidFill>
              <a:srgbClr val="5C4DB7"/>
            </a:solidFill>
            <a:prstDash val="solid"/>
            <a:headEnd type="none"/>
            <a:tailEnd type="none"/>
          </a:ln>
        </p:spPr>
      </p:sp>
      <p:sp>
        <p:nvSpPr>
          <p:cNvPr id="104" name="Shape 102"/>
          <p:cNvSpPr/>
          <p:nvPr/>
        </p:nvSpPr>
        <p:spPr>
          <a:xfrm>
            <a:off x="7443216" y="4094730"/>
            <a:ext cx="176480" cy="0"/>
          </a:xfrm>
          <a:prstGeom prst="line">
            <a:avLst/>
          </a:prstGeom>
          <a:noFill/>
          <a:ln w="25400">
            <a:solidFill>
              <a:srgbClr val="5C4DB7"/>
            </a:solidFill>
            <a:prstDash val="solid"/>
            <a:headEnd type="none"/>
            <a:tailEnd type="none"/>
          </a:ln>
        </p:spPr>
      </p:sp>
      <p:sp>
        <p:nvSpPr>
          <p:cNvPr id="105" name="Shape 103"/>
          <p:cNvSpPr/>
          <p:nvPr/>
        </p:nvSpPr>
        <p:spPr>
          <a:xfrm>
            <a:off x="7616952" y="4091987"/>
            <a:ext cx="0" cy="54219"/>
          </a:xfrm>
          <a:prstGeom prst="line">
            <a:avLst/>
          </a:prstGeom>
          <a:noFill/>
          <a:ln w="25400">
            <a:solidFill>
              <a:srgbClr val="5C4DB7"/>
            </a:solidFill>
            <a:prstDash val="solid"/>
            <a:headEnd type="none"/>
            <a:tailEnd type="none"/>
          </a:ln>
        </p:spPr>
      </p:sp>
      <p:sp>
        <p:nvSpPr>
          <p:cNvPr id="106" name="Shape 104"/>
          <p:cNvSpPr/>
          <p:nvPr/>
        </p:nvSpPr>
        <p:spPr>
          <a:xfrm>
            <a:off x="7616952" y="4143462"/>
            <a:ext cx="176480" cy="0"/>
          </a:xfrm>
          <a:prstGeom prst="line">
            <a:avLst/>
          </a:prstGeom>
          <a:noFill/>
          <a:ln w="25400">
            <a:solidFill>
              <a:srgbClr val="5C4DB7"/>
            </a:solidFill>
            <a:prstDash val="solid"/>
            <a:headEnd type="none"/>
            <a:tailEnd type="none"/>
          </a:ln>
        </p:spPr>
      </p:sp>
      <p:sp>
        <p:nvSpPr>
          <p:cNvPr id="107" name="Shape 105"/>
          <p:cNvSpPr/>
          <p:nvPr/>
        </p:nvSpPr>
        <p:spPr>
          <a:xfrm>
            <a:off x="7790688" y="4140719"/>
            <a:ext cx="0" cy="53140"/>
          </a:xfrm>
          <a:prstGeom prst="line">
            <a:avLst/>
          </a:prstGeom>
          <a:noFill/>
          <a:ln w="25400">
            <a:solidFill>
              <a:srgbClr val="5C4DB7"/>
            </a:solidFill>
            <a:prstDash val="solid"/>
            <a:headEnd type="none"/>
            <a:tailEnd type="none"/>
          </a:ln>
        </p:spPr>
      </p:sp>
      <p:sp>
        <p:nvSpPr>
          <p:cNvPr id="108" name="Shape 106"/>
          <p:cNvSpPr/>
          <p:nvPr/>
        </p:nvSpPr>
        <p:spPr>
          <a:xfrm>
            <a:off x="7790688" y="4191116"/>
            <a:ext cx="176479" cy="0"/>
          </a:xfrm>
          <a:prstGeom prst="line">
            <a:avLst/>
          </a:prstGeom>
          <a:noFill/>
          <a:ln w="25400">
            <a:solidFill>
              <a:srgbClr val="5C4DB7"/>
            </a:solidFill>
            <a:prstDash val="solid"/>
            <a:headEnd type="none"/>
            <a:tailEnd type="none"/>
          </a:ln>
        </p:spPr>
      </p:sp>
      <p:sp>
        <p:nvSpPr>
          <p:cNvPr id="109" name="Shape 107"/>
          <p:cNvSpPr/>
          <p:nvPr/>
        </p:nvSpPr>
        <p:spPr>
          <a:xfrm>
            <a:off x="7964424" y="4188373"/>
            <a:ext cx="0" cy="52235"/>
          </a:xfrm>
          <a:prstGeom prst="line">
            <a:avLst/>
          </a:prstGeom>
          <a:noFill/>
          <a:ln w="25400">
            <a:solidFill>
              <a:srgbClr val="5C4DB7"/>
            </a:solidFill>
            <a:prstDash val="solid"/>
            <a:headEnd type="none"/>
            <a:tailEnd type="none"/>
          </a:ln>
        </p:spPr>
      </p:sp>
      <p:sp>
        <p:nvSpPr>
          <p:cNvPr id="110" name="Shape 108"/>
          <p:cNvSpPr/>
          <p:nvPr/>
        </p:nvSpPr>
        <p:spPr>
          <a:xfrm>
            <a:off x="7964424" y="4237865"/>
            <a:ext cx="176480" cy="0"/>
          </a:xfrm>
          <a:prstGeom prst="line">
            <a:avLst/>
          </a:prstGeom>
          <a:noFill/>
          <a:ln w="25400">
            <a:solidFill>
              <a:srgbClr val="5C4DB7"/>
            </a:solidFill>
            <a:prstDash val="solid"/>
            <a:headEnd type="none"/>
            <a:tailEnd type="none"/>
          </a:ln>
        </p:spPr>
      </p:sp>
      <p:sp>
        <p:nvSpPr>
          <p:cNvPr id="111" name="Shape 109"/>
          <p:cNvSpPr/>
          <p:nvPr/>
        </p:nvSpPr>
        <p:spPr>
          <a:xfrm>
            <a:off x="8138160" y="4235121"/>
            <a:ext cx="0" cy="51455"/>
          </a:xfrm>
          <a:prstGeom prst="line">
            <a:avLst/>
          </a:prstGeom>
          <a:noFill/>
          <a:ln w="25400">
            <a:solidFill>
              <a:srgbClr val="5C4DB7"/>
            </a:solidFill>
            <a:prstDash val="solid"/>
            <a:headEnd type="none"/>
            <a:tailEnd type="none"/>
          </a:ln>
        </p:spPr>
      </p:sp>
      <p:sp>
        <p:nvSpPr>
          <p:cNvPr id="112" name="Shape 110"/>
          <p:cNvSpPr/>
          <p:nvPr/>
        </p:nvSpPr>
        <p:spPr>
          <a:xfrm>
            <a:off x="8138160" y="4283833"/>
            <a:ext cx="176480" cy="0"/>
          </a:xfrm>
          <a:prstGeom prst="line">
            <a:avLst/>
          </a:prstGeom>
          <a:noFill/>
          <a:ln w="25400">
            <a:solidFill>
              <a:srgbClr val="5C4DB7"/>
            </a:solidFill>
            <a:prstDash val="solid"/>
            <a:headEnd type="none"/>
            <a:tailEnd type="none"/>
          </a:ln>
        </p:spPr>
      </p:sp>
      <p:sp>
        <p:nvSpPr>
          <p:cNvPr id="113" name="Shape 111"/>
          <p:cNvSpPr/>
          <p:nvPr/>
        </p:nvSpPr>
        <p:spPr>
          <a:xfrm>
            <a:off x="8311896" y="4281090"/>
            <a:ext cx="0" cy="50708"/>
          </a:xfrm>
          <a:prstGeom prst="line">
            <a:avLst/>
          </a:prstGeom>
          <a:noFill/>
          <a:ln w="25400">
            <a:solidFill>
              <a:srgbClr val="5C4DB7"/>
            </a:solidFill>
            <a:prstDash val="solid"/>
            <a:headEnd type="none"/>
            <a:tailEnd type="none"/>
          </a:ln>
        </p:spPr>
      </p:sp>
      <p:sp>
        <p:nvSpPr>
          <p:cNvPr id="114" name="Shape 112"/>
          <p:cNvSpPr/>
          <p:nvPr/>
        </p:nvSpPr>
        <p:spPr>
          <a:xfrm>
            <a:off x="8311896" y="4329055"/>
            <a:ext cx="176479" cy="0"/>
          </a:xfrm>
          <a:prstGeom prst="line">
            <a:avLst/>
          </a:prstGeom>
          <a:noFill/>
          <a:ln w="25400">
            <a:solidFill>
              <a:srgbClr val="5C4DB7"/>
            </a:solidFill>
            <a:prstDash val="solid"/>
            <a:headEnd type="none"/>
            <a:tailEnd type="none"/>
          </a:ln>
        </p:spPr>
      </p:sp>
      <p:sp>
        <p:nvSpPr>
          <p:cNvPr id="115" name="Shape 113"/>
          <p:cNvSpPr/>
          <p:nvPr/>
        </p:nvSpPr>
        <p:spPr>
          <a:xfrm>
            <a:off x="8485632" y="4326311"/>
            <a:ext cx="0" cy="50016"/>
          </a:xfrm>
          <a:prstGeom prst="line">
            <a:avLst/>
          </a:prstGeom>
          <a:noFill/>
          <a:ln w="25400">
            <a:solidFill>
              <a:srgbClr val="5C4DB7"/>
            </a:solidFill>
            <a:prstDash val="solid"/>
            <a:headEnd type="none"/>
            <a:tailEnd type="none"/>
          </a:ln>
        </p:spPr>
      </p:sp>
      <p:sp>
        <p:nvSpPr>
          <p:cNvPr id="116" name="Shape 114"/>
          <p:cNvSpPr/>
          <p:nvPr/>
        </p:nvSpPr>
        <p:spPr>
          <a:xfrm>
            <a:off x="8485632" y="4373585"/>
            <a:ext cx="176480" cy="0"/>
          </a:xfrm>
          <a:prstGeom prst="line">
            <a:avLst/>
          </a:prstGeom>
          <a:noFill/>
          <a:ln w="25400">
            <a:solidFill>
              <a:srgbClr val="5C4DB7"/>
            </a:solidFill>
            <a:prstDash val="solid"/>
            <a:headEnd type="none"/>
            <a:tailEnd type="none"/>
          </a:ln>
        </p:spPr>
      </p:sp>
      <p:sp>
        <p:nvSpPr>
          <p:cNvPr id="117" name="Shape 115"/>
          <p:cNvSpPr/>
          <p:nvPr/>
        </p:nvSpPr>
        <p:spPr>
          <a:xfrm>
            <a:off x="8659368" y="4370841"/>
            <a:ext cx="0" cy="49254"/>
          </a:xfrm>
          <a:prstGeom prst="line">
            <a:avLst/>
          </a:prstGeom>
          <a:noFill/>
          <a:ln w="25400">
            <a:solidFill>
              <a:srgbClr val="5C4DB7"/>
            </a:solidFill>
            <a:prstDash val="solid"/>
            <a:headEnd type="none"/>
            <a:tailEnd type="none"/>
          </a:ln>
        </p:spPr>
      </p:sp>
      <p:sp>
        <p:nvSpPr>
          <p:cNvPr id="118" name="Shape 116"/>
          <p:cNvSpPr/>
          <p:nvPr/>
        </p:nvSpPr>
        <p:spPr>
          <a:xfrm>
            <a:off x="8659368" y="4417352"/>
            <a:ext cx="176480" cy="0"/>
          </a:xfrm>
          <a:prstGeom prst="line">
            <a:avLst/>
          </a:prstGeom>
          <a:noFill/>
          <a:ln w="25400">
            <a:solidFill>
              <a:srgbClr val="5C4DB7"/>
            </a:solidFill>
            <a:prstDash val="solid"/>
            <a:headEnd type="none"/>
            <a:tailEnd type="none"/>
          </a:ln>
        </p:spPr>
      </p:sp>
      <p:sp>
        <p:nvSpPr>
          <p:cNvPr id="119" name="Shape 117"/>
          <p:cNvSpPr/>
          <p:nvPr/>
        </p:nvSpPr>
        <p:spPr>
          <a:xfrm>
            <a:off x="8833104" y="4414609"/>
            <a:ext cx="0" cy="48205"/>
          </a:xfrm>
          <a:prstGeom prst="line">
            <a:avLst/>
          </a:prstGeom>
          <a:noFill/>
          <a:ln w="25400">
            <a:solidFill>
              <a:srgbClr val="5C4DB7"/>
            </a:solidFill>
            <a:prstDash val="solid"/>
            <a:headEnd type="none"/>
            <a:tailEnd type="none"/>
          </a:ln>
        </p:spPr>
      </p:sp>
      <p:sp>
        <p:nvSpPr>
          <p:cNvPr id="120" name="Shape 118"/>
          <p:cNvSpPr/>
          <p:nvPr/>
        </p:nvSpPr>
        <p:spPr>
          <a:xfrm>
            <a:off x="8833104" y="4460071"/>
            <a:ext cx="176479" cy="0"/>
          </a:xfrm>
          <a:prstGeom prst="line">
            <a:avLst/>
          </a:prstGeom>
          <a:noFill/>
          <a:ln w="25400">
            <a:solidFill>
              <a:srgbClr val="5C4DB7"/>
            </a:solidFill>
            <a:prstDash val="solid"/>
            <a:headEnd type="none"/>
            <a:tailEnd type="none"/>
          </a:ln>
        </p:spPr>
      </p:sp>
      <p:sp>
        <p:nvSpPr>
          <p:cNvPr id="121" name="Shape 119"/>
          <p:cNvSpPr/>
          <p:nvPr/>
        </p:nvSpPr>
        <p:spPr>
          <a:xfrm>
            <a:off x="9006840" y="4457328"/>
            <a:ext cx="0" cy="47202"/>
          </a:xfrm>
          <a:prstGeom prst="line">
            <a:avLst/>
          </a:prstGeom>
          <a:noFill/>
          <a:ln w="25400">
            <a:solidFill>
              <a:srgbClr val="5C4DB7"/>
            </a:solidFill>
            <a:prstDash val="solid"/>
            <a:headEnd type="none"/>
            <a:tailEnd type="none"/>
          </a:ln>
        </p:spPr>
      </p:sp>
      <p:sp>
        <p:nvSpPr>
          <p:cNvPr id="122" name="Shape 120"/>
          <p:cNvSpPr/>
          <p:nvPr/>
        </p:nvSpPr>
        <p:spPr>
          <a:xfrm>
            <a:off x="9006840" y="4501786"/>
            <a:ext cx="176480" cy="0"/>
          </a:xfrm>
          <a:prstGeom prst="line">
            <a:avLst/>
          </a:prstGeom>
          <a:noFill/>
          <a:ln w="25400">
            <a:solidFill>
              <a:srgbClr val="5C4DB7"/>
            </a:solidFill>
            <a:prstDash val="solid"/>
            <a:headEnd type="none"/>
            <a:tailEnd type="none"/>
          </a:ln>
        </p:spPr>
      </p:sp>
      <p:sp>
        <p:nvSpPr>
          <p:cNvPr id="123" name="Shape 121"/>
          <p:cNvSpPr/>
          <p:nvPr/>
        </p:nvSpPr>
        <p:spPr>
          <a:xfrm>
            <a:off x="9180576" y="4499043"/>
            <a:ext cx="0" cy="46151"/>
          </a:xfrm>
          <a:prstGeom prst="line">
            <a:avLst/>
          </a:prstGeom>
          <a:noFill/>
          <a:ln w="25400">
            <a:solidFill>
              <a:srgbClr val="5C4DB7"/>
            </a:solidFill>
            <a:prstDash val="solid"/>
            <a:headEnd type="none"/>
            <a:tailEnd type="none"/>
          </a:ln>
        </p:spPr>
      </p:sp>
      <p:sp>
        <p:nvSpPr>
          <p:cNvPr id="124" name="Shape 122"/>
          <p:cNvSpPr/>
          <p:nvPr/>
        </p:nvSpPr>
        <p:spPr>
          <a:xfrm>
            <a:off x="9180576" y="4542451"/>
            <a:ext cx="176480" cy="0"/>
          </a:xfrm>
          <a:prstGeom prst="line">
            <a:avLst/>
          </a:prstGeom>
          <a:noFill/>
          <a:ln w="25400">
            <a:solidFill>
              <a:srgbClr val="5C4DB7"/>
            </a:solidFill>
            <a:prstDash val="solid"/>
            <a:headEnd type="none"/>
            <a:tailEnd type="none"/>
          </a:ln>
        </p:spPr>
      </p:sp>
      <p:sp>
        <p:nvSpPr>
          <p:cNvPr id="125" name="Shape 123"/>
          <p:cNvSpPr/>
          <p:nvPr/>
        </p:nvSpPr>
        <p:spPr>
          <a:xfrm>
            <a:off x="9354312" y="4539708"/>
            <a:ext cx="0" cy="35651"/>
          </a:xfrm>
          <a:prstGeom prst="line">
            <a:avLst/>
          </a:prstGeom>
          <a:noFill/>
          <a:ln w="25400">
            <a:solidFill>
              <a:srgbClr val="5C4DB7"/>
            </a:solidFill>
            <a:prstDash val="solid"/>
            <a:headEnd type="none"/>
            <a:tailEnd type="none"/>
          </a:ln>
        </p:spPr>
      </p:sp>
      <p:sp>
        <p:nvSpPr>
          <p:cNvPr id="126" name="Shape 124"/>
          <p:cNvSpPr/>
          <p:nvPr/>
        </p:nvSpPr>
        <p:spPr>
          <a:xfrm>
            <a:off x="9354312" y="4572616"/>
            <a:ext cx="176479" cy="0"/>
          </a:xfrm>
          <a:prstGeom prst="line">
            <a:avLst/>
          </a:prstGeom>
          <a:noFill/>
          <a:ln w="25400">
            <a:solidFill>
              <a:srgbClr val="5C4DB7"/>
            </a:solidFill>
            <a:prstDash val="solid"/>
            <a:headEnd type="none"/>
            <a:tailEnd type="none"/>
          </a:ln>
        </p:spPr>
      </p:sp>
      <p:sp>
        <p:nvSpPr>
          <p:cNvPr id="127" name="Shape 125"/>
          <p:cNvSpPr/>
          <p:nvPr/>
        </p:nvSpPr>
        <p:spPr>
          <a:xfrm>
            <a:off x="9528048" y="4569873"/>
            <a:ext cx="0" cy="44035"/>
          </a:xfrm>
          <a:prstGeom prst="line">
            <a:avLst/>
          </a:prstGeom>
          <a:noFill/>
          <a:ln w="25400">
            <a:solidFill>
              <a:srgbClr val="5C4DB7"/>
            </a:solidFill>
            <a:prstDash val="solid"/>
            <a:headEnd type="none"/>
            <a:tailEnd type="none"/>
          </a:ln>
        </p:spPr>
      </p:sp>
      <p:sp>
        <p:nvSpPr>
          <p:cNvPr id="128" name="Shape 126"/>
          <p:cNvSpPr/>
          <p:nvPr/>
        </p:nvSpPr>
        <p:spPr>
          <a:xfrm>
            <a:off x="9528048" y="4611164"/>
            <a:ext cx="176480" cy="0"/>
          </a:xfrm>
          <a:prstGeom prst="line">
            <a:avLst/>
          </a:prstGeom>
          <a:noFill/>
          <a:ln w="25400">
            <a:solidFill>
              <a:srgbClr val="5C4DB7"/>
            </a:solidFill>
            <a:prstDash val="solid"/>
            <a:headEnd type="none"/>
            <a:tailEnd type="none"/>
          </a:ln>
        </p:spPr>
      </p:sp>
      <p:sp>
        <p:nvSpPr>
          <p:cNvPr id="129" name="Shape 127"/>
          <p:cNvSpPr/>
          <p:nvPr/>
        </p:nvSpPr>
        <p:spPr>
          <a:xfrm>
            <a:off x="9701784" y="4608421"/>
            <a:ext cx="0" cy="42919"/>
          </a:xfrm>
          <a:prstGeom prst="line">
            <a:avLst/>
          </a:prstGeom>
          <a:noFill/>
          <a:ln w="25400">
            <a:solidFill>
              <a:srgbClr val="5C4DB7"/>
            </a:solidFill>
            <a:prstDash val="solid"/>
            <a:headEnd type="none"/>
            <a:tailEnd type="none"/>
          </a:ln>
        </p:spPr>
      </p:sp>
      <p:sp>
        <p:nvSpPr>
          <p:cNvPr id="130" name="Shape 128"/>
          <p:cNvSpPr/>
          <p:nvPr/>
        </p:nvSpPr>
        <p:spPr>
          <a:xfrm>
            <a:off x="9701784" y="4648597"/>
            <a:ext cx="176480" cy="0"/>
          </a:xfrm>
          <a:prstGeom prst="line">
            <a:avLst/>
          </a:prstGeom>
          <a:noFill/>
          <a:ln w="25400">
            <a:solidFill>
              <a:srgbClr val="5C4DB7"/>
            </a:solidFill>
            <a:prstDash val="solid"/>
            <a:headEnd type="none"/>
            <a:tailEnd type="none"/>
          </a:ln>
        </p:spPr>
      </p:sp>
      <p:sp>
        <p:nvSpPr>
          <p:cNvPr id="131" name="Shape 129"/>
          <p:cNvSpPr/>
          <p:nvPr/>
        </p:nvSpPr>
        <p:spPr>
          <a:xfrm>
            <a:off x="9875520" y="4645854"/>
            <a:ext cx="0" cy="41931"/>
          </a:xfrm>
          <a:prstGeom prst="line">
            <a:avLst/>
          </a:prstGeom>
          <a:noFill/>
          <a:ln w="25400">
            <a:solidFill>
              <a:srgbClr val="5C4DB7"/>
            </a:solidFill>
            <a:prstDash val="solid"/>
            <a:headEnd type="none"/>
            <a:tailEnd type="none"/>
          </a:ln>
        </p:spPr>
      </p:sp>
      <p:sp>
        <p:nvSpPr>
          <p:cNvPr id="132" name="Shape 130"/>
          <p:cNvSpPr/>
          <p:nvPr/>
        </p:nvSpPr>
        <p:spPr>
          <a:xfrm>
            <a:off x="9875520" y="4685042"/>
            <a:ext cx="176479" cy="0"/>
          </a:xfrm>
          <a:prstGeom prst="line">
            <a:avLst/>
          </a:prstGeom>
          <a:noFill/>
          <a:ln w="25400">
            <a:solidFill>
              <a:srgbClr val="5C4DB7"/>
            </a:solidFill>
            <a:prstDash val="solid"/>
            <a:headEnd type="none"/>
            <a:tailEnd type="none"/>
          </a:ln>
        </p:spPr>
      </p:sp>
      <p:sp>
        <p:nvSpPr>
          <p:cNvPr id="133" name="Shape 131"/>
          <p:cNvSpPr/>
          <p:nvPr/>
        </p:nvSpPr>
        <p:spPr>
          <a:xfrm>
            <a:off x="10049256" y="4682299"/>
            <a:ext cx="0" cy="40845"/>
          </a:xfrm>
          <a:prstGeom prst="line">
            <a:avLst/>
          </a:prstGeom>
          <a:noFill/>
          <a:ln w="25400">
            <a:solidFill>
              <a:srgbClr val="5C4DB7"/>
            </a:solidFill>
            <a:prstDash val="solid"/>
            <a:headEnd type="none"/>
            <a:tailEnd type="none"/>
          </a:ln>
        </p:spPr>
      </p:sp>
      <p:sp>
        <p:nvSpPr>
          <p:cNvPr id="134" name="Shape 132"/>
          <p:cNvSpPr/>
          <p:nvPr/>
        </p:nvSpPr>
        <p:spPr>
          <a:xfrm>
            <a:off x="10049256" y="4720400"/>
            <a:ext cx="176480" cy="0"/>
          </a:xfrm>
          <a:prstGeom prst="line">
            <a:avLst/>
          </a:prstGeom>
          <a:noFill/>
          <a:ln w="25400">
            <a:solidFill>
              <a:srgbClr val="5C4DB7"/>
            </a:solidFill>
            <a:prstDash val="solid"/>
            <a:headEnd type="none"/>
            <a:tailEnd type="none"/>
          </a:ln>
        </p:spPr>
      </p:sp>
      <p:sp>
        <p:nvSpPr>
          <p:cNvPr id="135" name="Shape 133"/>
          <p:cNvSpPr/>
          <p:nvPr/>
        </p:nvSpPr>
        <p:spPr>
          <a:xfrm>
            <a:off x="10222992" y="4717657"/>
            <a:ext cx="0" cy="39171"/>
          </a:xfrm>
          <a:prstGeom prst="line">
            <a:avLst/>
          </a:prstGeom>
          <a:noFill/>
          <a:ln w="25400">
            <a:solidFill>
              <a:srgbClr val="5C4DB7"/>
            </a:solidFill>
            <a:prstDash val="solid"/>
            <a:headEnd type="none"/>
            <a:tailEnd type="none"/>
          </a:ln>
        </p:spPr>
      </p:sp>
      <p:sp>
        <p:nvSpPr>
          <p:cNvPr id="136" name="Shape 134"/>
          <p:cNvSpPr/>
          <p:nvPr/>
        </p:nvSpPr>
        <p:spPr>
          <a:xfrm>
            <a:off x="10222992" y="4754085"/>
            <a:ext cx="176480" cy="0"/>
          </a:xfrm>
          <a:prstGeom prst="line">
            <a:avLst/>
          </a:prstGeom>
          <a:noFill/>
          <a:ln w="25400">
            <a:solidFill>
              <a:srgbClr val="5C4DB7"/>
            </a:solidFill>
            <a:prstDash val="solid"/>
            <a:headEnd type="none"/>
            <a:tailEnd type="none"/>
          </a:ln>
        </p:spPr>
      </p:sp>
      <p:sp>
        <p:nvSpPr>
          <p:cNvPr id="137" name="Shape 135"/>
          <p:cNvSpPr/>
          <p:nvPr/>
        </p:nvSpPr>
        <p:spPr>
          <a:xfrm>
            <a:off x="10396728" y="4751342"/>
            <a:ext cx="0" cy="36678"/>
          </a:xfrm>
          <a:prstGeom prst="line">
            <a:avLst/>
          </a:prstGeom>
          <a:noFill/>
          <a:ln w="25400">
            <a:solidFill>
              <a:srgbClr val="5C4DB7"/>
            </a:solidFill>
            <a:prstDash val="solid"/>
            <a:headEnd type="none"/>
            <a:tailEnd type="none"/>
          </a:ln>
        </p:spPr>
      </p:sp>
      <p:sp>
        <p:nvSpPr>
          <p:cNvPr id="138" name="Shape 136"/>
          <p:cNvSpPr/>
          <p:nvPr/>
        </p:nvSpPr>
        <p:spPr>
          <a:xfrm>
            <a:off x="10396728" y="4785277"/>
            <a:ext cx="176479" cy="0"/>
          </a:xfrm>
          <a:prstGeom prst="line">
            <a:avLst/>
          </a:prstGeom>
          <a:noFill/>
          <a:ln w="25400">
            <a:solidFill>
              <a:srgbClr val="5C4DB7"/>
            </a:solidFill>
            <a:prstDash val="solid"/>
            <a:headEnd type="none"/>
            <a:tailEnd type="none"/>
          </a:ln>
        </p:spPr>
      </p:sp>
      <p:sp>
        <p:nvSpPr>
          <p:cNvPr id="139" name="Shape 137"/>
          <p:cNvSpPr/>
          <p:nvPr/>
        </p:nvSpPr>
        <p:spPr>
          <a:xfrm>
            <a:off x="10570464" y="4782533"/>
            <a:ext cx="0" cy="33713"/>
          </a:xfrm>
          <a:prstGeom prst="line">
            <a:avLst/>
          </a:prstGeom>
          <a:noFill/>
          <a:ln w="25400">
            <a:solidFill>
              <a:srgbClr val="5C4DB7"/>
            </a:solidFill>
            <a:prstDash val="solid"/>
            <a:headEnd type="none"/>
            <a:tailEnd type="none"/>
          </a:ln>
        </p:spPr>
      </p:sp>
      <p:sp>
        <p:nvSpPr>
          <p:cNvPr id="140" name="Shape 138"/>
          <p:cNvSpPr/>
          <p:nvPr/>
        </p:nvSpPr>
        <p:spPr>
          <a:xfrm>
            <a:off x="10570464" y="4813503"/>
            <a:ext cx="176480" cy="0"/>
          </a:xfrm>
          <a:prstGeom prst="line">
            <a:avLst/>
          </a:prstGeom>
          <a:noFill/>
          <a:ln w="25400">
            <a:solidFill>
              <a:srgbClr val="5C4DB7"/>
            </a:solidFill>
            <a:prstDash val="solid"/>
            <a:headEnd type="none"/>
            <a:tailEnd type="none"/>
          </a:ln>
        </p:spPr>
      </p:sp>
      <p:sp>
        <p:nvSpPr>
          <p:cNvPr id="141" name="Shape 139"/>
          <p:cNvSpPr/>
          <p:nvPr/>
        </p:nvSpPr>
        <p:spPr>
          <a:xfrm>
            <a:off x="10744200" y="4810760"/>
            <a:ext cx="0" cy="30652"/>
          </a:xfrm>
          <a:prstGeom prst="line">
            <a:avLst/>
          </a:prstGeom>
          <a:noFill/>
          <a:ln w="25400">
            <a:solidFill>
              <a:srgbClr val="5C4DB7"/>
            </a:solidFill>
            <a:prstDash val="solid"/>
            <a:headEnd type="none"/>
            <a:tailEnd type="none"/>
          </a:ln>
        </p:spPr>
      </p:sp>
      <p:sp>
        <p:nvSpPr>
          <p:cNvPr id="142" name="Shape 140"/>
          <p:cNvSpPr/>
          <p:nvPr/>
        </p:nvSpPr>
        <p:spPr>
          <a:xfrm>
            <a:off x="10744200" y="4838669"/>
            <a:ext cx="176480" cy="0"/>
          </a:xfrm>
          <a:prstGeom prst="line">
            <a:avLst/>
          </a:prstGeom>
          <a:noFill/>
          <a:ln w="25400">
            <a:solidFill>
              <a:srgbClr val="5C4DB7"/>
            </a:solidFill>
            <a:prstDash val="solid"/>
            <a:headEnd type="none"/>
            <a:tailEnd type="none"/>
          </a:ln>
        </p:spPr>
      </p:sp>
      <p:sp>
        <p:nvSpPr>
          <p:cNvPr id="143" name="Shape 141"/>
          <p:cNvSpPr/>
          <p:nvPr/>
        </p:nvSpPr>
        <p:spPr>
          <a:xfrm>
            <a:off x="10917936" y="4835926"/>
            <a:ext cx="0" cy="27584"/>
          </a:xfrm>
          <a:prstGeom prst="line">
            <a:avLst/>
          </a:prstGeom>
          <a:noFill/>
          <a:ln w="25400">
            <a:solidFill>
              <a:srgbClr val="5C4DB7"/>
            </a:solidFill>
            <a:prstDash val="solid"/>
            <a:headEnd type="none"/>
            <a:tailEnd type="none"/>
          </a:ln>
        </p:spPr>
      </p:sp>
      <p:sp>
        <p:nvSpPr>
          <p:cNvPr id="144" name="Shape 142"/>
          <p:cNvSpPr/>
          <p:nvPr/>
        </p:nvSpPr>
        <p:spPr>
          <a:xfrm>
            <a:off x="10917936" y="4860766"/>
            <a:ext cx="176479" cy="0"/>
          </a:xfrm>
          <a:prstGeom prst="line">
            <a:avLst/>
          </a:prstGeom>
          <a:noFill/>
          <a:ln w="25400">
            <a:solidFill>
              <a:srgbClr val="5C4DB7"/>
            </a:solidFill>
            <a:prstDash val="solid"/>
            <a:headEnd type="none"/>
            <a:tailEnd type="none"/>
          </a:ln>
        </p:spPr>
      </p:sp>
      <p:sp>
        <p:nvSpPr>
          <p:cNvPr id="145" name="Shape 143"/>
          <p:cNvSpPr/>
          <p:nvPr/>
        </p:nvSpPr>
        <p:spPr>
          <a:xfrm>
            <a:off x="11091672" y="4858023"/>
            <a:ext cx="0" cy="24638"/>
          </a:xfrm>
          <a:prstGeom prst="line">
            <a:avLst/>
          </a:prstGeom>
          <a:noFill/>
          <a:ln w="25400">
            <a:solidFill>
              <a:srgbClr val="5C4DB7"/>
            </a:solidFill>
            <a:prstDash val="solid"/>
            <a:headEnd type="none"/>
            <a:tailEnd type="none"/>
          </a:ln>
        </p:spPr>
      </p:sp>
      <p:sp>
        <p:nvSpPr>
          <p:cNvPr id="146" name="Shape 144"/>
          <p:cNvSpPr/>
          <p:nvPr/>
        </p:nvSpPr>
        <p:spPr>
          <a:xfrm>
            <a:off x="11091672" y="4879918"/>
            <a:ext cx="176480" cy="0"/>
          </a:xfrm>
          <a:prstGeom prst="line">
            <a:avLst/>
          </a:prstGeom>
          <a:noFill/>
          <a:ln w="25400">
            <a:solidFill>
              <a:srgbClr val="5C4DB7"/>
            </a:solidFill>
            <a:prstDash val="solid"/>
            <a:headEnd type="none"/>
            <a:tailEnd type="none"/>
          </a:ln>
        </p:spPr>
      </p:sp>
      <p:sp>
        <p:nvSpPr>
          <p:cNvPr id="147" name="Shape 145"/>
          <p:cNvSpPr/>
          <p:nvPr/>
        </p:nvSpPr>
        <p:spPr>
          <a:xfrm>
            <a:off x="11265408" y="4877175"/>
            <a:ext cx="0" cy="21765"/>
          </a:xfrm>
          <a:prstGeom prst="line">
            <a:avLst/>
          </a:prstGeom>
          <a:noFill/>
          <a:ln w="25400">
            <a:solidFill>
              <a:srgbClr val="5C4DB7"/>
            </a:solidFill>
            <a:prstDash val="solid"/>
            <a:headEnd type="none"/>
            <a:tailEnd type="none"/>
          </a:ln>
        </p:spPr>
      </p:sp>
      <p:sp>
        <p:nvSpPr>
          <p:cNvPr id="148" name="Shape 146"/>
          <p:cNvSpPr/>
          <p:nvPr/>
        </p:nvSpPr>
        <p:spPr>
          <a:xfrm>
            <a:off x="868680" y="1792224"/>
            <a:ext cx="256032" cy="0"/>
          </a:xfrm>
          <a:prstGeom prst="line">
            <a:avLst/>
          </a:prstGeom>
          <a:noFill/>
          <a:ln w="27940">
            <a:solidFill>
              <a:srgbClr val="5C4DB7"/>
            </a:solidFill>
            <a:prstDash val="solid"/>
          </a:ln>
        </p:spPr>
      </p:sp>
      <p:sp>
        <p:nvSpPr>
          <p:cNvPr id="149" name="Text 147"/>
          <p:cNvSpPr/>
          <p:nvPr/>
        </p:nvSpPr>
        <p:spPr>
          <a:xfrm>
            <a:off x="1197864" y="1719072"/>
            <a:ext cx="2011680"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MFR</a:t>
            </a:r>
            <a:endParaRPr lang="en-US" sz="920" dirty="0"/>
          </a:p>
        </p:txBody>
      </p:sp>
      <p:sp>
        <p:nvSpPr>
          <p:cNvPr id="150" name="Shape 148"/>
          <p:cNvSpPr/>
          <p:nvPr/>
        </p:nvSpPr>
        <p:spPr>
          <a:xfrm>
            <a:off x="841248" y="4864808"/>
            <a:ext cx="176480" cy="0"/>
          </a:xfrm>
          <a:prstGeom prst="line">
            <a:avLst/>
          </a:prstGeom>
          <a:noFill/>
          <a:ln w="25400">
            <a:solidFill>
              <a:srgbClr val="168B83"/>
            </a:solidFill>
            <a:prstDash val="solid"/>
            <a:headEnd type="none"/>
            <a:tailEnd type="none"/>
          </a:ln>
        </p:spPr>
      </p:sp>
      <p:sp>
        <p:nvSpPr>
          <p:cNvPr id="151" name="Shape 149"/>
          <p:cNvSpPr/>
          <p:nvPr/>
        </p:nvSpPr>
        <p:spPr>
          <a:xfrm>
            <a:off x="1014984" y="4862064"/>
            <a:ext cx="0" cy="35711"/>
          </a:xfrm>
          <a:prstGeom prst="line">
            <a:avLst/>
          </a:prstGeom>
          <a:noFill/>
          <a:ln w="25400">
            <a:solidFill>
              <a:srgbClr val="168B83"/>
            </a:solidFill>
            <a:prstDash val="solid"/>
            <a:headEnd type="none"/>
            <a:tailEnd type="none"/>
          </a:ln>
        </p:spPr>
      </p:sp>
      <p:sp>
        <p:nvSpPr>
          <p:cNvPr id="152" name="Shape 150"/>
          <p:cNvSpPr/>
          <p:nvPr/>
        </p:nvSpPr>
        <p:spPr>
          <a:xfrm>
            <a:off x="1014984" y="4895032"/>
            <a:ext cx="176479" cy="0"/>
          </a:xfrm>
          <a:prstGeom prst="line">
            <a:avLst/>
          </a:prstGeom>
          <a:noFill/>
          <a:ln w="25400">
            <a:solidFill>
              <a:srgbClr val="168B83"/>
            </a:solidFill>
            <a:prstDash val="solid"/>
            <a:headEnd type="none"/>
            <a:tailEnd type="none"/>
          </a:ln>
        </p:spPr>
      </p:sp>
      <p:sp>
        <p:nvSpPr>
          <p:cNvPr id="153" name="Shape 151"/>
          <p:cNvSpPr/>
          <p:nvPr/>
        </p:nvSpPr>
        <p:spPr>
          <a:xfrm>
            <a:off x="1188720" y="4868124"/>
            <a:ext cx="0" cy="29651"/>
          </a:xfrm>
          <a:prstGeom prst="line">
            <a:avLst/>
          </a:prstGeom>
          <a:noFill/>
          <a:ln w="25400">
            <a:solidFill>
              <a:srgbClr val="168B83"/>
            </a:solidFill>
            <a:prstDash val="solid"/>
            <a:headEnd type="none"/>
            <a:tailEnd type="none"/>
          </a:ln>
        </p:spPr>
      </p:sp>
      <p:sp>
        <p:nvSpPr>
          <p:cNvPr id="154" name="Shape 152"/>
          <p:cNvSpPr/>
          <p:nvPr/>
        </p:nvSpPr>
        <p:spPr>
          <a:xfrm>
            <a:off x="1188720" y="4870867"/>
            <a:ext cx="176480" cy="0"/>
          </a:xfrm>
          <a:prstGeom prst="line">
            <a:avLst/>
          </a:prstGeom>
          <a:noFill/>
          <a:ln w="25400">
            <a:solidFill>
              <a:srgbClr val="168B83"/>
            </a:solidFill>
            <a:prstDash val="solid"/>
            <a:headEnd type="none"/>
            <a:tailEnd type="none"/>
          </a:ln>
        </p:spPr>
      </p:sp>
      <p:sp>
        <p:nvSpPr>
          <p:cNvPr id="155" name="Shape 153"/>
          <p:cNvSpPr/>
          <p:nvPr/>
        </p:nvSpPr>
        <p:spPr>
          <a:xfrm>
            <a:off x="1362456" y="4795948"/>
            <a:ext cx="0" cy="77662"/>
          </a:xfrm>
          <a:prstGeom prst="line">
            <a:avLst/>
          </a:prstGeom>
          <a:noFill/>
          <a:ln w="25400">
            <a:solidFill>
              <a:srgbClr val="168B83"/>
            </a:solidFill>
            <a:prstDash val="solid"/>
            <a:headEnd type="none"/>
            <a:tailEnd type="none"/>
          </a:ln>
        </p:spPr>
      </p:sp>
      <p:sp>
        <p:nvSpPr>
          <p:cNvPr id="156" name="Shape 154"/>
          <p:cNvSpPr/>
          <p:nvPr/>
        </p:nvSpPr>
        <p:spPr>
          <a:xfrm>
            <a:off x="1362456" y="4798691"/>
            <a:ext cx="176480" cy="0"/>
          </a:xfrm>
          <a:prstGeom prst="line">
            <a:avLst/>
          </a:prstGeom>
          <a:noFill/>
          <a:ln w="25400">
            <a:solidFill>
              <a:srgbClr val="168B83"/>
            </a:solidFill>
            <a:prstDash val="solid"/>
            <a:headEnd type="none"/>
            <a:tailEnd type="none"/>
          </a:ln>
        </p:spPr>
      </p:sp>
      <p:sp>
        <p:nvSpPr>
          <p:cNvPr id="157" name="Shape 155"/>
          <p:cNvSpPr/>
          <p:nvPr/>
        </p:nvSpPr>
        <p:spPr>
          <a:xfrm>
            <a:off x="1536192" y="4670219"/>
            <a:ext cx="0" cy="131216"/>
          </a:xfrm>
          <a:prstGeom prst="line">
            <a:avLst/>
          </a:prstGeom>
          <a:noFill/>
          <a:ln w="25400">
            <a:solidFill>
              <a:srgbClr val="168B83"/>
            </a:solidFill>
            <a:prstDash val="solid"/>
            <a:headEnd type="none"/>
            <a:tailEnd type="none"/>
          </a:ln>
        </p:spPr>
      </p:sp>
      <p:sp>
        <p:nvSpPr>
          <p:cNvPr id="158" name="Shape 156"/>
          <p:cNvSpPr/>
          <p:nvPr/>
        </p:nvSpPr>
        <p:spPr>
          <a:xfrm>
            <a:off x="1536192" y="4672962"/>
            <a:ext cx="176479" cy="0"/>
          </a:xfrm>
          <a:prstGeom prst="line">
            <a:avLst/>
          </a:prstGeom>
          <a:noFill/>
          <a:ln w="25400">
            <a:solidFill>
              <a:srgbClr val="168B83"/>
            </a:solidFill>
            <a:prstDash val="solid"/>
            <a:headEnd type="none"/>
            <a:tailEnd type="none"/>
          </a:ln>
        </p:spPr>
      </p:sp>
      <p:sp>
        <p:nvSpPr>
          <p:cNvPr id="159" name="Shape 157"/>
          <p:cNvSpPr/>
          <p:nvPr/>
        </p:nvSpPr>
        <p:spPr>
          <a:xfrm>
            <a:off x="1709928" y="4499591"/>
            <a:ext cx="0" cy="176114"/>
          </a:xfrm>
          <a:prstGeom prst="line">
            <a:avLst/>
          </a:prstGeom>
          <a:noFill/>
          <a:ln w="25400">
            <a:solidFill>
              <a:srgbClr val="168B83"/>
            </a:solidFill>
            <a:prstDash val="solid"/>
            <a:headEnd type="none"/>
            <a:tailEnd type="none"/>
          </a:ln>
        </p:spPr>
      </p:sp>
      <p:sp>
        <p:nvSpPr>
          <p:cNvPr id="160" name="Shape 158"/>
          <p:cNvSpPr/>
          <p:nvPr/>
        </p:nvSpPr>
        <p:spPr>
          <a:xfrm>
            <a:off x="1709928" y="4502334"/>
            <a:ext cx="176480" cy="0"/>
          </a:xfrm>
          <a:prstGeom prst="line">
            <a:avLst/>
          </a:prstGeom>
          <a:noFill/>
          <a:ln w="25400">
            <a:solidFill>
              <a:srgbClr val="168B83"/>
            </a:solidFill>
            <a:prstDash val="solid"/>
            <a:headEnd type="none"/>
            <a:tailEnd type="none"/>
          </a:ln>
        </p:spPr>
      </p:sp>
      <p:sp>
        <p:nvSpPr>
          <p:cNvPr id="161" name="Shape 159"/>
          <p:cNvSpPr/>
          <p:nvPr/>
        </p:nvSpPr>
        <p:spPr>
          <a:xfrm>
            <a:off x="1883664" y="4299560"/>
            <a:ext cx="0" cy="205518"/>
          </a:xfrm>
          <a:prstGeom prst="line">
            <a:avLst/>
          </a:prstGeom>
          <a:noFill/>
          <a:ln w="25400">
            <a:solidFill>
              <a:srgbClr val="168B83"/>
            </a:solidFill>
            <a:prstDash val="solid"/>
            <a:headEnd type="none"/>
            <a:tailEnd type="none"/>
          </a:ln>
        </p:spPr>
      </p:sp>
      <p:sp>
        <p:nvSpPr>
          <p:cNvPr id="162" name="Shape 160"/>
          <p:cNvSpPr/>
          <p:nvPr/>
        </p:nvSpPr>
        <p:spPr>
          <a:xfrm>
            <a:off x="1883664" y="4302303"/>
            <a:ext cx="176480" cy="0"/>
          </a:xfrm>
          <a:prstGeom prst="line">
            <a:avLst/>
          </a:prstGeom>
          <a:noFill/>
          <a:ln w="25400">
            <a:solidFill>
              <a:srgbClr val="168B83"/>
            </a:solidFill>
            <a:prstDash val="solid"/>
            <a:headEnd type="none"/>
            <a:tailEnd type="none"/>
          </a:ln>
        </p:spPr>
      </p:sp>
      <p:sp>
        <p:nvSpPr>
          <p:cNvPr id="163" name="Shape 161"/>
          <p:cNvSpPr/>
          <p:nvPr/>
        </p:nvSpPr>
        <p:spPr>
          <a:xfrm>
            <a:off x="2057400" y="4085783"/>
            <a:ext cx="0" cy="219263"/>
          </a:xfrm>
          <a:prstGeom prst="line">
            <a:avLst/>
          </a:prstGeom>
          <a:noFill/>
          <a:ln w="25400">
            <a:solidFill>
              <a:srgbClr val="168B83"/>
            </a:solidFill>
            <a:prstDash val="solid"/>
            <a:headEnd type="none"/>
            <a:tailEnd type="none"/>
          </a:ln>
        </p:spPr>
      </p:sp>
      <p:sp>
        <p:nvSpPr>
          <p:cNvPr id="164" name="Shape 162"/>
          <p:cNvSpPr/>
          <p:nvPr/>
        </p:nvSpPr>
        <p:spPr>
          <a:xfrm>
            <a:off x="2057400" y="4088527"/>
            <a:ext cx="176479" cy="0"/>
          </a:xfrm>
          <a:prstGeom prst="line">
            <a:avLst/>
          </a:prstGeom>
          <a:noFill/>
          <a:ln w="25400">
            <a:solidFill>
              <a:srgbClr val="168B83"/>
            </a:solidFill>
            <a:prstDash val="solid"/>
            <a:headEnd type="none"/>
            <a:tailEnd type="none"/>
          </a:ln>
        </p:spPr>
      </p:sp>
      <p:sp>
        <p:nvSpPr>
          <p:cNvPr id="165" name="Shape 163"/>
          <p:cNvSpPr/>
          <p:nvPr/>
        </p:nvSpPr>
        <p:spPr>
          <a:xfrm>
            <a:off x="2231136" y="3873375"/>
            <a:ext cx="0" cy="217894"/>
          </a:xfrm>
          <a:prstGeom prst="line">
            <a:avLst/>
          </a:prstGeom>
          <a:noFill/>
          <a:ln w="25400">
            <a:solidFill>
              <a:srgbClr val="168B83"/>
            </a:solidFill>
            <a:prstDash val="solid"/>
            <a:headEnd type="none"/>
            <a:tailEnd type="none"/>
          </a:ln>
        </p:spPr>
      </p:sp>
      <p:sp>
        <p:nvSpPr>
          <p:cNvPr id="166" name="Shape 164"/>
          <p:cNvSpPr/>
          <p:nvPr/>
        </p:nvSpPr>
        <p:spPr>
          <a:xfrm>
            <a:off x="2231136" y="3876118"/>
            <a:ext cx="176480" cy="0"/>
          </a:xfrm>
          <a:prstGeom prst="line">
            <a:avLst/>
          </a:prstGeom>
          <a:noFill/>
          <a:ln w="25400">
            <a:solidFill>
              <a:srgbClr val="168B83"/>
            </a:solidFill>
            <a:prstDash val="solid"/>
            <a:headEnd type="none"/>
            <a:tailEnd type="none"/>
          </a:ln>
        </p:spPr>
      </p:sp>
      <p:sp>
        <p:nvSpPr>
          <p:cNvPr id="167" name="Shape 165"/>
          <p:cNvSpPr/>
          <p:nvPr/>
        </p:nvSpPr>
        <p:spPr>
          <a:xfrm>
            <a:off x="2404872" y="3674090"/>
            <a:ext cx="0" cy="204772"/>
          </a:xfrm>
          <a:prstGeom prst="line">
            <a:avLst/>
          </a:prstGeom>
          <a:noFill/>
          <a:ln w="25400">
            <a:solidFill>
              <a:srgbClr val="168B83"/>
            </a:solidFill>
            <a:prstDash val="solid"/>
            <a:headEnd type="none"/>
            <a:tailEnd type="none"/>
          </a:ln>
        </p:spPr>
      </p:sp>
      <p:sp>
        <p:nvSpPr>
          <p:cNvPr id="168" name="Shape 166"/>
          <p:cNvSpPr/>
          <p:nvPr/>
        </p:nvSpPr>
        <p:spPr>
          <a:xfrm>
            <a:off x="2404872" y="3676833"/>
            <a:ext cx="176480" cy="0"/>
          </a:xfrm>
          <a:prstGeom prst="line">
            <a:avLst/>
          </a:prstGeom>
          <a:noFill/>
          <a:ln w="25400">
            <a:solidFill>
              <a:srgbClr val="168B83"/>
            </a:solidFill>
            <a:prstDash val="solid"/>
            <a:headEnd type="none"/>
            <a:tailEnd type="none"/>
          </a:ln>
        </p:spPr>
      </p:sp>
      <p:sp>
        <p:nvSpPr>
          <p:cNvPr id="169" name="Shape 167"/>
          <p:cNvSpPr/>
          <p:nvPr/>
        </p:nvSpPr>
        <p:spPr>
          <a:xfrm>
            <a:off x="2578608" y="3494614"/>
            <a:ext cx="0" cy="184962"/>
          </a:xfrm>
          <a:prstGeom prst="line">
            <a:avLst/>
          </a:prstGeom>
          <a:noFill/>
          <a:ln w="25400">
            <a:solidFill>
              <a:srgbClr val="168B83"/>
            </a:solidFill>
            <a:prstDash val="solid"/>
            <a:headEnd type="none"/>
            <a:tailEnd type="none"/>
          </a:ln>
        </p:spPr>
      </p:sp>
      <p:sp>
        <p:nvSpPr>
          <p:cNvPr id="170" name="Shape 168"/>
          <p:cNvSpPr/>
          <p:nvPr/>
        </p:nvSpPr>
        <p:spPr>
          <a:xfrm>
            <a:off x="2578608" y="3497358"/>
            <a:ext cx="176479" cy="0"/>
          </a:xfrm>
          <a:prstGeom prst="line">
            <a:avLst/>
          </a:prstGeom>
          <a:noFill/>
          <a:ln w="25400">
            <a:solidFill>
              <a:srgbClr val="168B83"/>
            </a:solidFill>
            <a:prstDash val="solid"/>
            <a:headEnd type="none"/>
            <a:tailEnd type="none"/>
          </a:ln>
        </p:spPr>
      </p:sp>
      <p:sp>
        <p:nvSpPr>
          <p:cNvPr id="171" name="Shape 169"/>
          <p:cNvSpPr/>
          <p:nvPr/>
        </p:nvSpPr>
        <p:spPr>
          <a:xfrm>
            <a:off x="2752344" y="3338623"/>
            <a:ext cx="0" cy="161478"/>
          </a:xfrm>
          <a:prstGeom prst="line">
            <a:avLst/>
          </a:prstGeom>
          <a:noFill/>
          <a:ln w="25400">
            <a:solidFill>
              <a:srgbClr val="168B83"/>
            </a:solidFill>
            <a:prstDash val="solid"/>
            <a:headEnd type="none"/>
            <a:tailEnd type="none"/>
          </a:ln>
        </p:spPr>
      </p:sp>
      <p:sp>
        <p:nvSpPr>
          <p:cNvPr id="172" name="Shape 170"/>
          <p:cNvSpPr/>
          <p:nvPr/>
        </p:nvSpPr>
        <p:spPr>
          <a:xfrm>
            <a:off x="2752344" y="3341366"/>
            <a:ext cx="176480" cy="0"/>
          </a:xfrm>
          <a:prstGeom prst="line">
            <a:avLst/>
          </a:prstGeom>
          <a:noFill/>
          <a:ln w="25400">
            <a:solidFill>
              <a:srgbClr val="168B83"/>
            </a:solidFill>
            <a:prstDash val="solid"/>
            <a:headEnd type="none"/>
            <a:tailEnd type="none"/>
          </a:ln>
        </p:spPr>
      </p:sp>
      <p:sp>
        <p:nvSpPr>
          <p:cNvPr id="173" name="Shape 171"/>
          <p:cNvSpPr/>
          <p:nvPr/>
        </p:nvSpPr>
        <p:spPr>
          <a:xfrm>
            <a:off x="2926080" y="3206574"/>
            <a:ext cx="0" cy="137536"/>
          </a:xfrm>
          <a:prstGeom prst="line">
            <a:avLst/>
          </a:prstGeom>
          <a:noFill/>
          <a:ln w="25400">
            <a:solidFill>
              <a:srgbClr val="168B83"/>
            </a:solidFill>
            <a:prstDash val="solid"/>
            <a:headEnd type="none"/>
            <a:tailEnd type="none"/>
          </a:ln>
        </p:spPr>
      </p:sp>
      <p:sp>
        <p:nvSpPr>
          <p:cNvPr id="174" name="Shape 172"/>
          <p:cNvSpPr/>
          <p:nvPr/>
        </p:nvSpPr>
        <p:spPr>
          <a:xfrm>
            <a:off x="2926080" y="3209317"/>
            <a:ext cx="176480" cy="0"/>
          </a:xfrm>
          <a:prstGeom prst="line">
            <a:avLst/>
          </a:prstGeom>
          <a:noFill/>
          <a:ln w="25400">
            <a:solidFill>
              <a:srgbClr val="168B83"/>
            </a:solidFill>
            <a:prstDash val="solid"/>
            <a:headEnd type="none"/>
            <a:tailEnd type="none"/>
          </a:ln>
        </p:spPr>
      </p:sp>
      <p:sp>
        <p:nvSpPr>
          <p:cNvPr id="175" name="Shape 173"/>
          <p:cNvSpPr/>
          <p:nvPr/>
        </p:nvSpPr>
        <p:spPr>
          <a:xfrm>
            <a:off x="3099816" y="3090124"/>
            <a:ext cx="0" cy="121936"/>
          </a:xfrm>
          <a:prstGeom prst="line">
            <a:avLst/>
          </a:prstGeom>
          <a:noFill/>
          <a:ln w="25400">
            <a:solidFill>
              <a:srgbClr val="168B83"/>
            </a:solidFill>
            <a:prstDash val="solid"/>
            <a:headEnd type="none"/>
            <a:tailEnd type="none"/>
          </a:ln>
        </p:spPr>
      </p:sp>
      <p:sp>
        <p:nvSpPr>
          <p:cNvPr id="176" name="Shape 174"/>
          <p:cNvSpPr/>
          <p:nvPr/>
        </p:nvSpPr>
        <p:spPr>
          <a:xfrm>
            <a:off x="3099816" y="3092868"/>
            <a:ext cx="176479" cy="0"/>
          </a:xfrm>
          <a:prstGeom prst="line">
            <a:avLst/>
          </a:prstGeom>
          <a:noFill/>
          <a:ln w="25400">
            <a:solidFill>
              <a:srgbClr val="168B83"/>
            </a:solidFill>
            <a:prstDash val="solid"/>
            <a:headEnd type="none"/>
            <a:tailEnd type="none"/>
          </a:ln>
        </p:spPr>
      </p:sp>
      <p:sp>
        <p:nvSpPr>
          <p:cNvPr id="177" name="Shape 175"/>
          <p:cNvSpPr/>
          <p:nvPr/>
        </p:nvSpPr>
        <p:spPr>
          <a:xfrm>
            <a:off x="3273552" y="2998210"/>
            <a:ext cx="0" cy="97401"/>
          </a:xfrm>
          <a:prstGeom prst="line">
            <a:avLst/>
          </a:prstGeom>
          <a:noFill/>
          <a:ln w="25400">
            <a:solidFill>
              <a:srgbClr val="168B83"/>
            </a:solidFill>
            <a:prstDash val="solid"/>
            <a:headEnd type="none"/>
            <a:tailEnd type="none"/>
          </a:ln>
        </p:spPr>
      </p:sp>
      <p:sp>
        <p:nvSpPr>
          <p:cNvPr id="178" name="Shape 176"/>
          <p:cNvSpPr/>
          <p:nvPr/>
        </p:nvSpPr>
        <p:spPr>
          <a:xfrm>
            <a:off x="3273552" y="3000953"/>
            <a:ext cx="176480" cy="0"/>
          </a:xfrm>
          <a:prstGeom prst="line">
            <a:avLst/>
          </a:prstGeom>
          <a:noFill/>
          <a:ln w="25400">
            <a:solidFill>
              <a:srgbClr val="168B83"/>
            </a:solidFill>
            <a:prstDash val="solid"/>
            <a:headEnd type="none"/>
            <a:tailEnd type="none"/>
          </a:ln>
        </p:spPr>
      </p:sp>
      <p:sp>
        <p:nvSpPr>
          <p:cNvPr id="179" name="Shape 177"/>
          <p:cNvSpPr/>
          <p:nvPr/>
        </p:nvSpPr>
        <p:spPr>
          <a:xfrm>
            <a:off x="3447288" y="2921524"/>
            <a:ext cx="0" cy="82172"/>
          </a:xfrm>
          <a:prstGeom prst="line">
            <a:avLst/>
          </a:prstGeom>
          <a:noFill/>
          <a:ln w="25400">
            <a:solidFill>
              <a:srgbClr val="168B83"/>
            </a:solidFill>
            <a:prstDash val="solid"/>
            <a:headEnd type="none"/>
            <a:tailEnd type="none"/>
          </a:ln>
        </p:spPr>
      </p:sp>
      <p:sp>
        <p:nvSpPr>
          <p:cNvPr id="180" name="Shape 178"/>
          <p:cNvSpPr/>
          <p:nvPr/>
        </p:nvSpPr>
        <p:spPr>
          <a:xfrm>
            <a:off x="3447288" y="2924267"/>
            <a:ext cx="176480" cy="0"/>
          </a:xfrm>
          <a:prstGeom prst="line">
            <a:avLst/>
          </a:prstGeom>
          <a:noFill/>
          <a:ln w="25400">
            <a:solidFill>
              <a:srgbClr val="168B83"/>
            </a:solidFill>
            <a:prstDash val="solid"/>
            <a:headEnd type="none"/>
            <a:tailEnd type="none"/>
          </a:ln>
        </p:spPr>
      </p:sp>
      <p:sp>
        <p:nvSpPr>
          <p:cNvPr id="181" name="Shape 179"/>
          <p:cNvSpPr/>
          <p:nvPr/>
        </p:nvSpPr>
        <p:spPr>
          <a:xfrm>
            <a:off x="3621024" y="2856437"/>
            <a:ext cx="0" cy="70574"/>
          </a:xfrm>
          <a:prstGeom prst="line">
            <a:avLst/>
          </a:prstGeom>
          <a:noFill/>
          <a:ln w="25400">
            <a:solidFill>
              <a:srgbClr val="168B83"/>
            </a:solidFill>
            <a:prstDash val="solid"/>
            <a:headEnd type="none"/>
            <a:tailEnd type="none"/>
          </a:ln>
        </p:spPr>
      </p:sp>
      <p:sp>
        <p:nvSpPr>
          <p:cNvPr id="182" name="Shape 180"/>
          <p:cNvSpPr/>
          <p:nvPr/>
        </p:nvSpPr>
        <p:spPr>
          <a:xfrm>
            <a:off x="3621024" y="2859180"/>
            <a:ext cx="176479" cy="0"/>
          </a:xfrm>
          <a:prstGeom prst="line">
            <a:avLst/>
          </a:prstGeom>
          <a:noFill/>
          <a:ln w="25400">
            <a:solidFill>
              <a:srgbClr val="168B83"/>
            </a:solidFill>
            <a:prstDash val="solid"/>
            <a:headEnd type="none"/>
            <a:tailEnd type="none"/>
          </a:ln>
        </p:spPr>
      </p:sp>
      <p:sp>
        <p:nvSpPr>
          <p:cNvPr id="183" name="Shape 181"/>
          <p:cNvSpPr/>
          <p:nvPr/>
        </p:nvSpPr>
        <p:spPr>
          <a:xfrm>
            <a:off x="3794760" y="2799951"/>
            <a:ext cx="0" cy="61972"/>
          </a:xfrm>
          <a:prstGeom prst="line">
            <a:avLst/>
          </a:prstGeom>
          <a:noFill/>
          <a:ln w="25400">
            <a:solidFill>
              <a:srgbClr val="168B83"/>
            </a:solidFill>
            <a:prstDash val="solid"/>
            <a:headEnd type="none"/>
            <a:tailEnd type="none"/>
          </a:ln>
        </p:spPr>
      </p:sp>
      <p:sp>
        <p:nvSpPr>
          <p:cNvPr id="184" name="Shape 182"/>
          <p:cNvSpPr/>
          <p:nvPr/>
        </p:nvSpPr>
        <p:spPr>
          <a:xfrm>
            <a:off x="3794760" y="2802694"/>
            <a:ext cx="176480" cy="0"/>
          </a:xfrm>
          <a:prstGeom prst="line">
            <a:avLst/>
          </a:prstGeom>
          <a:noFill/>
          <a:ln w="25400">
            <a:solidFill>
              <a:srgbClr val="168B83"/>
            </a:solidFill>
            <a:prstDash val="solid"/>
            <a:headEnd type="none"/>
            <a:tailEnd type="none"/>
          </a:ln>
        </p:spPr>
      </p:sp>
      <p:sp>
        <p:nvSpPr>
          <p:cNvPr id="185" name="Shape 183"/>
          <p:cNvSpPr/>
          <p:nvPr/>
        </p:nvSpPr>
        <p:spPr>
          <a:xfrm>
            <a:off x="3968496" y="2749685"/>
            <a:ext cx="0" cy="55752"/>
          </a:xfrm>
          <a:prstGeom prst="line">
            <a:avLst/>
          </a:prstGeom>
          <a:noFill/>
          <a:ln w="25400">
            <a:solidFill>
              <a:srgbClr val="168B83"/>
            </a:solidFill>
            <a:prstDash val="solid"/>
            <a:headEnd type="none"/>
            <a:tailEnd type="none"/>
          </a:ln>
        </p:spPr>
      </p:sp>
      <p:sp>
        <p:nvSpPr>
          <p:cNvPr id="186" name="Shape 184"/>
          <p:cNvSpPr/>
          <p:nvPr/>
        </p:nvSpPr>
        <p:spPr>
          <a:xfrm>
            <a:off x="3968496" y="2752429"/>
            <a:ext cx="176480" cy="0"/>
          </a:xfrm>
          <a:prstGeom prst="line">
            <a:avLst/>
          </a:prstGeom>
          <a:noFill/>
          <a:ln w="25400">
            <a:solidFill>
              <a:srgbClr val="168B83"/>
            </a:solidFill>
            <a:prstDash val="solid"/>
            <a:headEnd type="none"/>
            <a:tailEnd type="none"/>
          </a:ln>
        </p:spPr>
      </p:sp>
      <p:sp>
        <p:nvSpPr>
          <p:cNvPr id="187" name="Shape 185"/>
          <p:cNvSpPr/>
          <p:nvPr/>
        </p:nvSpPr>
        <p:spPr>
          <a:xfrm>
            <a:off x="4142232" y="2703201"/>
            <a:ext cx="0" cy="51971"/>
          </a:xfrm>
          <a:prstGeom prst="line">
            <a:avLst/>
          </a:prstGeom>
          <a:noFill/>
          <a:ln w="25400">
            <a:solidFill>
              <a:srgbClr val="168B83"/>
            </a:solidFill>
            <a:prstDash val="solid"/>
            <a:headEnd type="none"/>
            <a:tailEnd type="none"/>
          </a:ln>
        </p:spPr>
      </p:sp>
      <p:sp>
        <p:nvSpPr>
          <p:cNvPr id="188" name="Shape 186"/>
          <p:cNvSpPr/>
          <p:nvPr/>
        </p:nvSpPr>
        <p:spPr>
          <a:xfrm>
            <a:off x="4142232" y="2705944"/>
            <a:ext cx="176479" cy="0"/>
          </a:xfrm>
          <a:prstGeom prst="line">
            <a:avLst/>
          </a:prstGeom>
          <a:noFill/>
          <a:ln w="25400">
            <a:solidFill>
              <a:srgbClr val="168B83"/>
            </a:solidFill>
            <a:prstDash val="solid"/>
            <a:headEnd type="none"/>
            <a:tailEnd type="none"/>
          </a:ln>
        </p:spPr>
      </p:sp>
      <p:sp>
        <p:nvSpPr>
          <p:cNvPr id="189" name="Shape 187"/>
          <p:cNvSpPr/>
          <p:nvPr/>
        </p:nvSpPr>
        <p:spPr>
          <a:xfrm>
            <a:off x="4315968" y="2659016"/>
            <a:ext cx="0" cy="49671"/>
          </a:xfrm>
          <a:prstGeom prst="line">
            <a:avLst/>
          </a:prstGeom>
          <a:noFill/>
          <a:ln w="25400">
            <a:solidFill>
              <a:srgbClr val="168B83"/>
            </a:solidFill>
            <a:prstDash val="solid"/>
            <a:headEnd type="none"/>
            <a:tailEnd type="none"/>
          </a:ln>
        </p:spPr>
      </p:sp>
      <p:sp>
        <p:nvSpPr>
          <p:cNvPr id="190" name="Shape 188"/>
          <p:cNvSpPr/>
          <p:nvPr/>
        </p:nvSpPr>
        <p:spPr>
          <a:xfrm>
            <a:off x="4315968" y="2661760"/>
            <a:ext cx="176480" cy="0"/>
          </a:xfrm>
          <a:prstGeom prst="line">
            <a:avLst/>
          </a:prstGeom>
          <a:noFill/>
          <a:ln w="25400">
            <a:solidFill>
              <a:srgbClr val="168B83"/>
            </a:solidFill>
            <a:prstDash val="solid"/>
            <a:headEnd type="none"/>
            <a:tailEnd type="none"/>
          </a:ln>
        </p:spPr>
      </p:sp>
      <p:sp>
        <p:nvSpPr>
          <p:cNvPr id="191" name="Shape 189"/>
          <p:cNvSpPr/>
          <p:nvPr/>
        </p:nvSpPr>
        <p:spPr>
          <a:xfrm>
            <a:off x="4489704" y="2616783"/>
            <a:ext cx="0" cy="47720"/>
          </a:xfrm>
          <a:prstGeom prst="line">
            <a:avLst/>
          </a:prstGeom>
          <a:noFill/>
          <a:ln w="25400">
            <a:solidFill>
              <a:srgbClr val="168B83"/>
            </a:solidFill>
            <a:prstDash val="solid"/>
            <a:headEnd type="none"/>
            <a:tailEnd type="none"/>
          </a:ln>
        </p:spPr>
      </p:sp>
      <p:sp>
        <p:nvSpPr>
          <p:cNvPr id="192" name="Shape 190"/>
          <p:cNvSpPr/>
          <p:nvPr/>
        </p:nvSpPr>
        <p:spPr>
          <a:xfrm>
            <a:off x="4489704" y="2619526"/>
            <a:ext cx="176480" cy="0"/>
          </a:xfrm>
          <a:prstGeom prst="line">
            <a:avLst/>
          </a:prstGeom>
          <a:noFill/>
          <a:ln w="25400">
            <a:solidFill>
              <a:srgbClr val="168B83"/>
            </a:solidFill>
            <a:prstDash val="solid"/>
            <a:headEnd type="none"/>
            <a:tailEnd type="none"/>
          </a:ln>
        </p:spPr>
      </p:sp>
      <p:sp>
        <p:nvSpPr>
          <p:cNvPr id="193" name="Shape 191"/>
          <p:cNvSpPr/>
          <p:nvPr/>
        </p:nvSpPr>
        <p:spPr>
          <a:xfrm>
            <a:off x="4663440" y="2577056"/>
            <a:ext cx="0" cy="45213"/>
          </a:xfrm>
          <a:prstGeom prst="line">
            <a:avLst/>
          </a:prstGeom>
          <a:noFill/>
          <a:ln w="25400">
            <a:solidFill>
              <a:srgbClr val="168B83"/>
            </a:solidFill>
            <a:prstDash val="solid"/>
            <a:headEnd type="none"/>
            <a:tailEnd type="none"/>
          </a:ln>
        </p:spPr>
      </p:sp>
      <p:sp>
        <p:nvSpPr>
          <p:cNvPr id="194" name="Shape 192"/>
          <p:cNvSpPr/>
          <p:nvPr/>
        </p:nvSpPr>
        <p:spPr>
          <a:xfrm>
            <a:off x="4663440" y="2579799"/>
            <a:ext cx="176479" cy="0"/>
          </a:xfrm>
          <a:prstGeom prst="line">
            <a:avLst/>
          </a:prstGeom>
          <a:noFill/>
          <a:ln w="25400">
            <a:solidFill>
              <a:srgbClr val="168B83"/>
            </a:solidFill>
            <a:prstDash val="solid"/>
            <a:headEnd type="none"/>
            <a:tailEnd type="none"/>
          </a:ln>
        </p:spPr>
      </p:sp>
      <p:sp>
        <p:nvSpPr>
          <p:cNvPr id="195" name="Shape 193"/>
          <p:cNvSpPr/>
          <p:nvPr/>
        </p:nvSpPr>
        <p:spPr>
          <a:xfrm>
            <a:off x="4837176" y="2540079"/>
            <a:ext cx="0" cy="42463"/>
          </a:xfrm>
          <a:prstGeom prst="line">
            <a:avLst/>
          </a:prstGeom>
          <a:noFill/>
          <a:ln w="25400">
            <a:solidFill>
              <a:srgbClr val="168B83"/>
            </a:solidFill>
            <a:prstDash val="solid"/>
            <a:headEnd type="none"/>
            <a:tailEnd type="none"/>
          </a:ln>
        </p:spPr>
      </p:sp>
      <p:sp>
        <p:nvSpPr>
          <p:cNvPr id="196" name="Shape 194"/>
          <p:cNvSpPr/>
          <p:nvPr/>
        </p:nvSpPr>
        <p:spPr>
          <a:xfrm>
            <a:off x="4837176" y="2542822"/>
            <a:ext cx="176480" cy="0"/>
          </a:xfrm>
          <a:prstGeom prst="line">
            <a:avLst/>
          </a:prstGeom>
          <a:noFill/>
          <a:ln w="25400">
            <a:solidFill>
              <a:srgbClr val="168B83"/>
            </a:solidFill>
            <a:prstDash val="solid"/>
            <a:headEnd type="none"/>
            <a:tailEnd type="none"/>
          </a:ln>
        </p:spPr>
      </p:sp>
      <p:sp>
        <p:nvSpPr>
          <p:cNvPr id="197" name="Shape 195"/>
          <p:cNvSpPr/>
          <p:nvPr/>
        </p:nvSpPr>
        <p:spPr>
          <a:xfrm>
            <a:off x="5010912" y="2507052"/>
            <a:ext cx="0" cy="38514"/>
          </a:xfrm>
          <a:prstGeom prst="line">
            <a:avLst/>
          </a:prstGeom>
          <a:noFill/>
          <a:ln w="25400">
            <a:solidFill>
              <a:srgbClr val="168B83"/>
            </a:solidFill>
            <a:prstDash val="solid"/>
            <a:headEnd type="none"/>
            <a:tailEnd type="none"/>
          </a:ln>
        </p:spPr>
      </p:sp>
      <p:sp>
        <p:nvSpPr>
          <p:cNvPr id="198" name="Shape 196"/>
          <p:cNvSpPr/>
          <p:nvPr/>
        </p:nvSpPr>
        <p:spPr>
          <a:xfrm>
            <a:off x="5010912" y="2509795"/>
            <a:ext cx="176480" cy="0"/>
          </a:xfrm>
          <a:prstGeom prst="line">
            <a:avLst/>
          </a:prstGeom>
          <a:noFill/>
          <a:ln w="25400">
            <a:solidFill>
              <a:srgbClr val="168B83"/>
            </a:solidFill>
            <a:prstDash val="solid"/>
            <a:headEnd type="none"/>
            <a:tailEnd type="none"/>
          </a:ln>
        </p:spPr>
      </p:sp>
      <p:sp>
        <p:nvSpPr>
          <p:cNvPr id="199" name="Shape 197"/>
          <p:cNvSpPr/>
          <p:nvPr/>
        </p:nvSpPr>
        <p:spPr>
          <a:xfrm>
            <a:off x="5184648" y="2364344"/>
            <a:ext cx="0" cy="148194"/>
          </a:xfrm>
          <a:prstGeom prst="line">
            <a:avLst/>
          </a:prstGeom>
          <a:noFill/>
          <a:ln w="25400">
            <a:solidFill>
              <a:srgbClr val="168B83"/>
            </a:solidFill>
            <a:prstDash val="solid"/>
            <a:headEnd type="none"/>
            <a:tailEnd type="none"/>
          </a:ln>
        </p:spPr>
      </p:sp>
      <p:sp>
        <p:nvSpPr>
          <p:cNvPr id="200" name="Shape 198"/>
          <p:cNvSpPr/>
          <p:nvPr/>
        </p:nvSpPr>
        <p:spPr>
          <a:xfrm>
            <a:off x="5184648" y="2367087"/>
            <a:ext cx="176479" cy="0"/>
          </a:xfrm>
          <a:prstGeom prst="line">
            <a:avLst/>
          </a:prstGeom>
          <a:noFill/>
          <a:ln w="25400">
            <a:solidFill>
              <a:srgbClr val="168B83"/>
            </a:solidFill>
            <a:prstDash val="solid"/>
            <a:headEnd type="none"/>
            <a:tailEnd type="none"/>
          </a:ln>
        </p:spPr>
      </p:sp>
      <p:sp>
        <p:nvSpPr>
          <p:cNvPr id="201" name="Shape 199"/>
          <p:cNvSpPr/>
          <p:nvPr/>
        </p:nvSpPr>
        <p:spPr>
          <a:xfrm>
            <a:off x="5358384" y="2338147"/>
            <a:ext cx="0" cy="31683"/>
          </a:xfrm>
          <a:prstGeom prst="line">
            <a:avLst/>
          </a:prstGeom>
          <a:noFill/>
          <a:ln w="25400">
            <a:solidFill>
              <a:srgbClr val="168B83"/>
            </a:solidFill>
            <a:prstDash val="solid"/>
            <a:headEnd type="none"/>
            <a:tailEnd type="none"/>
          </a:ln>
        </p:spPr>
      </p:sp>
      <p:sp>
        <p:nvSpPr>
          <p:cNvPr id="202" name="Shape 200"/>
          <p:cNvSpPr/>
          <p:nvPr/>
        </p:nvSpPr>
        <p:spPr>
          <a:xfrm>
            <a:off x="5358384" y="2340890"/>
            <a:ext cx="176480" cy="0"/>
          </a:xfrm>
          <a:prstGeom prst="line">
            <a:avLst/>
          </a:prstGeom>
          <a:noFill/>
          <a:ln w="25400">
            <a:solidFill>
              <a:srgbClr val="168B83"/>
            </a:solidFill>
            <a:prstDash val="solid"/>
            <a:headEnd type="none"/>
            <a:tailEnd type="none"/>
          </a:ln>
        </p:spPr>
      </p:sp>
      <p:sp>
        <p:nvSpPr>
          <p:cNvPr id="203" name="Shape 201"/>
          <p:cNvSpPr/>
          <p:nvPr/>
        </p:nvSpPr>
        <p:spPr>
          <a:xfrm>
            <a:off x="5532120" y="2317211"/>
            <a:ext cx="0" cy="26423"/>
          </a:xfrm>
          <a:prstGeom prst="line">
            <a:avLst/>
          </a:prstGeom>
          <a:noFill/>
          <a:ln w="25400">
            <a:solidFill>
              <a:srgbClr val="168B83"/>
            </a:solidFill>
            <a:prstDash val="solid"/>
            <a:headEnd type="none"/>
            <a:tailEnd type="none"/>
          </a:ln>
        </p:spPr>
      </p:sp>
      <p:sp>
        <p:nvSpPr>
          <p:cNvPr id="204" name="Shape 202"/>
          <p:cNvSpPr/>
          <p:nvPr/>
        </p:nvSpPr>
        <p:spPr>
          <a:xfrm>
            <a:off x="5532120" y="2319954"/>
            <a:ext cx="176480" cy="0"/>
          </a:xfrm>
          <a:prstGeom prst="line">
            <a:avLst/>
          </a:prstGeom>
          <a:noFill/>
          <a:ln w="25400">
            <a:solidFill>
              <a:srgbClr val="168B83"/>
            </a:solidFill>
            <a:prstDash val="solid"/>
            <a:headEnd type="none"/>
            <a:tailEnd type="none"/>
          </a:ln>
        </p:spPr>
      </p:sp>
      <p:sp>
        <p:nvSpPr>
          <p:cNvPr id="205" name="Shape 203"/>
          <p:cNvSpPr/>
          <p:nvPr/>
        </p:nvSpPr>
        <p:spPr>
          <a:xfrm>
            <a:off x="5705856" y="2302528"/>
            <a:ext cx="0" cy="20169"/>
          </a:xfrm>
          <a:prstGeom prst="line">
            <a:avLst/>
          </a:prstGeom>
          <a:noFill/>
          <a:ln w="25400">
            <a:solidFill>
              <a:srgbClr val="168B83"/>
            </a:solidFill>
            <a:prstDash val="solid"/>
            <a:headEnd type="none"/>
            <a:tailEnd type="none"/>
          </a:ln>
        </p:spPr>
      </p:sp>
      <p:sp>
        <p:nvSpPr>
          <p:cNvPr id="206" name="Shape 204"/>
          <p:cNvSpPr/>
          <p:nvPr/>
        </p:nvSpPr>
        <p:spPr>
          <a:xfrm>
            <a:off x="5705856" y="2305271"/>
            <a:ext cx="176479" cy="0"/>
          </a:xfrm>
          <a:prstGeom prst="line">
            <a:avLst/>
          </a:prstGeom>
          <a:noFill/>
          <a:ln w="25400">
            <a:solidFill>
              <a:srgbClr val="168B83"/>
            </a:solidFill>
            <a:prstDash val="solid"/>
            <a:headEnd type="none"/>
            <a:tailEnd type="none"/>
          </a:ln>
        </p:spPr>
      </p:sp>
      <p:sp>
        <p:nvSpPr>
          <p:cNvPr id="207" name="Shape 205"/>
          <p:cNvSpPr/>
          <p:nvPr/>
        </p:nvSpPr>
        <p:spPr>
          <a:xfrm>
            <a:off x="5879592" y="2294020"/>
            <a:ext cx="0" cy="13995"/>
          </a:xfrm>
          <a:prstGeom prst="line">
            <a:avLst/>
          </a:prstGeom>
          <a:noFill/>
          <a:ln w="25400">
            <a:solidFill>
              <a:srgbClr val="168B83"/>
            </a:solidFill>
            <a:prstDash val="solid"/>
            <a:headEnd type="none"/>
            <a:tailEnd type="none"/>
          </a:ln>
        </p:spPr>
      </p:sp>
      <p:sp>
        <p:nvSpPr>
          <p:cNvPr id="208" name="Shape 206"/>
          <p:cNvSpPr/>
          <p:nvPr/>
        </p:nvSpPr>
        <p:spPr>
          <a:xfrm>
            <a:off x="5879592" y="2296763"/>
            <a:ext cx="176480" cy="0"/>
          </a:xfrm>
          <a:prstGeom prst="line">
            <a:avLst/>
          </a:prstGeom>
          <a:noFill/>
          <a:ln w="25400">
            <a:solidFill>
              <a:srgbClr val="168B83"/>
            </a:solidFill>
            <a:prstDash val="solid"/>
            <a:headEnd type="none"/>
            <a:tailEnd type="none"/>
          </a:ln>
        </p:spPr>
      </p:sp>
      <p:sp>
        <p:nvSpPr>
          <p:cNvPr id="209" name="Shape 207"/>
          <p:cNvSpPr/>
          <p:nvPr/>
        </p:nvSpPr>
        <p:spPr>
          <a:xfrm>
            <a:off x="6053328" y="2289786"/>
            <a:ext cx="0" cy="9720"/>
          </a:xfrm>
          <a:prstGeom prst="line">
            <a:avLst/>
          </a:prstGeom>
          <a:noFill/>
          <a:ln w="25400">
            <a:solidFill>
              <a:srgbClr val="168B83"/>
            </a:solidFill>
            <a:prstDash val="solid"/>
            <a:headEnd type="none"/>
            <a:tailEnd type="none"/>
          </a:ln>
        </p:spPr>
      </p:sp>
      <p:sp>
        <p:nvSpPr>
          <p:cNvPr id="210" name="Shape 208"/>
          <p:cNvSpPr/>
          <p:nvPr/>
        </p:nvSpPr>
        <p:spPr>
          <a:xfrm>
            <a:off x="6053328" y="2292530"/>
            <a:ext cx="176480" cy="0"/>
          </a:xfrm>
          <a:prstGeom prst="line">
            <a:avLst/>
          </a:prstGeom>
          <a:noFill/>
          <a:ln w="25400">
            <a:solidFill>
              <a:srgbClr val="168B83"/>
            </a:solidFill>
            <a:prstDash val="solid"/>
            <a:headEnd type="none"/>
            <a:tailEnd type="none"/>
          </a:ln>
        </p:spPr>
      </p:sp>
      <p:sp>
        <p:nvSpPr>
          <p:cNvPr id="211" name="Shape 209"/>
          <p:cNvSpPr/>
          <p:nvPr/>
        </p:nvSpPr>
        <p:spPr>
          <a:xfrm>
            <a:off x="6227064" y="2288109"/>
            <a:ext cx="0" cy="7164"/>
          </a:xfrm>
          <a:prstGeom prst="line">
            <a:avLst/>
          </a:prstGeom>
          <a:noFill/>
          <a:ln w="25400">
            <a:solidFill>
              <a:srgbClr val="168B83"/>
            </a:solidFill>
            <a:prstDash val="solid"/>
            <a:headEnd type="none"/>
            <a:tailEnd type="none"/>
          </a:ln>
        </p:spPr>
      </p:sp>
      <p:sp>
        <p:nvSpPr>
          <p:cNvPr id="212" name="Shape 210"/>
          <p:cNvSpPr/>
          <p:nvPr/>
        </p:nvSpPr>
        <p:spPr>
          <a:xfrm>
            <a:off x="6227064" y="2290852"/>
            <a:ext cx="176479" cy="0"/>
          </a:xfrm>
          <a:prstGeom prst="line">
            <a:avLst/>
          </a:prstGeom>
          <a:noFill/>
          <a:ln w="25400">
            <a:solidFill>
              <a:srgbClr val="168B83"/>
            </a:solidFill>
            <a:prstDash val="solid"/>
            <a:headEnd type="none"/>
            <a:tailEnd type="none"/>
          </a:ln>
        </p:spPr>
      </p:sp>
      <p:sp>
        <p:nvSpPr>
          <p:cNvPr id="213" name="Shape 211"/>
          <p:cNvSpPr/>
          <p:nvPr/>
        </p:nvSpPr>
        <p:spPr>
          <a:xfrm>
            <a:off x="6400800" y="2287940"/>
            <a:ext cx="0" cy="5655"/>
          </a:xfrm>
          <a:prstGeom prst="line">
            <a:avLst/>
          </a:prstGeom>
          <a:noFill/>
          <a:ln w="25400">
            <a:solidFill>
              <a:srgbClr val="168B83"/>
            </a:solidFill>
            <a:prstDash val="solid"/>
            <a:headEnd type="none"/>
            <a:tailEnd type="none"/>
          </a:ln>
        </p:spPr>
      </p:sp>
      <p:sp>
        <p:nvSpPr>
          <p:cNvPr id="214" name="Shape 212"/>
          <p:cNvSpPr/>
          <p:nvPr/>
        </p:nvSpPr>
        <p:spPr>
          <a:xfrm>
            <a:off x="6400800" y="2290683"/>
            <a:ext cx="176480" cy="0"/>
          </a:xfrm>
          <a:prstGeom prst="line">
            <a:avLst/>
          </a:prstGeom>
          <a:noFill/>
          <a:ln w="25400">
            <a:solidFill>
              <a:srgbClr val="168B83"/>
            </a:solidFill>
            <a:prstDash val="solid"/>
            <a:headEnd type="none"/>
            <a:tailEnd type="none"/>
          </a:ln>
        </p:spPr>
      </p:sp>
      <p:sp>
        <p:nvSpPr>
          <p:cNvPr id="215" name="Shape 213"/>
          <p:cNvSpPr/>
          <p:nvPr/>
        </p:nvSpPr>
        <p:spPr>
          <a:xfrm>
            <a:off x="6574536" y="2287940"/>
            <a:ext cx="0" cy="5916"/>
          </a:xfrm>
          <a:prstGeom prst="line">
            <a:avLst/>
          </a:prstGeom>
          <a:noFill/>
          <a:ln w="25400">
            <a:solidFill>
              <a:srgbClr val="168B83"/>
            </a:solidFill>
            <a:prstDash val="solid"/>
            <a:headEnd type="none"/>
            <a:tailEnd type="none"/>
          </a:ln>
        </p:spPr>
      </p:sp>
      <p:sp>
        <p:nvSpPr>
          <p:cNvPr id="216" name="Shape 214"/>
          <p:cNvSpPr/>
          <p:nvPr/>
        </p:nvSpPr>
        <p:spPr>
          <a:xfrm>
            <a:off x="6574536" y="2291113"/>
            <a:ext cx="176480" cy="0"/>
          </a:xfrm>
          <a:prstGeom prst="line">
            <a:avLst/>
          </a:prstGeom>
          <a:noFill/>
          <a:ln w="25400">
            <a:solidFill>
              <a:srgbClr val="168B83"/>
            </a:solidFill>
            <a:prstDash val="solid"/>
            <a:headEnd type="none"/>
            <a:tailEnd type="none"/>
          </a:ln>
        </p:spPr>
      </p:sp>
      <p:sp>
        <p:nvSpPr>
          <p:cNvPr id="217" name="Shape 215"/>
          <p:cNvSpPr/>
          <p:nvPr/>
        </p:nvSpPr>
        <p:spPr>
          <a:xfrm>
            <a:off x="6748272" y="2288025"/>
            <a:ext cx="0" cy="5831"/>
          </a:xfrm>
          <a:prstGeom prst="line">
            <a:avLst/>
          </a:prstGeom>
          <a:noFill/>
          <a:ln w="25400">
            <a:solidFill>
              <a:srgbClr val="168B83"/>
            </a:solidFill>
            <a:prstDash val="solid"/>
            <a:headEnd type="none"/>
            <a:tailEnd type="none"/>
          </a:ln>
        </p:spPr>
      </p:sp>
      <p:sp>
        <p:nvSpPr>
          <p:cNvPr id="218" name="Shape 216"/>
          <p:cNvSpPr/>
          <p:nvPr/>
        </p:nvSpPr>
        <p:spPr>
          <a:xfrm>
            <a:off x="6748272" y="2290768"/>
            <a:ext cx="176479" cy="0"/>
          </a:xfrm>
          <a:prstGeom prst="line">
            <a:avLst/>
          </a:prstGeom>
          <a:noFill/>
          <a:ln w="25400">
            <a:solidFill>
              <a:srgbClr val="168B83"/>
            </a:solidFill>
            <a:prstDash val="solid"/>
            <a:headEnd type="none"/>
            <a:tailEnd type="none"/>
          </a:ln>
        </p:spPr>
      </p:sp>
      <p:sp>
        <p:nvSpPr>
          <p:cNvPr id="219" name="Shape 217"/>
          <p:cNvSpPr/>
          <p:nvPr/>
        </p:nvSpPr>
        <p:spPr>
          <a:xfrm>
            <a:off x="6922008" y="2286526"/>
            <a:ext cx="0" cy="6986"/>
          </a:xfrm>
          <a:prstGeom prst="line">
            <a:avLst/>
          </a:prstGeom>
          <a:noFill/>
          <a:ln w="25400">
            <a:solidFill>
              <a:srgbClr val="168B83"/>
            </a:solidFill>
            <a:prstDash val="solid"/>
            <a:headEnd type="none"/>
            <a:tailEnd type="none"/>
          </a:ln>
        </p:spPr>
      </p:sp>
      <p:sp>
        <p:nvSpPr>
          <p:cNvPr id="220" name="Shape 218"/>
          <p:cNvSpPr/>
          <p:nvPr/>
        </p:nvSpPr>
        <p:spPr>
          <a:xfrm>
            <a:off x="6922008" y="2289269"/>
            <a:ext cx="176480" cy="0"/>
          </a:xfrm>
          <a:prstGeom prst="line">
            <a:avLst/>
          </a:prstGeom>
          <a:noFill/>
          <a:ln w="25400">
            <a:solidFill>
              <a:srgbClr val="168B83"/>
            </a:solidFill>
            <a:prstDash val="solid"/>
            <a:headEnd type="none"/>
            <a:tailEnd type="none"/>
          </a:ln>
        </p:spPr>
      </p:sp>
      <p:sp>
        <p:nvSpPr>
          <p:cNvPr id="221" name="Shape 219"/>
          <p:cNvSpPr/>
          <p:nvPr/>
        </p:nvSpPr>
        <p:spPr>
          <a:xfrm>
            <a:off x="7095744" y="2284302"/>
            <a:ext cx="0" cy="7710"/>
          </a:xfrm>
          <a:prstGeom prst="line">
            <a:avLst/>
          </a:prstGeom>
          <a:noFill/>
          <a:ln w="25400">
            <a:solidFill>
              <a:srgbClr val="168B83"/>
            </a:solidFill>
            <a:prstDash val="solid"/>
            <a:headEnd type="none"/>
            <a:tailEnd type="none"/>
          </a:ln>
        </p:spPr>
      </p:sp>
      <p:sp>
        <p:nvSpPr>
          <p:cNvPr id="222" name="Shape 220"/>
          <p:cNvSpPr/>
          <p:nvPr/>
        </p:nvSpPr>
        <p:spPr>
          <a:xfrm>
            <a:off x="7095744" y="2287046"/>
            <a:ext cx="176480" cy="0"/>
          </a:xfrm>
          <a:prstGeom prst="line">
            <a:avLst/>
          </a:prstGeom>
          <a:noFill/>
          <a:ln w="25400">
            <a:solidFill>
              <a:srgbClr val="168B83"/>
            </a:solidFill>
            <a:prstDash val="solid"/>
            <a:headEnd type="none"/>
            <a:tailEnd type="none"/>
          </a:ln>
        </p:spPr>
      </p:sp>
      <p:sp>
        <p:nvSpPr>
          <p:cNvPr id="223" name="Shape 221"/>
          <p:cNvSpPr/>
          <p:nvPr/>
        </p:nvSpPr>
        <p:spPr>
          <a:xfrm>
            <a:off x="7269480" y="2284302"/>
            <a:ext cx="0" cy="69104"/>
          </a:xfrm>
          <a:prstGeom prst="line">
            <a:avLst/>
          </a:prstGeom>
          <a:noFill/>
          <a:ln w="25400">
            <a:solidFill>
              <a:srgbClr val="168B83"/>
            </a:solidFill>
            <a:prstDash val="solid"/>
            <a:headEnd type="none"/>
            <a:tailEnd type="none"/>
          </a:ln>
        </p:spPr>
      </p:sp>
      <p:sp>
        <p:nvSpPr>
          <p:cNvPr id="224" name="Shape 222"/>
          <p:cNvSpPr/>
          <p:nvPr/>
        </p:nvSpPr>
        <p:spPr>
          <a:xfrm>
            <a:off x="7269480" y="2350663"/>
            <a:ext cx="176479" cy="0"/>
          </a:xfrm>
          <a:prstGeom prst="line">
            <a:avLst/>
          </a:prstGeom>
          <a:noFill/>
          <a:ln w="25400">
            <a:solidFill>
              <a:srgbClr val="168B83"/>
            </a:solidFill>
            <a:prstDash val="solid"/>
            <a:headEnd type="none"/>
            <a:tailEnd type="none"/>
          </a:ln>
        </p:spPr>
      </p:sp>
      <p:sp>
        <p:nvSpPr>
          <p:cNvPr id="225" name="Shape 223"/>
          <p:cNvSpPr/>
          <p:nvPr/>
        </p:nvSpPr>
        <p:spPr>
          <a:xfrm>
            <a:off x="7443216" y="2344536"/>
            <a:ext cx="0" cy="8870"/>
          </a:xfrm>
          <a:prstGeom prst="line">
            <a:avLst/>
          </a:prstGeom>
          <a:noFill/>
          <a:ln w="25400">
            <a:solidFill>
              <a:srgbClr val="168B83"/>
            </a:solidFill>
            <a:prstDash val="solid"/>
            <a:headEnd type="none"/>
            <a:tailEnd type="none"/>
          </a:ln>
        </p:spPr>
      </p:sp>
      <p:sp>
        <p:nvSpPr>
          <p:cNvPr id="226" name="Shape 224"/>
          <p:cNvSpPr/>
          <p:nvPr/>
        </p:nvSpPr>
        <p:spPr>
          <a:xfrm>
            <a:off x="7443216" y="2347280"/>
            <a:ext cx="176480" cy="0"/>
          </a:xfrm>
          <a:prstGeom prst="line">
            <a:avLst/>
          </a:prstGeom>
          <a:noFill/>
          <a:ln w="25400">
            <a:solidFill>
              <a:srgbClr val="168B83"/>
            </a:solidFill>
            <a:prstDash val="solid"/>
            <a:headEnd type="none"/>
            <a:tailEnd type="none"/>
          </a:ln>
        </p:spPr>
      </p:sp>
      <p:sp>
        <p:nvSpPr>
          <p:cNvPr id="227" name="Shape 225"/>
          <p:cNvSpPr/>
          <p:nvPr/>
        </p:nvSpPr>
        <p:spPr>
          <a:xfrm>
            <a:off x="7616952" y="2340161"/>
            <a:ext cx="0" cy="9861"/>
          </a:xfrm>
          <a:prstGeom prst="line">
            <a:avLst/>
          </a:prstGeom>
          <a:noFill/>
          <a:ln w="25400">
            <a:solidFill>
              <a:srgbClr val="168B83"/>
            </a:solidFill>
            <a:prstDash val="solid"/>
            <a:headEnd type="none"/>
            <a:tailEnd type="none"/>
          </a:ln>
        </p:spPr>
      </p:sp>
      <p:sp>
        <p:nvSpPr>
          <p:cNvPr id="228" name="Shape 226"/>
          <p:cNvSpPr/>
          <p:nvPr/>
        </p:nvSpPr>
        <p:spPr>
          <a:xfrm>
            <a:off x="7616952" y="2342904"/>
            <a:ext cx="176480" cy="0"/>
          </a:xfrm>
          <a:prstGeom prst="line">
            <a:avLst/>
          </a:prstGeom>
          <a:noFill/>
          <a:ln w="25400">
            <a:solidFill>
              <a:srgbClr val="168B83"/>
            </a:solidFill>
            <a:prstDash val="solid"/>
            <a:headEnd type="none"/>
            <a:tailEnd type="none"/>
          </a:ln>
        </p:spPr>
      </p:sp>
      <p:sp>
        <p:nvSpPr>
          <p:cNvPr id="229" name="Shape 227"/>
          <p:cNvSpPr/>
          <p:nvPr/>
        </p:nvSpPr>
        <p:spPr>
          <a:xfrm>
            <a:off x="7790688" y="2335380"/>
            <a:ext cx="0" cy="10268"/>
          </a:xfrm>
          <a:prstGeom prst="line">
            <a:avLst/>
          </a:prstGeom>
          <a:noFill/>
          <a:ln w="25400">
            <a:solidFill>
              <a:srgbClr val="168B83"/>
            </a:solidFill>
            <a:prstDash val="solid"/>
            <a:headEnd type="none"/>
            <a:tailEnd type="none"/>
          </a:ln>
        </p:spPr>
      </p:sp>
      <p:sp>
        <p:nvSpPr>
          <p:cNvPr id="230" name="Shape 228"/>
          <p:cNvSpPr/>
          <p:nvPr/>
        </p:nvSpPr>
        <p:spPr>
          <a:xfrm>
            <a:off x="7790688" y="2338123"/>
            <a:ext cx="176479" cy="0"/>
          </a:xfrm>
          <a:prstGeom prst="line">
            <a:avLst/>
          </a:prstGeom>
          <a:noFill/>
          <a:ln w="25400">
            <a:solidFill>
              <a:srgbClr val="168B83"/>
            </a:solidFill>
            <a:prstDash val="solid"/>
            <a:headEnd type="none"/>
            <a:tailEnd type="none"/>
          </a:ln>
        </p:spPr>
      </p:sp>
      <p:sp>
        <p:nvSpPr>
          <p:cNvPr id="231" name="Shape 229"/>
          <p:cNvSpPr/>
          <p:nvPr/>
        </p:nvSpPr>
        <p:spPr>
          <a:xfrm>
            <a:off x="7964424" y="2329508"/>
            <a:ext cx="0" cy="11358"/>
          </a:xfrm>
          <a:prstGeom prst="line">
            <a:avLst/>
          </a:prstGeom>
          <a:noFill/>
          <a:ln w="25400">
            <a:solidFill>
              <a:srgbClr val="168B83"/>
            </a:solidFill>
            <a:prstDash val="solid"/>
            <a:headEnd type="none"/>
            <a:tailEnd type="none"/>
          </a:ln>
        </p:spPr>
      </p:sp>
      <p:sp>
        <p:nvSpPr>
          <p:cNvPr id="232" name="Shape 230"/>
          <p:cNvSpPr/>
          <p:nvPr/>
        </p:nvSpPr>
        <p:spPr>
          <a:xfrm>
            <a:off x="7964424" y="2332251"/>
            <a:ext cx="176480" cy="0"/>
          </a:xfrm>
          <a:prstGeom prst="line">
            <a:avLst/>
          </a:prstGeom>
          <a:noFill/>
          <a:ln w="25400">
            <a:solidFill>
              <a:srgbClr val="168B83"/>
            </a:solidFill>
            <a:prstDash val="solid"/>
            <a:headEnd type="none"/>
            <a:tailEnd type="none"/>
          </a:ln>
        </p:spPr>
      </p:sp>
      <p:sp>
        <p:nvSpPr>
          <p:cNvPr id="233" name="Shape 231"/>
          <p:cNvSpPr/>
          <p:nvPr/>
        </p:nvSpPr>
        <p:spPr>
          <a:xfrm>
            <a:off x="8138160" y="2322738"/>
            <a:ext cx="0" cy="12256"/>
          </a:xfrm>
          <a:prstGeom prst="line">
            <a:avLst/>
          </a:prstGeom>
          <a:noFill/>
          <a:ln w="25400">
            <a:solidFill>
              <a:srgbClr val="168B83"/>
            </a:solidFill>
            <a:prstDash val="solid"/>
            <a:headEnd type="none"/>
            <a:tailEnd type="none"/>
          </a:ln>
        </p:spPr>
      </p:sp>
      <p:sp>
        <p:nvSpPr>
          <p:cNvPr id="234" name="Shape 232"/>
          <p:cNvSpPr/>
          <p:nvPr/>
        </p:nvSpPr>
        <p:spPr>
          <a:xfrm>
            <a:off x="8138160" y="2325481"/>
            <a:ext cx="176480" cy="0"/>
          </a:xfrm>
          <a:prstGeom prst="line">
            <a:avLst/>
          </a:prstGeom>
          <a:noFill/>
          <a:ln w="25400">
            <a:solidFill>
              <a:srgbClr val="168B83"/>
            </a:solidFill>
            <a:prstDash val="solid"/>
            <a:headEnd type="none"/>
            <a:tailEnd type="none"/>
          </a:ln>
        </p:spPr>
      </p:sp>
      <p:sp>
        <p:nvSpPr>
          <p:cNvPr id="235" name="Shape 233"/>
          <p:cNvSpPr/>
          <p:nvPr/>
        </p:nvSpPr>
        <p:spPr>
          <a:xfrm>
            <a:off x="8311896" y="2315745"/>
            <a:ext cx="0" cy="12479"/>
          </a:xfrm>
          <a:prstGeom prst="line">
            <a:avLst/>
          </a:prstGeom>
          <a:noFill/>
          <a:ln w="25400">
            <a:solidFill>
              <a:srgbClr val="168B83"/>
            </a:solidFill>
            <a:prstDash val="solid"/>
            <a:headEnd type="none"/>
            <a:tailEnd type="none"/>
          </a:ln>
        </p:spPr>
      </p:sp>
      <p:sp>
        <p:nvSpPr>
          <p:cNvPr id="236" name="Shape 234"/>
          <p:cNvSpPr/>
          <p:nvPr/>
        </p:nvSpPr>
        <p:spPr>
          <a:xfrm>
            <a:off x="8311896" y="2318488"/>
            <a:ext cx="176479" cy="0"/>
          </a:xfrm>
          <a:prstGeom prst="line">
            <a:avLst/>
          </a:prstGeom>
          <a:noFill/>
          <a:ln w="25400">
            <a:solidFill>
              <a:srgbClr val="168B83"/>
            </a:solidFill>
            <a:prstDash val="solid"/>
            <a:headEnd type="none"/>
            <a:tailEnd type="none"/>
          </a:ln>
        </p:spPr>
      </p:sp>
      <p:sp>
        <p:nvSpPr>
          <p:cNvPr id="237" name="Shape 235"/>
          <p:cNvSpPr/>
          <p:nvPr/>
        </p:nvSpPr>
        <p:spPr>
          <a:xfrm>
            <a:off x="8485632" y="2309022"/>
            <a:ext cx="0" cy="12209"/>
          </a:xfrm>
          <a:prstGeom prst="line">
            <a:avLst/>
          </a:prstGeom>
          <a:noFill/>
          <a:ln w="25400">
            <a:solidFill>
              <a:srgbClr val="168B83"/>
            </a:solidFill>
            <a:prstDash val="solid"/>
            <a:headEnd type="none"/>
            <a:tailEnd type="none"/>
          </a:ln>
        </p:spPr>
      </p:sp>
      <p:sp>
        <p:nvSpPr>
          <p:cNvPr id="238" name="Shape 236"/>
          <p:cNvSpPr/>
          <p:nvPr/>
        </p:nvSpPr>
        <p:spPr>
          <a:xfrm>
            <a:off x="8485632" y="2311766"/>
            <a:ext cx="176480" cy="0"/>
          </a:xfrm>
          <a:prstGeom prst="line">
            <a:avLst/>
          </a:prstGeom>
          <a:noFill/>
          <a:ln w="25400">
            <a:solidFill>
              <a:srgbClr val="168B83"/>
            </a:solidFill>
            <a:prstDash val="solid"/>
            <a:headEnd type="none"/>
            <a:tailEnd type="none"/>
          </a:ln>
        </p:spPr>
      </p:sp>
      <p:sp>
        <p:nvSpPr>
          <p:cNvPr id="239" name="Shape 237"/>
          <p:cNvSpPr/>
          <p:nvPr/>
        </p:nvSpPr>
        <p:spPr>
          <a:xfrm>
            <a:off x="8659368" y="2303368"/>
            <a:ext cx="0" cy="11141"/>
          </a:xfrm>
          <a:prstGeom prst="line">
            <a:avLst/>
          </a:prstGeom>
          <a:noFill/>
          <a:ln w="25400">
            <a:solidFill>
              <a:srgbClr val="168B83"/>
            </a:solidFill>
            <a:prstDash val="solid"/>
            <a:headEnd type="none"/>
            <a:tailEnd type="none"/>
          </a:ln>
        </p:spPr>
      </p:sp>
      <p:sp>
        <p:nvSpPr>
          <p:cNvPr id="240" name="Shape 238"/>
          <p:cNvSpPr/>
          <p:nvPr/>
        </p:nvSpPr>
        <p:spPr>
          <a:xfrm>
            <a:off x="8659368" y="2306111"/>
            <a:ext cx="176480" cy="0"/>
          </a:xfrm>
          <a:prstGeom prst="line">
            <a:avLst/>
          </a:prstGeom>
          <a:noFill/>
          <a:ln w="25400">
            <a:solidFill>
              <a:srgbClr val="168B83"/>
            </a:solidFill>
            <a:prstDash val="solid"/>
            <a:headEnd type="none"/>
            <a:tailEnd type="none"/>
          </a:ln>
        </p:spPr>
      </p:sp>
      <p:sp>
        <p:nvSpPr>
          <p:cNvPr id="241" name="Shape 239"/>
          <p:cNvSpPr/>
          <p:nvPr/>
        </p:nvSpPr>
        <p:spPr>
          <a:xfrm>
            <a:off x="8833104" y="2299606"/>
            <a:ext cx="0" cy="9248"/>
          </a:xfrm>
          <a:prstGeom prst="line">
            <a:avLst/>
          </a:prstGeom>
          <a:noFill/>
          <a:ln w="25400">
            <a:solidFill>
              <a:srgbClr val="168B83"/>
            </a:solidFill>
            <a:prstDash val="solid"/>
            <a:headEnd type="none"/>
            <a:tailEnd type="none"/>
          </a:ln>
        </p:spPr>
      </p:sp>
      <p:sp>
        <p:nvSpPr>
          <p:cNvPr id="242" name="Shape 240"/>
          <p:cNvSpPr/>
          <p:nvPr/>
        </p:nvSpPr>
        <p:spPr>
          <a:xfrm>
            <a:off x="8833104" y="2302350"/>
            <a:ext cx="176479" cy="0"/>
          </a:xfrm>
          <a:prstGeom prst="line">
            <a:avLst/>
          </a:prstGeom>
          <a:noFill/>
          <a:ln w="25400">
            <a:solidFill>
              <a:srgbClr val="168B83"/>
            </a:solidFill>
            <a:prstDash val="solid"/>
            <a:headEnd type="none"/>
            <a:tailEnd type="none"/>
          </a:ln>
        </p:spPr>
      </p:sp>
      <p:sp>
        <p:nvSpPr>
          <p:cNvPr id="243" name="Shape 241"/>
          <p:cNvSpPr/>
          <p:nvPr/>
        </p:nvSpPr>
        <p:spPr>
          <a:xfrm>
            <a:off x="9006840" y="2296860"/>
            <a:ext cx="0" cy="8232"/>
          </a:xfrm>
          <a:prstGeom prst="line">
            <a:avLst/>
          </a:prstGeom>
          <a:noFill/>
          <a:ln w="25400">
            <a:solidFill>
              <a:srgbClr val="168B83"/>
            </a:solidFill>
            <a:prstDash val="solid"/>
            <a:headEnd type="none"/>
            <a:tailEnd type="none"/>
          </a:ln>
        </p:spPr>
      </p:sp>
      <p:sp>
        <p:nvSpPr>
          <p:cNvPr id="244" name="Shape 242"/>
          <p:cNvSpPr/>
          <p:nvPr/>
        </p:nvSpPr>
        <p:spPr>
          <a:xfrm>
            <a:off x="9006840" y="2299603"/>
            <a:ext cx="176480" cy="0"/>
          </a:xfrm>
          <a:prstGeom prst="line">
            <a:avLst/>
          </a:prstGeom>
          <a:noFill/>
          <a:ln w="25400">
            <a:solidFill>
              <a:srgbClr val="168B83"/>
            </a:solidFill>
            <a:prstDash val="solid"/>
            <a:headEnd type="none"/>
            <a:tailEnd type="none"/>
          </a:ln>
        </p:spPr>
      </p:sp>
      <p:sp>
        <p:nvSpPr>
          <p:cNvPr id="245" name="Shape 243"/>
          <p:cNvSpPr/>
          <p:nvPr/>
        </p:nvSpPr>
        <p:spPr>
          <a:xfrm>
            <a:off x="9180576" y="2294776"/>
            <a:ext cx="0" cy="7571"/>
          </a:xfrm>
          <a:prstGeom prst="line">
            <a:avLst/>
          </a:prstGeom>
          <a:noFill/>
          <a:ln w="25400">
            <a:solidFill>
              <a:srgbClr val="168B83"/>
            </a:solidFill>
            <a:prstDash val="solid"/>
            <a:headEnd type="none"/>
            <a:tailEnd type="none"/>
          </a:ln>
        </p:spPr>
      </p:sp>
      <p:sp>
        <p:nvSpPr>
          <p:cNvPr id="246" name="Shape 244"/>
          <p:cNvSpPr/>
          <p:nvPr/>
        </p:nvSpPr>
        <p:spPr>
          <a:xfrm>
            <a:off x="9180576" y="2297519"/>
            <a:ext cx="176480" cy="0"/>
          </a:xfrm>
          <a:prstGeom prst="line">
            <a:avLst/>
          </a:prstGeom>
          <a:noFill/>
          <a:ln w="25400">
            <a:solidFill>
              <a:srgbClr val="168B83"/>
            </a:solidFill>
            <a:prstDash val="solid"/>
            <a:headEnd type="none"/>
            <a:tailEnd type="none"/>
          </a:ln>
        </p:spPr>
      </p:sp>
      <p:sp>
        <p:nvSpPr>
          <p:cNvPr id="247" name="Shape 245"/>
          <p:cNvSpPr/>
          <p:nvPr/>
        </p:nvSpPr>
        <p:spPr>
          <a:xfrm>
            <a:off x="9354312" y="2294776"/>
            <a:ext cx="0" cy="70132"/>
          </a:xfrm>
          <a:prstGeom prst="line">
            <a:avLst/>
          </a:prstGeom>
          <a:noFill/>
          <a:ln w="25400">
            <a:solidFill>
              <a:srgbClr val="168B83"/>
            </a:solidFill>
            <a:prstDash val="solid"/>
            <a:headEnd type="none"/>
            <a:tailEnd type="none"/>
          </a:ln>
        </p:spPr>
      </p:sp>
      <p:sp>
        <p:nvSpPr>
          <p:cNvPr id="248" name="Shape 246"/>
          <p:cNvSpPr/>
          <p:nvPr/>
        </p:nvSpPr>
        <p:spPr>
          <a:xfrm>
            <a:off x="9354312" y="2362165"/>
            <a:ext cx="176479" cy="0"/>
          </a:xfrm>
          <a:prstGeom prst="line">
            <a:avLst/>
          </a:prstGeom>
          <a:noFill/>
          <a:ln w="25400">
            <a:solidFill>
              <a:srgbClr val="168B83"/>
            </a:solidFill>
            <a:prstDash val="solid"/>
            <a:headEnd type="none"/>
            <a:tailEnd type="none"/>
          </a:ln>
        </p:spPr>
      </p:sp>
      <p:sp>
        <p:nvSpPr>
          <p:cNvPr id="249" name="Shape 247"/>
          <p:cNvSpPr/>
          <p:nvPr/>
        </p:nvSpPr>
        <p:spPr>
          <a:xfrm>
            <a:off x="9528048" y="2357186"/>
            <a:ext cx="0" cy="7722"/>
          </a:xfrm>
          <a:prstGeom prst="line">
            <a:avLst/>
          </a:prstGeom>
          <a:noFill/>
          <a:ln w="25400">
            <a:solidFill>
              <a:srgbClr val="168B83"/>
            </a:solidFill>
            <a:prstDash val="solid"/>
            <a:headEnd type="none"/>
            <a:tailEnd type="none"/>
          </a:ln>
        </p:spPr>
      </p:sp>
      <p:sp>
        <p:nvSpPr>
          <p:cNvPr id="250" name="Shape 248"/>
          <p:cNvSpPr/>
          <p:nvPr/>
        </p:nvSpPr>
        <p:spPr>
          <a:xfrm>
            <a:off x="9528048" y="2359929"/>
            <a:ext cx="176480" cy="0"/>
          </a:xfrm>
          <a:prstGeom prst="line">
            <a:avLst/>
          </a:prstGeom>
          <a:noFill/>
          <a:ln w="25400">
            <a:solidFill>
              <a:srgbClr val="168B83"/>
            </a:solidFill>
            <a:prstDash val="solid"/>
            <a:headEnd type="none"/>
            <a:tailEnd type="none"/>
          </a:ln>
        </p:spPr>
      </p:sp>
      <p:sp>
        <p:nvSpPr>
          <p:cNvPr id="251" name="Shape 249"/>
          <p:cNvSpPr/>
          <p:nvPr/>
        </p:nvSpPr>
        <p:spPr>
          <a:xfrm>
            <a:off x="9701784" y="2353262"/>
            <a:ext cx="0" cy="9410"/>
          </a:xfrm>
          <a:prstGeom prst="line">
            <a:avLst/>
          </a:prstGeom>
          <a:noFill/>
          <a:ln w="25400">
            <a:solidFill>
              <a:srgbClr val="168B83"/>
            </a:solidFill>
            <a:prstDash val="solid"/>
            <a:headEnd type="none"/>
            <a:tailEnd type="none"/>
          </a:ln>
        </p:spPr>
      </p:sp>
      <p:sp>
        <p:nvSpPr>
          <p:cNvPr id="252" name="Shape 250"/>
          <p:cNvSpPr/>
          <p:nvPr/>
        </p:nvSpPr>
        <p:spPr>
          <a:xfrm>
            <a:off x="9701784" y="2356005"/>
            <a:ext cx="176480" cy="0"/>
          </a:xfrm>
          <a:prstGeom prst="line">
            <a:avLst/>
          </a:prstGeom>
          <a:noFill/>
          <a:ln w="25400">
            <a:solidFill>
              <a:srgbClr val="168B83"/>
            </a:solidFill>
            <a:prstDash val="solid"/>
            <a:headEnd type="none"/>
            <a:tailEnd type="none"/>
          </a:ln>
        </p:spPr>
      </p:sp>
      <p:sp>
        <p:nvSpPr>
          <p:cNvPr id="253" name="Shape 251"/>
          <p:cNvSpPr/>
          <p:nvPr/>
        </p:nvSpPr>
        <p:spPr>
          <a:xfrm>
            <a:off x="9875520" y="2346935"/>
            <a:ext cx="0" cy="11813"/>
          </a:xfrm>
          <a:prstGeom prst="line">
            <a:avLst/>
          </a:prstGeom>
          <a:noFill/>
          <a:ln w="25400">
            <a:solidFill>
              <a:srgbClr val="168B83"/>
            </a:solidFill>
            <a:prstDash val="solid"/>
            <a:headEnd type="none"/>
            <a:tailEnd type="none"/>
          </a:ln>
        </p:spPr>
      </p:sp>
      <p:sp>
        <p:nvSpPr>
          <p:cNvPr id="254" name="Shape 252"/>
          <p:cNvSpPr/>
          <p:nvPr/>
        </p:nvSpPr>
        <p:spPr>
          <a:xfrm>
            <a:off x="9875520" y="2349678"/>
            <a:ext cx="176479" cy="0"/>
          </a:xfrm>
          <a:prstGeom prst="line">
            <a:avLst/>
          </a:prstGeom>
          <a:noFill/>
          <a:ln w="25400">
            <a:solidFill>
              <a:srgbClr val="168B83"/>
            </a:solidFill>
            <a:prstDash val="solid"/>
            <a:headEnd type="none"/>
            <a:tailEnd type="none"/>
          </a:ln>
        </p:spPr>
      </p:sp>
      <p:sp>
        <p:nvSpPr>
          <p:cNvPr id="255" name="Shape 253"/>
          <p:cNvSpPr/>
          <p:nvPr/>
        </p:nvSpPr>
        <p:spPr>
          <a:xfrm>
            <a:off x="10049256" y="2338596"/>
            <a:ext cx="0" cy="13826"/>
          </a:xfrm>
          <a:prstGeom prst="line">
            <a:avLst/>
          </a:prstGeom>
          <a:noFill/>
          <a:ln w="25400">
            <a:solidFill>
              <a:srgbClr val="168B83"/>
            </a:solidFill>
            <a:prstDash val="solid"/>
            <a:headEnd type="none"/>
            <a:tailEnd type="none"/>
          </a:ln>
        </p:spPr>
      </p:sp>
      <p:sp>
        <p:nvSpPr>
          <p:cNvPr id="256" name="Shape 254"/>
          <p:cNvSpPr/>
          <p:nvPr/>
        </p:nvSpPr>
        <p:spPr>
          <a:xfrm>
            <a:off x="10049256" y="2341339"/>
            <a:ext cx="176480" cy="0"/>
          </a:xfrm>
          <a:prstGeom prst="line">
            <a:avLst/>
          </a:prstGeom>
          <a:noFill/>
          <a:ln w="25400">
            <a:solidFill>
              <a:srgbClr val="168B83"/>
            </a:solidFill>
            <a:prstDash val="solid"/>
            <a:headEnd type="none"/>
            <a:tailEnd type="none"/>
          </a:ln>
        </p:spPr>
      </p:sp>
      <p:sp>
        <p:nvSpPr>
          <p:cNvPr id="257" name="Shape 255"/>
          <p:cNvSpPr/>
          <p:nvPr/>
        </p:nvSpPr>
        <p:spPr>
          <a:xfrm>
            <a:off x="10222992" y="2328311"/>
            <a:ext cx="0" cy="15771"/>
          </a:xfrm>
          <a:prstGeom prst="line">
            <a:avLst/>
          </a:prstGeom>
          <a:noFill/>
          <a:ln w="25400">
            <a:solidFill>
              <a:srgbClr val="168B83"/>
            </a:solidFill>
            <a:prstDash val="solid"/>
            <a:headEnd type="none"/>
            <a:tailEnd type="none"/>
          </a:ln>
        </p:spPr>
      </p:sp>
      <p:sp>
        <p:nvSpPr>
          <p:cNvPr id="258" name="Shape 256"/>
          <p:cNvSpPr/>
          <p:nvPr/>
        </p:nvSpPr>
        <p:spPr>
          <a:xfrm>
            <a:off x="10222992" y="2331054"/>
            <a:ext cx="176480" cy="0"/>
          </a:xfrm>
          <a:prstGeom prst="line">
            <a:avLst/>
          </a:prstGeom>
          <a:noFill/>
          <a:ln w="25400">
            <a:solidFill>
              <a:srgbClr val="168B83"/>
            </a:solidFill>
            <a:prstDash val="solid"/>
            <a:headEnd type="none"/>
            <a:tailEnd type="none"/>
          </a:ln>
        </p:spPr>
      </p:sp>
      <p:sp>
        <p:nvSpPr>
          <p:cNvPr id="259" name="Shape 257"/>
          <p:cNvSpPr/>
          <p:nvPr/>
        </p:nvSpPr>
        <p:spPr>
          <a:xfrm>
            <a:off x="10396728" y="2315778"/>
            <a:ext cx="0" cy="18020"/>
          </a:xfrm>
          <a:prstGeom prst="line">
            <a:avLst/>
          </a:prstGeom>
          <a:noFill/>
          <a:ln w="25400">
            <a:solidFill>
              <a:srgbClr val="168B83"/>
            </a:solidFill>
            <a:prstDash val="solid"/>
            <a:headEnd type="none"/>
            <a:tailEnd type="none"/>
          </a:ln>
        </p:spPr>
      </p:sp>
      <p:sp>
        <p:nvSpPr>
          <p:cNvPr id="260" name="Shape 258"/>
          <p:cNvSpPr/>
          <p:nvPr/>
        </p:nvSpPr>
        <p:spPr>
          <a:xfrm>
            <a:off x="10396728" y="2318521"/>
            <a:ext cx="176479" cy="0"/>
          </a:xfrm>
          <a:prstGeom prst="line">
            <a:avLst/>
          </a:prstGeom>
          <a:noFill/>
          <a:ln w="25400">
            <a:solidFill>
              <a:srgbClr val="168B83"/>
            </a:solidFill>
            <a:prstDash val="solid"/>
            <a:headEnd type="none"/>
            <a:tailEnd type="none"/>
          </a:ln>
        </p:spPr>
      </p:sp>
      <p:sp>
        <p:nvSpPr>
          <p:cNvPr id="261" name="Shape 259"/>
          <p:cNvSpPr/>
          <p:nvPr/>
        </p:nvSpPr>
        <p:spPr>
          <a:xfrm>
            <a:off x="10570464" y="2300779"/>
            <a:ext cx="0" cy="20485"/>
          </a:xfrm>
          <a:prstGeom prst="line">
            <a:avLst/>
          </a:prstGeom>
          <a:noFill/>
          <a:ln w="25400">
            <a:solidFill>
              <a:srgbClr val="168B83"/>
            </a:solidFill>
            <a:prstDash val="solid"/>
            <a:headEnd type="none"/>
            <a:tailEnd type="none"/>
          </a:ln>
        </p:spPr>
      </p:sp>
      <p:sp>
        <p:nvSpPr>
          <p:cNvPr id="262" name="Shape 260"/>
          <p:cNvSpPr/>
          <p:nvPr/>
        </p:nvSpPr>
        <p:spPr>
          <a:xfrm>
            <a:off x="10570464" y="2303522"/>
            <a:ext cx="176480" cy="0"/>
          </a:xfrm>
          <a:prstGeom prst="line">
            <a:avLst/>
          </a:prstGeom>
          <a:noFill/>
          <a:ln w="25400">
            <a:solidFill>
              <a:srgbClr val="168B83"/>
            </a:solidFill>
            <a:prstDash val="solid"/>
            <a:headEnd type="none"/>
            <a:tailEnd type="none"/>
          </a:ln>
        </p:spPr>
      </p:sp>
      <p:sp>
        <p:nvSpPr>
          <p:cNvPr id="263" name="Shape 261"/>
          <p:cNvSpPr/>
          <p:nvPr/>
        </p:nvSpPr>
        <p:spPr>
          <a:xfrm>
            <a:off x="10744200" y="2283412"/>
            <a:ext cx="0" cy="22853"/>
          </a:xfrm>
          <a:prstGeom prst="line">
            <a:avLst/>
          </a:prstGeom>
          <a:noFill/>
          <a:ln w="25400">
            <a:solidFill>
              <a:srgbClr val="168B83"/>
            </a:solidFill>
            <a:prstDash val="solid"/>
            <a:headEnd type="none"/>
            <a:tailEnd type="none"/>
          </a:ln>
        </p:spPr>
      </p:sp>
      <p:sp>
        <p:nvSpPr>
          <p:cNvPr id="264" name="Shape 262"/>
          <p:cNvSpPr/>
          <p:nvPr/>
        </p:nvSpPr>
        <p:spPr>
          <a:xfrm>
            <a:off x="10744200" y="2286155"/>
            <a:ext cx="176480" cy="0"/>
          </a:xfrm>
          <a:prstGeom prst="line">
            <a:avLst/>
          </a:prstGeom>
          <a:noFill/>
          <a:ln w="25400">
            <a:solidFill>
              <a:srgbClr val="168B83"/>
            </a:solidFill>
            <a:prstDash val="solid"/>
            <a:headEnd type="none"/>
            <a:tailEnd type="none"/>
          </a:ln>
        </p:spPr>
      </p:sp>
      <p:sp>
        <p:nvSpPr>
          <p:cNvPr id="265" name="Shape 263"/>
          <p:cNvSpPr/>
          <p:nvPr/>
        </p:nvSpPr>
        <p:spPr>
          <a:xfrm>
            <a:off x="10917936" y="2265111"/>
            <a:ext cx="0" cy="23788"/>
          </a:xfrm>
          <a:prstGeom prst="line">
            <a:avLst/>
          </a:prstGeom>
          <a:noFill/>
          <a:ln w="25400">
            <a:solidFill>
              <a:srgbClr val="168B83"/>
            </a:solidFill>
            <a:prstDash val="solid"/>
            <a:headEnd type="none"/>
            <a:tailEnd type="none"/>
          </a:ln>
        </p:spPr>
      </p:sp>
      <p:sp>
        <p:nvSpPr>
          <p:cNvPr id="266" name="Shape 264"/>
          <p:cNvSpPr/>
          <p:nvPr/>
        </p:nvSpPr>
        <p:spPr>
          <a:xfrm>
            <a:off x="10917936" y="2267854"/>
            <a:ext cx="176479" cy="0"/>
          </a:xfrm>
          <a:prstGeom prst="line">
            <a:avLst/>
          </a:prstGeom>
          <a:noFill/>
          <a:ln w="25400">
            <a:solidFill>
              <a:srgbClr val="168B83"/>
            </a:solidFill>
            <a:prstDash val="solid"/>
            <a:headEnd type="none"/>
            <a:tailEnd type="none"/>
          </a:ln>
        </p:spPr>
      </p:sp>
      <p:sp>
        <p:nvSpPr>
          <p:cNvPr id="267" name="Shape 265"/>
          <p:cNvSpPr/>
          <p:nvPr/>
        </p:nvSpPr>
        <p:spPr>
          <a:xfrm>
            <a:off x="11091672" y="2247666"/>
            <a:ext cx="0" cy="22931"/>
          </a:xfrm>
          <a:prstGeom prst="line">
            <a:avLst/>
          </a:prstGeom>
          <a:noFill/>
          <a:ln w="25400">
            <a:solidFill>
              <a:srgbClr val="168B83"/>
            </a:solidFill>
            <a:prstDash val="solid"/>
            <a:headEnd type="none"/>
            <a:tailEnd type="none"/>
          </a:ln>
        </p:spPr>
      </p:sp>
      <p:sp>
        <p:nvSpPr>
          <p:cNvPr id="268" name="Shape 266"/>
          <p:cNvSpPr/>
          <p:nvPr/>
        </p:nvSpPr>
        <p:spPr>
          <a:xfrm>
            <a:off x="11091672" y="2250409"/>
            <a:ext cx="176480" cy="0"/>
          </a:xfrm>
          <a:prstGeom prst="line">
            <a:avLst/>
          </a:prstGeom>
          <a:noFill/>
          <a:ln w="25400">
            <a:solidFill>
              <a:srgbClr val="168B83"/>
            </a:solidFill>
            <a:prstDash val="solid"/>
            <a:headEnd type="none"/>
            <a:tailEnd type="none"/>
          </a:ln>
        </p:spPr>
      </p:sp>
      <p:sp>
        <p:nvSpPr>
          <p:cNvPr id="269" name="Shape 267"/>
          <p:cNvSpPr/>
          <p:nvPr/>
        </p:nvSpPr>
        <p:spPr>
          <a:xfrm>
            <a:off x="11265408" y="2233380"/>
            <a:ext cx="0" cy="19772"/>
          </a:xfrm>
          <a:prstGeom prst="line">
            <a:avLst/>
          </a:prstGeom>
          <a:noFill/>
          <a:ln w="25400">
            <a:solidFill>
              <a:srgbClr val="168B83"/>
            </a:solidFill>
            <a:prstDash val="solid"/>
            <a:headEnd type="none"/>
            <a:tailEnd type="none"/>
          </a:ln>
        </p:spPr>
      </p:sp>
      <p:sp>
        <p:nvSpPr>
          <p:cNvPr id="270" name="Shape 268"/>
          <p:cNvSpPr/>
          <p:nvPr/>
        </p:nvSpPr>
        <p:spPr>
          <a:xfrm>
            <a:off x="3429000" y="1792224"/>
            <a:ext cx="256032" cy="0"/>
          </a:xfrm>
          <a:prstGeom prst="line">
            <a:avLst/>
          </a:prstGeom>
          <a:noFill/>
          <a:ln w="27940">
            <a:solidFill>
              <a:srgbClr val="168B83"/>
            </a:solidFill>
            <a:prstDash val="solid"/>
          </a:ln>
        </p:spPr>
      </p:sp>
      <p:sp>
        <p:nvSpPr>
          <p:cNvPr id="271" name="Text 269"/>
          <p:cNvSpPr/>
          <p:nvPr/>
        </p:nvSpPr>
        <p:spPr>
          <a:xfrm>
            <a:off x="3758184" y="1719072"/>
            <a:ext cx="2011680"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DENSITY</a:t>
            </a:r>
            <a:endParaRPr lang="en-US" sz="920" dirty="0"/>
          </a:p>
        </p:txBody>
      </p:sp>
      <p:sp>
        <p:nvSpPr>
          <p:cNvPr id="272" name="Shape 270"/>
          <p:cNvSpPr/>
          <p:nvPr/>
        </p:nvSpPr>
        <p:spPr>
          <a:xfrm>
            <a:off x="841248" y="2238126"/>
            <a:ext cx="176480" cy="0"/>
          </a:xfrm>
          <a:prstGeom prst="line">
            <a:avLst/>
          </a:prstGeom>
          <a:noFill/>
          <a:ln w="25400">
            <a:solidFill>
              <a:srgbClr val="C44F4F"/>
            </a:solidFill>
            <a:prstDash val="solid"/>
            <a:headEnd type="none"/>
            <a:tailEnd type="none"/>
          </a:ln>
        </p:spPr>
      </p:sp>
      <p:sp>
        <p:nvSpPr>
          <p:cNvPr id="273" name="Shape 271"/>
          <p:cNvSpPr/>
          <p:nvPr/>
        </p:nvSpPr>
        <p:spPr>
          <a:xfrm>
            <a:off x="1014984" y="2235382"/>
            <a:ext cx="0" cy="36583"/>
          </a:xfrm>
          <a:prstGeom prst="line">
            <a:avLst/>
          </a:prstGeom>
          <a:noFill/>
          <a:ln w="25400">
            <a:solidFill>
              <a:srgbClr val="C44F4F"/>
            </a:solidFill>
            <a:prstDash val="solid"/>
            <a:headEnd type="none"/>
            <a:tailEnd type="none"/>
          </a:ln>
        </p:spPr>
      </p:sp>
      <p:sp>
        <p:nvSpPr>
          <p:cNvPr id="274" name="Shape 272"/>
          <p:cNvSpPr/>
          <p:nvPr/>
        </p:nvSpPr>
        <p:spPr>
          <a:xfrm>
            <a:off x="1014984" y="2269222"/>
            <a:ext cx="176479" cy="0"/>
          </a:xfrm>
          <a:prstGeom prst="line">
            <a:avLst/>
          </a:prstGeom>
          <a:noFill/>
          <a:ln w="25400">
            <a:solidFill>
              <a:srgbClr val="C44F4F"/>
            </a:solidFill>
            <a:prstDash val="solid"/>
            <a:headEnd type="none"/>
            <a:tailEnd type="none"/>
          </a:ln>
        </p:spPr>
      </p:sp>
      <p:sp>
        <p:nvSpPr>
          <p:cNvPr id="275" name="Shape 273"/>
          <p:cNvSpPr/>
          <p:nvPr/>
        </p:nvSpPr>
        <p:spPr>
          <a:xfrm>
            <a:off x="1188720" y="2266479"/>
            <a:ext cx="0" cy="53697"/>
          </a:xfrm>
          <a:prstGeom prst="line">
            <a:avLst/>
          </a:prstGeom>
          <a:noFill/>
          <a:ln w="25400">
            <a:solidFill>
              <a:srgbClr val="C44F4F"/>
            </a:solidFill>
            <a:prstDash val="solid"/>
            <a:headEnd type="none"/>
            <a:tailEnd type="none"/>
          </a:ln>
        </p:spPr>
      </p:sp>
      <p:sp>
        <p:nvSpPr>
          <p:cNvPr id="276" name="Shape 274"/>
          <p:cNvSpPr/>
          <p:nvPr/>
        </p:nvSpPr>
        <p:spPr>
          <a:xfrm>
            <a:off x="1188720" y="2317433"/>
            <a:ext cx="176480" cy="0"/>
          </a:xfrm>
          <a:prstGeom prst="line">
            <a:avLst/>
          </a:prstGeom>
          <a:noFill/>
          <a:ln w="25400">
            <a:solidFill>
              <a:srgbClr val="C44F4F"/>
            </a:solidFill>
            <a:prstDash val="solid"/>
            <a:headEnd type="none"/>
            <a:tailEnd type="none"/>
          </a:ln>
        </p:spPr>
      </p:sp>
      <p:sp>
        <p:nvSpPr>
          <p:cNvPr id="277" name="Shape 275"/>
          <p:cNvSpPr/>
          <p:nvPr/>
        </p:nvSpPr>
        <p:spPr>
          <a:xfrm>
            <a:off x="1362456" y="2314689"/>
            <a:ext cx="0" cy="54375"/>
          </a:xfrm>
          <a:prstGeom prst="line">
            <a:avLst/>
          </a:prstGeom>
          <a:noFill/>
          <a:ln w="25400">
            <a:solidFill>
              <a:srgbClr val="C44F4F"/>
            </a:solidFill>
            <a:prstDash val="solid"/>
            <a:headEnd type="none"/>
            <a:tailEnd type="none"/>
          </a:ln>
        </p:spPr>
      </p:sp>
      <p:sp>
        <p:nvSpPr>
          <p:cNvPr id="278" name="Shape 276"/>
          <p:cNvSpPr/>
          <p:nvPr/>
        </p:nvSpPr>
        <p:spPr>
          <a:xfrm>
            <a:off x="1362456" y="2366321"/>
            <a:ext cx="176480" cy="0"/>
          </a:xfrm>
          <a:prstGeom prst="line">
            <a:avLst/>
          </a:prstGeom>
          <a:noFill/>
          <a:ln w="25400">
            <a:solidFill>
              <a:srgbClr val="C44F4F"/>
            </a:solidFill>
            <a:prstDash val="solid"/>
            <a:headEnd type="none"/>
            <a:tailEnd type="none"/>
          </a:ln>
        </p:spPr>
      </p:sp>
      <p:sp>
        <p:nvSpPr>
          <p:cNvPr id="279" name="Shape 277"/>
          <p:cNvSpPr/>
          <p:nvPr/>
        </p:nvSpPr>
        <p:spPr>
          <a:xfrm>
            <a:off x="1536192" y="2363578"/>
            <a:ext cx="0" cy="58541"/>
          </a:xfrm>
          <a:prstGeom prst="line">
            <a:avLst/>
          </a:prstGeom>
          <a:noFill/>
          <a:ln w="25400">
            <a:solidFill>
              <a:srgbClr val="C44F4F"/>
            </a:solidFill>
            <a:prstDash val="solid"/>
            <a:headEnd type="none"/>
            <a:tailEnd type="none"/>
          </a:ln>
        </p:spPr>
      </p:sp>
      <p:sp>
        <p:nvSpPr>
          <p:cNvPr id="280" name="Shape 278"/>
          <p:cNvSpPr/>
          <p:nvPr/>
        </p:nvSpPr>
        <p:spPr>
          <a:xfrm>
            <a:off x="1536192" y="2419375"/>
            <a:ext cx="176479" cy="0"/>
          </a:xfrm>
          <a:prstGeom prst="line">
            <a:avLst/>
          </a:prstGeom>
          <a:noFill/>
          <a:ln w="25400">
            <a:solidFill>
              <a:srgbClr val="C44F4F"/>
            </a:solidFill>
            <a:prstDash val="solid"/>
            <a:headEnd type="none"/>
            <a:tailEnd type="none"/>
          </a:ln>
        </p:spPr>
      </p:sp>
      <p:sp>
        <p:nvSpPr>
          <p:cNvPr id="281" name="Shape 279"/>
          <p:cNvSpPr/>
          <p:nvPr/>
        </p:nvSpPr>
        <p:spPr>
          <a:xfrm>
            <a:off x="1709928" y="2416632"/>
            <a:ext cx="0" cy="58896"/>
          </a:xfrm>
          <a:prstGeom prst="line">
            <a:avLst/>
          </a:prstGeom>
          <a:noFill/>
          <a:ln w="25400">
            <a:solidFill>
              <a:srgbClr val="C44F4F"/>
            </a:solidFill>
            <a:prstDash val="solid"/>
            <a:headEnd type="none"/>
            <a:tailEnd type="none"/>
          </a:ln>
        </p:spPr>
      </p:sp>
      <p:sp>
        <p:nvSpPr>
          <p:cNvPr id="282" name="Shape 280"/>
          <p:cNvSpPr/>
          <p:nvPr/>
        </p:nvSpPr>
        <p:spPr>
          <a:xfrm>
            <a:off x="1709928" y="2472785"/>
            <a:ext cx="176480" cy="0"/>
          </a:xfrm>
          <a:prstGeom prst="line">
            <a:avLst/>
          </a:prstGeom>
          <a:noFill/>
          <a:ln w="25400">
            <a:solidFill>
              <a:srgbClr val="C44F4F"/>
            </a:solidFill>
            <a:prstDash val="solid"/>
            <a:headEnd type="none"/>
            <a:tailEnd type="none"/>
          </a:ln>
        </p:spPr>
      </p:sp>
      <p:sp>
        <p:nvSpPr>
          <p:cNvPr id="283" name="Shape 281"/>
          <p:cNvSpPr/>
          <p:nvPr/>
        </p:nvSpPr>
        <p:spPr>
          <a:xfrm>
            <a:off x="1883664" y="2470042"/>
            <a:ext cx="0" cy="59671"/>
          </a:xfrm>
          <a:prstGeom prst="line">
            <a:avLst/>
          </a:prstGeom>
          <a:noFill/>
          <a:ln w="25400">
            <a:solidFill>
              <a:srgbClr val="C44F4F"/>
            </a:solidFill>
            <a:prstDash val="solid"/>
            <a:headEnd type="none"/>
            <a:tailEnd type="none"/>
          </a:ln>
        </p:spPr>
      </p:sp>
      <p:sp>
        <p:nvSpPr>
          <p:cNvPr id="284" name="Shape 282"/>
          <p:cNvSpPr/>
          <p:nvPr/>
        </p:nvSpPr>
        <p:spPr>
          <a:xfrm>
            <a:off x="1883664" y="2526969"/>
            <a:ext cx="176480" cy="0"/>
          </a:xfrm>
          <a:prstGeom prst="line">
            <a:avLst/>
          </a:prstGeom>
          <a:noFill/>
          <a:ln w="25400">
            <a:solidFill>
              <a:srgbClr val="C44F4F"/>
            </a:solidFill>
            <a:prstDash val="solid"/>
            <a:headEnd type="none"/>
            <a:tailEnd type="none"/>
          </a:ln>
        </p:spPr>
      </p:sp>
      <p:sp>
        <p:nvSpPr>
          <p:cNvPr id="285" name="Shape 283"/>
          <p:cNvSpPr/>
          <p:nvPr/>
        </p:nvSpPr>
        <p:spPr>
          <a:xfrm>
            <a:off x="2057400" y="2524226"/>
            <a:ext cx="0" cy="64224"/>
          </a:xfrm>
          <a:prstGeom prst="line">
            <a:avLst/>
          </a:prstGeom>
          <a:noFill/>
          <a:ln w="25400">
            <a:solidFill>
              <a:srgbClr val="C44F4F"/>
            </a:solidFill>
            <a:prstDash val="solid"/>
            <a:headEnd type="none"/>
            <a:tailEnd type="none"/>
          </a:ln>
        </p:spPr>
      </p:sp>
      <p:sp>
        <p:nvSpPr>
          <p:cNvPr id="286" name="Shape 284"/>
          <p:cNvSpPr/>
          <p:nvPr/>
        </p:nvSpPr>
        <p:spPr>
          <a:xfrm>
            <a:off x="2057400" y="2585707"/>
            <a:ext cx="176479" cy="0"/>
          </a:xfrm>
          <a:prstGeom prst="line">
            <a:avLst/>
          </a:prstGeom>
          <a:noFill/>
          <a:ln w="25400">
            <a:solidFill>
              <a:srgbClr val="C44F4F"/>
            </a:solidFill>
            <a:prstDash val="solid"/>
            <a:headEnd type="none"/>
            <a:tailEnd type="none"/>
          </a:ln>
        </p:spPr>
      </p:sp>
      <p:sp>
        <p:nvSpPr>
          <p:cNvPr id="287" name="Shape 285"/>
          <p:cNvSpPr/>
          <p:nvPr/>
        </p:nvSpPr>
        <p:spPr>
          <a:xfrm>
            <a:off x="2231136" y="2582963"/>
            <a:ext cx="0" cy="65709"/>
          </a:xfrm>
          <a:prstGeom prst="line">
            <a:avLst/>
          </a:prstGeom>
          <a:noFill/>
          <a:ln w="25400">
            <a:solidFill>
              <a:srgbClr val="C44F4F"/>
            </a:solidFill>
            <a:prstDash val="solid"/>
            <a:headEnd type="none"/>
            <a:tailEnd type="none"/>
          </a:ln>
        </p:spPr>
      </p:sp>
      <p:sp>
        <p:nvSpPr>
          <p:cNvPr id="288" name="Shape 286"/>
          <p:cNvSpPr/>
          <p:nvPr/>
        </p:nvSpPr>
        <p:spPr>
          <a:xfrm>
            <a:off x="2231136" y="2645929"/>
            <a:ext cx="176480" cy="0"/>
          </a:xfrm>
          <a:prstGeom prst="line">
            <a:avLst/>
          </a:prstGeom>
          <a:noFill/>
          <a:ln w="25400">
            <a:solidFill>
              <a:srgbClr val="C44F4F"/>
            </a:solidFill>
            <a:prstDash val="solid"/>
            <a:headEnd type="none"/>
            <a:tailEnd type="none"/>
          </a:ln>
        </p:spPr>
      </p:sp>
      <p:sp>
        <p:nvSpPr>
          <p:cNvPr id="289" name="Shape 287"/>
          <p:cNvSpPr/>
          <p:nvPr/>
        </p:nvSpPr>
        <p:spPr>
          <a:xfrm>
            <a:off x="2404872" y="2643186"/>
            <a:ext cx="0" cy="66452"/>
          </a:xfrm>
          <a:prstGeom prst="line">
            <a:avLst/>
          </a:prstGeom>
          <a:noFill/>
          <a:ln w="25400">
            <a:solidFill>
              <a:srgbClr val="C44F4F"/>
            </a:solidFill>
            <a:prstDash val="solid"/>
            <a:headEnd type="none"/>
            <a:tailEnd type="none"/>
          </a:ln>
        </p:spPr>
      </p:sp>
      <p:sp>
        <p:nvSpPr>
          <p:cNvPr id="290" name="Shape 288"/>
          <p:cNvSpPr/>
          <p:nvPr/>
        </p:nvSpPr>
        <p:spPr>
          <a:xfrm>
            <a:off x="2404872" y="2706895"/>
            <a:ext cx="176480" cy="0"/>
          </a:xfrm>
          <a:prstGeom prst="line">
            <a:avLst/>
          </a:prstGeom>
          <a:noFill/>
          <a:ln w="25400">
            <a:solidFill>
              <a:srgbClr val="C44F4F"/>
            </a:solidFill>
            <a:prstDash val="solid"/>
            <a:headEnd type="none"/>
            <a:tailEnd type="none"/>
          </a:ln>
        </p:spPr>
      </p:sp>
      <p:sp>
        <p:nvSpPr>
          <p:cNvPr id="291" name="Shape 289"/>
          <p:cNvSpPr/>
          <p:nvPr/>
        </p:nvSpPr>
        <p:spPr>
          <a:xfrm>
            <a:off x="2578608" y="2704152"/>
            <a:ext cx="0" cy="69229"/>
          </a:xfrm>
          <a:prstGeom prst="line">
            <a:avLst/>
          </a:prstGeom>
          <a:noFill/>
          <a:ln w="25400">
            <a:solidFill>
              <a:srgbClr val="C44F4F"/>
            </a:solidFill>
            <a:prstDash val="solid"/>
            <a:headEnd type="none"/>
            <a:tailEnd type="none"/>
          </a:ln>
        </p:spPr>
      </p:sp>
      <p:sp>
        <p:nvSpPr>
          <p:cNvPr id="292" name="Shape 290"/>
          <p:cNvSpPr/>
          <p:nvPr/>
        </p:nvSpPr>
        <p:spPr>
          <a:xfrm>
            <a:off x="2578608" y="2770638"/>
            <a:ext cx="176479" cy="0"/>
          </a:xfrm>
          <a:prstGeom prst="line">
            <a:avLst/>
          </a:prstGeom>
          <a:noFill/>
          <a:ln w="25400">
            <a:solidFill>
              <a:srgbClr val="C44F4F"/>
            </a:solidFill>
            <a:prstDash val="solid"/>
            <a:headEnd type="none"/>
            <a:tailEnd type="none"/>
          </a:ln>
        </p:spPr>
      </p:sp>
      <p:sp>
        <p:nvSpPr>
          <p:cNvPr id="293" name="Shape 291"/>
          <p:cNvSpPr/>
          <p:nvPr/>
        </p:nvSpPr>
        <p:spPr>
          <a:xfrm>
            <a:off x="2752344" y="2767894"/>
            <a:ext cx="0" cy="67065"/>
          </a:xfrm>
          <a:prstGeom prst="line">
            <a:avLst/>
          </a:prstGeom>
          <a:noFill/>
          <a:ln w="25400">
            <a:solidFill>
              <a:srgbClr val="C44F4F"/>
            </a:solidFill>
            <a:prstDash val="solid"/>
            <a:headEnd type="none"/>
            <a:tailEnd type="none"/>
          </a:ln>
        </p:spPr>
      </p:sp>
      <p:sp>
        <p:nvSpPr>
          <p:cNvPr id="294" name="Shape 292"/>
          <p:cNvSpPr/>
          <p:nvPr/>
        </p:nvSpPr>
        <p:spPr>
          <a:xfrm>
            <a:off x="2752344" y="2832217"/>
            <a:ext cx="176480" cy="0"/>
          </a:xfrm>
          <a:prstGeom prst="line">
            <a:avLst/>
          </a:prstGeom>
          <a:noFill/>
          <a:ln w="25400">
            <a:solidFill>
              <a:srgbClr val="C44F4F"/>
            </a:solidFill>
            <a:prstDash val="solid"/>
            <a:headEnd type="none"/>
            <a:tailEnd type="none"/>
          </a:ln>
        </p:spPr>
      </p:sp>
      <p:sp>
        <p:nvSpPr>
          <p:cNvPr id="295" name="Shape 293"/>
          <p:cNvSpPr/>
          <p:nvPr/>
        </p:nvSpPr>
        <p:spPr>
          <a:xfrm>
            <a:off x="2926080" y="2829473"/>
            <a:ext cx="0" cy="65580"/>
          </a:xfrm>
          <a:prstGeom prst="line">
            <a:avLst/>
          </a:prstGeom>
          <a:noFill/>
          <a:ln w="25400">
            <a:solidFill>
              <a:srgbClr val="C44F4F"/>
            </a:solidFill>
            <a:prstDash val="solid"/>
            <a:headEnd type="none"/>
            <a:tailEnd type="none"/>
          </a:ln>
        </p:spPr>
      </p:sp>
      <p:sp>
        <p:nvSpPr>
          <p:cNvPr id="296" name="Shape 294"/>
          <p:cNvSpPr/>
          <p:nvPr/>
        </p:nvSpPr>
        <p:spPr>
          <a:xfrm>
            <a:off x="2926080" y="2892310"/>
            <a:ext cx="176480" cy="0"/>
          </a:xfrm>
          <a:prstGeom prst="line">
            <a:avLst/>
          </a:prstGeom>
          <a:noFill/>
          <a:ln w="25400">
            <a:solidFill>
              <a:srgbClr val="C44F4F"/>
            </a:solidFill>
            <a:prstDash val="solid"/>
            <a:headEnd type="none"/>
            <a:tailEnd type="none"/>
          </a:ln>
        </p:spPr>
      </p:sp>
      <p:sp>
        <p:nvSpPr>
          <p:cNvPr id="297" name="Shape 295"/>
          <p:cNvSpPr/>
          <p:nvPr/>
        </p:nvSpPr>
        <p:spPr>
          <a:xfrm>
            <a:off x="3099816" y="2889567"/>
            <a:ext cx="0" cy="65451"/>
          </a:xfrm>
          <a:prstGeom prst="line">
            <a:avLst/>
          </a:prstGeom>
          <a:noFill/>
          <a:ln w="25400">
            <a:solidFill>
              <a:srgbClr val="C44F4F"/>
            </a:solidFill>
            <a:prstDash val="solid"/>
            <a:headEnd type="none"/>
            <a:tailEnd type="none"/>
          </a:ln>
        </p:spPr>
      </p:sp>
      <p:sp>
        <p:nvSpPr>
          <p:cNvPr id="298" name="Shape 296"/>
          <p:cNvSpPr/>
          <p:nvPr/>
        </p:nvSpPr>
        <p:spPr>
          <a:xfrm>
            <a:off x="3099816" y="2952275"/>
            <a:ext cx="176479" cy="0"/>
          </a:xfrm>
          <a:prstGeom prst="line">
            <a:avLst/>
          </a:prstGeom>
          <a:noFill/>
          <a:ln w="25400">
            <a:solidFill>
              <a:srgbClr val="C44F4F"/>
            </a:solidFill>
            <a:prstDash val="solid"/>
            <a:headEnd type="none"/>
            <a:tailEnd type="none"/>
          </a:ln>
        </p:spPr>
      </p:sp>
      <p:sp>
        <p:nvSpPr>
          <p:cNvPr id="299" name="Shape 297"/>
          <p:cNvSpPr/>
          <p:nvPr/>
        </p:nvSpPr>
        <p:spPr>
          <a:xfrm>
            <a:off x="3273552" y="2949532"/>
            <a:ext cx="0" cy="62803"/>
          </a:xfrm>
          <a:prstGeom prst="line">
            <a:avLst/>
          </a:prstGeom>
          <a:noFill/>
          <a:ln w="25400">
            <a:solidFill>
              <a:srgbClr val="C44F4F"/>
            </a:solidFill>
            <a:prstDash val="solid"/>
            <a:headEnd type="none"/>
            <a:tailEnd type="none"/>
          </a:ln>
        </p:spPr>
      </p:sp>
      <p:sp>
        <p:nvSpPr>
          <p:cNvPr id="300" name="Shape 298"/>
          <p:cNvSpPr/>
          <p:nvPr/>
        </p:nvSpPr>
        <p:spPr>
          <a:xfrm>
            <a:off x="3273552" y="3009591"/>
            <a:ext cx="176480" cy="0"/>
          </a:xfrm>
          <a:prstGeom prst="line">
            <a:avLst/>
          </a:prstGeom>
          <a:noFill/>
          <a:ln w="25400">
            <a:solidFill>
              <a:srgbClr val="C44F4F"/>
            </a:solidFill>
            <a:prstDash val="solid"/>
            <a:headEnd type="none"/>
            <a:tailEnd type="none"/>
          </a:ln>
        </p:spPr>
      </p:sp>
      <p:sp>
        <p:nvSpPr>
          <p:cNvPr id="301" name="Shape 299"/>
          <p:cNvSpPr/>
          <p:nvPr/>
        </p:nvSpPr>
        <p:spPr>
          <a:xfrm>
            <a:off x="3447288" y="3006848"/>
            <a:ext cx="0" cy="60091"/>
          </a:xfrm>
          <a:prstGeom prst="line">
            <a:avLst/>
          </a:prstGeom>
          <a:noFill/>
          <a:ln w="25400">
            <a:solidFill>
              <a:srgbClr val="C44F4F"/>
            </a:solidFill>
            <a:prstDash val="solid"/>
            <a:headEnd type="none"/>
            <a:tailEnd type="none"/>
          </a:ln>
        </p:spPr>
      </p:sp>
      <p:sp>
        <p:nvSpPr>
          <p:cNvPr id="302" name="Shape 300"/>
          <p:cNvSpPr/>
          <p:nvPr/>
        </p:nvSpPr>
        <p:spPr>
          <a:xfrm>
            <a:off x="3447288" y="3064196"/>
            <a:ext cx="176480" cy="0"/>
          </a:xfrm>
          <a:prstGeom prst="line">
            <a:avLst/>
          </a:prstGeom>
          <a:noFill/>
          <a:ln w="25400">
            <a:solidFill>
              <a:srgbClr val="C44F4F"/>
            </a:solidFill>
            <a:prstDash val="solid"/>
            <a:headEnd type="none"/>
            <a:tailEnd type="none"/>
          </a:ln>
        </p:spPr>
      </p:sp>
      <p:sp>
        <p:nvSpPr>
          <p:cNvPr id="303" name="Shape 301"/>
          <p:cNvSpPr/>
          <p:nvPr/>
        </p:nvSpPr>
        <p:spPr>
          <a:xfrm>
            <a:off x="3621024" y="3061452"/>
            <a:ext cx="0" cy="58637"/>
          </a:xfrm>
          <a:prstGeom prst="line">
            <a:avLst/>
          </a:prstGeom>
          <a:noFill/>
          <a:ln w="25400">
            <a:solidFill>
              <a:srgbClr val="C44F4F"/>
            </a:solidFill>
            <a:prstDash val="solid"/>
            <a:headEnd type="none"/>
            <a:tailEnd type="none"/>
          </a:ln>
        </p:spPr>
      </p:sp>
      <p:sp>
        <p:nvSpPr>
          <p:cNvPr id="304" name="Shape 302"/>
          <p:cNvSpPr/>
          <p:nvPr/>
        </p:nvSpPr>
        <p:spPr>
          <a:xfrm>
            <a:off x="3621024" y="3117347"/>
            <a:ext cx="176479" cy="0"/>
          </a:xfrm>
          <a:prstGeom prst="line">
            <a:avLst/>
          </a:prstGeom>
          <a:noFill/>
          <a:ln w="25400">
            <a:solidFill>
              <a:srgbClr val="C44F4F"/>
            </a:solidFill>
            <a:prstDash val="solid"/>
            <a:headEnd type="none"/>
            <a:tailEnd type="none"/>
          </a:ln>
        </p:spPr>
      </p:sp>
      <p:sp>
        <p:nvSpPr>
          <p:cNvPr id="305" name="Shape 303"/>
          <p:cNvSpPr/>
          <p:nvPr/>
        </p:nvSpPr>
        <p:spPr>
          <a:xfrm>
            <a:off x="3794760" y="3114603"/>
            <a:ext cx="0" cy="54246"/>
          </a:xfrm>
          <a:prstGeom prst="line">
            <a:avLst/>
          </a:prstGeom>
          <a:noFill/>
          <a:ln w="25400">
            <a:solidFill>
              <a:srgbClr val="C44F4F"/>
            </a:solidFill>
            <a:prstDash val="solid"/>
            <a:headEnd type="none"/>
            <a:tailEnd type="none"/>
          </a:ln>
        </p:spPr>
      </p:sp>
      <p:sp>
        <p:nvSpPr>
          <p:cNvPr id="306" name="Shape 304"/>
          <p:cNvSpPr/>
          <p:nvPr/>
        </p:nvSpPr>
        <p:spPr>
          <a:xfrm>
            <a:off x="3794760" y="3166106"/>
            <a:ext cx="176480" cy="0"/>
          </a:xfrm>
          <a:prstGeom prst="line">
            <a:avLst/>
          </a:prstGeom>
          <a:noFill/>
          <a:ln w="25400">
            <a:solidFill>
              <a:srgbClr val="C44F4F"/>
            </a:solidFill>
            <a:prstDash val="solid"/>
            <a:headEnd type="none"/>
            <a:tailEnd type="none"/>
          </a:ln>
        </p:spPr>
      </p:sp>
      <p:sp>
        <p:nvSpPr>
          <p:cNvPr id="307" name="Shape 305"/>
          <p:cNvSpPr/>
          <p:nvPr/>
        </p:nvSpPr>
        <p:spPr>
          <a:xfrm>
            <a:off x="3968496" y="3163363"/>
            <a:ext cx="0" cy="52082"/>
          </a:xfrm>
          <a:prstGeom prst="line">
            <a:avLst/>
          </a:prstGeom>
          <a:noFill/>
          <a:ln w="25400">
            <a:solidFill>
              <a:srgbClr val="C44F4F"/>
            </a:solidFill>
            <a:prstDash val="solid"/>
            <a:headEnd type="none"/>
            <a:tailEnd type="none"/>
          </a:ln>
        </p:spPr>
      </p:sp>
      <p:sp>
        <p:nvSpPr>
          <p:cNvPr id="308" name="Shape 306"/>
          <p:cNvSpPr/>
          <p:nvPr/>
        </p:nvSpPr>
        <p:spPr>
          <a:xfrm>
            <a:off x="3968496" y="3212702"/>
            <a:ext cx="176480" cy="0"/>
          </a:xfrm>
          <a:prstGeom prst="line">
            <a:avLst/>
          </a:prstGeom>
          <a:noFill/>
          <a:ln w="25400">
            <a:solidFill>
              <a:srgbClr val="C44F4F"/>
            </a:solidFill>
            <a:prstDash val="solid"/>
            <a:headEnd type="none"/>
            <a:tailEnd type="none"/>
          </a:ln>
        </p:spPr>
      </p:sp>
      <p:sp>
        <p:nvSpPr>
          <p:cNvPr id="309" name="Shape 307"/>
          <p:cNvSpPr/>
          <p:nvPr/>
        </p:nvSpPr>
        <p:spPr>
          <a:xfrm>
            <a:off x="4142232" y="3209959"/>
            <a:ext cx="0" cy="53794"/>
          </a:xfrm>
          <a:prstGeom prst="line">
            <a:avLst/>
          </a:prstGeom>
          <a:noFill/>
          <a:ln w="25400">
            <a:solidFill>
              <a:srgbClr val="C44F4F"/>
            </a:solidFill>
            <a:prstDash val="solid"/>
            <a:headEnd type="none"/>
            <a:tailEnd type="none"/>
          </a:ln>
        </p:spPr>
      </p:sp>
      <p:sp>
        <p:nvSpPr>
          <p:cNvPr id="310" name="Shape 308"/>
          <p:cNvSpPr/>
          <p:nvPr/>
        </p:nvSpPr>
        <p:spPr>
          <a:xfrm>
            <a:off x="4142232" y="3261010"/>
            <a:ext cx="176479" cy="0"/>
          </a:xfrm>
          <a:prstGeom prst="line">
            <a:avLst/>
          </a:prstGeom>
          <a:noFill/>
          <a:ln w="25400">
            <a:solidFill>
              <a:srgbClr val="C44F4F"/>
            </a:solidFill>
            <a:prstDash val="solid"/>
            <a:headEnd type="none"/>
            <a:tailEnd type="none"/>
          </a:ln>
        </p:spPr>
      </p:sp>
      <p:sp>
        <p:nvSpPr>
          <p:cNvPr id="311" name="Shape 309"/>
          <p:cNvSpPr/>
          <p:nvPr/>
        </p:nvSpPr>
        <p:spPr>
          <a:xfrm>
            <a:off x="4315968" y="3258266"/>
            <a:ext cx="0" cy="56732"/>
          </a:xfrm>
          <a:prstGeom prst="line">
            <a:avLst/>
          </a:prstGeom>
          <a:noFill/>
          <a:ln w="25400">
            <a:solidFill>
              <a:srgbClr val="C44F4F"/>
            </a:solidFill>
            <a:prstDash val="solid"/>
            <a:headEnd type="none"/>
            <a:tailEnd type="none"/>
          </a:ln>
        </p:spPr>
      </p:sp>
      <p:sp>
        <p:nvSpPr>
          <p:cNvPr id="312" name="Shape 310"/>
          <p:cNvSpPr/>
          <p:nvPr/>
        </p:nvSpPr>
        <p:spPr>
          <a:xfrm>
            <a:off x="4315968" y="3312255"/>
            <a:ext cx="176480" cy="0"/>
          </a:xfrm>
          <a:prstGeom prst="line">
            <a:avLst/>
          </a:prstGeom>
          <a:noFill/>
          <a:ln w="25400">
            <a:solidFill>
              <a:srgbClr val="C44F4F"/>
            </a:solidFill>
            <a:prstDash val="solid"/>
            <a:headEnd type="none"/>
            <a:tailEnd type="none"/>
          </a:ln>
        </p:spPr>
      </p:sp>
      <p:sp>
        <p:nvSpPr>
          <p:cNvPr id="313" name="Shape 311"/>
          <p:cNvSpPr/>
          <p:nvPr/>
        </p:nvSpPr>
        <p:spPr>
          <a:xfrm>
            <a:off x="4489704" y="3309512"/>
            <a:ext cx="0" cy="56926"/>
          </a:xfrm>
          <a:prstGeom prst="line">
            <a:avLst/>
          </a:prstGeom>
          <a:noFill/>
          <a:ln w="25400">
            <a:solidFill>
              <a:srgbClr val="C44F4F"/>
            </a:solidFill>
            <a:prstDash val="solid"/>
            <a:headEnd type="none"/>
            <a:tailEnd type="none"/>
          </a:ln>
        </p:spPr>
      </p:sp>
      <p:sp>
        <p:nvSpPr>
          <p:cNvPr id="314" name="Shape 312"/>
          <p:cNvSpPr/>
          <p:nvPr/>
        </p:nvSpPr>
        <p:spPr>
          <a:xfrm>
            <a:off x="4489704" y="3363695"/>
            <a:ext cx="176480" cy="0"/>
          </a:xfrm>
          <a:prstGeom prst="line">
            <a:avLst/>
          </a:prstGeom>
          <a:noFill/>
          <a:ln w="25400">
            <a:solidFill>
              <a:srgbClr val="C44F4F"/>
            </a:solidFill>
            <a:prstDash val="solid"/>
            <a:headEnd type="none"/>
            <a:tailEnd type="none"/>
          </a:ln>
        </p:spPr>
      </p:sp>
      <p:sp>
        <p:nvSpPr>
          <p:cNvPr id="315" name="Shape 313"/>
          <p:cNvSpPr/>
          <p:nvPr/>
        </p:nvSpPr>
        <p:spPr>
          <a:xfrm>
            <a:off x="4663440" y="3360952"/>
            <a:ext cx="0" cy="57507"/>
          </a:xfrm>
          <a:prstGeom prst="line">
            <a:avLst/>
          </a:prstGeom>
          <a:noFill/>
          <a:ln w="25400">
            <a:solidFill>
              <a:srgbClr val="C44F4F"/>
            </a:solidFill>
            <a:prstDash val="solid"/>
            <a:headEnd type="none"/>
            <a:tailEnd type="none"/>
          </a:ln>
        </p:spPr>
      </p:sp>
      <p:sp>
        <p:nvSpPr>
          <p:cNvPr id="316" name="Shape 314"/>
          <p:cNvSpPr/>
          <p:nvPr/>
        </p:nvSpPr>
        <p:spPr>
          <a:xfrm>
            <a:off x="4663440" y="3415716"/>
            <a:ext cx="176479" cy="0"/>
          </a:xfrm>
          <a:prstGeom prst="line">
            <a:avLst/>
          </a:prstGeom>
          <a:noFill/>
          <a:ln w="25400">
            <a:solidFill>
              <a:srgbClr val="C44F4F"/>
            </a:solidFill>
            <a:prstDash val="solid"/>
            <a:headEnd type="none"/>
            <a:tailEnd type="none"/>
          </a:ln>
        </p:spPr>
      </p:sp>
      <p:sp>
        <p:nvSpPr>
          <p:cNvPr id="317" name="Shape 315"/>
          <p:cNvSpPr/>
          <p:nvPr/>
        </p:nvSpPr>
        <p:spPr>
          <a:xfrm>
            <a:off x="4837176" y="3412973"/>
            <a:ext cx="0" cy="58960"/>
          </a:xfrm>
          <a:prstGeom prst="line">
            <a:avLst/>
          </a:prstGeom>
          <a:noFill/>
          <a:ln w="25400">
            <a:solidFill>
              <a:srgbClr val="C44F4F"/>
            </a:solidFill>
            <a:prstDash val="solid"/>
            <a:headEnd type="none"/>
            <a:tailEnd type="none"/>
          </a:ln>
        </p:spPr>
      </p:sp>
      <p:sp>
        <p:nvSpPr>
          <p:cNvPr id="318" name="Shape 316"/>
          <p:cNvSpPr/>
          <p:nvPr/>
        </p:nvSpPr>
        <p:spPr>
          <a:xfrm>
            <a:off x="4837176" y="3469190"/>
            <a:ext cx="176480" cy="0"/>
          </a:xfrm>
          <a:prstGeom prst="line">
            <a:avLst/>
          </a:prstGeom>
          <a:noFill/>
          <a:ln w="25400">
            <a:solidFill>
              <a:srgbClr val="C44F4F"/>
            </a:solidFill>
            <a:prstDash val="solid"/>
            <a:headEnd type="none"/>
            <a:tailEnd type="none"/>
          </a:ln>
        </p:spPr>
      </p:sp>
      <p:sp>
        <p:nvSpPr>
          <p:cNvPr id="319" name="Shape 317"/>
          <p:cNvSpPr/>
          <p:nvPr/>
        </p:nvSpPr>
        <p:spPr>
          <a:xfrm>
            <a:off x="5010912" y="3466447"/>
            <a:ext cx="0" cy="55602"/>
          </a:xfrm>
          <a:prstGeom prst="line">
            <a:avLst/>
          </a:prstGeom>
          <a:noFill/>
          <a:ln w="25400">
            <a:solidFill>
              <a:srgbClr val="C44F4F"/>
            </a:solidFill>
            <a:prstDash val="solid"/>
            <a:headEnd type="none"/>
            <a:tailEnd type="none"/>
          </a:ln>
        </p:spPr>
      </p:sp>
      <p:sp>
        <p:nvSpPr>
          <p:cNvPr id="320" name="Shape 318"/>
          <p:cNvSpPr/>
          <p:nvPr/>
        </p:nvSpPr>
        <p:spPr>
          <a:xfrm>
            <a:off x="5010912" y="3519306"/>
            <a:ext cx="176480" cy="0"/>
          </a:xfrm>
          <a:prstGeom prst="line">
            <a:avLst/>
          </a:prstGeom>
          <a:noFill/>
          <a:ln w="25400">
            <a:solidFill>
              <a:srgbClr val="C44F4F"/>
            </a:solidFill>
            <a:prstDash val="solid"/>
            <a:headEnd type="none"/>
            <a:tailEnd type="none"/>
          </a:ln>
        </p:spPr>
      </p:sp>
      <p:sp>
        <p:nvSpPr>
          <p:cNvPr id="321" name="Shape 319"/>
          <p:cNvSpPr/>
          <p:nvPr/>
        </p:nvSpPr>
        <p:spPr>
          <a:xfrm>
            <a:off x="5184648" y="3516562"/>
            <a:ext cx="0" cy="56861"/>
          </a:xfrm>
          <a:prstGeom prst="line">
            <a:avLst/>
          </a:prstGeom>
          <a:noFill/>
          <a:ln w="25400">
            <a:solidFill>
              <a:srgbClr val="C44F4F"/>
            </a:solidFill>
            <a:prstDash val="solid"/>
            <a:headEnd type="none"/>
            <a:tailEnd type="none"/>
          </a:ln>
        </p:spPr>
      </p:sp>
      <p:sp>
        <p:nvSpPr>
          <p:cNvPr id="322" name="Shape 320"/>
          <p:cNvSpPr/>
          <p:nvPr/>
        </p:nvSpPr>
        <p:spPr>
          <a:xfrm>
            <a:off x="5184648" y="3570681"/>
            <a:ext cx="176479" cy="0"/>
          </a:xfrm>
          <a:prstGeom prst="line">
            <a:avLst/>
          </a:prstGeom>
          <a:noFill/>
          <a:ln w="25400">
            <a:solidFill>
              <a:srgbClr val="C44F4F"/>
            </a:solidFill>
            <a:prstDash val="solid"/>
            <a:headEnd type="none"/>
            <a:tailEnd type="none"/>
          </a:ln>
        </p:spPr>
      </p:sp>
      <p:sp>
        <p:nvSpPr>
          <p:cNvPr id="323" name="Shape 321"/>
          <p:cNvSpPr/>
          <p:nvPr/>
        </p:nvSpPr>
        <p:spPr>
          <a:xfrm>
            <a:off x="5358384" y="3567938"/>
            <a:ext cx="0" cy="61673"/>
          </a:xfrm>
          <a:prstGeom prst="line">
            <a:avLst/>
          </a:prstGeom>
          <a:noFill/>
          <a:ln w="25400">
            <a:solidFill>
              <a:srgbClr val="C44F4F"/>
            </a:solidFill>
            <a:prstDash val="solid"/>
            <a:headEnd type="none"/>
            <a:tailEnd type="none"/>
          </a:ln>
        </p:spPr>
      </p:sp>
      <p:sp>
        <p:nvSpPr>
          <p:cNvPr id="324" name="Shape 322"/>
          <p:cNvSpPr/>
          <p:nvPr/>
        </p:nvSpPr>
        <p:spPr>
          <a:xfrm>
            <a:off x="5358384" y="3626867"/>
            <a:ext cx="176480" cy="0"/>
          </a:xfrm>
          <a:prstGeom prst="line">
            <a:avLst/>
          </a:prstGeom>
          <a:noFill/>
          <a:ln w="25400">
            <a:solidFill>
              <a:srgbClr val="C44F4F"/>
            </a:solidFill>
            <a:prstDash val="solid"/>
            <a:headEnd type="none"/>
            <a:tailEnd type="none"/>
          </a:ln>
        </p:spPr>
      </p:sp>
      <p:sp>
        <p:nvSpPr>
          <p:cNvPr id="325" name="Shape 323"/>
          <p:cNvSpPr/>
          <p:nvPr/>
        </p:nvSpPr>
        <p:spPr>
          <a:xfrm>
            <a:off x="5532120" y="3624124"/>
            <a:ext cx="0" cy="62448"/>
          </a:xfrm>
          <a:prstGeom prst="line">
            <a:avLst/>
          </a:prstGeom>
          <a:noFill/>
          <a:ln w="25400">
            <a:solidFill>
              <a:srgbClr val="C44F4F"/>
            </a:solidFill>
            <a:prstDash val="solid"/>
            <a:headEnd type="none"/>
            <a:tailEnd type="none"/>
          </a:ln>
        </p:spPr>
      </p:sp>
      <p:sp>
        <p:nvSpPr>
          <p:cNvPr id="326" name="Shape 324"/>
          <p:cNvSpPr/>
          <p:nvPr/>
        </p:nvSpPr>
        <p:spPr>
          <a:xfrm>
            <a:off x="5532120" y="3683829"/>
            <a:ext cx="176480" cy="0"/>
          </a:xfrm>
          <a:prstGeom prst="line">
            <a:avLst/>
          </a:prstGeom>
          <a:noFill/>
          <a:ln w="25400">
            <a:solidFill>
              <a:srgbClr val="C44F4F"/>
            </a:solidFill>
            <a:prstDash val="solid"/>
            <a:headEnd type="none"/>
            <a:tailEnd type="none"/>
          </a:ln>
        </p:spPr>
      </p:sp>
      <p:sp>
        <p:nvSpPr>
          <p:cNvPr id="327" name="Shape 325"/>
          <p:cNvSpPr/>
          <p:nvPr/>
        </p:nvSpPr>
        <p:spPr>
          <a:xfrm>
            <a:off x="5705856" y="3681085"/>
            <a:ext cx="0" cy="59380"/>
          </a:xfrm>
          <a:prstGeom prst="line">
            <a:avLst/>
          </a:prstGeom>
          <a:noFill/>
          <a:ln w="25400">
            <a:solidFill>
              <a:srgbClr val="C44F4F"/>
            </a:solidFill>
            <a:prstDash val="solid"/>
            <a:headEnd type="none"/>
            <a:tailEnd type="none"/>
          </a:ln>
        </p:spPr>
      </p:sp>
      <p:sp>
        <p:nvSpPr>
          <p:cNvPr id="328" name="Shape 326"/>
          <p:cNvSpPr/>
          <p:nvPr/>
        </p:nvSpPr>
        <p:spPr>
          <a:xfrm>
            <a:off x="5705856" y="3737722"/>
            <a:ext cx="176479" cy="0"/>
          </a:xfrm>
          <a:prstGeom prst="line">
            <a:avLst/>
          </a:prstGeom>
          <a:noFill/>
          <a:ln w="25400">
            <a:solidFill>
              <a:srgbClr val="C44F4F"/>
            </a:solidFill>
            <a:prstDash val="solid"/>
            <a:headEnd type="none"/>
            <a:tailEnd type="none"/>
          </a:ln>
        </p:spPr>
      </p:sp>
      <p:sp>
        <p:nvSpPr>
          <p:cNvPr id="329" name="Shape 327"/>
          <p:cNvSpPr/>
          <p:nvPr/>
        </p:nvSpPr>
        <p:spPr>
          <a:xfrm>
            <a:off x="5879592" y="3734979"/>
            <a:ext cx="0" cy="56054"/>
          </a:xfrm>
          <a:prstGeom prst="line">
            <a:avLst/>
          </a:prstGeom>
          <a:noFill/>
          <a:ln w="25400">
            <a:solidFill>
              <a:srgbClr val="C44F4F"/>
            </a:solidFill>
            <a:prstDash val="solid"/>
            <a:headEnd type="none"/>
            <a:tailEnd type="none"/>
          </a:ln>
        </p:spPr>
      </p:sp>
      <p:sp>
        <p:nvSpPr>
          <p:cNvPr id="330" name="Shape 328"/>
          <p:cNvSpPr/>
          <p:nvPr/>
        </p:nvSpPr>
        <p:spPr>
          <a:xfrm>
            <a:off x="5879592" y="3788290"/>
            <a:ext cx="176480" cy="0"/>
          </a:xfrm>
          <a:prstGeom prst="line">
            <a:avLst/>
          </a:prstGeom>
          <a:noFill/>
          <a:ln w="25400">
            <a:solidFill>
              <a:srgbClr val="C44F4F"/>
            </a:solidFill>
            <a:prstDash val="solid"/>
            <a:headEnd type="none"/>
            <a:tailEnd type="none"/>
          </a:ln>
        </p:spPr>
      </p:sp>
      <p:sp>
        <p:nvSpPr>
          <p:cNvPr id="331" name="Shape 329"/>
          <p:cNvSpPr/>
          <p:nvPr/>
        </p:nvSpPr>
        <p:spPr>
          <a:xfrm>
            <a:off x="6053328" y="3785547"/>
            <a:ext cx="0" cy="56248"/>
          </a:xfrm>
          <a:prstGeom prst="line">
            <a:avLst/>
          </a:prstGeom>
          <a:noFill/>
          <a:ln w="25400">
            <a:solidFill>
              <a:srgbClr val="C44F4F"/>
            </a:solidFill>
            <a:prstDash val="solid"/>
            <a:headEnd type="none"/>
            <a:tailEnd type="none"/>
          </a:ln>
        </p:spPr>
      </p:sp>
      <p:sp>
        <p:nvSpPr>
          <p:cNvPr id="332" name="Shape 330"/>
          <p:cNvSpPr/>
          <p:nvPr/>
        </p:nvSpPr>
        <p:spPr>
          <a:xfrm>
            <a:off x="6053328" y="3839052"/>
            <a:ext cx="176480" cy="0"/>
          </a:xfrm>
          <a:prstGeom prst="line">
            <a:avLst/>
          </a:prstGeom>
          <a:noFill/>
          <a:ln w="25400">
            <a:solidFill>
              <a:srgbClr val="C44F4F"/>
            </a:solidFill>
            <a:prstDash val="solid"/>
            <a:headEnd type="none"/>
            <a:tailEnd type="none"/>
          </a:ln>
        </p:spPr>
      </p:sp>
      <p:sp>
        <p:nvSpPr>
          <p:cNvPr id="333" name="Shape 331"/>
          <p:cNvSpPr/>
          <p:nvPr/>
        </p:nvSpPr>
        <p:spPr>
          <a:xfrm>
            <a:off x="6227064" y="3836309"/>
            <a:ext cx="0" cy="55796"/>
          </a:xfrm>
          <a:prstGeom prst="line">
            <a:avLst/>
          </a:prstGeom>
          <a:noFill/>
          <a:ln w="25400">
            <a:solidFill>
              <a:srgbClr val="C44F4F"/>
            </a:solidFill>
            <a:prstDash val="solid"/>
            <a:headEnd type="none"/>
            <a:tailEnd type="none"/>
          </a:ln>
        </p:spPr>
      </p:sp>
      <p:sp>
        <p:nvSpPr>
          <p:cNvPr id="334" name="Shape 332"/>
          <p:cNvSpPr/>
          <p:nvPr/>
        </p:nvSpPr>
        <p:spPr>
          <a:xfrm>
            <a:off x="6227064" y="3889361"/>
            <a:ext cx="176479" cy="0"/>
          </a:xfrm>
          <a:prstGeom prst="line">
            <a:avLst/>
          </a:prstGeom>
          <a:noFill/>
          <a:ln w="25400">
            <a:solidFill>
              <a:srgbClr val="C44F4F"/>
            </a:solidFill>
            <a:prstDash val="solid"/>
            <a:headEnd type="none"/>
            <a:tailEnd type="none"/>
          </a:ln>
        </p:spPr>
      </p:sp>
      <p:sp>
        <p:nvSpPr>
          <p:cNvPr id="335" name="Shape 333"/>
          <p:cNvSpPr/>
          <p:nvPr/>
        </p:nvSpPr>
        <p:spPr>
          <a:xfrm>
            <a:off x="6400800" y="3886618"/>
            <a:ext cx="0" cy="51889"/>
          </a:xfrm>
          <a:prstGeom prst="line">
            <a:avLst/>
          </a:prstGeom>
          <a:noFill/>
          <a:ln w="25400">
            <a:solidFill>
              <a:srgbClr val="C44F4F"/>
            </a:solidFill>
            <a:prstDash val="solid"/>
            <a:headEnd type="none"/>
            <a:tailEnd type="none"/>
          </a:ln>
        </p:spPr>
      </p:sp>
      <p:sp>
        <p:nvSpPr>
          <p:cNvPr id="336" name="Shape 334"/>
          <p:cNvSpPr/>
          <p:nvPr/>
        </p:nvSpPr>
        <p:spPr>
          <a:xfrm>
            <a:off x="6400800" y="3935763"/>
            <a:ext cx="176480" cy="0"/>
          </a:xfrm>
          <a:prstGeom prst="line">
            <a:avLst/>
          </a:prstGeom>
          <a:noFill/>
          <a:ln w="25400">
            <a:solidFill>
              <a:srgbClr val="C44F4F"/>
            </a:solidFill>
            <a:prstDash val="solid"/>
            <a:headEnd type="none"/>
            <a:tailEnd type="none"/>
          </a:ln>
        </p:spPr>
      </p:sp>
      <p:sp>
        <p:nvSpPr>
          <p:cNvPr id="337" name="Shape 335"/>
          <p:cNvSpPr/>
          <p:nvPr/>
        </p:nvSpPr>
        <p:spPr>
          <a:xfrm>
            <a:off x="6574536" y="3933020"/>
            <a:ext cx="0" cy="52922"/>
          </a:xfrm>
          <a:prstGeom prst="line">
            <a:avLst/>
          </a:prstGeom>
          <a:noFill/>
          <a:ln w="25400">
            <a:solidFill>
              <a:srgbClr val="C44F4F"/>
            </a:solidFill>
            <a:prstDash val="solid"/>
            <a:headEnd type="none"/>
            <a:tailEnd type="none"/>
          </a:ln>
        </p:spPr>
      </p:sp>
      <p:sp>
        <p:nvSpPr>
          <p:cNvPr id="338" name="Shape 336"/>
          <p:cNvSpPr/>
          <p:nvPr/>
        </p:nvSpPr>
        <p:spPr>
          <a:xfrm>
            <a:off x="6574536" y="3983199"/>
            <a:ext cx="176480" cy="0"/>
          </a:xfrm>
          <a:prstGeom prst="line">
            <a:avLst/>
          </a:prstGeom>
          <a:noFill/>
          <a:ln w="25400">
            <a:solidFill>
              <a:srgbClr val="C44F4F"/>
            </a:solidFill>
            <a:prstDash val="solid"/>
            <a:headEnd type="none"/>
            <a:tailEnd type="none"/>
          </a:ln>
        </p:spPr>
      </p:sp>
      <p:sp>
        <p:nvSpPr>
          <p:cNvPr id="339" name="Shape 337"/>
          <p:cNvSpPr/>
          <p:nvPr/>
        </p:nvSpPr>
        <p:spPr>
          <a:xfrm>
            <a:off x="6748272" y="3980456"/>
            <a:ext cx="0" cy="53568"/>
          </a:xfrm>
          <a:prstGeom prst="line">
            <a:avLst/>
          </a:prstGeom>
          <a:noFill/>
          <a:ln w="25400">
            <a:solidFill>
              <a:srgbClr val="C44F4F"/>
            </a:solidFill>
            <a:prstDash val="solid"/>
            <a:headEnd type="none"/>
            <a:tailEnd type="none"/>
          </a:ln>
        </p:spPr>
      </p:sp>
      <p:sp>
        <p:nvSpPr>
          <p:cNvPr id="340" name="Shape 338"/>
          <p:cNvSpPr/>
          <p:nvPr/>
        </p:nvSpPr>
        <p:spPr>
          <a:xfrm>
            <a:off x="6748272" y="4031280"/>
            <a:ext cx="176479" cy="0"/>
          </a:xfrm>
          <a:prstGeom prst="line">
            <a:avLst/>
          </a:prstGeom>
          <a:noFill/>
          <a:ln w="25400">
            <a:solidFill>
              <a:srgbClr val="C44F4F"/>
            </a:solidFill>
            <a:prstDash val="solid"/>
            <a:headEnd type="none"/>
            <a:tailEnd type="none"/>
          </a:ln>
        </p:spPr>
      </p:sp>
      <p:sp>
        <p:nvSpPr>
          <p:cNvPr id="341" name="Shape 339"/>
          <p:cNvSpPr/>
          <p:nvPr/>
        </p:nvSpPr>
        <p:spPr>
          <a:xfrm>
            <a:off x="6922008" y="4028537"/>
            <a:ext cx="0" cy="52825"/>
          </a:xfrm>
          <a:prstGeom prst="line">
            <a:avLst/>
          </a:prstGeom>
          <a:noFill/>
          <a:ln w="25400">
            <a:solidFill>
              <a:srgbClr val="C44F4F"/>
            </a:solidFill>
            <a:prstDash val="solid"/>
            <a:headEnd type="none"/>
            <a:tailEnd type="none"/>
          </a:ln>
        </p:spPr>
      </p:sp>
      <p:sp>
        <p:nvSpPr>
          <p:cNvPr id="342" name="Shape 340"/>
          <p:cNvSpPr/>
          <p:nvPr/>
        </p:nvSpPr>
        <p:spPr>
          <a:xfrm>
            <a:off x="6922008" y="4078619"/>
            <a:ext cx="176480" cy="0"/>
          </a:xfrm>
          <a:prstGeom prst="line">
            <a:avLst/>
          </a:prstGeom>
          <a:noFill/>
          <a:ln w="25400">
            <a:solidFill>
              <a:srgbClr val="C44F4F"/>
            </a:solidFill>
            <a:prstDash val="solid"/>
            <a:headEnd type="none"/>
            <a:tailEnd type="none"/>
          </a:ln>
        </p:spPr>
      </p:sp>
      <p:sp>
        <p:nvSpPr>
          <p:cNvPr id="343" name="Shape 341"/>
          <p:cNvSpPr/>
          <p:nvPr/>
        </p:nvSpPr>
        <p:spPr>
          <a:xfrm>
            <a:off x="7095744" y="4075876"/>
            <a:ext cx="0" cy="53632"/>
          </a:xfrm>
          <a:prstGeom prst="line">
            <a:avLst/>
          </a:prstGeom>
          <a:noFill/>
          <a:ln w="25400">
            <a:solidFill>
              <a:srgbClr val="C44F4F"/>
            </a:solidFill>
            <a:prstDash val="solid"/>
            <a:headEnd type="none"/>
            <a:tailEnd type="none"/>
          </a:ln>
        </p:spPr>
      </p:sp>
      <p:sp>
        <p:nvSpPr>
          <p:cNvPr id="344" name="Shape 342"/>
          <p:cNvSpPr/>
          <p:nvPr/>
        </p:nvSpPr>
        <p:spPr>
          <a:xfrm>
            <a:off x="7095744" y="4126765"/>
            <a:ext cx="176480" cy="0"/>
          </a:xfrm>
          <a:prstGeom prst="line">
            <a:avLst/>
          </a:prstGeom>
          <a:noFill/>
          <a:ln w="25400">
            <a:solidFill>
              <a:srgbClr val="C44F4F"/>
            </a:solidFill>
            <a:prstDash val="solid"/>
            <a:headEnd type="none"/>
            <a:tailEnd type="none"/>
          </a:ln>
        </p:spPr>
      </p:sp>
      <p:sp>
        <p:nvSpPr>
          <p:cNvPr id="345" name="Shape 343"/>
          <p:cNvSpPr/>
          <p:nvPr/>
        </p:nvSpPr>
        <p:spPr>
          <a:xfrm>
            <a:off x="7269480" y="4124022"/>
            <a:ext cx="0" cy="54989"/>
          </a:xfrm>
          <a:prstGeom prst="line">
            <a:avLst/>
          </a:prstGeom>
          <a:noFill/>
          <a:ln w="25400">
            <a:solidFill>
              <a:srgbClr val="C44F4F"/>
            </a:solidFill>
            <a:prstDash val="solid"/>
            <a:headEnd type="none"/>
            <a:tailEnd type="none"/>
          </a:ln>
        </p:spPr>
      </p:sp>
      <p:sp>
        <p:nvSpPr>
          <p:cNvPr id="346" name="Shape 344"/>
          <p:cNvSpPr/>
          <p:nvPr/>
        </p:nvSpPr>
        <p:spPr>
          <a:xfrm>
            <a:off x="7269480" y="4176267"/>
            <a:ext cx="176479" cy="0"/>
          </a:xfrm>
          <a:prstGeom prst="line">
            <a:avLst/>
          </a:prstGeom>
          <a:noFill/>
          <a:ln w="25400">
            <a:solidFill>
              <a:srgbClr val="C44F4F"/>
            </a:solidFill>
            <a:prstDash val="solid"/>
            <a:headEnd type="none"/>
            <a:tailEnd type="none"/>
          </a:ln>
        </p:spPr>
      </p:sp>
      <p:sp>
        <p:nvSpPr>
          <p:cNvPr id="347" name="Shape 345"/>
          <p:cNvSpPr/>
          <p:nvPr/>
        </p:nvSpPr>
        <p:spPr>
          <a:xfrm>
            <a:off x="7443216" y="4173524"/>
            <a:ext cx="0" cy="53245"/>
          </a:xfrm>
          <a:prstGeom prst="line">
            <a:avLst/>
          </a:prstGeom>
          <a:noFill/>
          <a:ln w="25400">
            <a:solidFill>
              <a:srgbClr val="C44F4F"/>
            </a:solidFill>
            <a:prstDash val="solid"/>
            <a:headEnd type="none"/>
            <a:tailEnd type="none"/>
          </a:ln>
        </p:spPr>
      </p:sp>
      <p:sp>
        <p:nvSpPr>
          <p:cNvPr id="348" name="Shape 346"/>
          <p:cNvSpPr/>
          <p:nvPr/>
        </p:nvSpPr>
        <p:spPr>
          <a:xfrm>
            <a:off x="7443216" y="4224026"/>
            <a:ext cx="176480" cy="0"/>
          </a:xfrm>
          <a:prstGeom prst="line">
            <a:avLst/>
          </a:prstGeom>
          <a:noFill/>
          <a:ln w="25400">
            <a:solidFill>
              <a:srgbClr val="C44F4F"/>
            </a:solidFill>
            <a:prstDash val="solid"/>
            <a:headEnd type="none"/>
            <a:tailEnd type="none"/>
          </a:ln>
        </p:spPr>
      </p:sp>
      <p:sp>
        <p:nvSpPr>
          <p:cNvPr id="349" name="Shape 347"/>
          <p:cNvSpPr/>
          <p:nvPr/>
        </p:nvSpPr>
        <p:spPr>
          <a:xfrm>
            <a:off x="7616952" y="4221283"/>
            <a:ext cx="0" cy="52502"/>
          </a:xfrm>
          <a:prstGeom prst="line">
            <a:avLst/>
          </a:prstGeom>
          <a:noFill/>
          <a:ln w="25400">
            <a:solidFill>
              <a:srgbClr val="C44F4F"/>
            </a:solidFill>
            <a:prstDash val="solid"/>
            <a:headEnd type="none"/>
            <a:tailEnd type="none"/>
          </a:ln>
        </p:spPr>
      </p:sp>
      <p:sp>
        <p:nvSpPr>
          <p:cNvPr id="350" name="Shape 348"/>
          <p:cNvSpPr/>
          <p:nvPr/>
        </p:nvSpPr>
        <p:spPr>
          <a:xfrm>
            <a:off x="7616952" y="4271041"/>
            <a:ext cx="176480" cy="0"/>
          </a:xfrm>
          <a:prstGeom prst="line">
            <a:avLst/>
          </a:prstGeom>
          <a:noFill/>
          <a:ln w="25400">
            <a:solidFill>
              <a:srgbClr val="C44F4F"/>
            </a:solidFill>
            <a:prstDash val="solid"/>
            <a:headEnd type="none"/>
            <a:tailEnd type="none"/>
          </a:ln>
        </p:spPr>
      </p:sp>
      <p:sp>
        <p:nvSpPr>
          <p:cNvPr id="351" name="Shape 349"/>
          <p:cNvSpPr/>
          <p:nvPr/>
        </p:nvSpPr>
        <p:spPr>
          <a:xfrm>
            <a:off x="7790688" y="4268298"/>
            <a:ext cx="0" cy="49596"/>
          </a:xfrm>
          <a:prstGeom prst="line">
            <a:avLst/>
          </a:prstGeom>
          <a:noFill/>
          <a:ln w="25400">
            <a:solidFill>
              <a:srgbClr val="C44F4F"/>
            </a:solidFill>
            <a:prstDash val="solid"/>
            <a:headEnd type="none"/>
            <a:tailEnd type="none"/>
          </a:ln>
        </p:spPr>
      </p:sp>
      <p:sp>
        <p:nvSpPr>
          <p:cNvPr id="352" name="Shape 350"/>
          <p:cNvSpPr/>
          <p:nvPr/>
        </p:nvSpPr>
        <p:spPr>
          <a:xfrm>
            <a:off x="7790688" y="4315151"/>
            <a:ext cx="176479" cy="0"/>
          </a:xfrm>
          <a:prstGeom prst="line">
            <a:avLst/>
          </a:prstGeom>
          <a:noFill/>
          <a:ln w="25400">
            <a:solidFill>
              <a:srgbClr val="C44F4F"/>
            </a:solidFill>
            <a:prstDash val="solid"/>
            <a:headEnd type="none"/>
            <a:tailEnd type="none"/>
          </a:ln>
        </p:spPr>
      </p:sp>
      <p:sp>
        <p:nvSpPr>
          <p:cNvPr id="353" name="Shape 351"/>
          <p:cNvSpPr/>
          <p:nvPr/>
        </p:nvSpPr>
        <p:spPr>
          <a:xfrm>
            <a:off x="7964424" y="4312408"/>
            <a:ext cx="0" cy="52276"/>
          </a:xfrm>
          <a:prstGeom prst="line">
            <a:avLst/>
          </a:prstGeom>
          <a:noFill/>
          <a:ln w="25400">
            <a:solidFill>
              <a:srgbClr val="C44F4F"/>
            </a:solidFill>
            <a:prstDash val="solid"/>
            <a:headEnd type="none"/>
            <a:tailEnd type="none"/>
          </a:ln>
        </p:spPr>
      </p:sp>
      <p:sp>
        <p:nvSpPr>
          <p:cNvPr id="354" name="Shape 352"/>
          <p:cNvSpPr/>
          <p:nvPr/>
        </p:nvSpPr>
        <p:spPr>
          <a:xfrm>
            <a:off x="7964424" y="4361941"/>
            <a:ext cx="176480" cy="0"/>
          </a:xfrm>
          <a:prstGeom prst="line">
            <a:avLst/>
          </a:prstGeom>
          <a:noFill/>
          <a:ln w="25400">
            <a:solidFill>
              <a:srgbClr val="C44F4F"/>
            </a:solidFill>
            <a:prstDash val="solid"/>
            <a:headEnd type="none"/>
            <a:tailEnd type="none"/>
          </a:ln>
        </p:spPr>
      </p:sp>
      <p:sp>
        <p:nvSpPr>
          <p:cNvPr id="355" name="Shape 353"/>
          <p:cNvSpPr/>
          <p:nvPr/>
        </p:nvSpPr>
        <p:spPr>
          <a:xfrm>
            <a:off x="8138160" y="4359198"/>
            <a:ext cx="0" cy="53116"/>
          </a:xfrm>
          <a:prstGeom prst="line">
            <a:avLst/>
          </a:prstGeom>
          <a:noFill/>
          <a:ln w="25400">
            <a:solidFill>
              <a:srgbClr val="C44F4F"/>
            </a:solidFill>
            <a:prstDash val="solid"/>
            <a:headEnd type="none"/>
            <a:tailEnd type="none"/>
          </a:ln>
        </p:spPr>
      </p:sp>
      <p:sp>
        <p:nvSpPr>
          <p:cNvPr id="356" name="Shape 354"/>
          <p:cNvSpPr/>
          <p:nvPr/>
        </p:nvSpPr>
        <p:spPr>
          <a:xfrm>
            <a:off x="8138160" y="4409570"/>
            <a:ext cx="176480" cy="0"/>
          </a:xfrm>
          <a:prstGeom prst="line">
            <a:avLst/>
          </a:prstGeom>
          <a:noFill/>
          <a:ln w="25400">
            <a:solidFill>
              <a:srgbClr val="C44F4F"/>
            </a:solidFill>
            <a:prstDash val="solid"/>
            <a:headEnd type="none"/>
            <a:tailEnd type="none"/>
          </a:ln>
        </p:spPr>
      </p:sp>
      <p:sp>
        <p:nvSpPr>
          <p:cNvPr id="357" name="Shape 355"/>
          <p:cNvSpPr/>
          <p:nvPr/>
        </p:nvSpPr>
        <p:spPr>
          <a:xfrm>
            <a:off x="8311896" y="4406827"/>
            <a:ext cx="0" cy="52179"/>
          </a:xfrm>
          <a:prstGeom prst="line">
            <a:avLst/>
          </a:prstGeom>
          <a:noFill/>
          <a:ln w="25400">
            <a:solidFill>
              <a:srgbClr val="C44F4F"/>
            </a:solidFill>
            <a:prstDash val="solid"/>
            <a:headEnd type="none"/>
            <a:tailEnd type="none"/>
          </a:ln>
        </p:spPr>
      </p:sp>
      <p:sp>
        <p:nvSpPr>
          <p:cNvPr id="358" name="Shape 356"/>
          <p:cNvSpPr/>
          <p:nvPr/>
        </p:nvSpPr>
        <p:spPr>
          <a:xfrm>
            <a:off x="8311896" y="4456263"/>
            <a:ext cx="176479" cy="0"/>
          </a:xfrm>
          <a:prstGeom prst="line">
            <a:avLst/>
          </a:prstGeom>
          <a:noFill/>
          <a:ln w="25400">
            <a:solidFill>
              <a:srgbClr val="C44F4F"/>
            </a:solidFill>
            <a:prstDash val="solid"/>
            <a:headEnd type="none"/>
            <a:tailEnd type="none"/>
          </a:ln>
        </p:spPr>
      </p:sp>
      <p:sp>
        <p:nvSpPr>
          <p:cNvPr id="359" name="Shape 357"/>
          <p:cNvSpPr/>
          <p:nvPr/>
        </p:nvSpPr>
        <p:spPr>
          <a:xfrm>
            <a:off x="8485632" y="4453520"/>
            <a:ext cx="0" cy="54375"/>
          </a:xfrm>
          <a:prstGeom prst="line">
            <a:avLst/>
          </a:prstGeom>
          <a:noFill/>
          <a:ln w="25400">
            <a:solidFill>
              <a:srgbClr val="C44F4F"/>
            </a:solidFill>
            <a:prstDash val="solid"/>
            <a:headEnd type="none"/>
            <a:tailEnd type="none"/>
          </a:ln>
        </p:spPr>
      </p:sp>
      <p:sp>
        <p:nvSpPr>
          <p:cNvPr id="360" name="Shape 358"/>
          <p:cNvSpPr/>
          <p:nvPr/>
        </p:nvSpPr>
        <p:spPr>
          <a:xfrm>
            <a:off x="8485632" y="4505152"/>
            <a:ext cx="176480" cy="0"/>
          </a:xfrm>
          <a:prstGeom prst="line">
            <a:avLst/>
          </a:prstGeom>
          <a:noFill/>
          <a:ln w="25400">
            <a:solidFill>
              <a:srgbClr val="C44F4F"/>
            </a:solidFill>
            <a:prstDash val="solid"/>
            <a:headEnd type="none"/>
            <a:tailEnd type="none"/>
          </a:ln>
        </p:spPr>
      </p:sp>
      <p:sp>
        <p:nvSpPr>
          <p:cNvPr id="361" name="Shape 359"/>
          <p:cNvSpPr/>
          <p:nvPr/>
        </p:nvSpPr>
        <p:spPr>
          <a:xfrm>
            <a:off x="8659368" y="4502408"/>
            <a:ext cx="0" cy="50984"/>
          </a:xfrm>
          <a:prstGeom prst="line">
            <a:avLst/>
          </a:prstGeom>
          <a:noFill/>
          <a:ln w="25400">
            <a:solidFill>
              <a:srgbClr val="C44F4F"/>
            </a:solidFill>
            <a:prstDash val="solid"/>
            <a:headEnd type="none"/>
            <a:tailEnd type="none"/>
          </a:ln>
        </p:spPr>
      </p:sp>
      <p:sp>
        <p:nvSpPr>
          <p:cNvPr id="362" name="Shape 360"/>
          <p:cNvSpPr/>
          <p:nvPr/>
        </p:nvSpPr>
        <p:spPr>
          <a:xfrm>
            <a:off x="8659368" y="4550650"/>
            <a:ext cx="176480" cy="0"/>
          </a:xfrm>
          <a:prstGeom prst="line">
            <a:avLst/>
          </a:prstGeom>
          <a:noFill/>
          <a:ln w="25400">
            <a:solidFill>
              <a:srgbClr val="C44F4F"/>
            </a:solidFill>
            <a:prstDash val="solid"/>
            <a:headEnd type="none"/>
            <a:tailEnd type="none"/>
          </a:ln>
        </p:spPr>
      </p:sp>
      <p:sp>
        <p:nvSpPr>
          <p:cNvPr id="363" name="Shape 361"/>
          <p:cNvSpPr/>
          <p:nvPr/>
        </p:nvSpPr>
        <p:spPr>
          <a:xfrm>
            <a:off x="8833104" y="4547907"/>
            <a:ext cx="0" cy="48595"/>
          </a:xfrm>
          <a:prstGeom prst="line">
            <a:avLst/>
          </a:prstGeom>
          <a:noFill/>
          <a:ln w="25400">
            <a:solidFill>
              <a:srgbClr val="C44F4F"/>
            </a:solidFill>
            <a:prstDash val="solid"/>
            <a:headEnd type="none"/>
            <a:tailEnd type="none"/>
          </a:ln>
        </p:spPr>
      </p:sp>
      <p:sp>
        <p:nvSpPr>
          <p:cNvPr id="364" name="Shape 362"/>
          <p:cNvSpPr/>
          <p:nvPr/>
        </p:nvSpPr>
        <p:spPr>
          <a:xfrm>
            <a:off x="8833104" y="4593758"/>
            <a:ext cx="176479" cy="0"/>
          </a:xfrm>
          <a:prstGeom prst="line">
            <a:avLst/>
          </a:prstGeom>
          <a:noFill/>
          <a:ln w="25400">
            <a:solidFill>
              <a:srgbClr val="C44F4F"/>
            </a:solidFill>
            <a:prstDash val="solid"/>
            <a:headEnd type="none"/>
            <a:tailEnd type="none"/>
          </a:ln>
        </p:spPr>
      </p:sp>
      <p:sp>
        <p:nvSpPr>
          <p:cNvPr id="365" name="Shape 363"/>
          <p:cNvSpPr/>
          <p:nvPr/>
        </p:nvSpPr>
        <p:spPr>
          <a:xfrm>
            <a:off x="9006840" y="4591015"/>
            <a:ext cx="0" cy="48530"/>
          </a:xfrm>
          <a:prstGeom prst="line">
            <a:avLst/>
          </a:prstGeom>
          <a:noFill/>
          <a:ln w="25400">
            <a:solidFill>
              <a:srgbClr val="C44F4F"/>
            </a:solidFill>
            <a:prstDash val="solid"/>
            <a:headEnd type="none"/>
            <a:tailEnd type="none"/>
          </a:ln>
        </p:spPr>
      </p:sp>
      <p:sp>
        <p:nvSpPr>
          <p:cNvPr id="366" name="Shape 364"/>
          <p:cNvSpPr/>
          <p:nvPr/>
        </p:nvSpPr>
        <p:spPr>
          <a:xfrm>
            <a:off x="9006840" y="4636802"/>
            <a:ext cx="176480" cy="0"/>
          </a:xfrm>
          <a:prstGeom prst="line">
            <a:avLst/>
          </a:prstGeom>
          <a:noFill/>
          <a:ln w="25400">
            <a:solidFill>
              <a:srgbClr val="C44F4F"/>
            </a:solidFill>
            <a:prstDash val="solid"/>
            <a:headEnd type="none"/>
            <a:tailEnd type="none"/>
          </a:ln>
        </p:spPr>
      </p:sp>
      <p:sp>
        <p:nvSpPr>
          <p:cNvPr id="367" name="Shape 365"/>
          <p:cNvSpPr/>
          <p:nvPr/>
        </p:nvSpPr>
        <p:spPr>
          <a:xfrm>
            <a:off x="9180576" y="4634059"/>
            <a:ext cx="0" cy="47013"/>
          </a:xfrm>
          <a:prstGeom prst="line">
            <a:avLst/>
          </a:prstGeom>
          <a:noFill/>
          <a:ln w="25400">
            <a:solidFill>
              <a:srgbClr val="C44F4F"/>
            </a:solidFill>
            <a:prstDash val="solid"/>
            <a:headEnd type="none"/>
            <a:tailEnd type="none"/>
          </a:ln>
        </p:spPr>
      </p:sp>
      <p:sp>
        <p:nvSpPr>
          <p:cNvPr id="368" name="Shape 366"/>
          <p:cNvSpPr/>
          <p:nvPr/>
        </p:nvSpPr>
        <p:spPr>
          <a:xfrm>
            <a:off x="9180576" y="4678329"/>
            <a:ext cx="176480" cy="0"/>
          </a:xfrm>
          <a:prstGeom prst="line">
            <a:avLst/>
          </a:prstGeom>
          <a:noFill/>
          <a:ln w="25400">
            <a:solidFill>
              <a:srgbClr val="C44F4F"/>
            </a:solidFill>
            <a:prstDash val="solid"/>
            <a:headEnd type="none"/>
            <a:tailEnd type="none"/>
          </a:ln>
        </p:spPr>
      </p:sp>
      <p:sp>
        <p:nvSpPr>
          <p:cNvPr id="369" name="Shape 367"/>
          <p:cNvSpPr/>
          <p:nvPr/>
        </p:nvSpPr>
        <p:spPr>
          <a:xfrm>
            <a:off x="9354312" y="4675585"/>
            <a:ext cx="0" cy="45463"/>
          </a:xfrm>
          <a:prstGeom prst="line">
            <a:avLst/>
          </a:prstGeom>
          <a:noFill/>
          <a:ln w="25400">
            <a:solidFill>
              <a:srgbClr val="C44F4F"/>
            </a:solidFill>
            <a:prstDash val="solid"/>
            <a:headEnd type="none"/>
            <a:tailEnd type="none"/>
          </a:ln>
        </p:spPr>
      </p:sp>
      <p:sp>
        <p:nvSpPr>
          <p:cNvPr id="370" name="Shape 368"/>
          <p:cNvSpPr/>
          <p:nvPr/>
        </p:nvSpPr>
        <p:spPr>
          <a:xfrm>
            <a:off x="9354312" y="4718305"/>
            <a:ext cx="176479" cy="0"/>
          </a:xfrm>
          <a:prstGeom prst="line">
            <a:avLst/>
          </a:prstGeom>
          <a:noFill/>
          <a:ln w="25400">
            <a:solidFill>
              <a:srgbClr val="C44F4F"/>
            </a:solidFill>
            <a:prstDash val="solid"/>
            <a:headEnd type="none"/>
            <a:tailEnd type="none"/>
          </a:ln>
        </p:spPr>
      </p:sp>
      <p:sp>
        <p:nvSpPr>
          <p:cNvPr id="371" name="Shape 369"/>
          <p:cNvSpPr/>
          <p:nvPr/>
        </p:nvSpPr>
        <p:spPr>
          <a:xfrm>
            <a:off x="9528048" y="4715562"/>
            <a:ext cx="0" cy="44300"/>
          </a:xfrm>
          <a:prstGeom prst="line">
            <a:avLst/>
          </a:prstGeom>
          <a:noFill/>
          <a:ln w="25400">
            <a:solidFill>
              <a:srgbClr val="C44F4F"/>
            </a:solidFill>
            <a:prstDash val="solid"/>
            <a:headEnd type="none"/>
            <a:tailEnd type="none"/>
          </a:ln>
        </p:spPr>
      </p:sp>
      <p:sp>
        <p:nvSpPr>
          <p:cNvPr id="372" name="Shape 370"/>
          <p:cNvSpPr/>
          <p:nvPr/>
        </p:nvSpPr>
        <p:spPr>
          <a:xfrm>
            <a:off x="9528048" y="4757119"/>
            <a:ext cx="176480" cy="0"/>
          </a:xfrm>
          <a:prstGeom prst="line">
            <a:avLst/>
          </a:prstGeom>
          <a:noFill/>
          <a:ln w="25400">
            <a:solidFill>
              <a:srgbClr val="C44F4F"/>
            </a:solidFill>
            <a:prstDash val="solid"/>
            <a:headEnd type="none"/>
            <a:tailEnd type="none"/>
          </a:ln>
        </p:spPr>
      </p:sp>
      <p:sp>
        <p:nvSpPr>
          <p:cNvPr id="373" name="Shape 371"/>
          <p:cNvSpPr/>
          <p:nvPr/>
        </p:nvSpPr>
        <p:spPr>
          <a:xfrm>
            <a:off x="9701784" y="4754376"/>
            <a:ext cx="0" cy="42944"/>
          </a:xfrm>
          <a:prstGeom prst="line">
            <a:avLst/>
          </a:prstGeom>
          <a:noFill/>
          <a:ln w="25400">
            <a:solidFill>
              <a:srgbClr val="C44F4F"/>
            </a:solidFill>
            <a:prstDash val="solid"/>
            <a:headEnd type="none"/>
            <a:tailEnd type="none"/>
          </a:ln>
        </p:spPr>
      </p:sp>
      <p:sp>
        <p:nvSpPr>
          <p:cNvPr id="374" name="Shape 372"/>
          <p:cNvSpPr/>
          <p:nvPr/>
        </p:nvSpPr>
        <p:spPr>
          <a:xfrm>
            <a:off x="9701784" y="4794576"/>
            <a:ext cx="176480" cy="0"/>
          </a:xfrm>
          <a:prstGeom prst="line">
            <a:avLst/>
          </a:prstGeom>
          <a:noFill/>
          <a:ln w="25400">
            <a:solidFill>
              <a:srgbClr val="C44F4F"/>
            </a:solidFill>
            <a:prstDash val="solid"/>
            <a:headEnd type="none"/>
            <a:tailEnd type="none"/>
          </a:ln>
        </p:spPr>
      </p:sp>
      <p:sp>
        <p:nvSpPr>
          <p:cNvPr id="375" name="Shape 373"/>
          <p:cNvSpPr/>
          <p:nvPr/>
        </p:nvSpPr>
        <p:spPr>
          <a:xfrm>
            <a:off x="9875520" y="4791833"/>
            <a:ext cx="0" cy="44042"/>
          </a:xfrm>
          <a:prstGeom prst="line">
            <a:avLst/>
          </a:prstGeom>
          <a:noFill/>
          <a:ln w="25400">
            <a:solidFill>
              <a:srgbClr val="C44F4F"/>
            </a:solidFill>
            <a:prstDash val="solid"/>
            <a:headEnd type="none"/>
            <a:tailEnd type="none"/>
          </a:ln>
        </p:spPr>
      </p:sp>
      <p:sp>
        <p:nvSpPr>
          <p:cNvPr id="376" name="Shape 374"/>
          <p:cNvSpPr/>
          <p:nvPr/>
        </p:nvSpPr>
        <p:spPr>
          <a:xfrm>
            <a:off x="9875520" y="4833132"/>
            <a:ext cx="176479" cy="0"/>
          </a:xfrm>
          <a:prstGeom prst="line">
            <a:avLst/>
          </a:prstGeom>
          <a:noFill/>
          <a:ln w="25400">
            <a:solidFill>
              <a:srgbClr val="C44F4F"/>
            </a:solidFill>
            <a:prstDash val="solid"/>
            <a:headEnd type="none"/>
            <a:tailEnd type="none"/>
          </a:ln>
        </p:spPr>
      </p:sp>
      <p:sp>
        <p:nvSpPr>
          <p:cNvPr id="377" name="Shape 375"/>
          <p:cNvSpPr/>
          <p:nvPr/>
        </p:nvSpPr>
        <p:spPr>
          <a:xfrm>
            <a:off x="10049256" y="4830389"/>
            <a:ext cx="0" cy="39586"/>
          </a:xfrm>
          <a:prstGeom prst="line">
            <a:avLst/>
          </a:prstGeom>
          <a:noFill/>
          <a:ln w="25400">
            <a:solidFill>
              <a:srgbClr val="C44F4F"/>
            </a:solidFill>
            <a:prstDash val="solid"/>
            <a:headEnd type="none"/>
            <a:tailEnd type="none"/>
          </a:ln>
        </p:spPr>
      </p:sp>
      <p:sp>
        <p:nvSpPr>
          <p:cNvPr id="378" name="Shape 376"/>
          <p:cNvSpPr/>
          <p:nvPr/>
        </p:nvSpPr>
        <p:spPr>
          <a:xfrm>
            <a:off x="10049256" y="4867231"/>
            <a:ext cx="176480" cy="0"/>
          </a:xfrm>
          <a:prstGeom prst="line">
            <a:avLst/>
          </a:prstGeom>
          <a:noFill/>
          <a:ln w="25400">
            <a:solidFill>
              <a:srgbClr val="C44F4F"/>
            </a:solidFill>
            <a:prstDash val="solid"/>
            <a:headEnd type="none"/>
            <a:tailEnd type="none"/>
          </a:ln>
        </p:spPr>
      </p:sp>
      <p:sp>
        <p:nvSpPr>
          <p:cNvPr id="379" name="Shape 377"/>
          <p:cNvSpPr/>
          <p:nvPr/>
        </p:nvSpPr>
        <p:spPr>
          <a:xfrm>
            <a:off x="10222992" y="4864488"/>
            <a:ext cx="0" cy="26766"/>
          </a:xfrm>
          <a:prstGeom prst="line">
            <a:avLst/>
          </a:prstGeom>
          <a:noFill/>
          <a:ln w="25400">
            <a:solidFill>
              <a:srgbClr val="C44F4F"/>
            </a:solidFill>
            <a:prstDash val="solid"/>
            <a:headEnd type="none"/>
            <a:tailEnd type="none"/>
          </a:ln>
        </p:spPr>
      </p:sp>
      <p:sp>
        <p:nvSpPr>
          <p:cNvPr id="380" name="Shape 378"/>
          <p:cNvSpPr/>
          <p:nvPr/>
        </p:nvSpPr>
        <p:spPr>
          <a:xfrm>
            <a:off x="10222992" y="4888511"/>
            <a:ext cx="176480" cy="0"/>
          </a:xfrm>
          <a:prstGeom prst="line">
            <a:avLst/>
          </a:prstGeom>
          <a:noFill/>
          <a:ln w="25400">
            <a:solidFill>
              <a:srgbClr val="C44F4F"/>
            </a:solidFill>
            <a:prstDash val="solid"/>
            <a:headEnd type="none"/>
            <a:tailEnd type="none"/>
          </a:ln>
        </p:spPr>
      </p:sp>
      <p:sp>
        <p:nvSpPr>
          <p:cNvPr id="381" name="Shape 379"/>
          <p:cNvSpPr/>
          <p:nvPr/>
        </p:nvSpPr>
        <p:spPr>
          <a:xfrm>
            <a:off x="10396728" y="4885768"/>
            <a:ext cx="0" cy="12816"/>
          </a:xfrm>
          <a:prstGeom prst="line">
            <a:avLst/>
          </a:prstGeom>
          <a:noFill/>
          <a:ln w="25400">
            <a:solidFill>
              <a:srgbClr val="C44F4F"/>
            </a:solidFill>
            <a:prstDash val="solid"/>
            <a:headEnd type="none"/>
            <a:tailEnd type="none"/>
          </a:ln>
        </p:spPr>
      </p:sp>
      <p:sp>
        <p:nvSpPr>
          <p:cNvPr id="382" name="Shape 380"/>
          <p:cNvSpPr/>
          <p:nvPr/>
        </p:nvSpPr>
        <p:spPr>
          <a:xfrm>
            <a:off x="10396728" y="4895841"/>
            <a:ext cx="176479" cy="0"/>
          </a:xfrm>
          <a:prstGeom prst="line">
            <a:avLst/>
          </a:prstGeom>
          <a:noFill/>
          <a:ln w="25400">
            <a:solidFill>
              <a:srgbClr val="C44F4F"/>
            </a:solidFill>
            <a:prstDash val="solid"/>
            <a:headEnd type="none"/>
            <a:tailEnd type="none"/>
          </a:ln>
        </p:spPr>
      </p:sp>
      <p:sp>
        <p:nvSpPr>
          <p:cNvPr id="383" name="Shape 381"/>
          <p:cNvSpPr/>
          <p:nvPr/>
        </p:nvSpPr>
        <p:spPr>
          <a:xfrm>
            <a:off x="10570464" y="4890676"/>
            <a:ext cx="0" cy="7908"/>
          </a:xfrm>
          <a:prstGeom prst="line">
            <a:avLst/>
          </a:prstGeom>
          <a:noFill/>
          <a:ln w="25400">
            <a:solidFill>
              <a:srgbClr val="C44F4F"/>
            </a:solidFill>
            <a:prstDash val="solid"/>
            <a:headEnd type="none"/>
            <a:tailEnd type="none"/>
          </a:ln>
        </p:spPr>
      </p:sp>
      <p:sp>
        <p:nvSpPr>
          <p:cNvPr id="384" name="Shape 382"/>
          <p:cNvSpPr/>
          <p:nvPr/>
        </p:nvSpPr>
        <p:spPr>
          <a:xfrm>
            <a:off x="10570464" y="4893419"/>
            <a:ext cx="176480" cy="0"/>
          </a:xfrm>
          <a:prstGeom prst="line">
            <a:avLst/>
          </a:prstGeom>
          <a:noFill/>
          <a:ln w="25400">
            <a:solidFill>
              <a:srgbClr val="C44F4F"/>
            </a:solidFill>
            <a:prstDash val="solid"/>
            <a:headEnd type="none"/>
            <a:tailEnd type="none"/>
          </a:ln>
        </p:spPr>
      </p:sp>
      <p:sp>
        <p:nvSpPr>
          <p:cNvPr id="385" name="Shape 383"/>
          <p:cNvSpPr/>
          <p:nvPr/>
        </p:nvSpPr>
        <p:spPr>
          <a:xfrm>
            <a:off x="10744200" y="4883927"/>
            <a:ext cx="0" cy="12235"/>
          </a:xfrm>
          <a:prstGeom prst="line">
            <a:avLst/>
          </a:prstGeom>
          <a:noFill/>
          <a:ln w="25400">
            <a:solidFill>
              <a:srgbClr val="C44F4F"/>
            </a:solidFill>
            <a:prstDash val="solid"/>
            <a:headEnd type="none"/>
            <a:tailEnd type="none"/>
          </a:ln>
        </p:spPr>
      </p:sp>
      <p:sp>
        <p:nvSpPr>
          <p:cNvPr id="386" name="Shape 384"/>
          <p:cNvSpPr/>
          <p:nvPr/>
        </p:nvSpPr>
        <p:spPr>
          <a:xfrm>
            <a:off x="10744200" y="4886671"/>
            <a:ext cx="176480" cy="0"/>
          </a:xfrm>
          <a:prstGeom prst="line">
            <a:avLst/>
          </a:prstGeom>
          <a:noFill/>
          <a:ln w="25400">
            <a:solidFill>
              <a:srgbClr val="C44F4F"/>
            </a:solidFill>
            <a:prstDash val="solid"/>
            <a:headEnd type="none"/>
            <a:tailEnd type="none"/>
          </a:ln>
        </p:spPr>
      </p:sp>
      <p:sp>
        <p:nvSpPr>
          <p:cNvPr id="387" name="Shape 385"/>
          <p:cNvSpPr/>
          <p:nvPr/>
        </p:nvSpPr>
        <p:spPr>
          <a:xfrm>
            <a:off x="10917936" y="4870300"/>
            <a:ext cx="0" cy="19113"/>
          </a:xfrm>
          <a:prstGeom prst="line">
            <a:avLst/>
          </a:prstGeom>
          <a:noFill/>
          <a:ln w="25400">
            <a:solidFill>
              <a:srgbClr val="C44F4F"/>
            </a:solidFill>
            <a:prstDash val="solid"/>
            <a:headEnd type="none"/>
            <a:tailEnd type="none"/>
          </a:ln>
        </p:spPr>
      </p:sp>
      <p:sp>
        <p:nvSpPr>
          <p:cNvPr id="388" name="Shape 386"/>
          <p:cNvSpPr/>
          <p:nvPr/>
        </p:nvSpPr>
        <p:spPr>
          <a:xfrm>
            <a:off x="10917936" y="4873044"/>
            <a:ext cx="176479" cy="0"/>
          </a:xfrm>
          <a:prstGeom prst="line">
            <a:avLst/>
          </a:prstGeom>
          <a:noFill/>
          <a:ln w="25400">
            <a:solidFill>
              <a:srgbClr val="C44F4F"/>
            </a:solidFill>
            <a:prstDash val="solid"/>
            <a:headEnd type="none"/>
            <a:tailEnd type="none"/>
          </a:ln>
        </p:spPr>
      </p:sp>
      <p:sp>
        <p:nvSpPr>
          <p:cNvPr id="389" name="Shape 387"/>
          <p:cNvSpPr/>
          <p:nvPr/>
        </p:nvSpPr>
        <p:spPr>
          <a:xfrm>
            <a:off x="11091672" y="4855221"/>
            <a:ext cx="0" cy="20566"/>
          </a:xfrm>
          <a:prstGeom prst="line">
            <a:avLst/>
          </a:prstGeom>
          <a:noFill/>
          <a:ln w="25400">
            <a:solidFill>
              <a:srgbClr val="C44F4F"/>
            </a:solidFill>
            <a:prstDash val="solid"/>
            <a:headEnd type="none"/>
            <a:tailEnd type="none"/>
          </a:ln>
        </p:spPr>
      </p:sp>
      <p:sp>
        <p:nvSpPr>
          <p:cNvPr id="390" name="Shape 388"/>
          <p:cNvSpPr/>
          <p:nvPr/>
        </p:nvSpPr>
        <p:spPr>
          <a:xfrm>
            <a:off x="11091672" y="4857964"/>
            <a:ext cx="176480" cy="0"/>
          </a:xfrm>
          <a:prstGeom prst="line">
            <a:avLst/>
          </a:prstGeom>
          <a:noFill/>
          <a:ln w="25400">
            <a:solidFill>
              <a:srgbClr val="C44F4F"/>
            </a:solidFill>
            <a:prstDash val="solid"/>
            <a:headEnd type="none"/>
            <a:tailEnd type="none"/>
          </a:ln>
        </p:spPr>
      </p:sp>
      <p:sp>
        <p:nvSpPr>
          <p:cNvPr id="391" name="Shape 389"/>
          <p:cNvSpPr/>
          <p:nvPr/>
        </p:nvSpPr>
        <p:spPr>
          <a:xfrm>
            <a:off x="11265408" y="4836556"/>
            <a:ext cx="0" cy="24151"/>
          </a:xfrm>
          <a:prstGeom prst="line">
            <a:avLst/>
          </a:prstGeom>
          <a:noFill/>
          <a:ln w="25400">
            <a:solidFill>
              <a:srgbClr val="C44F4F"/>
            </a:solidFill>
            <a:prstDash val="solid"/>
            <a:headEnd type="none"/>
            <a:tailEnd type="none"/>
          </a:ln>
        </p:spPr>
      </p:sp>
      <p:sp>
        <p:nvSpPr>
          <p:cNvPr id="392" name="Shape 390"/>
          <p:cNvSpPr/>
          <p:nvPr/>
        </p:nvSpPr>
        <p:spPr>
          <a:xfrm>
            <a:off x="5989320" y="1792224"/>
            <a:ext cx="256032" cy="0"/>
          </a:xfrm>
          <a:prstGeom prst="line">
            <a:avLst/>
          </a:prstGeom>
          <a:noFill/>
          <a:ln w="27940">
            <a:solidFill>
              <a:srgbClr val="C44F4F"/>
            </a:solidFill>
            <a:prstDash val="solid"/>
          </a:ln>
        </p:spPr>
      </p:sp>
      <p:sp>
        <p:nvSpPr>
          <p:cNvPr id="393" name="Text 391"/>
          <p:cNvSpPr/>
          <p:nvPr/>
        </p:nvSpPr>
        <p:spPr>
          <a:xfrm>
            <a:off x="6318504" y="1719072"/>
            <a:ext cx="2011680"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H₂/C₂</a:t>
            </a:r>
            <a:endParaRPr lang="en-US" sz="920" dirty="0"/>
          </a:p>
        </p:txBody>
      </p:sp>
      <p:sp>
        <p:nvSpPr>
          <p:cNvPr id="394" name="Shape 392"/>
          <p:cNvSpPr/>
          <p:nvPr/>
        </p:nvSpPr>
        <p:spPr>
          <a:xfrm>
            <a:off x="841248" y="2242033"/>
            <a:ext cx="176480" cy="0"/>
          </a:xfrm>
          <a:prstGeom prst="line">
            <a:avLst/>
          </a:prstGeom>
          <a:noFill/>
          <a:ln w="25400">
            <a:solidFill>
              <a:srgbClr val="2F7F93"/>
            </a:solidFill>
            <a:prstDash val="solid"/>
            <a:headEnd type="none"/>
            <a:tailEnd type="none"/>
          </a:ln>
        </p:spPr>
      </p:sp>
      <p:sp>
        <p:nvSpPr>
          <p:cNvPr id="395" name="Shape 393"/>
          <p:cNvSpPr/>
          <p:nvPr/>
        </p:nvSpPr>
        <p:spPr>
          <a:xfrm>
            <a:off x="1014984" y="2239290"/>
            <a:ext cx="0" cy="46940"/>
          </a:xfrm>
          <a:prstGeom prst="line">
            <a:avLst/>
          </a:prstGeom>
          <a:noFill/>
          <a:ln w="25400">
            <a:solidFill>
              <a:srgbClr val="2F7F93"/>
            </a:solidFill>
            <a:prstDash val="solid"/>
            <a:headEnd type="none"/>
            <a:tailEnd type="none"/>
          </a:ln>
        </p:spPr>
      </p:sp>
      <p:sp>
        <p:nvSpPr>
          <p:cNvPr id="396" name="Shape 394"/>
          <p:cNvSpPr/>
          <p:nvPr/>
        </p:nvSpPr>
        <p:spPr>
          <a:xfrm>
            <a:off x="1014984" y="2283487"/>
            <a:ext cx="176479" cy="0"/>
          </a:xfrm>
          <a:prstGeom prst="line">
            <a:avLst/>
          </a:prstGeom>
          <a:noFill/>
          <a:ln w="25400">
            <a:solidFill>
              <a:srgbClr val="2F7F93"/>
            </a:solidFill>
            <a:prstDash val="solid"/>
            <a:headEnd type="none"/>
            <a:tailEnd type="none"/>
          </a:ln>
        </p:spPr>
      </p:sp>
      <p:sp>
        <p:nvSpPr>
          <p:cNvPr id="397" name="Shape 395"/>
          <p:cNvSpPr/>
          <p:nvPr/>
        </p:nvSpPr>
        <p:spPr>
          <a:xfrm>
            <a:off x="1188720" y="2280744"/>
            <a:ext cx="0" cy="267696"/>
          </a:xfrm>
          <a:prstGeom prst="line">
            <a:avLst/>
          </a:prstGeom>
          <a:noFill/>
          <a:ln w="25400">
            <a:solidFill>
              <a:srgbClr val="2F7F93"/>
            </a:solidFill>
            <a:prstDash val="solid"/>
            <a:headEnd type="none"/>
            <a:tailEnd type="none"/>
          </a:ln>
        </p:spPr>
      </p:sp>
      <p:sp>
        <p:nvSpPr>
          <p:cNvPr id="398" name="Shape 396"/>
          <p:cNvSpPr/>
          <p:nvPr/>
        </p:nvSpPr>
        <p:spPr>
          <a:xfrm>
            <a:off x="1188720" y="2545697"/>
            <a:ext cx="176480" cy="0"/>
          </a:xfrm>
          <a:prstGeom prst="line">
            <a:avLst/>
          </a:prstGeom>
          <a:noFill/>
          <a:ln w="25400">
            <a:solidFill>
              <a:srgbClr val="2F7F93"/>
            </a:solidFill>
            <a:prstDash val="solid"/>
            <a:headEnd type="none"/>
            <a:tailEnd type="none"/>
          </a:ln>
        </p:spPr>
      </p:sp>
      <p:sp>
        <p:nvSpPr>
          <p:cNvPr id="399" name="Shape 397"/>
          <p:cNvSpPr/>
          <p:nvPr/>
        </p:nvSpPr>
        <p:spPr>
          <a:xfrm>
            <a:off x="1362456" y="2542954"/>
            <a:ext cx="0" cy="389572"/>
          </a:xfrm>
          <a:prstGeom prst="line">
            <a:avLst/>
          </a:prstGeom>
          <a:noFill/>
          <a:ln w="25400">
            <a:solidFill>
              <a:srgbClr val="2F7F93"/>
            </a:solidFill>
            <a:prstDash val="solid"/>
            <a:headEnd type="none"/>
            <a:tailEnd type="none"/>
          </a:ln>
        </p:spPr>
      </p:sp>
      <p:sp>
        <p:nvSpPr>
          <p:cNvPr id="400" name="Shape 398"/>
          <p:cNvSpPr/>
          <p:nvPr/>
        </p:nvSpPr>
        <p:spPr>
          <a:xfrm>
            <a:off x="1362456" y="2929782"/>
            <a:ext cx="176480" cy="0"/>
          </a:xfrm>
          <a:prstGeom prst="line">
            <a:avLst/>
          </a:prstGeom>
          <a:noFill/>
          <a:ln w="25400">
            <a:solidFill>
              <a:srgbClr val="2F7F93"/>
            </a:solidFill>
            <a:prstDash val="solid"/>
            <a:headEnd type="none"/>
            <a:tailEnd type="none"/>
          </a:ln>
        </p:spPr>
      </p:sp>
      <p:sp>
        <p:nvSpPr>
          <p:cNvPr id="401" name="Shape 399"/>
          <p:cNvSpPr/>
          <p:nvPr/>
        </p:nvSpPr>
        <p:spPr>
          <a:xfrm>
            <a:off x="1536192" y="2927039"/>
            <a:ext cx="0" cy="405018"/>
          </a:xfrm>
          <a:prstGeom prst="line">
            <a:avLst/>
          </a:prstGeom>
          <a:noFill/>
          <a:ln w="25400">
            <a:solidFill>
              <a:srgbClr val="2F7F93"/>
            </a:solidFill>
            <a:prstDash val="solid"/>
            <a:headEnd type="none"/>
            <a:tailEnd type="none"/>
          </a:ln>
        </p:spPr>
      </p:sp>
      <p:sp>
        <p:nvSpPr>
          <p:cNvPr id="402" name="Shape 400"/>
          <p:cNvSpPr/>
          <p:nvPr/>
        </p:nvSpPr>
        <p:spPr>
          <a:xfrm>
            <a:off x="1536192" y="3329314"/>
            <a:ext cx="176479" cy="0"/>
          </a:xfrm>
          <a:prstGeom prst="line">
            <a:avLst/>
          </a:prstGeom>
          <a:noFill/>
          <a:ln w="25400">
            <a:solidFill>
              <a:srgbClr val="2F7F93"/>
            </a:solidFill>
            <a:prstDash val="solid"/>
            <a:headEnd type="none"/>
            <a:tailEnd type="none"/>
          </a:ln>
        </p:spPr>
      </p:sp>
      <p:sp>
        <p:nvSpPr>
          <p:cNvPr id="403" name="Shape 401"/>
          <p:cNvSpPr/>
          <p:nvPr/>
        </p:nvSpPr>
        <p:spPr>
          <a:xfrm>
            <a:off x="1709928" y="3326571"/>
            <a:ext cx="0" cy="344753"/>
          </a:xfrm>
          <a:prstGeom prst="line">
            <a:avLst/>
          </a:prstGeom>
          <a:noFill/>
          <a:ln w="25400">
            <a:solidFill>
              <a:srgbClr val="2F7F93"/>
            </a:solidFill>
            <a:prstDash val="solid"/>
            <a:headEnd type="none"/>
            <a:tailEnd type="none"/>
          </a:ln>
        </p:spPr>
      </p:sp>
      <p:sp>
        <p:nvSpPr>
          <p:cNvPr id="404" name="Shape 402"/>
          <p:cNvSpPr/>
          <p:nvPr/>
        </p:nvSpPr>
        <p:spPr>
          <a:xfrm>
            <a:off x="1709928" y="3668581"/>
            <a:ext cx="176480" cy="0"/>
          </a:xfrm>
          <a:prstGeom prst="line">
            <a:avLst/>
          </a:prstGeom>
          <a:noFill/>
          <a:ln w="25400">
            <a:solidFill>
              <a:srgbClr val="2F7F93"/>
            </a:solidFill>
            <a:prstDash val="solid"/>
            <a:headEnd type="none"/>
            <a:tailEnd type="none"/>
          </a:ln>
        </p:spPr>
      </p:sp>
      <p:sp>
        <p:nvSpPr>
          <p:cNvPr id="405" name="Shape 403"/>
          <p:cNvSpPr/>
          <p:nvPr/>
        </p:nvSpPr>
        <p:spPr>
          <a:xfrm>
            <a:off x="1883664" y="3665838"/>
            <a:ext cx="0" cy="258218"/>
          </a:xfrm>
          <a:prstGeom prst="line">
            <a:avLst/>
          </a:prstGeom>
          <a:noFill/>
          <a:ln w="25400">
            <a:solidFill>
              <a:srgbClr val="2F7F93"/>
            </a:solidFill>
            <a:prstDash val="solid"/>
            <a:headEnd type="none"/>
            <a:tailEnd type="none"/>
          </a:ln>
        </p:spPr>
      </p:sp>
      <p:sp>
        <p:nvSpPr>
          <p:cNvPr id="406" name="Shape 404"/>
          <p:cNvSpPr/>
          <p:nvPr/>
        </p:nvSpPr>
        <p:spPr>
          <a:xfrm>
            <a:off x="1883664" y="3921312"/>
            <a:ext cx="176480" cy="0"/>
          </a:xfrm>
          <a:prstGeom prst="line">
            <a:avLst/>
          </a:prstGeom>
          <a:noFill/>
          <a:ln w="25400">
            <a:solidFill>
              <a:srgbClr val="2F7F93"/>
            </a:solidFill>
            <a:prstDash val="solid"/>
            <a:headEnd type="none"/>
            <a:tailEnd type="none"/>
          </a:ln>
        </p:spPr>
      </p:sp>
      <p:sp>
        <p:nvSpPr>
          <p:cNvPr id="407" name="Shape 405"/>
          <p:cNvSpPr/>
          <p:nvPr/>
        </p:nvSpPr>
        <p:spPr>
          <a:xfrm>
            <a:off x="2057400" y="3918569"/>
            <a:ext cx="0" cy="171595"/>
          </a:xfrm>
          <a:prstGeom prst="line">
            <a:avLst/>
          </a:prstGeom>
          <a:noFill/>
          <a:ln w="25400">
            <a:solidFill>
              <a:srgbClr val="2F7F93"/>
            </a:solidFill>
            <a:prstDash val="solid"/>
            <a:headEnd type="none"/>
            <a:tailEnd type="none"/>
          </a:ln>
        </p:spPr>
      </p:sp>
      <p:sp>
        <p:nvSpPr>
          <p:cNvPr id="408" name="Shape 406"/>
          <p:cNvSpPr/>
          <p:nvPr/>
        </p:nvSpPr>
        <p:spPr>
          <a:xfrm>
            <a:off x="2057400" y="4087421"/>
            <a:ext cx="176479" cy="0"/>
          </a:xfrm>
          <a:prstGeom prst="line">
            <a:avLst/>
          </a:prstGeom>
          <a:noFill/>
          <a:ln w="25400">
            <a:solidFill>
              <a:srgbClr val="2F7F93"/>
            </a:solidFill>
            <a:prstDash val="solid"/>
            <a:headEnd type="none"/>
            <a:tailEnd type="none"/>
          </a:ln>
        </p:spPr>
      </p:sp>
      <p:sp>
        <p:nvSpPr>
          <p:cNvPr id="409" name="Shape 407"/>
          <p:cNvSpPr/>
          <p:nvPr/>
        </p:nvSpPr>
        <p:spPr>
          <a:xfrm>
            <a:off x="2231136" y="4084677"/>
            <a:ext cx="0" cy="90208"/>
          </a:xfrm>
          <a:prstGeom prst="line">
            <a:avLst/>
          </a:prstGeom>
          <a:noFill/>
          <a:ln w="25400">
            <a:solidFill>
              <a:srgbClr val="2F7F93"/>
            </a:solidFill>
            <a:prstDash val="solid"/>
            <a:headEnd type="none"/>
            <a:tailEnd type="none"/>
          </a:ln>
        </p:spPr>
      </p:sp>
      <p:sp>
        <p:nvSpPr>
          <p:cNvPr id="410" name="Shape 408"/>
          <p:cNvSpPr/>
          <p:nvPr/>
        </p:nvSpPr>
        <p:spPr>
          <a:xfrm>
            <a:off x="2231136" y="4172142"/>
            <a:ext cx="176480" cy="0"/>
          </a:xfrm>
          <a:prstGeom prst="line">
            <a:avLst/>
          </a:prstGeom>
          <a:noFill/>
          <a:ln w="25400">
            <a:solidFill>
              <a:srgbClr val="2F7F93"/>
            </a:solidFill>
            <a:prstDash val="solid"/>
            <a:headEnd type="none"/>
            <a:tailEnd type="none"/>
          </a:ln>
        </p:spPr>
      </p:sp>
      <p:sp>
        <p:nvSpPr>
          <p:cNvPr id="411" name="Shape 409"/>
          <p:cNvSpPr/>
          <p:nvPr/>
        </p:nvSpPr>
        <p:spPr>
          <a:xfrm>
            <a:off x="2404872" y="4169399"/>
            <a:ext cx="0" cy="29388"/>
          </a:xfrm>
          <a:prstGeom prst="line">
            <a:avLst/>
          </a:prstGeom>
          <a:noFill/>
          <a:ln w="25400">
            <a:solidFill>
              <a:srgbClr val="2F7F93"/>
            </a:solidFill>
            <a:prstDash val="solid"/>
            <a:headEnd type="none"/>
            <a:tailEnd type="none"/>
          </a:ln>
        </p:spPr>
      </p:sp>
      <p:sp>
        <p:nvSpPr>
          <p:cNvPr id="412" name="Shape 410"/>
          <p:cNvSpPr/>
          <p:nvPr/>
        </p:nvSpPr>
        <p:spPr>
          <a:xfrm>
            <a:off x="2404872" y="4196043"/>
            <a:ext cx="176480" cy="0"/>
          </a:xfrm>
          <a:prstGeom prst="line">
            <a:avLst/>
          </a:prstGeom>
          <a:noFill/>
          <a:ln w="25400">
            <a:solidFill>
              <a:srgbClr val="2F7F93"/>
            </a:solidFill>
            <a:prstDash val="solid"/>
            <a:headEnd type="none"/>
            <a:tailEnd type="none"/>
          </a:ln>
        </p:spPr>
      </p:sp>
      <p:sp>
        <p:nvSpPr>
          <p:cNvPr id="413" name="Shape 411"/>
          <p:cNvSpPr/>
          <p:nvPr/>
        </p:nvSpPr>
        <p:spPr>
          <a:xfrm>
            <a:off x="2578608" y="4179931"/>
            <a:ext cx="0" cy="18856"/>
          </a:xfrm>
          <a:prstGeom prst="line">
            <a:avLst/>
          </a:prstGeom>
          <a:noFill/>
          <a:ln w="25400">
            <a:solidFill>
              <a:srgbClr val="2F7F93"/>
            </a:solidFill>
            <a:prstDash val="solid"/>
            <a:headEnd type="none"/>
            <a:tailEnd type="none"/>
          </a:ln>
        </p:spPr>
      </p:sp>
      <p:sp>
        <p:nvSpPr>
          <p:cNvPr id="414" name="Shape 412"/>
          <p:cNvSpPr/>
          <p:nvPr/>
        </p:nvSpPr>
        <p:spPr>
          <a:xfrm>
            <a:off x="2578608" y="4182674"/>
            <a:ext cx="176479" cy="0"/>
          </a:xfrm>
          <a:prstGeom prst="line">
            <a:avLst/>
          </a:prstGeom>
          <a:noFill/>
          <a:ln w="25400">
            <a:solidFill>
              <a:srgbClr val="2F7F93"/>
            </a:solidFill>
            <a:prstDash val="solid"/>
            <a:headEnd type="none"/>
            <a:tailEnd type="none"/>
          </a:ln>
        </p:spPr>
      </p:sp>
      <p:sp>
        <p:nvSpPr>
          <p:cNvPr id="415" name="Shape 413"/>
          <p:cNvSpPr/>
          <p:nvPr/>
        </p:nvSpPr>
        <p:spPr>
          <a:xfrm>
            <a:off x="2752344" y="4140408"/>
            <a:ext cx="0" cy="45010"/>
          </a:xfrm>
          <a:prstGeom prst="line">
            <a:avLst/>
          </a:prstGeom>
          <a:noFill/>
          <a:ln w="25400">
            <a:solidFill>
              <a:srgbClr val="2F7F93"/>
            </a:solidFill>
            <a:prstDash val="solid"/>
            <a:headEnd type="none"/>
            <a:tailEnd type="none"/>
          </a:ln>
        </p:spPr>
      </p:sp>
      <p:sp>
        <p:nvSpPr>
          <p:cNvPr id="416" name="Shape 414"/>
          <p:cNvSpPr/>
          <p:nvPr/>
        </p:nvSpPr>
        <p:spPr>
          <a:xfrm>
            <a:off x="2752344" y="4143151"/>
            <a:ext cx="176480" cy="0"/>
          </a:xfrm>
          <a:prstGeom prst="line">
            <a:avLst/>
          </a:prstGeom>
          <a:noFill/>
          <a:ln w="25400">
            <a:solidFill>
              <a:srgbClr val="2F7F93"/>
            </a:solidFill>
            <a:prstDash val="solid"/>
            <a:headEnd type="none"/>
            <a:tailEnd type="none"/>
          </a:ln>
        </p:spPr>
      </p:sp>
      <p:sp>
        <p:nvSpPr>
          <p:cNvPr id="417" name="Shape 415"/>
          <p:cNvSpPr/>
          <p:nvPr/>
        </p:nvSpPr>
        <p:spPr>
          <a:xfrm>
            <a:off x="2926080" y="4095092"/>
            <a:ext cx="0" cy="50802"/>
          </a:xfrm>
          <a:prstGeom prst="line">
            <a:avLst/>
          </a:prstGeom>
          <a:noFill/>
          <a:ln w="25400">
            <a:solidFill>
              <a:srgbClr val="2F7F93"/>
            </a:solidFill>
            <a:prstDash val="solid"/>
            <a:headEnd type="none"/>
            <a:tailEnd type="none"/>
          </a:ln>
        </p:spPr>
      </p:sp>
      <p:sp>
        <p:nvSpPr>
          <p:cNvPr id="418" name="Shape 416"/>
          <p:cNvSpPr/>
          <p:nvPr/>
        </p:nvSpPr>
        <p:spPr>
          <a:xfrm>
            <a:off x="2926080" y="4097835"/>
            <a:ext cx="176480" cy="0"/>
          </a:xfrm>
          <a:prstGeom prst="line">
            <a:avLst/>
          </a:prstGeom>
          <a:noFill/>
          <a:ln w="25400">
            <a:solidFill>
              <a:srgbClr val="2F7F93"/>
            </a:solidFill>
            <a:prstDash val="solid"/>
            <a:headEnd type="none"/>
            <a:tailEnd type="none"/>
          </a:ln>
        </p:spPr>
      </p:sp>
      <p:sp>
        <p:nvSpPr>
          <p:cNvPr id="419" name="Shape 417"/>
          <p:cNvSpPr/>
          <p:nvPr/>
        </p:nvSpPr>
        <p:spPr>
          <a:xfrm>
            <a:off x="3099816" y="4056768"/>
            <a:ext cx="0" cy="43810"/>
          </a:xfrm>
          <a:prstGeom prst="line">
            <a:avLst/>
          </a:prstGeom>
          <a:noFill/>
          <a:ln w="25400">
            <a:solidFill>
              <a:srgbClr val="2F7F93"/>
            </a:solidFill>
            <a:prstDash val="solid"/>
            <a:headEnd type="none"/>
            <a:tailEnd type="none"/>
          </a:ln>
        </p:spPr>
      </p:sp>
      <p:sp>
        <p:nvSpPr>
          <p:cNvPr id="420" name="Shape 418"/>
          <p:cNvSpPr/>
          <p:nvPr/>
        </p:nvSpPr>
        <p:spPr>
          <a:xfrm>
            <a:off x="3099816" y="4059512"/>
            <a:ext cx="176479" cy="0"/>
          </a:xfrm>
          <a:prstGeom prst="line">
            <a:avLst/>
          </a:prstGeom>
          <a:noFill/>
          <a:ln w="25400">
            <a:solidFill>
              <a:srgbClr val="2F7F93"/>
            </a:solidFill>
            <a:prstDash val="solid"/>
            <a:headEnd type="none"/>
            <a:tailEnd type="none"/>
          </a:ln>
        </p:spPr>
      </p:sp>
      <p:sp>
        <p:nvSpPr>
          <p:cNvPr id="421" name="Shape 419"/>
          <p:cNvSpPr/>
          <p:nvPr/>
        </p:nvSpPr>
        <p:spPr>
          <a:xfrm>
            <a:off x="3273552" y="4026197"/>
            <a:ext cx="0" cy="36058"/>
          </a:xfrm>
          <a:prstGeom prst="line">
            <a:avLst/>
          </a:prstGeom>
          <a:noFill/>
          <a:ln w="25400">
            <a:solidFill>
              <a:srgbClr val="2F7F93"/>
            </a:solidFill>
            <a:prstDash val="solid"/>
            <a:headEnd type="none"/>
            <a:tailEnd type="none"/>
          </a:ln>
        </p:spPr>
      </p:sp>
      <p:sp>
        <p:nvSpPr>
          <p:cNvPr id="422" name="Shape 420"/>
          <p:cNvSpPr/>
          <p:nvPr/>
        </p:nvSpPr>
        <p:spPr>
          <a:xfrm>
            <a:off x="3273552" y="4028940"/>
            <a:ext cx="176480" cy="0"/>
          </a:xfrm>
          <a:prstGeom prst="line">
            <a:avLst/>
          </a:prstGeom>
          <a:noFill/>
          <a:ln w="25400">
            <a:solidFill>
              <a:srgbClr val="2F7F93"/>
            </a:solidFill>
            <a:prstDash val="solid"/>
            <a:headEnd type="none"/>
            <a:tailEnd type="none"/>
          </a:ln>
        </p:spPr>
      </p:sp>
      <p:sp>
        <p:nvSpPr>
          <p:cNvPr id="423" name="Shape 421"/>
          <p:cNvSpPr/>
          <p:nvPr/>
        </p:nvSpPr>
        <p:spPr>
          <a:xfrm>
            <a:off x="3447288" y="4007854"/>
            <a:ext cx="0" cy="23829"/>
          </a:xfrm>
          <a:prstGeom prst="line">
            <a:avLst/>
          </a:prstGeom>
          <a:noFill/>
          <a:ln w="25400">
            <a:solidFill>
              <a:srgbClr val="2F7F93"/>
            </a:solidFill>
            <a:prstDash val="solid"/>
            <a:headEnd type="none"/>
            <a:tailEnd type="none"/>
          </a:ln>
        </p:spPr>
      </p:sp>
      <p:sp>
        <p:nvSpPr>
          <p:cNvPr id="424" name="Shape 422"/>
          <p:cNvSpPr/>
          <p:nvPr/>
        </p:nvSpPr>
        <p:spPr>
          <a:xfrm>
            <a:off x="3447288" y="4010598"/>
            <a:ext cx="176480" cy="0"/>
          </a:xfrm>
          <a:prstGeom prst="line">
            <a:avLst/>
          </a:prstGeom>
          <a:noFill/>
          <a:ln w="25400">
            <a:solidFill>
              <a:srgbClr val="2F7F93"/>
            </a:solidFill>
            <a:prstDash val="solid"/>
            <a:headEnd type="none"/>
            <a:tailEnd type="none"/>
          </a:ln>
        </p:spPr>
      </p:sp>
      <p:sp>
        <p:nvSpPr>
          <p:cNvPr id="425" name="Shape 423"/>
          <p:cNvSpPr/>
          <p:nvPr/>
        </p:nvSpPr>
        <p:spPr>
          <a:xfrm>
            <a:off x="3621024" y="4003583"/>
            <a:ext cx="0" cy="9758"/>
          </a:xfrm>
          <a:prstGeom prst="line">
            <a:avLst/>
          </a:prstGeom>
          <a:noFill/>
          <a:ln w="25400">
            <a:solidFill>
              <a:srgbClr val="2F7F93"/>
            </a:solidFill>
            <a:prstDash val="solid"/>
            <a:headEnd type="none"/>
            <a:tailEnd type="none"/>
          </a:ln>
        </p:spPr>
      </p:sp>
      <p:sp>
        <p:nvSpPr>
          <p:cNvPr id="426" name="Shape 424"/>
          <p:cNvSpPr/>
          <p:nvPr/>
        </p:nvSpPr>
        <p:spPr>
          <a:xfrm>
            <a:off x="3621024" y="4006326"/>
            <a:ext cx="176479" cy="0"/>
          </a:xfrm>
          <a:prstGeom prst="line">
            <a:avLst/>
          </a:prstGeom>
          <a:noFill/>
          <a:ln w="25400">
            <a:solidFill>
              <a:srgbClr val="2F7F93"/>
            </a:solidFill>
            <a:prstDash val="solid"/>
            <a:headEnd type="none"/>
            <a:tailEnd type="none"/>
          </a:ln>
        </p:spPr>
      </p:sp>
      <p:sp>
        <p:nvSpPr>
          <p:cNvPr id="427" name="Shape 425"/>
          <p:cNvSpPr/>
          <p:nvPr/>
        </p:nvSpPr>
        <p:spPr>
          <a:xfrm>
            <a:off x="3794760" y="4003583"/>
            <a:ext cx="0" cy="8412"/>
          </a:xfrm>
          <a:prstGeom prst="line">
            <a:avLst/>
          </a:prstGeom>
          <a:noFill/>
          <a:ln w="25400">
            <a:solidFill>
              <a:srgbClr val="2F7F93"/>
            </a:solidFill>
            <a:prstDash val="solid"/>
            <a:headEnd type="none"/>
            <a:tailEnd type="none"/>
          </a:ln>
        </p:spPr>
      </p:sp>
      <p:sp>
        <p:nvSpPr>
          <p:cNvPr id="428" name="Shape 426"/>
          <p:cNvSpPr/>
          <p:nvPr/>
        </p:nvSpPr>
        <p:spPr>
          <a:xfrm>
            <a:off x="3794760" y="4009252"/>
            <a:ext cx="176480" cy="0"/>
          </a:xfrm>
          <a:prstGeom prst="line">
            <a:avLst/>
          </a:prstGeom>
          <a:noFill/>
          <a:ln w="25400">
            <a:solidFill>
              <a:srgbClr val="2F7F93"/>
            </a:solidFill>
            <a:prstDash val="solid"/>
            <a:headEnd type="none"/>
            <a:tailEnd type="none"/>
          </a:ln>
        </p:spPr>
      </p:sp>
      <p:sp>
        <p:nvSpPr>
          <p:cNvPr id="429" name="Shape 427"/>
          <p:cNvSpPr/>
          <p:nvPr/>
        </p:nvSpPr>
        <p:spPr>
          <a:xfrm>
            <a:off x="3968496" y="4006509"/>
            <a:ext cx="0" cy="18534"/>
          </a:xfrm>
          <a:prstGeom prst="line">
            <a:avLst/>
          </a:prstGeom>
          <a:noFill/>
          <a:ln w="25400">
            <a:solidFill>
              <a:srgbClr val="2F7F93"/>
            </a:solidFill>
            <a:prstDash val="solid"/>
            <a:headEnd type="none"/>
            <a:tailEnd type="none"/>
          </a:ln>
        </p:spPr>
      </p:sp>
      <p:sp>
        <p:nvSpPr>
          <p:cNvPr id="430" name="Shape 428"/>
          <p:cNvSpPr/>
          <p:nvPr/>
        </p:nvSpPr>
        <p:spPr>
          <a:xfrm>
            <a:off x="3968496" y="4022300"/>
            <a:ext cx="176480" cy="0"/>
          </a:xfrm>
          <a:prstGeom prst="line">
            <a:avLst/>
          </a:prstGeom>
          <a:noFill/>
          <a:ln w="25400">
            <a:solidFill>
              <a:srgbClr val="2F7F93"/>
            </a:solidFill>
            <a:prstDash val="solid"/>
            <a:headEnd type="none"/>
            <a:tailEnd type="none"/>
          </a:ln>
        </p:spPr>
      </p:sp>
      <p:sp>
        <p:nvSpPr>
          <p:cNvPr id="431" name="Shape 429"/>
          <p:cNvSpPr/>
          <p:nvPr/>
        </p:nvSpPr>
        <p:spPr>
          <a:xfrm>
            <a:off x="4142232" y="4019556"/>
            <a:ext cx="0" cy="30558"/>
          </a:xfrm>
          <a:prstGeom prst="line">
            <a:avLst/>
          </a:prstGeom>
          <a:noFill/>
          <a:ln w="25400">
            <a:solidFill>
              <a:srgbClr val="2F7F93"/>
            </a:solidFill>
            <a:prstDash val="solid"/>
            <a:headEnd type="none"/>
            <a:tailEnd type="none"/>
          </a:ln>
        </p:spPr>
      </p:sp>
      <p:sp>
        <p:nvSpPr>
          <p:cNvPr id="432" name="Shape 430"/>
          <p:cNvSpPr/>
          <p:nvPr/>
        </p:nvSpPr>
        <p:spPr>
          <a:xfrm>
            <a:off x="4142232" y="4047371"/>
            <a:ext cx="176479" cy="0"/>
          </a:xfrm>
          <a:prstGeom prst="line">
            <a:avLst/>
          </a:prstGeom>
          <a:noFill/>
          <a:ln w="25400">
            <a:solidFill>
              <a:srgbClr val="2F7F93"/>
            </a:solidFill>
            <a:prstDash val="solid"/>
            <a:headEnd type="none"/>
            <a:tailEnd type="none"/>
          </a:ln>
        </p:spPr>
      </p:sp>
      <p:sp>
        <p:nvSpPr>
          <p:cNvPr id="433" name="Shape 431"/>
          <p:cNvSpPr/>
          <p:nvPr/>
        </p:nvSpPr>
        <p:spPr>
          <a:xfrm>
            <a:off x="4315968" y="4044628"/>
            <a:ext cx="0" cy="38369"/>
          </a:xfrm>
          <a:prstGeom prst="line">
            <a:avLst/>
          </a:prstGeom>
          <a:noFill/>
          <a:ln w="25400">
            <a:solidFill>
              <a:srgbClr val="2F7F93"/>
            </a:solidFill>
            <a:prstDash val="solid"/>
            <a:headEnd type="none"/>
            <a:tailEnd type="none"/>
          </a:ln>
        </p:spPr>
      </p:sp>
      <p:sp>
        <p:nvSpPr>
          <p:cNvPr id="434" name="Shape 432"/>
          <p:cNvSpPr/>
          <p:nvPr/>
        </p:nvSpPr>
        <p:spPr>
          <a:xfrm>
            <a:off x="4315968" y="4080253"/>
            <a:ext cx="176480" cy="0"/>
          </a:xfrm>
          <a:prstGeom prst="line">
            <a:avLst/>
          </a:prstGeom>
          <a:noFill/>
          <a:ln w="25400">
            <a:solidFill>
              <a:srgbClr val="2F7F93"/>
            </a:solidFill>
            <a:prstDash val="solid"/>
            <a:headEnd type="none"/>
            <a:tailEnd type="none"/>
          </a:ln>
        </p:spPr>
      </p:sp>
      <p:sp>
        <p:nvSpPr>
          <p:cNvPr id="435" name="Shape 433"/>
          <p:cNvSpPr/>
          <p:nvPr/>
        </p:nvSpPr>
        <p:spPr>
          <a:xfrm>
            <a:off x="4489704" y="4077510"/>
            <a:ext cx="0" cy="34829"/>
          </a:xfrm>
          <a:prstGeom prst="line">
            <a:avLst/>
          </a:prstGeom>
          <a:noFill/>
          <a:ln w="25400">
            <a:solidFill>
              <a:srgbClr val="2F7F93"/>
            </a:solidFill>
            <a:prstDash val="solid"/>
            <a:headEnd type="none"/>
            <a:tailEnd type="none"/>
          </a:ln>
        </p:spPr>
      </p:sp>
      <p:sp>
        <p:nvSpPr>
          <p:cNvPr id="436" name="Shape 434"/>
          <p:cNvSpPr/>
          <p:nvPr/>
        </p:nvSpPr>
        <p:spPr>
          <a:xfrm>
            <a:off x="4489704" y="4109596"/>
            <a:ext cx="176480" cy="0"/>
          </a:xfrm>
          <a:prstGeom prst="line">
            <a:avLst/>
          </a:prstGeom>
          <a:noFill/>
          <a:ln w="25400">
            <a:solidFill>
              <a:srgbClr val="2F7F93"/>
            </a:solidFill>
            <a:prstDash val="solid"/>
            <a:headEnd type="none"/>
            <a:tailEnd type="none"/>
          </a:ln>
        </p:spPr>
      </p:sp>
      <p:sp>
        <p:nvSpPr>
          <p:cNvPr id="437" name="Shape 435"/>
          <p:cNvSpPr/>
          <p:nvPr/>
        </p:nvSpPr>
        <p:spPr>
          <a:xfrm>
            <a:off x="4663440" y="4106852"/>
            <a:ext cx="0" cy="31933"/>
          </a:xfrm>
          <a:prstGeom prst="line">
            <a:avLst/>
          </a:prstGeom>
          <a:noFill/>
          <a:ln w="25400">
            <a:solidFill>
              <a:srgbClr val="2F7F93"/>
            </a:solidFill>
            <a:prstDash val="solid"/>
            <a:headEnd type="none"/>
            <a:tailEnd type="none"/>
          </a:ln>
        </p:spPr>
      </p:sp>
      <p:sp>
        <p:nvSpPr>
          <p:cNvPr id="438" name="Shape 436"/>
          <p:cNvSpPr/>
          <p:nvPr/>
        </p:nvSpPr>
        <p:spPr>
          <a:xfrm>
            <a:off x="4663440" y="4136042"/>
            <a:ext cx="176479" cy="0"/>
          </a:xfrm>
          <a:prstGeom prst="line">
            <a:avLst/>
          </a:prstGeom>
          <a:noFill/>
          <a:ln w="25400">
            <a:solidFill>
              <a:srgbClr val="2F7F93"/>
            </a:solidFill>
            <a:prstDash val="solid"/>
            <a:headEnd type="none"/>
            <a:tailEnd type="none"/>
          </a:ln>
        </p:spPr>
      </p:sp>
      <p:sp>
        <p:nvSpPr>
          <p:cNvPr id="439" name="Shape 437"/>
          <p:cNvSpPr/>
          <p:nvPr/>
        </p:nvSpPr>
        <p:spPr>
          <a:xfrm>
            <a:off x="4837176" y="4133299"/>
            <a:ext cx="0" cy="29007"/>
          </a:xfrm>
          <a:prstGeom prst="line">
            <a:avLst/>
          </a:prstGeom>
          <a:noFill/>
          <a:ln w="25400">
            <a:solidFill>
              <a:srgbClr val="2F7F93"/>
            </a:solidFill>
            <a:prstDash val="solid"/>
            <a:headEnd type="none"/>
            <a:tailEnd type="none"/>
          </a:ln>
        </p:spPr>
      </p:sp>
      <p:sp>
        <p:nvSpPr>
          <p:cNvPr id="440" name="Shape 438"/>
          <p:cNvSpPr/>
          <p:nvPr/>
        </p:nvSpPr>
        <p:spPr>
          <a:xfrm>
            <a:off x="4837176" y="4159563"/>
            <a:ext cx="176480" cy="0"/>
          </a:xfrm>
          <a:prstGeom prst="line">
            <a:avLst/>
          </a:prstGeom>
          <a:noFill/>
          <a:ln w="25400">
            <a:solidFill>
              <a:srgbClr val="2F7F93"/>
            </a:solidFill>
            <a:prstDash val="solid"/>
            <a:headEnd type="none"/>
            <a:tailEnd type="none"/>
          </a:ln>
        </p:spPr>
      </p:sp>
      <p:sp>
        <p:nvSpPr>
          <p:cNvPr id="441" name="Shape 439"/>
          <p:cNvSpPr/>
          <p:nvPr/>
        </p:nvSpPr>
        <p:spPr>
          <a:xfrm>
            <a:off x="5010912" y="4156819"/>
            <a:ext cx="0" cy="19997"/>
          </a:xfrm>
          <a:prstGeom prst="line">
            <a:avLst/>
          </a:prstGeom>
          <a:noFill/>
          <a:ln w="25400">
            <a:solidFill>
              <a:srgbClr val="2F7F93"/>
            </a:solidFill>
            <a:prstDash val="solid"/>
            <a:headEnd type="none"/>
            <a:tailEnd type="none"/>
          </a:ln>
        </p:spPr>
      </p:sp>
      <p:sp>
        <p:nvSpPr>
          <p:cNvPr id="442" name="Shape 440"/>
          <p:cNvSpPr/>
          <p:nvPr/>
        </p:nvSpPr>
        <p:spPr>
          <a:xfrm>
            <a:off x="5010912" y="4174073"/>
            <a:ext cx="176480" cy="0"/>
          </a:xfrm>
          <a:prstGeom prst="line">
            <a:avLst/>
          </a:prstGeom>
          <a:noFill/>
          <a:ln w="25400">
            <a:solidFill>
              <a:srgbClr val="2F7F93"/>
            </a:solidFill>
            <a:prstDash val="solid"/>
            <a:headEnd type="none"/>
            <a:tailEnd type="none"/>
          </a:ln>
        </p:spPr>
      </p:sp>
      <p:sp>
        <p:nvSpPr>
          <p:cNvPr id="443" name="Shape 441"/>
          <p:cNvSpPr/>
          <p:nvPr/>
        </p:nvSpPr>
        <p:spPr>
          <a:xfrm>
            <a:off x="5184648" y="4171330"/>
            <a:ext cx="0" cy="20699"/>
          </a:xfrm>
          <a:prstGeom prst="line">
            <a:avLst/>
          </a:prstGeom>
          <a:noFill/>
          <a:ln w="25400">
            <a:solidFill>
              <a:srgbClr val="2F7F93"/>
            </a:solidFill>
            <a:prstDash val="solid"/>
            <a:headEnd type="none"/>
            <a:tailEnd type="none"/>
          </a:ln>
        </p:spPr>
      </p:sp>
      <p:sp>
        <p:nvSpPr>
          <p:cNvPr id="444" name="Shape 442"/>
          <p:cNvSpPr/>
          <p:nvPr/>
        </p:nvSpPr>
        <p:spPr>
          <a:xfrm>
            <a:off x="5184648" y="4189285"/>
            <a:ext cx="176479" cy="0"/>
          </a:xfrm>
          <a:prstGeom prst="line">
            <a:avLst/>
          </a:prstGeom>
          <a:noFill/>
          <a:ln w="25400">
            <a:solidFill>
              <a:srgbClr val="2F7F93"/>
            </a:solidFill>
            <a:prstDash val="solid"/>
            <a:headEnd type="none"/>
            <a:tailEnd type="none"/>
          </a:ln>
        </p:spPr>
      </p:sp>
      <p:sp>
        <p:nvSpPr>
          <p:cNvPr id="445" name="Shape 443"/>
          <p:cNvSpPr/>
          <p:nvPr/>
        </p:nvSpPr>
        <p:spPr>
          <a:xfrm>
            <a:off x="5358384" y="4186542"/>
            <a:ext cx="0" cy="17920"/>
          </a:xfrm>
          <a:prstGeom prst="line">
            <a:avLst/>
          </a:prstGeom>
          <a:noFill/>
          <a:ln w="25400">
            <a:solidFill>
              <a:srgbClr val="2F7F93"/>
            </a:solidFill>
            <a:prstDash val="solid"/>
            <a:headEnd type="none"/>
            <a:tailEnd type="none"/>
          </a:ln>
        </p:spPr>
      </p:sp>
      <p:sp>
        <p:nvSpPr>
          <p:cNvPr id="446" name="Shape 444"/>
          <p:cNvSpPr/>
          <p:nvPr/>
        </p:nvSpPr>
        <p:spPr>
          <a:xfrm>
            <a:off x="5358384" y="4201719"/>
            <a:ext cx="176480" cy="0"/>
          </a:xfrm>
          <a:prstGeom prst="line">
            <a:avLst/>
          </a:prstGeom>
          <a:noFill/>
          <a:ln w="25400">
            <a:solidFill>
              <a:srgbClr val="2F7F93"/>
            </a:solidFill>
            <a:prstDash val="solid"/>
            <a:headEnd type="none"/>
            <a:tailEnd type="none"/>
          </a:ln>
        </p:spPr>
      </p:sp>
      <p:sp>
        <p:nvSpPr>
          <p:cNvPr id="447" name="Shape 445"/>
          <p:cNvSpPr/>
          <p:nvPr/>
        </p:nvSpPr>
        <p:spPr>
          <a:xfrm>
            <a:off x="5532120" y="4198975"/>
            <a:ext cx="0" cy="9524"/>
          </a:xfrm>
          <a:prstGeom prst="line">
            <a:avLst/>
          </a:prstGeom>
          <a:noFill/>
          <a:ln w="25400">
            <a:solidFill>
              <a:srgbClr val="2F7F93"/>
            </a:solidFill>
            <a:prstDash val="solid"/>
            <a:headEnd type="none"/>
            <a:tailEnd type="none"/>
          </a:ln>
        </p:spPr>
      </p:sp>
      <p:sp>
        <p:nvSpPr>
          <p:cNvPr id="448" name="Shape 446"/>
          <p:cNvSpPr/>
          <p:nvPr/>
        </p:nvSpPr>
        <p:spPr>
          <a:xfrm>
            <a:off x="5532120" y="4205756"/>
            <a:ext cx="176480" cy="0"/>
          </a:xfrm>
          <a:prstGeom prst="line">
            <a:avLst/>
          </a:prstGeom>
          <a:noFill/>
          <a:ln w="25400">
            <a:solidFill>
              <a:srgbClr val="2F7F93"/>
            </a:solidFill>
            <a:prstDash val="solid"/>
            <a:headEnd type="none"/>
            <a:tailEnd type="none"/>
          </a:ln>
        </p:spPr>
      </p:sp>
      <p:sp>
        <p:nvSpPr>
          <p:cNvPr id="449" name="Shape 447"/>
          <p:cNvSpPr/>
          <p:nvPr/>
        </p:nvSpPr>
        <p:spPr>
          <a:xfrm>
            <a:off x="5705856" y="4199122"/>
            <a:ext cx="0" cy="9377"/>
          </a:xfrm>
          <a:prstGeom prst="line">
            <a:avLst/>
          </a:prstGeom>
          <a:noFill/>
          <a:ln w="25400">
            <a:solidFill>
              <a:srgbClr val="2F7F93"/>
            </a:solidFill>
            <a:prstDash val="solid"/>
            <a:headEnd type="none"/>
            <a:tailEnd type="none"/>
          </a:ln>
        </p:spPr>
      </p:sp>
      <p:sp>
        <p:nvSpPr>
          <p:cNvPr id="450" name="Shape 448"/>
          <p:cNvSpPr/>
          <p:nvPr/>
        </p:nvSpPr>
        <p:spPr>
          <a:xfrm>
            <a:off x="5705856" y="4201865"/>
            <a:ext cx="176479" cy="0"/>
          </a:xfrm>
          <a:prstGeom prst="line">
            <a:avLst/>
          </a:prstGeom>
          <a:noFill/>
          <a:ln w="25400">
            <a:solidFill>
              <a:srgbClr val="2F7F93"/>
            </a:solidFill>
            <a:prstDash val="solid"/>
            <a:headEnd type="none"/>
            <a:tailEnd type="none"/>
          </a:ln>
        </p:spPr>
      </p:sp>
      <p:sp>
        <p:nvSpPr>
          <p:cNvPr id="451" name="Shape 449"/>
          <p:cNvSpPr/>
          <p:nvPr/>
        </p:nvSpPr>
        <p:spPr>
          <a:xfrm>
            <a:off x="5879592" y="4195582"/>
            <a:ext cx="0" cy="9026"/>
          </a:xfrm>
          <a:prstGeom prst="line">
            <a:avLst/>
          </a:prstGeom>
          <a:noFill/>
          <a:ln w="25400">
            <a:solidFill>
              <a:srgbClr val="2F7F93"/>
            </a:solidFill>
            <a:prstDash val="solid"/>
            <a:headEnd type="none"/>
            <a:tailEnd type="none"/>
          </a:ln>
        </p:spPr>
      </p:sp>
      <p:sp>
        <p:nvSpPr>
          <p:cNvPr id="452" name="Shape 450"/>
          <p:cNvSpPr/>
          <p:nvPr/>
        </p:nvSpPr>
        <p:spPr>
          <a:xfrm>
            <a:off x="5879592" y="4198325"/>
            <a:ext cx="176480" cy="0"/>
          </a:xfrm>
          <a:prstGeom prst="line">
            <a:avLst/>
          </a:prstGeom>
          <a:noFill/>
          <a:ln w="25400">
            <a:solidFill>
              <a:srgbClr val="2F7F93"/>
            </a:solidFill>
            <a:prstDash val="solid"/>
            <a:headEnd type="none"/>
            <a:tailEnd type="none"/>
          </a:ln>
        </p:spPr>
      </p:sp>
      <p:sp>
        <p:nvSpPr>
          <p:cNvPr id="453" name="Shape 451"/>
          <p:cNvSpPr/>
          <p:nvPr/>
        </p:nvSpPr>
        <p:spPr>
          <a:xfrm>
            <a:off x="6053328" y="4195582"/>
            <a:ext cx="0" cy="11922"/>
          </a:xfrm>
          <a:prstGeom prst="line">
            <a:avLst/>
          </a:prstGeom>
          <a:noFill/>
          <a:ln w="25400">
            <a:solidFill>
              <a:srgbClr val="2F7F93"/>
            </a:solidFill>
            <a:prstDash val="solid"/>
            <a:headEnd type="none"/>
            <a:tailEnd type="none"/>
          </a:ln>
        </p:spPr>
      </p:sp>
      <p:sp>
        <p:nvSpPr>
          <p:cNvPr id="454" name="Shape 452"/>
          <p:cNvSpPr/>
          <p:nvPr/>
        </p:nvSpPr>
        <p:spPr>
          <a:xfrm>
            <a:off x="6053328" y="4204761"/>
            <a:ext cx="176480" cy="0"/>
          </a:xfrm>
          <a:prstGeom prst="line">
            <a:avLst/>
          </a:prstGeom>
          <a:noFill/>
          <a:ln w="25400">
            <a:solidFill>
              <a:srgbClr val="2F7F93"/>
            </a:solidFill>
            <a:prstDash val="solid"/>
            <a:headEnd type="none"/>
            <a:tailEnd type="none"/>
          </a:ln>
        </p:spPr>
      </p:sp>
      <p:sp>
        <p:nvSpPr>
          <p:cNvPr id="455" name="Shape 453"/>
          <p:cNvSpPr/>
          <p:nvPr/>
        </p:nvSpPr>
        <p:spPr>
          <a:xfrm>
            <a:off x="6227064" y="4202018"/>
            <a:ext cx="0" cy="19353"/>
          </a:xfrm>
          <a:prstGeom prst="line">
            <a:avLst/>
          </a:prstGeom>
          <a:noFill/>
          <a:ln w="25400">
            <a:solidFill>
              <a:srgbClr val="2F7F93"/>
            </a:solidFill>
            <a:prstDash val="solid"/>
            <a:headEnd type="none"/>
            <a:tailEnd type="none"/>
          </a:ln>
        </p:spPr>
      </p:sp>
      <p:sp>
        <p:nvSpPr>
          <p:cNvPr id="456" name="Shape 454"/>
          <p:cNvSpPr/>
          <p:nvPr/>
        </p:nvSpPr>
        <p:spPr>
          <a:xfrm>
            <a:off x="6227064" y="4218628"/>
            <a:ext cx="176479" cy="0"/>
          </a:xfrm>
          <a:prstGeom prst="line">
            <a:avLst/>
          </a:prstGeom>
          <a:noFill/>
          <a:ln w="25400">
            <a:solidFill>
              <a:srgbClr val="2F7F93"/>
            </a:solidFill>
            <a:prstDash val="solid"/>
            <a:headEnd type="none"/>
            <a:tailEnd type="none"/>
          </a:ln>
        </p:spPr>
      </p:sp>
      <p:sp>
        <p:nvSpPr>
          <p:cNvPr id="457" name="Shape 455"/>
          <p:cNvSpPr/>
          <p:nvPr/>
        </p:nvSpPr>
        <p:spPr>
          <a:xfrm>
            <a:off x="6400800" y="4215885"/>
            <a:ext cx="0" cy="19031"/>
          </a:xfrm>
          <a:prstGeom prst="line">
            <a:avLst/>
          </a:prstGeom>
          <a:noFill/>
          <a:ln w="25400">
            <a:solidFill>
              <a:srgbClr val="2F7F93"/>
            </a:solidFill>
            <a:prstDash val="solid"/>
            <a:headEnd type="none"/>
            <a:tailEnd type="none"/>
          </a:ln>
        </p:spPr>
      </p:sp>
      <p:sp>
        <p:nvSpPr>
          <p:cNvPr id="458" name="Shape 456"/>
          <p:cNvSpPr/>
          <p:nvPr/>
        </p:nvSpPr>
        <p:spPr>
          <a:xfrm>
            <a:off x="6400800" y="4232173"/>
            <a:ext cx="176480" cy="0"/>
          </a:xfrm>
          <a:prstGeom prst="line">
            <a:avLst/>
          </a:prstGeom>
          <a:noFill/>
          <a:ln w="25400">
            <a:solidFill>
              <a:srgbClr val="2F7F93"/>
            </a:solidFill>
            <a:prstDash val="solid"/>
            <a:headEnd type="none"/>
            <a:tailEnd type="none"/>
          </a:ln>
        </p:spPr>
      </p:sp>
      <p:sp>
        <p:nvSpPr>
          <p:cNvPr id="459" name="Shape 457"/>
          <p:cNvSpPr/>
          <p:nvPr/>
        </p:nvSpPr>
        <p:spPr>
          <a:xfrm>
            <a:off x="6574536" y="4229430"/>
            <a:ext cx="0" cy="29973"/>
          </a:xfrm>
          <a:prstGeom prst="line">
            <a:avLst/>
          </a:prstGeom>
          <a:noFill/>
          <a:ln w="25400">
            <a:solidFill>
              <a:srgbClr val="2F7F93"/>
            </a:solidFill>
            <a:prstDash val="solid"/>
            <a:headEnd type="none"/>
            <a:tailEnd type="none"/>
          </a:ln>
        </p:spPr>
      </p:sp>
      <p:sp>
        <p:nvSpPr>
          <p:cNvPr id="460" name="Shape 458"/>
          <p:cNvSpPr/>
          <p:nvPr/>
        </p:nvSpPr>
        <p:spPr>
          <a:xfrm>
            <a:off x="6574536" y="4256659"/>
            <a:ext cx="176480" cy="0"/>
          </a:xfrm>
          <a:prstGeom prst="line">
            <a:avLst/>
          </a:prstGeom>
          <a:noFill/>
          <a:ln w="25400">
            <a:solidFill>
              <a:srgbClr val="2F7F93"/>
            </a:solidFill>
            <a:prstDash val="solid"/>
            <a:headEnd type="none"/>
            <a:tailEnd type="none"/>
          </a:ln>
        </p:spPr>
      </p:sp>
      <p:sp>
        <p:nvSpPr>
          <p:cNvPr id="461" name="Shape 459"/>
          <p:cNvSpPr/>
          <p:nvPr/>
        </p:nvSpPr>
        <p:spPr>
          <a:xfrm>
            <a:off x="6748272" y="4253916"/>
            <a:ext cx="0" cy="35268"/>
          </a:xfrm>
          <a:prstGeom prst="line">
            <a:avLst/>
          </a:prstGeom>
          <a:noFill/>
          <a:ln w="25400">
            <a:solidFill>
              <a:srgbClr val="2F7F93"/>
            </a:solidFill>
            <a:prstDash val="solid"/>
            <a:headEnd type="none"/>
            <a:tailEnd type="none"/>
          </a:ln>
        </p:spPr>
      </p:sp>
      <p:sp>
        <p:nvSpPr>
          <p:cNvPr id="462" name="Shape 460"/>
          <p:cNvSpPr/>
          <p:nvPr/>
        </p:nvSpPr>
        <p:spPr>
          <a:xfrm>
            <a:off x="6748272" y="4286440"/>
            <a:ext cx="176479" cy="0"/>
          </a:xfrm>
          <a:prstGeom prst="line">
            <a:avLst/>
          </a:prstGeom>
          <a:noFill/>
          <a:ln w="25400">
            <a:solidFill>
              <a:srgbClr val="2F7F93"/>
            </a:solidFill>
            <a:prstDash val="solid"/>
            <a:headEnd type="none"/>
            <a:tailEnd type="none"/>
          </a:ln>
        </p:spPr>
      </p:sp>
      <p:sp>
        <p:nvSpPr>
          <p:cNvPr id="463" name="Shape 461"/>
          <p:cNvSpPr/>
          <p:nvPr/>
        </p:nvSpPr>
        <p:spPr>
          <a:xfrm>
            <a:off x="6922008" y="4283697"/>
            <a:ext cx="0" cy="33688"/>
          </a:xfrm>
          <a:prstGeom prst="line">
            <a:avLst/>
          </a:prstGeom>
          <a:noFill/>
          <a:ln w="25400">
            <a:solidFill>
              <a:srgbClr val="2F7F93"/>
            </a:solidFill>
            <a:prstDash val="solid"/>
            <a:headEnd type="none"/>
            <a:tailEnd type="none"/>
          </a:ln>
        </p:spPr>
      </p:sp>
      <p:sp>
        <p:nvSpPr>
          <p:cNvPr id="464" name="Shape 462"/>
          <p:cNvSpPr/>
          <p:nvPr/>
        </p:nvSpPr>
        <p:spPr>
          <a:xfrm>
            <a:off x="6922008" y="4314642"/>
            <a:ext cx="176480" cy="0"/>
          </a:xfrm>
          <a:prstGeom prst="line">
            <a:avLst/>
          </a:prstGeom>
          <a:noFill/>
          <a:ln w="25400">
            <a:solidFill>
              <a:srgbClr val="2F7F93"/>
            </a:solidFill>
            <a:prstDash val="solid"/>
            <a:headEnd type="none"/>
            <a:tailEnd type="none"/>
          </a:ln>
        </p:spPr>
      </p:sp>
      <p:sp>
        <p:nvSpPr>
          <p:cNvPr id="465" name="Shape 463"/>
          <p:cNvSpPr/>
          <p:nvPr/>
        </p:nvSpPr>
        <p:spPr>
          <a:xfrm>
            <a:off x="7095744" y="4311899"/>
            <a:ext cx="0" cy="34975"/>
          </a:xfrm>
          <a:prstGeom prst="line">
            <a:avLst/>
          </a:prstGeom>
          <a:noFill/>
          <a:ln w="25400">
            <a:solidFill>
              <a:srgbClr val="2F7F93"/>
            </a:solidFill>
            <a:prstDash val="solid"/>
            <a:headEnd type="none"/>
            <a:tailEnd type="none"/>
          </a:ln>
        </p:spPr>
      </p:sp>
      <p:sp>
        <p:nvSpPr>
          <p:cNvPr id="466" name="Shape 464"/>
          <p:cNvSpPr/>
          <p:nvPr/>
        </p:nvSpPr>
        <p:spPr>
          <a:xfrm>
            <a:off x="7095744" y="4344131"/>
            <a:ext cx="176480" cy="0"/>
          </a:xfrm>
          <a:prstGeom prst="line">
            <a:avLst/>
          </a:prstGeom>
          <a:noFill/>
          <a:ln w="25400">
            <a:solidFill>
              <a:srgbClr val="2F7F93"/>
            </a:solidFill>
            <a:prstDash val="solid"/>
            <a:headEnd type="none"/>
            <a:tailEnd type="none"/>
          </a:ln>
        </p:spPr>
      </p:sp>
      <p:sp>
        <p:nvSpPr>
          <p:cNvPr id="467" name="Shape 465"/>
          <p:cNvSpPr/>
          <p:nvPr/>
        </p:nvSpPr>
        <p:spPr>
          <a:xfrm>
            <a:off x="7269480" y="4341387"/>
            <a:ext cx="0" cy="36555"/>
          </a:xfrm>
          <a:prstGeom prst="line">
            <a:avLst/>
          </a:prstGeom>
          <a:noFill/>
          <a:ln w="25400">
            <a:solidFill>
              <a:srgbClr val="2F7F93"/>
            </a:solidFill>
            <a:prstDash val="solid"/>
            <a:headEnd type="none"/>
            <a:tailEnd type="none"/>
          </a:ln>
        </p:spPr>
      </p:sp>
      <p:sp>
        <p:nvSpPr>
          <p:cNvPr id="468" name="Shape 466"/>
          <p:cNvSpPr/>
          <p:nvPr/>
        </p:nvSpPr>
        <p:spPr>
          <a:xfrm>
            <a:off x="7269480" y="4375199"/>
            <a:ext cx="176479" cy="0"/>
          </a:xfrm>
          <a:prstGeom prst="line">
            <a:avLst/>
          </a:prstGeom>
          <a:noFill/>
          <a:ln w="25400">
            <a:solidFill>
              <a:srgbClr val="2F7F93"/>
            </a:solidFill>
            <a:prstDash val="solid"/>
            <a:headEnd type="none"/>
            <a:tailEnd type="none"/>
          </a:ln>
        </p:spPr>
      </p:sp>
      <p:sp>
        <p:nvSpPr>
          <p:cNvPr id="469" name="Shape 467"/>
          <p:cNvSpPr/>
          <p:nvPr/>
        </p:nvSpPr>
        <p:spPr>
          <a:xfrm>
            <a:off x="7443216" y="4372456"/>
            <a:ext cx="0" cy="35824"/>
          </a:xfrm>
          <a:prstGeom prst="line">
            <a:avLst/>
          </a:prstGeom>
          <a:noFill/>
          <a:ln w="25400">
            <a:solidFill>
              <a:srgbClr val="2F7F93"/>
            </a:solidFill>
            <a:prstDash val="solid"/>
            <a:headEnd type="none"/>
            <a:tailEnd type="none"/>
          </a:ln>
        </p:spPr>
      </p:sp>
      <p:sp>
        <p:nvSpPr>
          <p:cNvPr id="470" name="Shape 468"/>
          <p:cNvSpPr/>
          <p:nvPr/>
        </p:nvSpPr>
        <p:spPr>
          <a:xfrm>
            <a:off x="7443216" y="4405536"/>
            <a:ext cx="176480" cy="0"/>
          </a:xfrm>
          <a:prstGeom prst="line">
            <a:avLst/>
          </a:prstGeom>
          <a:noFill/>
          <a:ln w="25400">
            <a:solidFill>
              <a:srgbClr val="2F7F93"/>
            </a:solidFill>
            <a:prstDash val="solid"/>
            <a:headEnd type="none"/>
            <a:tailEnd type="none"/>
          </a:ln>
        </p:spPr>
      </p:sp>
      <p:sp>
        <p:nvSpPr>
          <p:cNvPr id="471" name="Shape 469"/>
          <p:cNvSpPr/>
          <p:nvPr/>
        </p:nvSpPr>
        <p:spPr>
          <a:xfrm>
            <a:off x="7616952" y="4402793"/>
            <a:ext cx="0" cy="35970"/>
          </a:xfrm>
          <a:prstGeom prst="line">
            <a:avLst/>
          </a:prstGeom>
          <a:noFill/>
          <a:ln w="25400">
            <a:solidFill>
              <a:srgbClr val="2F7F93"/>
            </a:solidFill>
            <a:prstDash val="solid"/>
            <a:headEnd type="none"/>
            <a:tailEnd type="none"/>
          </a:ln>
        </p:spPr>
      </p:sp>
      <p:sp>
        <p:nvSpPr>
          <p:cNvPr id="472" name="Shape 470"/>
          <p:cNvSpPr/>
          <p:nvPr/>
        </p:nvSpPr>
        <p:spPr>
          <a:xfrm>
            <a:off x="7616952" y="4436020"/>
            <a:ext cx="176480" cy="0"/>
          </a:xfrm>
          <a:prstGeom prst="line">
            <a:avLst/>
          </a:prstGeom>
          <a:noFill/>
          <a:ln w="25400">
            <a:solidFill>
              <a:srgbClr val="2F7F93"/>
            </a:solidFill>
            <a:prstDash val="solid"/>
            <a:headEnd type="none"/>
            <a:tailEnd type="none"/>
          </a:ln>
        </p:spPr>
      </p:sp>
      <p:sp>
        <p:nvSpPr>
          <p:cNvPr id="473" name="Shape 471"/>
          <p:cNvSpPr/>
          <p:nvPr/>
        </p:nvSpPr>
        <p:spPr>
          <a:xfrm>
            <a:off x="7790688" y="4433276"/>
            <a:ext cx="0" cy="32254"/>
          </a:xfrm>
          <a:prstGeom prst="line">
            <a:avLst/>
          </a:prstGeom>
          <a:noFill/>
          <a:ln w="25400">
            <a:solidFill>
              <a:srgbClr val="2F7F93"/>
            </a:solidFill>
            <a:prstDash val="solid"/>
            <a:headEnd type="none"/>
            <a:tailEnd type="none"/>
          </a:ln>
        </p:spPr>
      </p:sp>
      <p:sp>
        <p:nvSpPr>
          <p:cNvPr id="474" name="Shape 472"/>
          <p:cNvSpPr/>
          <p:nvPr/>
        </p:nvSpPr>
        <p:spPr>
          <a:xfrm>
            <a:off x="7790688" y="4462788"/>
            <a:ext cx="176479" cy="0"/>
          </a:xfrm>
          <a:prstGeom prst="line">
            <a:avLst/>
          </a:prstGeom>
          <a:noFill/>
          <a:ln w="25400">
            <a:solidFill>
              <a:srgbClr val="2F7F93"/>
            </a:solidFill>
            <a:prstDash val="solid"/>
            <a:headEnd type="none"/>
            <a:tailEnd type="none"/>
          </a:ln>
        </p:spPr>
      </p:sp>
      <p:sp>
        <p:nvSpPr>
          <p:cNvPr id="475" name="Shape 473"/>
          <p:cNvSpPr/>
          <p:nvPr/>
        </p:nvSpPr>
        <p:spPr>
          <a:xfrm>
            <a:off x="7964424" y="4460045"/>
            <a:ext cx="0" cy="38837"/>
          </a:xfrm>
          <a:prstGeom prst="line">
            <a:avLst/>
          </a:prstGeom>
          <a:noFill/>
          <a:ln w="25400">
            <a:solidFill>
              <a:srgbClr val="2F7F93"/>
            </a:solidFill>
            <a:prstDash val="solid"/>
            <a:headEnd type="none"/>
            <a:tailEnd type="none"/>
          </a:ln>
        </p:spPr>
      </p:sp>
      <p:sp>
        <p:nvSpPr>
          <p:cNvPr id="476" name="Shape 474"/>
          <p:cNvSpPr/>
          <p:nvPr/>
        </p:nvSpPr>
        <p:spPr>
          <a:xfrm>
            <a:off x="7964424" y="4496138"/>
            <a:ext cx="176480" cy="0"/>
          </a:xfrm>
          <a:prstGeom prst="line">
            <a:avLst/>
          </a:prstGeom>
          <a:noFill/>
          <a:ln w="25400">
            <a:solidFill>
              <a:srgbClr val="2F7F93"/>
            </a:solidFill>
            <a:prstDash val="solid"/>
            <a:headEnd type="none"/>
            <a:tailEnd type="none"/>
          </a:ln>
        </p:spPr>
      </p:sp>
      <p:sp>
        <p:nvSpPr>
          <p:cNvPr id="477" name="Shape 475"/>
          <p:cNvSpPr/>
          <p:nvPr/>
        </p:nvSpPr>
        <p:spPr>
          <a:xfrm>
            <a:off x="8138160" y="4493395"/>
            <a:ext cx="0" cy="37345"/>
          </a:xfrm>
          <a:prstGeom prst="line">
            <a:avLst/>
          </a:prstGeom>
          <a:noFill/>
          <a:ln w="25400">
            <a:solidFill>
              <a:srgbClr val="2F7F93"/>
            </a:solidFill>
            <a:prstDash val="solid"/>
            <a:headEnd type="none"/>
            <a:tailEnd type="none"/>
          </a:ln>
        </p:spPr>
      </p:sp>
      <p:sp>
        <p:nvSpPr>
          <p:cNvPr id="478" name="Shape 476"/>
          <p:cNvSpPr/>
          <p:nvPr/>
        </p:nvSpPr>
        <p:spPr>
          <a:xfrm>
            <a:off x="8138160" y="4527997"/>
            <a:ext cx="176480" cy="0"/>
          </a:xfrm>
          <a:prstGeom prst="line">
            <a:avLst/>
          </a:prstGeom>
          <a:noFill/>
          <a:ln w="25400">
            <a:solidFill>
              <a:srgbClr val="2F7F93"/>
            </a:solidFill>
            <a:prstDash val="solid"/>
            <a:headEnd type="none"/>
            <a:tailEnd type="none"/>
          </a:ln>
        </p:spPr>
      </p:sp>
      <p:sp>
        <p:nvSpPr>
          <p:cNvPr id="479" name="Shape 477"/>
          <p:cNvSpPr/>
          <p:nvPr/>
        </p:nvSpPr>
        <p:spPr>
          <a:xfrm>
            <a:off x="8311896" y="4525253"/>
            <a:ext cx="0" cy="31231"/>
          </a:xfrm>
          <a:prstGeom prst="line">
            <a:avLst/>
          </a:prstGeom>
          <a:noFill/>
          <a:ln w="25400">
            <a:solidFill>
              <a:srgbClr val="2F7F93"/>
            </a:solidFill>
            <a:prstDash val="solid"/>
            <a:headEnd type="none"/>
            <a:tailEnd type="none"/>
          </a:ln>
        </p:spPr>
      </p:sp>
      <p:sp>
        <p:nvSpPr>
          <p:cNvPr id="480" name="Shape 478"/>
          <p:cNvSpPr/>
          <p:nvPr/>
        </p:nvSpPr>
        <p:spPr>
          <a:xfrm>
            <a:off x="8311896" y="4553741"/>
            <a:ext cx="176479" cy="0"/>
          </a:xfrm>
          <a:prstGeom prst="line">
            <a:avLst/>
          </a:prstGeom>
          <a:noFill/>
          <a:ln w="25400">
            <a:solidFill>
              <a:srgbClr val="2F7F93"/>
            </a:solidFill>
            <a:prstDash val="solid"/>
            <a:headEnd type="none"/>
            <a:tailEnd type="none"/>
          </a:ln>
        </p:spPr>
      </p:sp>
      <p:sp>
        <p:nvSpPr>
          <p:cNvPr id="481" name="Shape 479"/>
          <p:cNvSpPr/>
          <p:nvPr/>
        </p:nvSpPr>
        <p:spPr>
          <a:xfrm>
            <a:off x="8485632" y="4550997"/>
            <a:ext cx="0" cy="32723"/>
          </a:xfrm>
          <a:prstGeom prst="line">
            <a:avLst/>
          </a:prstGeom>
          <a:noFill/>
          <a:ln w="25400">
            <a:solidFill>
              <a:srgbClr val="2F7F93"/>
            </a:solidFill>
            <a:prstDash val="solid"/>
            <a:headEnd type="none"/>
            <a:tailEnd type="none"/>
          </a:ln>
        </p:spPr>
      </p:sp>
      <p:sp>
        <p:nvSpPr>
          <p:cNvPr id="482" name="Shape 480"/>
          <p:cNvSpPr/>
          <p:nvPr/>
        </p:nvSpPr>
        <p:spPr>
          <a:xfrm>
            <a:off x="8485632" y="4580977"/>
            <a:ext cx="176480" cy="0"/>
          </a:xfrm>
          <a:prstGeom prst="line">
            <a:avLst/>
          </a:prstGeom>
          <a:noFill/>
          <a:ln w="25400">
            <a:solidFill>
              <a:srgbClr val="2F7F93"/>
            </a:solidFill>
            <a:prstDash val="solid"/>
            <a:headEnd type="none"/>
            <a:tailEnd type="none"/>
          </a:ln>
        </p:spPr>
      </p:sp>
      <p:sp>
        <p:nvSpPr>
          <p:cNvPr id="483" name="Shape 481"/>
          <p:cNvSpPr/>
          <p:nvPr/>
        </p:nvSpPr>
        <p:spPr>
          <a:xfrm>
            <a:off x="8659368" y="4578234"/>
            <a:ext cx="0" cy="22747"/>
          </a:xfrm>
          <a:prstGeom prst="line">
            <a:avLst/>
          </a:prstGeom>
          <a:noFill/>
          <a:ln w="25400">
            <a:solidFill>
              <a:srgbClr val="2F7F93"/>
            </a:solidFill>
            <a:prstDash val="solid"/>
            <a:headEnd type="none"/>
            <a:tailEnd type="none"/>
          </a:ln>
        </p:spPr>
      </p:sp>
      <p:sp>
        <p:nvSpPr>
          <p:cNvPr id="484" name="Shape 482"/>
          <p:cNvSpPr/>
          <p:nvPr/>
        </p:nvSpPr>
        <p:spPr>
          <a:xfrm>
            <a:off x="8659368" y="4598237"/>
            <a:ext cx="176480" cy="0"/>
          </a:xfrm>
          <a:prstGeom prst="line">
            <a:avLst/>
          </a:prstGeom>
          <a:noFill/>
          <a:ln w="25400">
            <a:solidFill>
              <a:srgbClr val="2F7F93"/>
            </a:solidFill>
            <a:prstDash val="solid"/>
            <a:headEnd type="none"/>
            <a:tailEnd type="none"/>
          </a:ln>
        </p:spPr>
      </p:sp>
      <p:sp>
        <p:nvSpPr>
          <p:cNvPr id="485" name="Shape 483"/>
          <p:cNvSpPr/>
          <p:nvPr/>
        </p:nvSpPr>
        <p:spPr>
          <a:xfrm>
            <a:off x="8833104" y="4595494"/>
            <a:ext cx="0" cy="20494"/>
          </a:xfrm>
          <a:prstGeom prst="line">
            <a:avLst/>
          </a:prstGeom>
          <a:noFill/>
          <a:ln w="25400">
            <a:solidFill>
              <a:srgbClr val="2F7F93"/>
            </a:solidFill>
            <a:prstDash val="solid"/>
            <a:headEnd type="none"/>
            <a:tailEnd type="none"/>
          </a:ln>
        </p:spPr>
      </p:sp>
      <p:sp>
        <p:nvSpPr>
          <p:cNvPr id="486" name="Shape 484"/>
          <p:cNvSpPr/>
          <p:nvPr/>
        </p:nvSpPr>
        <p:spPr>
          <a:xfrm>
            <a:off x="8833104" y="4613245"/>
            <a:ext cx="176479" cy="0"/>
          </a:xfrm>
          <a:prstGeom prst="line">
            <a:avLst/>
          </a:prstGeom>
          <a:noFill/>
          <a:ln w="25400">
            <a:solidFill>
              <a:srgbClr val="2F7F93"/>
            </a:solidFill>
            <a:prstDash val="solid"/>
            <a:headEnd type="none"/>
            <a:tailEnd type="none"/>
          </a:ln>
        </p:spPr>
      </p:sp>
      <p:sp>
        <p:nvSpPr>
          <p:cNvPr id="487" name="Shape 485"/>
          <p:cNvSpPr/>
          <p:nvPr/>
        </p:nvSpPr>
        <p:spPr>
          <a:xfrm>
            <a:off x="9006840" y="4610502"/>
            <a:ext cx="0" cy="25116"/>
          </a:xfrm>
          <a:prstGeom prst="line">
            <a:avLst/>
          </a:prstGeom>
          <a:noFill/>
          <a:ln w="25400">
            <a:solidFill>
              <a:srgbClr val="2F7F93"/>
            </a:solidFill>
            <a:prstDash val="solid"/>
            <a:headEnd type="none"/>
            <a:tailEnd type="none"/>
          </a:ln>
        </p:spPr>
      </p:sp>
      <p:sp>
        <p:nvSpPr>
          <p:cNvPr id="488" name="Shape 486"/>
          <p:cNvSpPr/>
          <p:nvPr/>
        </p:nvSpPr>
        <p:spPr>
          <a:xfrm>
            <a:off x="9006840" y="4632875"/>
            <a:ext cx="176480" cy="0"/>
          </a:xfrm>
          <a:prstGeom prst="line">
            <a:avLst/>
          </a:prstGeom>
          <a:noFill/>
          <a:ln w="25400">
            <a:solidFill>
              <a:srgbClr val="2F7F93"/>
            </a:solidFill>
            <a:prstDash val="solid"/>
            <a:headEnd type="none"/>
            <a:tailEnd type="none"/>
          </a:ln>
        </p:spPr>
      </p:sp>
      <p:sp>
        <p:nvSpPr>
          <p:cNvPr id="489" name="Shape 487"/>
          <p:cNvSpPr/>
          <p:nvPr/>
        </p:nvSpPr>
        <p:spPr>
          <a:xfrm>
            <a:off x="9180576" y="4630131"/>
            <a:ext cx="0" cy="25818"/>
          </a:xfrm>
          <a:prstGeom prst="line">
            <a:avLst/>
          </a:prstGeom>
          <a:noFill/>
          <a:ln w="25400">
            <a:solidFill>
              <a:srgbClr val="2F7F93"/>
            </a:solidFill>
            <a:prstDash val="solid"/>
            <a:headEnd type="none"/>
            <a:tailEnd type="none"/>
          </a:ln>
        </p:spPr>
      </p:sp>
      <p:sp>
        <p:nvSpPr>
          <p:cNvPr id="490" name="Shape 488"/>
          <p:cNvSpPr/>
          <p:nvPr/>
        </p:nvSpPr>
        <p:spPr>
          <a:xfrm>
            <a:off x="9180576" y="4653207"/>
            <a:ext cx="176480" cy="0"/>
          </a:xfrm>
          <a:prstGeom prst="line">
            <a:avLst/>
          </a:prstGeom>
          <a:noFill/>
          <a:ln w="25400">
            <a:solidFill>
              <a:srgbClr val="2F7F93"/>
            </a:solidFill>
            <a:prstDash val="solid"/>
            <a:headEnd type="none"/>
            <a:tailEnd type="none"/>
          </a:ln>
        </p:spPr>
      </p:sp>
      <p:sp>
        <p:nvSpPr>
          <p:cNvPr id="491" name="Shape 489"/>
          <p:cNvSpPr/>
          <p:nvPr/>
        </p:nvSpPr>
        <p:spPr>
          <a:xfrm>
            <a:off x="9354312" y="4650464"/>
            <a:ext cx="0" cy="28159"/>
          </a:xfrm>
          <a:prstGeom prst="line">
            <a:avLst/>
          </a:prstGeom>
          <a:noFill/>
          <a:ln w="25400">
            <a:solidFill>
              <a:srgbClr val="2F7F93"/>
            </a:solidFill>
            <a:prstDash val="solid"/>
            <a:headEnd type="none"/>
            <a:tailEnd type="none"/>
          </a:ln>
        </p:spPr>
      </p:sp>
      <p:sp>
        <p:nvSpPr>
          <p:cNvPr id="492" name="Shape 490"/>
          <p:cNvSpPr/>
          <p:nvPr/>
        </p:nvSpPr>
        <p:spPr>
          <a:xfrm>
            <a:off x="9354312" y="4675879"/>
            <a:ext cx="176479" cy="0"/>
          </a:xfrm>
          <a:prstGeom prst="line">
            <a:avLst/>
          </a:prstGeom>
          <a:noFill/>
          <a:ln w="25400">
            <a:solidFill>
              <a:srgbClr val="2F7F93"/>
            </a:solidFill>
            <a:prstDash val="solid"/>
            <a:headEnd type="none"/>
            <a:tailEnd type="none"/>
          </a:ln>
        </p:spPr>
      </p:sp>
      <p:sp>
        <p:nvSpPr>
          <p:cNvPr id="493" name="Shape 491"/>
          <p:cNvSpPr/>
          <p:nvPr/>
        </p:nvSpPr>
        <p:spPr>
          <a:xfrm>
            <a:off x="9528048" y="4673136"/>
            <a:ext cx="0" cy="34566"/>
          </a:xfrm>
          <a:prstGeom prst="line">
            <a:avLst/>
          </a:prstGeom>
          <a:noFill/>
          <a:ln w="25400">
            <a:solidFill>
              <a:srgbClr val="2F7F93"/>
            </a:solidFill>
            <a:prstDash val="solid"/>
            <a:headEnd type="none"/>
            <a:tailEnd type="none"/>
          </a:ln>
        </p:spPr>
      </p:sp>
      <p:sp>
        <p:nvSpPr>
          <p:cNvPr id="494" name="Shape 492"/>
          <p:cNvSpPr/>
          <p:nvPr/>
        </p:nvSpPr>
        <p:spPr>
          <a:xfrm>
            <a:off x="9528048" y="4704958"/>
            <a:ext cx="176480" cy="0"/>
          </a:xfrm>
          <a:prstGeom prst="line">
            <a:avLst/>
          </a:prstGeom>
          <a:noFill/>
          <a:ln w="25400">
            <a:solidFill>
              <a:srgbClr val="2F7F93"/>
            </a:solidFill>
            <a:prstDash val="solid"/>
            <a:headEnd type="none"/>
            <a:tailEnd type="none"/>
          </a:ln>
        </p:spPr>
      </p:sp>
      <p:sp>
        <p:nvSpPr>
          <p:cNvPr id="495" name="Shape 493"/>
          <p:cNvSpPr/>
          <p:nvPr/>
        </p:nvSpPr>
        <p:spPr>
          <a:xfrm>
            <a:off x="9701784" y="4702215"/>
            <a:ext cx="0" cy="37784"/>
          </a:xfrm>
          <a:prstGeom prst="line">
            <a:avLst/>
          </a:prstGeom>
          <a:noFill/>
          <a:ln w="25400">
            <a:solidFill>
              <a:srgbClr val="2F7F93"/>
            </a:solidFill>
            <a:prstDash val="solid"/>
            <a:headEnd type="none"/>
            <a:tailEnd type="none"/>
          </a:ln>
        </p:spPr>
      </p:sp>
      <p:sp>
        <p:nvSpPr>
          <p:cNvPr id="496" name="Shape 494"/>
          <p:cNvSpPr/>
          <p:nvPr/>
        </p:nvSpPr>
        <p:spPr>
          <a:xfrm>
            <a:off x="9701784" y="4737255"/>
            <a:ext cx="176480" cy="0"/>
          </a:xfrm>
          <a:prstGeom prst="line">
            <a:avLst/>
          </a:prstGeom>
          <a:noFill/>
          <a:ln w="25400">
            <a:solidFill>
              <a:srgbClr val="2F7F93"/>
            </a:solidFill>
            <a:prstDash val="solid"/>
            <a:headEnd type="none"/>
            <a:tailEnd type="none"/>
          </a:ln>
        </p:spPr>
      </p:sp>
      <p:sp>
        <p:nvSpPr>
          <p:cNvPr id="497" name="Shape 495"/>
          <p:cNvSpPr/>
          <p:nvPr/>
        </p:nvSpPr>
        <p:spPr>
          <a:xfrm>
            <a:off x="9875520" y="4734512"/>
            <a:ext cx="0" cy="42757"/>
          </a:xfrm>
          <a:prstGeom prst="line">
            <a:avLst/>
          </a:prstGeom>
          <a:noFill/>
          <a:ln w="25400">
            <a:solidFill>
              <a:srgbClr val="2F7F93"/>
            </a:solidFill>
            <a:prstDash val="solid"/>
            <a:headEnd type="none"/>
            <a:tailEnd type="none"/>
          </a:ln>
        </p:spPr>
      </p:sp>
      <p:sp>
        <p:nvSpPr>
          <p:cNvPr id="498" name="Shape 496"/>
          <p:cNvSpPr/>
          <p:nvPr/>
        </p:nvSpPr>
        <p:spPr>
          <a:xfrm>
            <a:off x="9875520" y="4774526"/>
            <a:ext cx="176479" cy="0"/>
          </a:xfrm>
          <a:prstGeom prst="line">
            <a:avLst/>
          </a:prstGeom>
          <a:noFill/>
          <a:ln w="25400">
            <a:solidFill>
              <a:srgbClr val="2F7F93"/>
            </a:solidFill>
            <a:prstDash val="solid"/>
            <a:headEnd type="none"/>
            <a:tailEnd type="none"/>
          </a:ln>
        </p:spPr>
      </p:sp>
      <p:sp>
        <p:nvSpPr>
          <p:cNvPr id="499" name="Shape 497"/>
          <p:cNvSpPr/>
          <p:nvPr/>
        </p:nvSpPr>
        <p:spPr>
          <a:xfrm>
            <a:off x="10049256" y="4771783"/>
            <a:ext cx="0" cy="37813"/>
          </a:xfrm>
          <a:prstGeom prst="line">
            <a:avLst/>
          </a:prstGeom>
          <a:noFill/>
          <a:ln w="25400">
            <a:solidFill>
              <a:srgbClr val="2F7F93"/>
            </a:solidFill>
            <a:prstDash val="solid"/>
            <a:headEnd type="none"/>
            <a:tailEnd type="none"/>
          </a:ln>
        </p:spPr>
      </p:sp>
      <p:sp>
        <p:nvSpPr>
          <p:cNvPr id="500" name="Shape 498"/>
          <p:cNvSpPr/>
          <p:nvPr/>
        </p:nvSpPr>
        <p:spPr>
          <a:xfrm>
            <a:off x="10049256" y="4806852"/>
            <a:ext cx="176480" cy="0"/>
          </a:xfrm>
          <a:prstGeom prst="line">
            <a:avLst/>
          </a:prstGeom>
          <a:noFill/>
          <a:ln w="25400">
            <a:solidFill>
              <a:srgbClr val="2F7F93"/>
            </a:solidFill>
            <a:prstDash val="solid"/>
            <a:headEnd type="none"/>
            <a:tailEnd type="none"/>
          </a:ln>
        </p:spPr>
      </p:sp>
      <p:sp>
        <p:nvSpPr>
          <p:cNvPr id="501" name="Shape 499"/>
          <p:cNvSpPr/>
          <p:nvPr/>
        </p:nvSpPr>
        <p:spPr>
          <a:xfrm>
            <a:off x="10222992" y="4804109"/>
            <a:ext cx="0" cy="33191"/>
          </a:xfrm>
          <a:prstGeom prst="line">
            <a:avLst/>
          </a:prstGeom>
          <a:noFill/>
          <a:ln w="25400">
            <a:solidFill>
              <a:srgbClr val="2F7F93"/>
            </a:solidFill>
            <a:prstDash val="solid"/>
            <a:headEnd type="none"/>
            <a:tailEnd type="none"/>
          </a:ln>
        </p:spPr>
      </p:sp>
      <p:sp>
        <p:nvSpPr>
          <p:cNvPr id="502" name="Shape 500"/>
          <p:cNvSpPr/>
          <p:nvPr/>
        </p:nvSpPr>
        <p:spPr>
          <a:xfrm>
            <a:off x="10222992" y="4834557"/>
            <a:ext cx="176480" cy="0"/>
          </a:xfrm>
          <a:prstGeom prst="line">
            <a:avLst/>
          </a:prstGeom>
          <a:noFill/>
          <a:ln w="25400">
            <a:solidFill>
              <a:srgbClr val="2F7F93"/>
            </a:solidFill>
            <a:prstDash val="solid"/>
            <a:headEnd type="none"/>
            <a:tailEnd type="none"/>
          </a:ln>
        </p:spPr>
      </p:sp>
      <p:sp>
        <p:nvSpPr>
          <p:cNvPr id="503" name="Shape 501"/>
          <p:cNvSpPr/>
          <p:nvPr/>
        </p:nvSpPr>
        <p:spPr>
          <a:xfrm>
            <a:off x="10396728" y="4831813"/>
            <a:ext cx="0" cy="28364"/>
          </a:xfrm>
          <a:prstGeom prst="line">
            <a:avLst/>
          </a:prstGeom>
          <a:noFill/>
          <a:ln w="25400">
            <a:solidFill>
              <a:srgbClr val="2F7F93"/>
            </a:solidFill>
            <a:prstDash val="solid"/>
            <a:headEnd type="none"/>
            <a:tailEnd type="none"/>
          </a:ln>
        </p:spPr>
      </p:sp>
      <p:sp>
        <p:nvSpPr>
          <p:cNvPr id="504" name="Shape 502"/>
          <p:cNvSpPr/>
          <p:nvPr/>
        </p:nvSpPr>
        <p:spPr>
          <a:xfrm>
            <a:off x="10396728" y="4857434"/>
            <a:ext cx="176479" cy="0"/>
          </a:xfrm>
          <a:prstGeom prst="line">
            <a:avLst/>
          </a:prstGeom>
          <a:noFill/>
          <a:ln w="25400">
            <a:solidFill>
              <a:srgbClr val="2F7F93"/>
            </a:solidFill>
            <a:prstDash val="solid"/>
            <a:headEnd type="none"/>
            <a:tailEnd type="none"/>
          </a:ln>
        </p:spPr>
      </p:sp>
      <p:sp>
        <p:nvSpPr>
          <p:cNvPr id="505" name="Shape 503"/>
          <p:cNvSpPr/>
          <p:nvPr/>
        </p:nvSpPr>
        <p:spPr>
          <a:xfrm>
            <a:off x="10570464" y="4854691"/>
            <a:ext cx="0" cy="24590"/>
          </a:xfrm>
          <a:prstGeom prst="line">
            <a:avLst/>
          </a:prstGeom>
          <a:noFill/>
          <a:ln w="25400">
            <a:solidFill>
              <a:srgbClr val="2F7F93"/>
            </a:solidFill>
            <a:prstDash val="solid"/>
            <a:headEnd type="none"/>
            <a:tailEnd type="none"/>
          </a:ln>
        </p:spPr>
      </p:sp>
      <p:sp>
        <p:nvSpPr>
          <p:cNvPr id="506" name="Shape 504"/>
          <p:cNvSpPr/>
          <p:nvPr/>
        </p:nvSpPr>
        <p:spPr>
          <a:xfrm>
            <a:off x="10570464" y="4876537"/>
            <a:ext cx="176480" cy="0"/>
          </a:xfrm>
          <a:prstGeom prst="line">
            <a:avLst/>
          </a:prstGeom>
          <a:noFill/>
          <a:ln w="25400">
            <a:solidFill>
              <a:srgbClr val="2F7F93"/>
            </a:solidFill>
            <a:prstDash val="solid"/>
            <a:headEnd type="none"/>
            <a:tailEnd type="none"/>
          </a:ln>
        </p:spPr>
      </p:sp>
      <p:sp>
        <p:nvSpPr>
          <p:cNvPr id="507" name="Shape 505"/>
          <p:cNvSpPr/>
          <p:nvPr/>
        </p:nvSpPr>
        <p:spPr>
          <a:xfrm>
            <a:off x="10744200" y="4873794"/>
            <a:ext cx="0" cy="22366"/>
          </a:xfrm>
          <a:prstGeom prst="line">
            <a:avLst/>
          </a:prstGeom>
          <a:noFill/>
          <a:ln w="25400">
            <a:solidFill>
              <a:srgbClr val="2F7F93"/>
            </a:solidFill>
            <a:prstDash val="solid"/>
            <a:headEnd type="none"/>
            <a:tailEnd type="none"/>
          </a:ln>
        </p:spPr>
      </p:sp>
      <p:sp>
        <p:nvSpPr>
          <p:cNvPr id="508" name="Shape 506"/>
          <p:cNvSpPr/>
          <p:nvPr/>
        </p:nvSpPr>
        <p:spPr>
          <a:xfrm>
            <a:off x="10744200" y="4893417"/>
            <a:ext cx="176480" cy="0"/>
          </a:xfrm>
          <a:prstGeom prst="line">
            <a:avLst/>
          </a:prstGeom>
          <a:noFill/>
          <a:ln w="25400">
            <a:solidFill>
              <a:srgbClr val="2F7F93"/>
            </a:solidFill>
            <a:prstDash val="solid"/>
            <a:headEnd type="none"/>
            <a:tailEnd type="none"/>
          </a:ln>
        </p:spPr>
      </p:sp>
      <p:sp>
        <p:nvSpPr>
          <p:cNvPr id="509" name="Shape 507"/>
          <p:cNvSpPr/>
          <p:nvPr/>
        </p:nvSpPr>
        <p:spPr>
          <a:xfrm>
            <a:off x="10917936" y="4890674"/>
            <a:ext cx="0" cy="7242"/>
          </a:xfrm>
          <a:prstGeom prst="line">
            <a:avLst/>
          </a:prstGeom>
          <a:noFill/>
          <a:ln w="25400">
            <a:solidFill>
              <a:srgbClr val="2F7F93"/>
            </a:solidFill>
            <a:prstDash val="solid"/>
            <a:headEnd type="none"/>
            <a:tailEnd type="none"/>
          </a:ln>
        </p:spPr>
      </p:sp>
      <p:sp>
        <p:nvSpPr>
          <p:cNvPr id="510" name="Shape 508"/>
          <p:cNvSpPr/>
          <p:nvPr/>
        </p:nvSpPr>
        <p:spPr>
          <a:xfrm>
            <a:off x="10917936" y="4895172"/>
            <a:ext cx="176479" cy="0"/>
          </a:xfrm>
          <a:prstGeom prst="line">
            <a:avLst/>
          </a:prstGeom>
          <a:noFill/>
          <a:ln w="25400">
            <a:solidFill>
              <a:srgbClr val="2F7F93"/>
            </a:solidFill>
            <a:prstDash val="solid"/>
            <a:headEnd type="none"/>
            <a:tailEnd type="none"/>
          </a:ln>
        </p:spPr>
      </p:sp>
      <p:sp>
        <p:nvSpPr>
          <p:cNvPr id="511" name="Shape 509"/>
          <p:cNvSpPr/>
          <p:nvPr/>
        </p:nvSpPr>
        <p:spPr>
          <a:xfrm>
            <a:off x="11091672" y="4884384"/>
            <a:ext cx="0" cy="13531"/>
          </a:xfrm>
          <a:prstGeom prst="line">
            <a:avLst/>
          </a:prstGeom>
          <a:noFill/>
          <a:ln w="25400">
            <a:solidFill>
              <a:srgbClr val="2F7F93"/>
            </a:solidFill>
            <a:prstDash val="solid"/>
            <a:headEnd type="none"/>
            <a:tailEnd type="none"/>
          </a:ln>
        </p:spPr>
      </p:sp>
      <p:sp>
        <p:nvSpPr>
          <p:cNvPr id="512" name="Shape 510"/>
          <p:cNvSpPr/>
          <p:nvPr/>
        </p:nvSpPr>
        <p:spPr>
          <a:xfrm>
            <a:off x="11091672" y="4887127"/>
            <a:ext cx="176480" cy="0"/>
          </a:xfrm>
          <a:prstGeom prst="line">
            <a:avLst/>
          </a:prstGeom>
          <a:noFill/>
          <a:ln w="25400">
            <a:solidFill>
              <a:srgbClr val="2F7F93"/>
            </a:solidFill>
            <a:prstDash val="solid"/>
            <a:headEnd type="none"/>
            <a:tailEnd type="none"/>
          </a:ln>
        </p:spPr>
      </p:sp>
      <p:sp>
        <p:nvSpPr>
          <p:cNvPr id="513" name="Shape 511"/>
          <p:cNvSpPr/>
          <p:nvPr/>
        </p:nvSpPr>
        <p:spPr>
          <a:xfrm>
            <a:off x="11265408" y="4860425"/>
            <a:ext cx="0" cy="29446"/>
          </a:xfrm>
          <a:prstGeom prst="line">
            <a:avLst/>
          </a:prstGeom>
          <a:noFill/>
          <a:ln w="25400">
            <a:solidFill>
              <a:srgbClr val="2F7F93"/>
            </a:solidFill>
            <a:prstDash val="solid"/>
            <a:headEnd type="none"/>
            <a:tailEnd type="none"/>
          </a:ln>
        </p:spPr>
      </p:sp>
      <p:sp>
        <p:nvSpPr>
          <p:cNvPr id="514" name="Shape 512"/>
          <p:cNvSpPr/>
          <p:nvPr/>
        </p:nvSpPr>
        <p:spPr>
          <a:xfrm>
            <a:off x="8549640" y="1792224"/>
            <a:ext cx="256032" cy="0"/>
          </a:xfrm>
          <a:prstGeom prst="line">
            <a:avLst/>
          </a:prstGeom>
          <a:noFill/>
          <a:ln w="27940">
            <a:solidFill>
              <a:srgbClr val="2F7F93"/>
            </a:solidFill>
            <a:prstDash val="solid"/>
          </a:ln>
        </p:spPr>
      </p:sp>
      <p:sp>
        <p:nvSpPr>
          <p:cNvPr id="515" name="Text 513"/>
          <p:cNvSpPr/>
          <p:nvPr/>
        </p:nvSpPr>
        <p:spPr>
          <a:xfrm>
            <a:off x="8878824" y="1719072"/>
            <a:ext cx="2011680"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C₄/C₂</a:t>
            </a:r>
            <a:endParaRPr lang="en-US" sz="920" dirty="0"/>
          </a:p>
        </p:txBody>
      </p:sp>
      <p:sp>
        <p:nvSpPr>
          <p:cNvPr id="516" name="Shape 514"/>
          <p:cNvSpPr/>
          <p:nvPr/>
        </p:nvSpPr>
        <p:spPr>
          <a:xfrm>
            <a:off x="841248" y="3196608"/>
            <a:ext cx="176480" cy="0"/>
          </a:xfrm>
          <a:prstGeom prst="line">
            <a:avLst/>
          </a:prstGeom>
          <a:noFill/>
          <a:ln w="25400">
            <a:solidFill>
              <a:srgbClr val="D87932"/>
            </a:solidFill>
            <a:prstDash val="solid"/>
            <a:headEnd type="none"/>
            <a:tailEnd type="none"/>
          </a:ln>
        </p:spPr>
      </p:sp>
      <p:sp>
        <p:nvSpPr>
          <p:cNvPr id="517" name="Shape 515"/>
          <p:cNvSpPr/>
          <p:nvPr/>
        </p:nvSpPr>
        <p:spPr>
          <a:xfrm>
            <a:off x="1014984" y="3193865"/>
            <a:ext cx="0" cy="96624"/>
          </a:xfrm>
          <a:prstGeom prst="line">
            <a:avLst/>
          </a:prstGeom>
          <a:noFill/>
          <a:ln w="25400">
            <a:solidFill>
              <a:srgbClr val="D87932"/>
            </a:solidFill>
            <a:prstDash val="solid"/>
            <a:headEnd type="none"/>
            <a:tailEnd type="none"/>
          </a:ln>
        </p:spPr>
      </p:sp>
      <p:sp>
        <p:nvSpPr>
          <p:cNvPr id="518" name="Shape 516"/>
          <p:cNvSpPr/>
          <p:nvPr/>
        </p:nvSpPr>
        <p:spPr>
          <a:xfrm>
            <a:off x="1014984" y="3287745"/>
            <a:ext cx="176479" cy="0"/>
          </a:xfrm>
          <a:prstGeom prst="line">
            <a:avLst/>
          </a:prstGeom>
          <a:noFill/>
          <a:ln w="25400">
            <a:solidFill>
              <a:srgbClr val="D87932"/>
            </a:solidFill>
            <a:prstDash val="solid"/>
            <a:headEnd type="none"/>
            <a:tailEnd type="none"/>
          </a:ln>
        </p:spPr>
      </p:sp>
      <p:sp>
        <p:nvSpPr>
          <p:cNvPr id="519" name="Shape 517"/>
          <p:cNvSpPr/>
          <p:nvPr/>
        </p:nvSpPr>
        <p:spPr>
          <a:xfrm>
            <a:off x="1188720" y="3285002"/>
            <a:ext cx="0" cy="373916"/>
          </a:xfrm>
          <a:prstGeom prst="line">
            <a:avLst/>
          </a:prstGeom>
          <a:noFill/>
          <a:ln w="25400">
            <a:solidFill>
              <a:srgbClr val="D87932"/>
            </a:solidFill>
            <a:prstDash val="solid"/>
            <a:headEnd type="none"/>
            <a:tailEnd type="none"/>
          </a:ln>
        </p:spPr>
      </p:sp>
      <p:sp>
        <p:nvSpPr>
          <p:cNvPr id="520" name="Shape 518"/>
          <p:cNvSpPr/>
          <p:nvPr/>
        </p:nvSpPr>
        <p:spPr>
          <a:xfrm>
            <a:off x="1188720" y="3656175"/>
            <a:ext cx="176480" cy="0"/>
          </a:xfrm>
          <a:prstGeom prst="line">
            <a:avLst/>
          </a:prstGeom>
          <a:noFill/>
          <a:ln w="25400">
            <a:solidFill>
              <a:srgbClr val="D87932"/>
            </a:solidFill>
            <a:prstDash val="solid"/>
            <a:headEnd type="none"/>
            <a:tailEnd type="none"/>
          </a:ln>
        </p:spPr>
      </p:sp>
      <p:sp>
        <p:nvSpPr>
          <p:cNvPr id="521" name="Shape 519"/>
          <p:cNvSpPr/>
          <p:nvPr/>
        </p:nvSpPr>
        <p:spPr>
          <a:xfrm>
            <a:off x="1362456" y="3653432"/>
            <a:ext cx="0" cy="431253"/>
          </a:xfrm>
          <a:prstGeom prst="line">
            <a:avLst/>
          </a:prstGeom>
          <a:noFill/>
          <a:ln w="25400">
            <a:solidFill>
              <a:srgbClr val="D87932"/>
            </a:solidFill>
            <a:prstDash val="solid"/>
            <a:headEnd type="none"/>
            <a:tailEnd type="none"/>
          </a:ln>
        </p:spPr>
      </p:sp>
      <p:sp>
        <p:nvSpPr>
          <p:cNvPr id="522" name="Shape 520"/>
          <p:cNvSpPr/>
          <p:nvPr/>
        </p:nvSpPr>
        <p:spPr>
          <a:xfrm>
            <a:off x="1362456" y="4081942"/>
            <a:ext cx="176480" cy="0"/>
          </a:xfrm>
          <a:prstGeom prst="line">
            <a:avLst/>
          </a:prstGeom>
          <a:noFill/>
          <a:ln w="25400">
            <a:solidFill>
              <a:srgbClr val="D87932"/>
            </a:solidFill>
            <a:prstDash val="solid"/>
            <a:headEnd type="none"/>
            <a:tailEnd type="none"/>
          </a:ln>
        </p:spPr>
      </p:sp>
      <p:sp>
        <p:nvSpPr>
          <p:cNvPr id="523" name="Shape 521"/>
          <p:cNvSpPr/>
          <p:nvPr/>
        </p:nvSpPr>
        <p:spPr>
          <a:xfrm>
            <a:off x="1536192" y="4079198"/>
            <a:ext cx="0" cy="277065"/>
          </a:xfrm>
          <a:prstGeom prst="line">
            <a:avLst/>
          </a:prstGeom>
          <a:noFill/>
          <a:ln w="25400">
            <a:solidFill>
              <a:srgbClr val="D87932"/>
            </a:solidFill>
            <a:prstDash val="solid"/>
            <a:headEnd type="none"/>
            <a:tailEnd type="none"/>
          </a:ln>
        </p:spPr>
      </p:sp>
      <p:sp>
        <p:nvSpPr>
          <p:cNvPr id="524" name="Shape 522"/>
          <p:cNvSpPr/>
          <p:nvPr/>
        </p:nvSpPr>
        <p:spPr>
          <a:xfrm>
            <a:off x="1536192" y="4353520"/>
            <a:ext cx="176479" cy="0"/>
          </a:xfrm>
          <a:prstGeom prst="line">
            <a:avLst/>
          </a:prstGeom>
          <a:noFill/>
          <a:ln w="25400">
            <a:solidFill>
              <a:srgbClr val="D87932"/>
            </a:solidFill>
            <a:prstDash val="solid"/>
            <a:headEnd type="none"/>
            <a:tailEnd type="none"/>
          </a:ln>
        </p:spPr>
      </p:sp>
      <p:sp>
        <p:nvSpPr>
          <p:cNvPr id="525" name="Shape 523"/>
          <p:cNvSpPr/>
          <p:nvPr/>
        </p:nvSpPr>
        <p:spPr>
          <a:xfrm>
            <a:off x="1709928" y="4350777"/>
            <a:ext cx="0" cy="245728"/>
          </a:xfrm>
          <a:prstGeom prst="line">
            <a:avLst/>
          </a:prstGeom>
          <a:noFill/>
          <a:ln w="25400">
            <a:solidFill>
              <a:srgbClr val="D87932"/>
            </a:solidFill>
            <a:prstDash val="solid"/>
            <a:headEnd type="none"/>
            <a:tailEnd type="none"/>
          </a:ln>
        </p:spPr>
      </p:sp>
      <p:sp>
        <p:nvSpPr>
          <p:cNvPr id="526" name="Shape 524"/>
          <p:cNvSpPr/>
          <p:nvPr/>
        </p:nvSpPr>
        <p:spPr>
          <a:xfrm>
            <a:off x="1709928" y="4593761"/>
            <a:ext cx="176480" cy="0"/>
          </a:xfrm>
          <a:prstGeom prst="line">
            <a:avLst/>
          </a:prstGeom>
          <a:noFill/>
          <a:ln w="25400">
            <a:solidFill>
              <a:srgbClr val="D87932"/>
            </a:solidFill>
            <a:prstDash val="solid"/>
            <a:headEnd type="none"/>
            <a:tailEnd type="none"/>
          </a:ln>
        </p:spPr>
      </p:sp>
      <p:sp>
        <p:nvSpPr>
          <p:cNvPr id="527" name="Shape 525"/>
          <p:cNvSpPr/>
          <p:nvPr/>
        </p:nvSpPr>
        <p:spPr>
          <a:xfrm>
            <a:off x="1883664" y="4591018"/>
            <a:ext cx="0" cy="244192"/>
          </a:xfrm>
          <a:prstGeom prst="line">
            <a:avLst/>
          </a:prstGeom>
          <a:noFill/>
          <a:ln w="25400">
            <a:solidFill>
              <a:srgbClr val="D87932"/>
            </a:solidFill>
            <a:prstDash val="solid"/>
            <a:headEnd type="none"/>
            <a:tailEnd type="none"/>
          </a:ln>
        </p:spPr>
      </p:sp>
      <p:sp>
        <p:nvSpPr>
          <p:cNvPr id="528" name="Shape 526"/>
          <p:cNvSpPr/>
          <p:nvPr/>
        </p:nvSpPr>
        <p:spPr>
          <a:xfrm>
            <a:off x="1883664" y="4832466"/>
            <a:ext cx="176480" cy="0"/>
          </a:xfrm>
          <a:prstGeom prst="line">
            <a:avLst/>
          </a:prstGeom>
          <a:noFill/>
          <a:ln w="25400">
            <a:solidFill>
              <a:srgbClr val="D87932"/>
            </a:solidFill>
            <a:prstDash val="solid"/>
            <a:headEnd type="none"/>
            <a:tailEnd type="none"/>
          </a:ln>
        </p:spPr>
      </p:sp>
      <p:sp>
        <p:nvSpPr>
          <p:cNvPr id="529" name="Shape 527"/>
          <p:cNvSpPr/>
          <p:nvPr/>
        </p:nvSpPr>
        <p:spPr>
          <a:xfrm>
            <a:off x="2057400" y="4829723"/>
            <a:ext cx="0" cy="26789"/>
          </a:xfrm>
          <a:prstGeom prst="line">
            <a:avLst/>
          </a:prstGeom>
          <a:noFill/>
          <a:ln w="25400">
            <a:solidFill>
              <a:srgbClr val="D87932"/>
            </a:solidFill>
            <a:prstDash val="solid"/>
            <a:headEnd type="none"/>
            <a:tailEnd type="none"/>
          </a:ln>
        </p:spPr>
      </p:sp>
      <p:sp>
        <p:nvSpPr>
          <p:cNvPr id="530" name="Shape 528"/>
          <p:cNvSpPr/>
          <p:nvPr/>
        </p:nvSpPr>
        <p:spPr>
          <a:xfrm>
            <a:off x="2057400" y="4853769"/>
            <a:ext cx="176479" cy="0"/>
          </a:xfrm>
          <a:prstGeom prst="line">
            <a:avLst/>
          </a:prstGeom>
          <a:noFill/>
          <a:ln w="25400">
            <a:solidFill>
              <a:srgbClr val="D87932"/>
            </a:solidFill>
            <a:prstDash val="solid"/>
            <a:headEnd type="none"/>
            <a:tailEnd type="none"/>
          </a:ln>
        </p:spPr>
      </p:sp>
      <p:sp>
        <p:nvSpPr>
          <p:cNvPr id="531" name="Shape 529"/>
          <p:cNvSpPr/>
          <p:nvPr/>
        </p:nvSpPr>
        <p:spPr>
          <a:xfrm>
            <a:off x="2231136" y="4795430"/>
            <a:ext cx="0" cy="61082"/>
          </a:xfrm>
          <a:prstGeom prst="line">
            <a:avLst/>
          </a:prstGeom>
          <a:noFill/>
          <a:ln w="25400">
            <a:solidFill>
              <a:srgbClr val="D87932"/>
            </a:solidFill>
            <a:prstDash val="solid"/>
            <a:headEnd type="none"/>
            <a:tailEnd type="none"/>
          </a:ln>
        </p:spPr>
      </p:sp>
      <p:sp>
        <p:nvSpPr>
          <p:cNvPr id="532" name="Shape 530"/>
          <p:cNvSpPr/>
          <p:nvPr/>
        </p:nvSpPr>
        <p:spPr>
          <a:xfrm>
            <a:off x="2231136" y="4798173"/>
            <a:ext cx="176480" cy="0"/>
          </a:xfrm>
          <a:prstGeom prst="line">
            <a:avLst/>
          </a:prstGeom>
          <a:noFill/>
          <a:ln w="25400">
            <a:solidFill>
              <a:srgbClr val="D87932"/>
            </a:solidFill>
            <a:prstDash val="solid"/>
            <a:headEnd type="none"/>
            <a:tailEnd type="none"/>
          </a:ln>
        </p:spPr>
      </p:sp>
      <p:sp>
        <p:nvSpPr>
          <p:cNvPr id="533" name="Shape 531"/>
          <p:cNvSpPr/>
          <p:nvPr/>
        </p:nvSpPr>
        <p:spPr>
          <a:xfrm>
            <a:off x="2404872" y="4666650"/>
            <a:ext cx="0" cy="134267"/>
          </a:xfrm>
          <a:prstGeom prst="line">
            <a:avLst/>
          </a:prstGeom>
          <a:noFill/>
          <a:ln w="25400">
            <a:solidFill>
              <a:srgbClr val="D87932"/>
            </a:solidFill>
            <a:prstDash val="solid"/>
            <a:headEnd type="none"/>
            <a:tailEnd type="none"/>
          </a:ln>
        </p:spPr>
      </p:sp>
      <p:sp>
        <p:nvSpPr>
          <p:cNvPr id="534" name="Shape 532"/>
          <p:cNvSpPr/>
          <p:nvPr/>
        </p:nvSpPr>
        <p:spPr>
          <a:xfrm>
            <a:off x="2404872" y="4669393"/>
            <a:ext cx="176480" cy="0"/>
          </a:xfrm>
          <a:prstGeom prst="line">
            <a:avLst/>
          </a:prstGeom>
          <a:noFill/>
          <a:ln w="25400">
            <a:solidFill>
              <a:srgbClr val="D87932"/>
            </a:solidFill>
            <a:prstDash val="solid"/>
            <a:headEnd type="none"/>
            <a:tailEnd type="none"/>
          </a:ln>
        </p:spPr>
      </p:sp>
      <p:sp>
        <p:nvSpPr>
          <p:cNvPr id="535" name="Shape 533"/>
          <p:cNvSpPr/>
          <p:nvPr/>
        </p:nvSpPr>
        <p:spPr>
          <a:xfrm>
            <a:off x="2578608" y="4318715"/>
            <a:ext cx="0" cy="353421"/>
          </a:xfrm>
          <a:prstGeom prst="line">
            <a:avLst/>
          </a:prstGeom>
          <a:noFill/>
          <a:ln w="25400">
            <a:solidFill>
              <a:srgbClr val="D87932"/>
            </a:solidFill>
            <a:prstDash val="solid"/>
            <a:headEnd type="none"/>
            <a:tailEnd type="none"/>
          </a:ln>
        </p:spPr>
      </p:sp>
      <p:sp>
        <p:nvSpPr>
          <p:cNvPr id="536" name="Shape 534"/>
          <p:cNvSpPr/>
          <p:nvPr/>
        </p:nvSpPr>
        <p:spPr>
          <a:xfrm>
            <a:off x="2578608" y="4321458"/>
            <a:ext cx="176479" cy="0"/>
          </a:xfrm>
          <a:prstGeom prst="line">
            <a:avLst/>
          </a:prstGeom>
          <a:noFill/>
          <a:ln w="25400">
            <a:solidFill>
              <a:srgbClr val="D87932"/>
            </a:solidFill>
            <a:prstDash val="solid"/>
            <a:headEnd type="none"/>
            <a:tailEnd type="none"/>
          </a:ln>
        </p:spPr>
      </p:sp>
      <p:sp>
        <p:nvSpPr>
          <p:cNvPr id="537" name="Shape 535"/>
          <p:cNvSpPr/>
          <p:nvPr/>
        </p:nvSpPr>
        <p:spPr>
          <a:xfrm>
            <a:off x="2752344" y="4061671"/>
            <a:ext cx="0" cy="262530"/>
          </a:xfrm>
          <a:prstGeom prst="line">
            <a:avLst/>
          </a:prstGeom>
          <a:noFill/>
          <a:ln w="25400">
            <a:solidFill>
              <a:srgbClr val="D87932"/>
            </a:solidFill>
            <a:prstDash val="solid"/>
            <a:headEnd type="none"/>
            <a:tailEnd type="none"/>
          </a:ln>
        </p:spPr>
      </p:sp>
      <p:sp>
        <p:nvSpPr>
          <p:cNvPr id="538" name="Shape 536"/>
          <p:cNvSpPr/>
          <p:nvPr/>
        </p:nvSpPr>
        <p:spPr>
          <a:xfrm>
            <a:off x="2752344" y="4064415"/>
            <a:ext cx="176480" cy="0"/>
          </a:xfrm>
          <a:prstGeom prst="line">
            <a:avLst/>
          </a:prstGeom>
          <a:noFill/>
          <a:ln w="25400">
            <a:solidFill>
              <a:srgbClr val="D87932"/>
            </a:solidFill>
            <a:prstDash val="solid"/>
            <a:headEnd type="none"/>
            <a:tailEnd type="none"/>
          </a:ln>
        </p:spPr>
      </p:sp>
      <p:sp>
        <p:nvSpPr>
          <p:cNvPr id="539" name="Shape 537"/>
          <p:cNvSpPr/>
          <p:nvPr/>
        </p:nvSpPr>
        <p:spPr>
          <a:xfrm>
            <a:off x="2926080" y="3850424"/>
            <a:ext cx="0" cy="216734"/>
          </a:xfrm>
          <a:prstGeom prst="line">
            <a:avLst/>
          </a:prstGeom>
          <a:noFill/>
          <a:ln w="25400">
            <a:solidFill>
              <a:srgbClr val="D87932"/>
            </a:solidFill>
            <a:prstDash val="solid"/>
            <a:headEnd type="none"/>
            <a:tailEnd type="none"/>
          </a:ln>
        </p:spPr>
      </p:sp>
      <p:sp>
        <p:nvSpPr>
          <p:cNvPr id="540" name="Shape 538"/>
          <p:cNvSpPr/>
          <p:nvPr/>
        </p:nvSpPr>
        <p:spPr>
          <a:xfrm>
            <a:off x="2926080" y="3853167"/>
            <a:ext cx="176480" cy="0"/>
          </a:xfrm>
          <a:prstGeom prst="line">
            <a:avLst/>
          </a:prstGeom>
          <a:noFill/>
          <a:ln w="25400">
            <a:solidFill>
              <a:srgbClr val="D87932"/>
            </a:solidFill>
            <a:prstDash val="solid"/>
            <a:headEnd type="none"/>
            <a:tailEnd type="none"/>
          </a:ln>
        </p:spPr>
      </p:sp>
      <p:sp>
        <p:nvSpPr>
          <p:cNvPr id="541" name="Shape 539"/>
          <p:cNvSpPr/>
          <p:nvPr/>
        </p:nvSpPr>
        <p:spPr>
          <a:xfrm>
            <a:off x="3099816" y="3586092"/>
            <a:ext cx="0" cy="269819"/>
          </a:xfrm>
          <a:prstGeom prst="line">
            <a:avLst/>
          </a:prstGeom>
          <a:noFill/>
          <a:ln w="25400">
            <a:solidFill>
              <a:srgbClr val="D87932"/>
            </a:solidFill>
            <a:prstDash val="solid"/>
            <a:headEnd type="none"/>
            <a:tailEnd type="none"/>
          </a:ln>
        </p:spPr>
      </p:sp>
      <p:sp>
        <p:nvSpPr>
          <p:cNvPr id="542" name="Shape 540"/>
          <p:cNvSpPr/>
          <p:nvPr/>
        </p:nvSpPr>
        <p:spPr>
          <a:xfrm>
            <a:off x="3099816" y="3588835"/>
            <a:ext cx="176479" cy="0"/>
          </a:xfrm>
          <a:prstGeom prst="line">
            <a:avLst/>
          </a:prstGeom>
          <a:noFill/>
          <a:ln w="25400">
            <a:solidFill>
              <a:srgbClr val="D87932"/>
            </a:solidFill>
            <a:prstDash val="solid"/>
            <a:headEnd type="none"/>
            <a:tailEnd type="none"/>
          </a:ln>
        </p:spPr>
      </p:sp>
      <p:sp>
        <p:nvSpPr>
          <p:cNvPr id="543" name="Shape 541"/>
          <p:cNvSpPr/>
          <p:nvPr/>
        </p:nvSpPr>
        <p:spPr>
          <a:xfrm>
            <a:off x="3273552" y="3460840"/>
            <a:ext cx="0" cy="130738"/>
          </a:xfrm>
          <a:prstGeom prst="line">
            <a:avLst/>
          </a:prstGeom>
          <a:noFill/>
          <a:ln w="25400">
            <a:solidFill>
              <a:srgbClr val="D87932"/>
            </a:solidFill>
            <a:prstDash val="solid"/>
            <a:headEnd type="none"/>
            <a:tailEnd type="none"/>
          </a:ln>
        </p:spPr>
      </p:sp>
      <p:sp>
        <p:nvSpPr>
          <p:cNvPr id="544" name="Shape 542"/>
          <p:cNvSpPr/>
          <p:nvPr/>
        </p:nvSpPr>
        <p:spPr>
          <a:xfrm>
            <a:off x="3273552" y="3463583"/>
            <a:ext cx="176480" cy="0"/>
          </a:xfrm>
          <a:prstGeom prst="line">
            <a:avLst/>
          </a:prstGeom>
          <a:noFill/>
          <a:ln w="25400">
            <a:solidFill>
              <a:srgbClr val="D87932"/>
            </a:solidFill>
            <a:prstDash val="solid"/>
            <a:headEnd type="none"/>
            <a:tailEnd type="none"/>
          </a:ln>
        </p:spPr>
      </p:sp>
      <p:sp>
        <p:nvSpPr>
          <p:cNvPr id="545" name="Shape 543"/>
          <p:cNvSpPr/>
          <p:nvPr/>
        </p:nvSpPr>
        <p:spPr>
          <a:xfrm>
            <a:off x="3447288" y="3407350"/>
            <a:ext cx="0" cy="58977"/>
          </a:xfrm>
          <a:prstGeom prst="line">
            <a:avLst/>
          </a:prstGeom>
          <a:noFill/>
          <a:ln w="25400">
            <a:solidFill>
              <a:srgbClr val="D87932"/>
            </a:solidFill>
            <a:prstDash val="solid"/>
            <a:headEnd type="none"/>
            <a:tailEnd type="none"/>
          </a:ln>
        </p:spPr>
      </p:sp>
      <p:sp>
        <p:nvSpPr>
          <p:cNvPr id="546" name="Shape 544"/>
          <p:cNvSpPr/>
          <p:nvPr/>
        </p:nvSpPr>
        <p:spPr>
          <a:xfrm>
            <a:off x="3447288" y="3410093"/>
            <a:ext cx="176480" cy="0"/>
          </a:xfrm>
          <a:prstGeom prst="line">
            <a:avLst/>
          </a:prstGeom>
          <a:noFill/>
          <a:ln w="25400">
            <a:solidFill>
              <a:srgbClr val="D87932"/>
            </a:solidFill>
            <a:prstDash val="solid"/>
            <a:headEnd type="none"/>
            <a:tailEnd type="none"/>
          </a:ln>
        </p:spPr>
      </p:sp>
      <p:sp>
        <p:nvSpPr>
          <p:cNvPr id="547" name="Shape 545"/>
          <p:cNvSpPr/>
          <p:nvPr/>
        </p:nvSpPr>
        <p:spPr>
          <a:xfrm>
            <a:off x="3621024" y="3407350"/>
            <a:ext cx="0" cy="30344"/>
          </a:xfrm>
          <a:prstGeom prst="line">
            <a:avLst/>
          </a:prstGeom>
          <a:noFill/>
          <a:ln w="25400">
            <a:solidFill>
              <a:srgbClr val="D87932"/>
            </a:solidFill>
            <a:prstDash val="solid"/>
            <a:headEnd type="none"/>
            <a:tailEnd type="none"/>
          </a:ln>
        </p:spPr>
      </p:sp>
      <p:sp>
        <p:nvSpPr>
          <p:cNvPr id="548" name="Shape 546"/>
          <p:cNvSpPr/>
          <p:nvPr/>
        </p:nvSpPr>
        <p:spPr>
          <a:xfrm>
            <a:off x="3621024" y="3434950"/>
            <a:ext cx="176479" cy="0"/>
          </a:xfrm>
          <a:prstGeom prst="line">
            <a:avLst/>
          </a:prstGeom>
          <a:noFill/>
          <a:ln w="25400">
            <a:solidFill>
              <a:srgbClr val="D87932"/>
            </a:solidFill>
            <a:prstDash val="solid"/>
            <a:headEnd type="none"/>
            <a:tailEnd type="none"/>
          </a:ln>
        </p:spPr>
      </p:sp>
      <p:sp>
        <p:nvSpPr>
          <p:cNvPr id="549" name="Shape 547"/>
          <p:cNvSpPr/>
          <p:nvPr/>
        </p:nvSpPr>
        <p:spPr>
          <a:xfrm>
            <a:off x="3794760" y="3432207"/>
            <a:ext cx="0" cy="258241"/>
          </a:xfrm>
          <a:prstGeom prst="line">
            <a:avLst/>
          </a:prstGeom>
          <a:noFill/>
          <a:ln w="25400">
            <a:solidFill>
              <a:srgbClr val="D87932"/>
            </a:solidFill>
            <a:prstDash val="solid"/>
            <a:headEnd type="none"/>
            <a:tailEnd type="none"/>
          </a:ln>
        </p:spPr>
      </p:sp>
      <p:sp>
        <p:nvSpPr>
          <p:cNvPr id="550" name="Shape 548"/>
          <p:cNvSpPr/>
          <p:nvPr/>
        </p:nvSpPr>
        <p:spPr>
          <a:xfrm>
            <a:off x="3794760" y="3687704"/>
            <a:ext cx="176480" cy="0"/>
          </a:xfrm>
          <a:prstGeom prst="line">
            <a:avLst/>
          </a:prstGeom>
          <a:noFill/>
          <a:ln w="25400">
            <a:solidFill>
              <a:srgbClr val="D87932"/>
            </a:solidFill>
            <a:prstDash val="solid"/>
            <a:headEnd type="none"/>
            <a:tailEnd type="none"/>
          </a:ln>
        </p:spPr>
      </p:sp>
      <p:sp>
        <p:nvSpPr>
          <p:cNvPr id="551" name="Shape 549"/>
          <p:cNvSpPr/>
          <p:nvPr/>
        </p:nvSpPr>
        <p:spPr>
          <a:xfrm>
            <a:off x="3968496" y="3684961"/>
            <a:ext cx="0" cy="371132"/>
          </a:xfrm>
          <a:prstGeom prst="line">
            <a:avLst/>
          </a:prstGeom>
          <a:noFill/>
          <a:ln w="25400">
            <a:solidFill>
              <a:srgbClr val="D87932"/>
            </a:solidFill>
            <a:prstDash val="solid"/>
            <a:headEnd type="none"/>
            <a:tailEnd type="none"/>
          </a:ln>
        </p:spPr>
      </p:sp>
      <p:sp>
        <p:nvSpPr>
          <p:cNvPr id="552" name="Shape 550"/>
          <p:cNvSpPr/>
          <p:nvPr/>
        </p:nvSpPr>
        <p:spPr>
          <a:xfrm>
            <a:off x="3968496" y="4053350"/>
            <a:ext cx="176480" cy="0"/>
          </a:xfrm>
          <a:prstGeom prst="line">
            <a:avLst/>
          </a:prstGeom>
          <a:noFill/>
          <a:ln w="25400">
            <a:solidFill>
              <a:srgbClr val="D87932"/>
            </a:solidFill>
            <a:prstDash val="solid"/>
            <a:headEnd type="none"/>
            <a:tailEnd type="none"/>
          </a:ln>
        </p:spPr>
      </p:sp>
      <p:sp>
        <p:nvSpPr>
          <p:cNvPr id="553" name="Shape 551"/>
          <p:cNvSpPr/>
          <p:nvPr/>
        </p:nvSpPr>
        <p:spPr>
          <a:xfrm>
            <a:off x="4142232" y="4050606"/>
            <a:ext cx="0" cy="253822"/>
          </a:xfrm>
          <a:prstGeom prst="line">
            <a:avLst/>
          </a:prstGeom>
          <a:noFill/>
          <a:ln w="25400">
            <a:solidFill>
              <a:srgbClr val="D87932"/>
            </a:solidFill>
            <a:prstDash val="solid"/>
            <a:headEnd type="none"/>
            <a:tailEnd type="none"/>
          </a:ln>
        </p:spPr>
      </p:sp>
      <p:sp>
        <p:nvSpPr>
          <p:cNvPr id="554" name="Shape 552"/>
          <p:cNvSpPr/>
          <p:nvPr/>
        </p:nvSpPr>
        <p:spPr>
          <a:xfrm>
            <a:off x="4142232" y="4301685"/>
            <a:ext cx="176479" cy="0"/>
          </a:xfrm>
          <a:prstGeom prst="line">
            <a:avLst/>
          </a:prstGeom>
          <a:noFill/>
          <a:ln w="25400">
            <a:solidFill>
              <a:srgbClr val="D87932"/>
            </a:solidFill>
            <a:prstDash val="solid"/>
            <a:headEnd type="none"/>
            <a:tailEnd type="none"/>
          </a:ln>
        </p:spPr>
      </p:sp>
      <p:sp>
        <p:nvSpPr>
          <p:cNvPr id="555" name="Shape 553"/>
          <p:cNvSpPr/>
          <p:nvPr/>
        </p:nvSpPr>
        <p:spPr>
          <a:xfrm>
            <a:off x="4315968" y="4298942"/>
            <a:ext cx="0" cy="96221"/>
          </a:xfrm>
          <a:prstGeom prst="line">
            <a:avLst/>
          </a:prstGeom>
          <a:noFill/>
          <a:ln w="25400">
            <a:solidFill>
              <a:srgbClr val="D87932"/>
            </a:solidFill>
            <a:prstDash val="solid"/>
            <a:headEnd type="none"/>
            <a:tailEnd type="none"/>
          </a:ln>
        </p:spPr>
      </p:sp>
      <p:sp>
        <p:nvSpPr>
          <p:cNvPr id="556" name="Shape 554"/>
          <p:cNvSpPr/>
          <p:nvPr/>
        </p:nvSpPr>
        <p:spPr>
          <a:xfrm>
            <a:off x="4315968" y="4392420"/>
            <a:ext cx="176480" cy="0"/>
          </a:xfrm>
          <a:prstGeom prst="line">
            <a:avLst/>
          </a:prstGeom>
          <a:noFill/>
          <a:ln w="25400">
            <a:solidFill>
              <a:srgbClr val="D87932"/>
            </a:solidFill>
            <a:prstDash val="solid"/>
            <a:headEnd type="none"/>
            <a:tailEnd type="none"/>
          </a:ln>
        </p:spPr>
      </p:sp>
      <p:sp>
        <p:nvSpPr>
          <p:cNvPr id="557" name="Shape 555"/>
          <p:cNvSpPr/>
          <p:nvPr/>
        </p:nvSpPr>
        <p:spPr>
          <a:xfrm>
            <a:off x="4489704" y="4389677"/>
            <a:ext cx="0" cy="88553"/>
          </a:xfrm>
          <a:prstGeom prst="line">
            <a:avLst/>
          </a:prstGeom>
          <a:noFill/>
          <a:ln w="25400">
            <a:solidFill>
              <a:srgbClr val="D87932"/>
            </a:solidFill>
            <a:prstDash val="solid"/>
            <a:headEnd type="none"/>
            <a:tailEnd type="none"/>
          </a:ln>
        </p:spPr>
      </p:sp>
      <p:sp>
        <p:nvSpPr>
          <p:cNvPr id="558" name="Shape 556"/>
          <p:cNvSpPr/>
          <p:nvPr/>
        </p:nvSpPr>
        <p:spPr>
          <a:xfrm>
            <a:off x="4489704" y="4475486"/>
            <a:ext cx="176480" cy="0"/>
          </a:xfrm>
          <a:prstGeom prst="line">
            <a:avLst/>
          </a:prstGeom>
          <a:noFill/>
          <a:ln w="25400">
            <a:solidFill>
              <a:srgbClr val="D87932"/>
            </a:solidFill>
            <a:prstDash val="solid"/>
            <a:headEnd type="none"/>
            <a:tailEnd type="none"/>
          </a:ln>
        </p:spPr>
      </p:sp>
      <p:sp>
        <p:nvSpPr>
          <p:cNvPr id="559" name="Shape 557"/>
          <p:cNvSpPr/>
          <p:nvPr/>
        </p:nvSpPr>
        <p:spPr>
          <a:xfrm>
            <a:off x="4663440" y="4472743"/>
            <a:ext cx="0" cy="62424"/>
          </a:xfrm>
          <a:prstGeom prst="line">
            <a:avLst/>
          </a:prstGeom>
          <a:noFill/>
          <a:ln w="25400">
            <a:solidFill>
              <a:srgbClr val="D87932"/>
            </a:solidFill>
            <a:prstDash val="solid"/>
            <a:headEnd type="none"/>
            <a:tailEnd type="none"/>
          </a:ln>
        </p:spPr>
      </p:sp>
      <p:sp>
        <p:nvSpPr>
          <p:cNvPr id="560" name="Shape 558"/>
          <p:cNvSpPr/>
          <p:nvPr/>
        </p:nvSpPr>
        <p:spPr>
          <a:xfrm>
            <a:off x="4663440" y="4532424"/>
            <a:ext cx="176479" cy="0"/>
          </a:xfrm>
          <a:prstGeom prst="line">
            <a:avLst/>
          </a:prstGeom>
          <a:noFill/>
          <a:ln w="25400">
            <a:solidFill>
              <a:srgbClr val="D87932"/>
            </a:solidFill>
            <a:prstDash val="solid"/>
            <a:headEnd type="none"/>
            <a:tailEnd type="none"/>
          </a:ln>
        </p:spPr>
      </p:sp>
      <p:sp>
        <p:nvSpPr>
          <p:cNvPr id="561" name="Shape 559"/>
          <p:cNvSpPr/>
          <p:nvPr/>
        </p:nvSpPr>
        <p:spPr>
          <a:xfrm>
            <a:off x="4837176" y="4435945"/>
            <a:ext cx="0" cy="99222"/>
          </a:xfrm>
          <a:prstGeom prst="line">
            <a:avLst/>
          </a:prstGeom>
          <a:noFill/>
          <a:ln w="25400">
            <a:solidFill>
              <a:srgbClr val="D87932"/>
            </a:solidFill>
            <a:prstDash val="solid"/>
            <a:headEnd type="none"/>
            <a:tailEnd type="none"/>
          </a:ln>
        </p:spPr>
      </p:sp>
      <p:sp>
        <p:nvSpPr>
          <p:cNvPr id="562" name="Shape 560"/>
          <p:cNvSpPr/>
          <p:nvPr/>
        </p:nvSpPr>
        <p:spPr>
          <a:xfrm>
            <a:off x="4837176" y="4438688"/>
            <a:ext cx="176480" cy="0"/>
          </a:xfrm>
          <a:prstGeom prst="line">
            <a:avLst/>
          </a:prstGeom>
          <a:noFill/>
          <a:ln w="25400">
            <a:solidFill>
              <a:srgbClr val="D87932"/>
            </a:solidFill>
            <a:prstDash val="solid"/>
            <a:headEnd type="none"/>
            <a:tailEnd type="none"/>
          </a:ln>
        </p:spPr>
      </p:sp>
      <p:sp>
        <p:nvSpPr>
          <p:cNvPr id="563" name="Shape 561"/>
          <p:cNvSpPr/>
          <p:nvPr/>
        </p:nvSpPr>
        <p:spPr>
          <a:xfrm>
            <a:off x="5010912" y="4435945"/>
            <a:ext cx="0" cy="73919"/>
          </a:xfrm>
          <a:prstGeom prst="line">
            <a:avLst/>
          </a:prstGeom>
          <a:noFill/>
          <a:ln w="25400">
            <a:solidFill>
              <a:srgbClr val="D87932"/>
            </a:solidFill>
            <a:prstDash val="solid"/>
            <a:headEnd type="none"/>
            <a:tailEnd type="none"/>
          </a:ln>
        </p:spPr>
      </p:sp>
      <p:sp>
        <p:nvSpPr>
          <p:cNvPr id="564" name="Shape 562"/>
          <p:cNvSpPr/>
          <p:nvPr/>
        </p:nvSpPr>
        <p:spPr>
          <a:xfrm>
            <a:off x="5010912" y="4507121"/>
            <a:ext cx="176480" cy="0"/>
          </a:xfrm>
          <a:prstGeom prst="line">
            <a:avLst/>
          </a:prstGeom>
          <a:noFill/>
          <a:ln w="25400">
            <a:solidFill>
              <a:srgbClr val="D87932"/>
            </a:solidFill>
            <a:prstDash val="solid"/>
            <a:headEnd type="none"/>
            <a:tailEnd type="none"/>
          </a:ln>
        </p:spPr>
      </p:sp>
      <p:sp>
        <p:nvSpPr>
          <p:cNvPr id="565" name="Shape 563"/>
          <p:cNvSpPr/>
          <p:nvPr/>
        </p:nvSpPr>
        <p:spPr>
          <a:xfrm>
            <a:off x="5184648" y="4504378"/>
            <a:ext cx="0" cy="38367"/>
          </a:xfrm>
          <a:prstGeom prst="line">
            <a:avLst/>
          </a:prstGeom>
          <a:noFill/>
          <a:ln w="25400">
            <a:solidFill>
              <a:srgbClr val="D87932"/>
            </a:solidFill>
            <a:prstDash val="solid"/>
            <a:headEnd type="none"/>
            <a:tailEnd type="none"/>
          </a:ln>
        </p:spPr>
      </p:sp>
      <p:sp>
        <p:nvSpPr>
          <p:cNvPr id="566" name="Shape 564"/>
          <p:cNvSpPr/>
          <p:nvPr/>
        </p:nvSpPr>
        <p:spPr>
          <a:xfrm>
            <a:off x="5184648" y="4540001"/>
            <a:ext cx="176479" cy="0"/>
          </a:xfrm>
          <a:prstGeom prst="line">
            <a:avLst/>
          </a:prstGeom>
          <a:noFill/>
          <a:ln w="25400">
            <a:solidFill>
              <a:srgbClr val="D87932"/>
            </a:solidFill>
            <a:prstDash val="solid"/>
            <a:headEnd type="none"/>
            <a:tailEnd type="none"/>
          </a:ln>
        </p:spPr>
      </p:sp>
      <p:sp>
        <p:nvSpPr>
          <p:cNvPr id="567" name="Shape 565"/>
          <p:cNvSpPr/>
          <p:nvPr/>
        </p:nvSpPr>
        <p:spPr>
          <a:xfrm>
            <a:off x="5358384" y="4246077"/>
            <a:ext cx="0" cy="296668"/>
          </a:xfrm>
          <a:prstGeom prst="line">
            <a:avLst/>
          </a:prstGeom>
          <a:noFill/>
          <a:ln w="25400">
            <a:solidFill>
              <a:srgbClr val="D87932"/>
            </a:solidFill>
            <a:prstDash val="solid"/>
            <a:headEnd type="none"/>
            <a:tailEnd type="none"/>
          </a:ln>
        </p:spPr>
      </p:sp>
      <p:sp>
        <p:nvSpPr>
          <p:cNvPr id="568" name="Shape 566"/>
          <p:cNvSpPr/>
          <p:nvPr/>
        </p:nvSpPr>
        <p:spPr>
          <a:xfrm>
            <a:off x="5358384" y="4248820"/>
            <a:ext cx="176480" cy="0"/>
          </a:xfrm>
          <a:prstGeom prst="line">
            <a:avLst/>
          </a:prstGeom>
          <a:noFill/>
          <a:ln w="25400">
            <a:solidFill>
              <a:srgbClr val="D87932"/>
            </a:solidFill>
            <a:prstDash val="solid"/>
            <a:headEnd type="none"/>
            <a:tailEnd type="none"/>
          </a:ln>
        </p:spPr>
      </p:sp>
      <p:sp>
        <p:nvSpPr>
          <p:cNvPr id="569" name="Shape 567"/>
          <p:cNvSpPr/>
          <p:nvPr/>
        </p:nvSpPr>
        <p:spPr>
          <a:xfrm>
            <a:off x="5532120" y="3879963"/>
            <a:ext cx="0" cy="371600"/>
          </a:xfrm>
          <a:prstGeom prst="line">
            <a:avLst/>
          </a:prstGeom>
          <a:noFill/>
          <a:ln w="25400">
            <a:solidFill>
              <a:srgbClr val="D87932"/>
            </a:solidFill>
            <a:prstDash val="solid"/>
            <a:headEnd type="none"/>
            <a:tailEnd type="none"/>
          </a:ln>
        </p:spPr>
      </p:sp>
      <p:sp>
        <p:nvSpPr>
          <p:cNvPr id="570" name="Shape 568"/>
          <p:cNvSpPr/>
          <p:nvPr/>
        </p:nvSpPr>
        <p:spPr>
          <a:xfrm>
            <a:off x="5532120" y="3882706"/>
            <a:ext cx="176480" cy="0"/>
          </a:xfrm>
          <a:prstGeom prst="line">
            <a:avLst/>
          </a:prstGeom>
          <a:noFill/>
          <a:ln w="25400">
            <a:solidFill>
              <a:srgbClr val="D87932"/>
            </a:solidFill>
            <a:prstDash val="solid"/>
            <a:headEnd type="none"/>
            <a:tailEnd type="none"/>
          </a:ln>
        </p:spPr>
      </p:sp>
      <p:sp>
        <p:nvSpPr>
          <p:cNvPr id="571" name="Shape 569"/>
          <p:cNvSpPr/>
          <p:nvPr/>
        </p:nvSpPr>
        <p:spPr>
          <a:xfrm>
            <a:off x="5705856" y="3683975"/>
            <a:ext cx="0" cy="201474"/>
          </a:xfrm>
          <a:prstGeom prst="line">
            <a:avLst/>
          </a:prstGeom>
          <a:noFill/>
          <a:ln w="25400">
            <a:solidFill>
              <a:srgbClr val="D87932"/>
            </a:solidFill>
            <a:prstDash val="solid"/>
            <a:headEnd type="none"/>
            <a:tailEnd type="none"/>
          </a:ln>
        </p:spPr>
      </p:sp>
      <p:sp>
        <p:nvSpPr>
          <p:cNvPr id="572" name="Shape 570"/>
          <p:cNvSpPr/>
          <p:nvPr/>
        </p:nvSpPr>
        <p:spPr>
          <a:xfrm>
            <a:off x="5705856" y="3686718"/>
            <a:ext cx="176479" cy="0"/>
          </a:xfrm>
          <a:prstGeom prst="line">
            <a:avLst/>
          </a:prstGeom>
          <a:noFill/>
          <a:ln w="25400">
            <a:solidFill>
              <a:srgbClr val="D87932"/>
            </a:solidFill>
            <a:prstDash val="solid"/>
            <a:headEnd type="none"/>
            <a:tailEnd type="none"/>
          </a:ln>
        </p:spPr>
      </p:sp>
      <p:sp>
        <p:nvSpPr>
          <p:cNvPr id="573" name="Shape 571"/>
          <p:cNvSpPr/>
          <p:nvPr/>
        </p:nvSpPr>
        <p:spPr>
          <a:xfrm>
            <a:off x="5879592" y="3607365"/>
            <a:ext cx="0" cy="82096"/>
          </a:xfrm>
          <a:prstGeom prst="line">
            <a:avLst/>
          </a:prstGeom>
          <a:noFill/>
          <a:ln w="25400">
            <a:solidFill>
              <a:srgbClr val="D87932"/>
            </a:solidFill>
            <a:prstDash val="solid"/>
            <a:headEnd type="none"/>
            <a:tailEnd type="none"/>
          </a:ln>
        </p:spPr>
      </p:sp>
      <p:sp>
        <p:nvSpPr>
          <p:cNvPr id="574" name="Shape 572"/>
          <p:cNvSpPr/>
          <p:nvPr/>
        </p:nvSpPr>
        <p:spPr>
          <a:xfrm>
            <a:off x="5879592" y="3610109"/>
            <a:ext cx="176480" cy="0"/>
          </a:xfrm>
          <a:prstGeom prst="line">
            <a:avLst/>
          </a:prstGeom>
          <a:noFill/>
          <a:ln w="25400">
            <a:solidFill>
              <a:srgbClr val="D87932"/>
            </a:solidFill>
            <a:prstDash val="solid"/>
            <a:headEnd type="none"/>
            <a:tailEnd type="none"/>
          </a:ln>
        </p:spPr>
      </p:sp>
      <p:sp>
        <p:nvSpPr>
          <p:cNvPr id="575" name="Shape 573"/>
          <p:cNvSpPr/>
          <p:nvPr/>
        </p:nvSpPr>
        <p:spPr>
          <a:xfrm>
            <a:off x="6053328" y="3486233"/>
            <a:ext cx="0" cy="126619"/>
          </a:xfrm>
          <a:prstGeom prst="line">
            <a:avLst/>
          </a:prstGeom>
          <a:noFill/>
          <a:ln w="25400">
            <a:solidFill>
              <a:srgbClr val="D87932"/>
            </a:solidFill>
            <a:prstDash val="solid"/>
            <a:headEnd type="none"/>
            <a:tailEnd type="none"/>
          </a:ln>
        </p:spPr>
      </p:sp>
      <p:sp>
        <p:nvSpPr>
          <p:cNvPr id="576" name="Shape 574"/>
          <p:cNvSpPr/>
          <p:nvPr/>
        </p:nvSpPr>
        <p:spPr>
          <a:xfrm>
            <a:off x="6053328" y="3488976"/>
            <a:ext cx="176480" cy="0"/>
          </a:xfrm>
          <a:prstGeom prst="line">
            <a:avLst/>
          </a:prstGeom>
          <a:noFill/>
          <a:ln w="25400">
            <a:solidFill>
              <a:srgbClr val="D87932"/>
            </a:solidFill>
            <a:prstDash val="solid"/>
            <a:headEnd type="none"/>
            <a:tailEnd type="none"/>
          </a:ln>
        </p:spPr>
      </p:sp>
      <p:sp>
        <p:nvSpPr>
          <p:cNvPr id="577" name="Shape 575"/>
          <p:cNvSpPr/>
          <p:nvPr/>
        </p:nvSpPr>
        <p:spPr>
          <a:xfrm>
            <a:off x="6227064" y="3408061"/>
            <a:ext cx="0" cy="83658"/>
          </a:xfrm>
          <a:prstGeom prst="line">
            <a:avLst/>
          </a:prstGeom>
          <a:noFill/>
          <a:ln w="25400">
            <a:solidFill>
              <a:srgbClr val="D87932"/>
            </a:solidFill>
            <a:prstDash val="solid"/>
            <a:headEnd type="none"/>
            <a:tailEnd type="none"/>
          </a:ln>
        </p:spPr>
      </p:sp>
      <p:sp>
        <p:nvSpPr>
          <p:cNvPr id="578" name="Shape 576"/>
          <p:cNvSpPr/>
          <p:nvPr/>
        </p:nvSpPr>
        <p:spPr>
          <a:xfrm>
            <a:off x="6227064" y="3410805"/>
            <a:ext cx="176479" cy="0"/>
          </a:xfrm>
          <a:prstGeom prst="line">
            <a:avLst/>
          </a:prstGeom>
          <a:noFill/>
          <a:ln w="25400">
            <a:solidFill>
              <a:srgbClr val="D87932"/>
            </a:solidFill>
            <a:prstDash val="solid"/>
            <a:headEnd type="none"/>
            <a:tailEnd type="none"/>
          </a:ln>
        </p:spPr>
      </p:sp>
      <p:sp>
        <p:nvSpPr>
          <p:cNvPr id="579" name="Shape 577"/>
          <p:cNvSpPr/>
          <p:nvPr/>
        </p:nvSpPr>
        <p:spPr>
          <a:xfrm>
            <a:off x="6400800" y="3408061"/>
            <a:ext cx="0" cy="144070"/>
          </a:xfrm>
          <a:prstGeom prst="line">
            <a:avLst/>
          </a:prstGeom>
          <a:noFill/>
          <a:ln w="25400">
            <a:solidFill>
              <a:srgbClr val="D87932"/>
            </a:solidFill>
            <a:prstDash val="solid"/>
            <a:headEnd type="none"/>
            <a:tailEnd type="none"/>
          </a:ln>
        </p:spPr>
      </p:sp>
      <p:sp>
        <p:nvSpPr>
          <p:cNvPr id="580" name="Shape 578"/>
          <p:cNvSpPr/>
          <p:nvPr/>
        </p:nvSpPr>
        <p:spPr>
          <a:xfrm>
            <a:off x="6400800" y="3549388"/>
            <a:ext cx="176480" cy="0"/>
          </a:xfrm>
          <a:prstGeom prst="line">
            <a:avLst/>
          </a:prstGeom>
          <a:noFill/>
          <a:ln w="25400">
            <a:solidFill>
              <a:srgbClr val="D87932"/>
            </a:solidFill>
            <a:prstDash val="solid"/>
            <a:headEnd type="none"/>
            <a:tailEnd type="none"/>
          </a:ln>
        </p:spPr>
      </p:sp>
      <p:sp>
        <p:nvSpPr>
          <p:cNvPr id="581" name="Shape 579"/>
          <p:cNvSpPr/>
          <p:nvPr/>
        </p:nvSpPr>
        <p:spPr>
          <a:xfrm>
            <a:off x="6574536" y="3546645"/>
            <a:ext cx="0" cy="45999"/>
          </a:xfrm>
          <a:prstGeom prst="line">
            <a:avLst/>
          </a:prstGeom>
          <a:noFill/>
          <a:ln w="25400">
            <a:solidFill>
              <a:srgbClr val="D87932"/>
            </a:solidFill>
            <a:prstDash val="solid"/>
            <a:headEnd type="none"/>
            <a:tailEnd type="none"/>
          </a:ln>
        </p:spPr>
      </p:sp>
      <p:sp>
        <p:nvSpPr>
          <p:cNvPr id="582" name="Shape 580"/>
          <p:cNvSpPr/>
          <p:nvPr/>
        </p:nvSpPr>
        <p:spPr>
          <a:xfrm>
            <a:off x="6574536" y="3589901"/>
            <a:ext cx="176480" cy="0"/>
          </a:xfrm>
          <a:prstGeom prst="line">
            <a:avLst/>
          </a:prstGeom>
          <a:noFill/>
          <a:ln w="25400">
            <a:solidFill>
              <a:srgbClr val="D87932"/>
            </a:solidFill>
            <a:prstDash val="solid"/>
            <a:headEnd type="none"/>
            <a:tailEnd type="none"/>
          </a:ln>
        </p:spPr>
      </p:sp>
      <p:sp>
        <p:nvSpPr>
          <p:cNvPr id="583" name="Shape 581"/>
          <p:cNvSpPr/>
          <p:nvPr/>
        </p:nvSpPr>
        <p:spPr>
          <a:xfrm>
            <a:off x="6748272" y="3574547"/>
            <a:ext cx="0" cy="18098"/>
          </a:xfrm>
          <a:prstGeom prst="line">
            <a:avLst/>
          </a:prstGeom>
          <a:noFill/>
          <a:ln w="25400">
            <a:solidFill>
              <a:srgbClr val="D87932"/>
            </a:solidFill>
            <a:prstDash val="solid"/>
            <a:headEnd type="none"/>
            <a:tailEnd type="none"/>
          </a:ln>
        </p:spPr>
      </p:sp>
      <p:sp>
        <p:nvSpPr>
          <p:cNvPr id="584" name="Shape 582"/>
          <p:cNvSpPr/>
          <p:nvPr/>
        </p:nvSpPr>
        <p:spPr>
          <a:xfrm>
            <a:off x="6748272" y="3577290"/>
            <a:ext cx="176479" cy="0"/>
          </a:xfrm>
          <a:prstGeom prst="line">
            <a:avLst/>
          </a:prstGeom>
          <a:noFill/>
          <a:ln w="25400">
            <a:solidFill>
              <a:srgbClr val="D87932"/>
            </a:solidFill>
            <a:prstDash val="solid"/>
            <a:headEnd type="none"/>
            <a:tailEnd type="none"/>
          </a:ln>
        </p:spPr>
      </p:sp>
      <p:sp>
        <p:nvSpPr>
          <p:cNvPr id="585" name="Shape 583"/>
          <p:cNvSpPr/>
          <p:nvPr/>
        </p:nvSpPr>
        <p:spPr>
          <a:xfrm>
            <a:off x="6922008" y="3574547"/>
            <a:ext cx="0" cy="20151"/>
          </a:xfrm>
          <a:prstGeom prst="line">
            <a:avLst/>
          </a:prstGeom>
          <a:noFill/>
          <a:ln w="25400">
            <a:solidFill>
              <a:srgbClr val="D87932"/>
            </a:solidFill>
            <a:prstDash val="solid"/>
            <a:headEnd type="none"/>
            <a:tailEnd type="none"/>
          </a:ln>
        </p:spPr>
      </p:sp>
      <p:sp>
        <p:nvSpPr>
          <p:cNvPr id="586" name="Shape 584"/>
          <p:cNvSpPr/>
          <p:nvPr/>
        </p:nvSpPr>
        <p:spPr>
          <a:xfrm>
            <a:off x="6922008" y="3591955"/>
            <a:ext cx="176480" cy="0"/>
          </a:xfrm>
          <a:prstGeom prst="line">
            <a:avLst/>
          </a:prstGeom>
          <a:noFill/>
          <a:ln w="25400">
            <a:solidFill>
              <a:srgbClr val="D87932"/>
            </a:solidFill>
            <a:prstDash val="solid"/>
            <a:headEnd type="none"/>
            <a:tailEnd type="none"/>
          </a:ln>
        </p:spPr>
      </p:sp>
      <p:sp>
        <p:nvSpPr>
          <p:cNvPr id="587" name="Shape 585"/>
          <p:cNvSpPr/>
          <p:nvPr/>
        </p:nvSpPr>
        <p:spPr>
          <a:xfrm>
            <a:off x="7095744" y="3504728"/>
            <a:ext cx="0" cy="89970"/>
          </a:xfrm>
          <a:prstGeom prst="line">
            <a:avLst/>
          </a:prstGeom>
          <a:noFill/>
          <a:ln w="25400">
            <a:solidFill>
              <a:srgbClr val="D87932"/>
            </a:solidFill>
            <a:prstDash val="solid"/>
            <a:headEnd type="none"/>
            <a:tailEnd type="none"/>
          </a:ln>
        </p:spPr>
      </p:sp>
      <p:sp>
        <p:nvSpPr>
          <p:cNvPr id="588" name="Shape 586"/>
          <p:cNvSpPr/>
          <p:nvPr/>
        </p:nvSpPr>
        <p:spPr>
          <a:xfrm>
            <a:off x="7095744" y="3507471"/>
            <a:ext cx="176480" cy="0"/>
          </a:xfrm>
          <a:prstGeom prst="line">
            <a:avLst/>
          </a:prstGeom>
          <a:noFill/>
          <a:ln w="25400">
            <a:solidFill>
              <a:srgbClr val="D87932"/>
            </a:solidFill>
            <a:prstDash val="solid"/>
            <a:headEnd type="none"/>
            <a:tailEnd type="none"/>
          </a:ln>
        </p:spPr>
      </p:sp>
      <p:sp>
        <p:nvSpPr>
          <p:cNvPr id="589" name="Shape 587"/>
          <p:cNvSpPr/>
          <p:nvPr/>
        </p:nvSpPr>
        <p:spPr>
          <a:xfrm>
            <a:off x="7269480" y="3338098"/>
            <a:ext cx="0" cy="172117"/>
          </a:xfrm>
          <a:prstGeom prst="line">
            <a:avLst/>
          </a:prstGeom>
          <a:noFill/>
          <a:ln w="25400">
            <a:solidFill>
              <a:srgbClr val="D87932"/>
            </a:solidFill>
            <a:prstDash val="solid"/>
            <a:headEnd type="none"/>
            <a:tailEnd type="none"/>
          </a:ln>
        </p:spPr>
      </p:sp>
      <p:sp>
        <p:nvSpPr>
          <p:cNvPr id="590" name="Shape 588"/>
          <p:cNvSpPr/>
          <p:nvPr/>
        </p:nvSpPr>
        <p:spPr>
          <a:xfrm>
            <a:off x="7269480" y="3340841"/>
            <a:ext cx="176479" cy="0"/>
          </a:xfrm>
          <a:prstGeom prst="line">
            <a:avLst/>
          </a:prstGeom>
          <a:noFill/>
          <a:ln w="25400">
            <a:solidFill>
              <a:srgbClr val="D87932"/>
            </a:solidFill>
            <a:prstDash val="solid"/>
            <a:headEnd type="none"/>
            <a:tailEnd type="none"/>
          </a:ln>
        </p:spPr>
      </p:sp>
      <p:sp>
        <p:nvSpPr>
          <p:cNvPr id="591" name="Shape 589"/>
          <p:cNvSpPr/>
          <p:nvPr/>
        </p:nvSpPr>
        <p:spPr>
          <a:xfrm>
            <a:off x="7443216" y="3249063"/>
            <a:ext cx="0" cy="94521"/>
          </a:xfrm>
          <a:prstGeom prst="line">
            <a:avLst/>
          </a:prstGeom>
          <a:noFill/>
          <a:ln w="25400">
            <a:solidFill>
              <a:srgbClr val="D87932"/>
            </a:solidFill>
            <a:prstDash val="solid"/>
            <a:headEnd type="none"/>
            <a:tailEnd type="none"/>
          </a:ln>
        </p:spPr>
      </p:sp>
      <p:sp>
        <p:nvSpPr>
          <p:cNvPr id="592" name="Shape 590"/>
          <p:cNvSpPr/>
          <p:nvPr/>
        </p:nvSpPr>
        <p:spPr>
          <a:xfrm>
            <a:off x="7443216" y="3251806"/>
            <a:ext cx="176480" cy="0"/>
          </a:xfrm>
          <a:prstGeom prst="line">
            <a:avLst/>
          </a:prstGeom>
          <a:noFill/>
          <a:ln w="25400">
            <a:solidFill>
              <a:srgbClr val="D87932"/>
            </a:solidFill>
            <a:prstDash val="solid"/>
            <a:headEnd type="none"/>
            <a:tailEnd type="none"/>
          </a:ln>
        </p:spPr>
      </p:sp>
      <p:sp>
        <p:nvSpPr>
          <p:cNvPr id="593" name="Shape 591"/>
          <p:cNvSpPr/>
          <p:nvPr/>
        </p:nvSpPr>
        <p:spPr>
          <a:xfrm>
            <a:off x="7616952" y="3167261"/>
            <a:ext cx="0" cy="87289"/>
          </a:xfrm>
          <a:prstGeom prst="line">
            <a:avLst/>
          </a:prstGeom>
          <a:noFill/>
          <a:ln w="25400">
            <a:solidFill>
              <a:srgbClr val="D87932"/>
            </a:solidFill>
            <a:prstDash val="solid"/>
            <a:headEnd type="none"/>
            <a:tailEnd type="none"/>
          </a:ln>
        </p:spPr>
      </p:sp>
      <p:sp>
        <p:nvSpPr>
          <p:cNvPr id="594" name="Shape 592"/>
          <p:cNvSpPr/>
          <p:nvPr/>
        </p:nvSpPr>
        <p:spPr>
          <a:xfrm>
            <a:off x="7616952" y="3170004"/>
            <a:ext cx="176480" cy="0"/>
          </a:xfrm>
          <a:prstGeom prst="line">
            <a:avLst/>
          </a:prstGeom>
          <a:noFill/>
          <a:ln w="25400">
            <a:solidFill>
              <a:srgbClr val="D87932"/>
            </a:solidFill>
            <a:prstDash val="solid"/>
            <a:headEnd type="none"/>
            <a:tailEnd type="none"/>
          </a:ln>
        </p:spPr>
      </p:sp>
      <p:sp>
        <p:nvSpPr>
          <p:cNvPr id="595" name="Shape 593"/>
          <p:cNvSpPr/>
          <p:nvPr/>
        </p:nvSpPr>
        <p:spPr>
          <a:xfrm>
            <a:off x="7790688" y="3167261"/>
            <a:ext cx="0" cy="89410"/>
          </a:xfrm>
          <a:prstGeom prst="line">
            <a:avLst/>
          </a:prstGeom>
          <a:noFill/>
          <a:ln w="25400">
            <a:solidFill>
              <a:srgbClr val="D87932"/>
            </a:solidFill>
            <a:prstDash val="solid"/>
            <a:headEnd type="none"/>
            <a:tailEnd type="none"/>
          </a:ln>
        </p:spPr>
      </p:sp>
      <p:sp>
        <p:nvSpPr>
          <p:cNvPr id="596" name="Shape 594"/>
          <p:cNvSpPr/>
          <p:nvPr/>
        </p:nvSpPr>
        <p:spPr>
          <a:xfrm>
            <a:off x="7790688" y="3253927"/>
            <a:ext cx="176479" cy="0"/>
          </a:xfrm>
          <a:prstGeom prst="line">
            <a:avLst/>
          </a:prstGeom>
          <a:noFill/>
          <a:ln w="25400">
            <a:solidFill>
              <a:srgbClr val="D87932"/>
            </a:solidFill>
            <a:prstDash val="solid"/>
            <a:headEnd type="none"/>
            <a:tailEnd type="none"/>
          </a:ln>
        </p:spPr>
      </p:sp>
      <p:sp>
        <p:nvSpPr>
          <p:cNvPr id="597" name="Shape 595"/>
          <p:cNvSpPr/>
          <p:nvPr/>
        </p:nvSpPr>
        <p:spPr>
          <a:xfrm>
            <a:off x="7964424" y="3169029"/>
            <a:ext cx="0" cy="87641"/>
          </a:xfrm>
          <a:prstGeom prst="line">
            <a:avLst/>
          </a:prstGeom>
          <a:noFill/>
          <a:ln w="25400">
            <a:solidFill>
              <a:srgbClr val="D87932"/>
            </a:solidFill>
            <a:prstDash val="solid"/>
            <a:headEnd type="none"/>
            <a:tailEnd type="none"/>
          </a:ln>
        </p:spPr>
      </p:sp>
      <p:sp>
        <p:nvSpPr>
          <p:cNvPr id="598" name="Shape 596"/>
          <p:cNvSpPr/>
          <p:nvPr/>
        </p:nvSpPr>
        <p:spPr>
          <a:xfrm>
            <a:off x="7964424" y="3171772"/>
            <a:ext cx="176480" cy="0"/>
          </a:xfrm>
          <a:prstGeom prst="line">
            <a:avLst/>
          </a:prstGeom>
          <a:noFill/>
          <a:ln w="25400">
            <a:solidFill>
              <a:srgbClr val="D87932"/>
            </a:solidFill>
            <a:prstDash val="solid"/>
            <a:headEnd type="none"/>
            <a:tailEnd type="none"/>
          </a:ln>
        </p:spPr>
      </p:sp>
      <p:sp>
        <p:nvSpPr>
          <p:cNvPr id="599" name="Shape 597"/>
          <p:cNvSpPr/>
          <p:nvPr/>
        </p:nvSpPr>
        <p:spPr>
          <a:xfrm>
            <a:off x="8138160" y="2976034"/>
            <a:ext cx="0" cy="198481"/>
          </a:xfrm>
          <a:prstGeom prst="line">
            <a:avLst/>
          </a:prstGeom>
          <a:noFill/>
          <a:ln w="25400">
            <a:solidFill>
              <a:srgbClr val="D87932"/>
            </a:solidFill>
            <a:prstDash val="solid"/>
            <a:headEnd type="none"/>
            <a:tailEnd type="none"/>
          </a:ln>
        </p:spPr>
      </p:sp>
      <p:sp>
        <p:nvSpPr>
          <p:cNvPr id="600" name="Shape 598"/>
          <p:cNvSpPr/>
          <p:nvPr/>
        </p:nvSpPr>
        <p:spPr>
          <a:xfrm>
            <a:off x="8138160" y="2978778"/>
            <a:ext cx="176480" cy="0"/>
          </a:xfrm>
          <a:prstGeom prst="line">
            <a:avLst/>
          </a:prstGeom>
          <a:noFill/>
          <a:ln w="25400">
            <a:solidFill>
              <a:srgbClr val="D87932"/>
            </a:solidFill>
            <a:prstDash val="solid"/>
            <a:headEnd type="none"/>
            <a:tailEnd type="none"/>
          </a:ln>
        </p:spPr>
      </p:sp>
      <p:sp>
        <p:nvSpPr>
          <p:cNvPr id="601" name="Shape 599"/>
          <p:cNvSpPr/>
          <p:nvPr/>
        </p:nvSpPr>
        <p:spPr>
          <a:xfrm>
            <a:off x="8311896" y="2806565"/>
            <a:ext cx="0" cy="174956"/>
          </a:xfrm>
          <a:prstGeom prst="line">
            <a:avLst/>
          </a:prstGeom>
          <a:noFill/>
          <a:ln w="25400">
            <a:solidFill>
              <a:srgbClr val="D87932"/>
            </a:solidFill>
            <a:prstDash val="solid"/>
            <a:headEnd type="none"/>
            <a:tailEnd type="none"/>
          </a:ln>
        </p:spPr>
      </p:sp>
      <p:sp>
        <p:nvSpPr>
          <p:cNvPr id="602" name="Shape 600"/>
          <p:cNvSpPr/>
          <p:nvPr/>
        </p:nvSpPr>
        <p:spPr>
          <a:xfrm>
            <a:off x="8311896" y="2809308"/>
            <a:ext cx="176479" cy="0"/>
          </a:xfrm>
          <a:prstGeom prst="line">
            <a:avLst/>
          </a:prstGeom>
          <a:noFill/>
          <a:ln w="25400">
            <a:solidFill>
              <a:srgbClr val="D87932"/>
            </a:solidFill>
            <a:prstDash val="solid"/>
            <a:headEnd type="none"/>
            <a:tailEnd type="none"/>
          </a:ln>
        </p:spPr>
      </p:sp>
      <p:sp>
        <p:nvSpPr>
          <p:cNvPr id="603" name="Shape 601"/>
          <p:cNvSpPr/>
          <p:nvPr/>
        </p:nvSpPr>
        <p:spPr>
          <a:xfrm>
            <a:off x="8485632" y="2503916"/>
            <a:ext cx="0" cy="308135"/>
          </a:xfrm>
          <a:prstGeom prst="line">
            <a:avLst/>
          </a:prstGeom>
          <a:noFill/>
          <a:ln w="25400">
            <a:solidFill>
              <a:srgbClr val="D87932"/>
            </a:solidFill>
            <a:prstDash val="solid"/>
            <a:headEnd type="none"/>
            <a:tailEnd type="none"/>
          </a:ln>
        </p:spPr>
      </p:sp>
      <p:sp>
        <p:nvSpPr>
          <p:cNvPr id="604" name="Shape 602"/>
          <p:cNvSpPr/>
          <p:nvPr/>
        </p:nvSpPr>
        <p:spPr>
          <a:xfrm>
            <a:off x="8485632" y="2506660"/>
            <a:ext cx="176480" cy="0"/>
          </a:xfrm>
          <a:prstGeom prst="line">
            <a:avLst/>
          </a:prstGeom>
          <a:noFill/>
          <a:ln w="25400">
            <a:solidFill>
              <a:srgbClr val="D87932"/>
            </a:solidFill>
            <a:prstDash val="solid"/>
            <a:headEnd type="none"/>
            <a:tailEnd type="none"/>
          </a:ln>
        </p:spPr>
      </p:sp>
      <p:sp>
        <p:nvSpPr>
          <p:cNvPr id="605" name="Shape 603"/>
          <p:cNvSpPr/>
          <p:nvPr/>
        </p:nvSpPr>
        <p:spPr>
          <a:xfrm>
            <a:off x="8659368" y="2329267"/>
            <a:ext cx="0" cy="180136"/>
          </a:xfrm>
          <a:prstGeom prst="line">
            <a:avLst/>
          </a:prstGeom>
          <a:noFill/>
          <a:ln w="25400">
            <a:solidFill>
              <a:srgbClr val="D87932"/>
            </a:solidFill>
            <a:prstDash val="solid"/>
            <a:headEnd type="none"/>
            <a:tailEnd type="none"/>
          </a:ln>
        </p:spPr>
      </p:sp>
      <p:sp>
        <p:nvSpPr>
          <p:cNvPr id="606" name="Shape 604"/>
          <p:cNvSpPr/>
          <p:nvPr/>
        </p:nvSpPr>
        <p:spPr>
          <a:xfrm>
            <a:off x="8659368" y="2332010"/>
            <a:ext cx="176480" cy="0"/>
          </a:xfrm>
          <a:prstGeom prst="line">
            <a:avLst/>
          </a:prstGeom>
          <a:noFill/>
          <a:ln w="25400">
            <a:solidFill>
              <a:srgbClr val="D87932"/>
            </a:solidFill>
            <a:prstDash val="solid"/>
            <a:headEnd type="none"/>
            <a:tailEnd type="none"/>
          </a:ln>
        </p:spPr>
      </p:sp>
      <p:sp>
        <p:nvSpPr>
          <p:cNvPr id="607" name="Shape 605"/>
          <p:cNvSpPr/>
          <p:nvPr/>
        </p:nvSpPr>
        <p:spPr>
          <a:xfrm>
            <a:off x="8833104" y="2300745"/>
            <a:ext cx="0" cy="34008"/>
          </a:xfrm>
          <a:prstGeom prst="line">
            <a:avLst/>
          </a:prstGeom>
          <a:noFill/>
          <a:ln w="25400">
            <a:solidFill>
              <a:srgbClr val="D87932"/>
            </a:solidFill>
            <a:prstDash val="solid"/>
            <a:headEnd type="none"/>
            <a:tailEnd type="none"/>
          </a:ln>
        </p:spPr>
      </p:sp>
      <p:sp>
        <p:nvSpPr>
          <p:cNvPr id="608" name="Shape 606"/>
          <p:cNvSpPr/>
          <p:nvPr/>
        </p:nvSpPr>
        <p:spPr>
          <a:xfrm>
            <a:off x="8833104" y="2303488"/>
            <a:ext cx="176479" cy="0"/>
          </a:xfrm>
          <a:prstGeom prst="line">
            <a:avLst/>
          </a:prstGeom>
          <a:noFill/>
          <a:ln w="25400">
            <a:solidFill>
              <a:srgbClr val="D87932"/>
            </a:solidFill>
            <a:prstDash val="solid"/>
            <a:headEnd type="none"/>
            <a:tailEnd type="none"/>
          </a:ln>
        </p:spPr>
      </p:sp>
      <p:sp>
        <p:nvSpPr>
          <p:cNvPr id="609" name="Shape 607"/>
          <p:cNvSpPr/>
          <p:nvPr/>
        </p:nvSpPr>
        <p:spPr>
          <a:xfrm>
            <a:off x="9006840" y="2275342"/>
            <a:ext cx="0" cy="30889"/>
          </a:xfrm>
          <a:prstGeom prst="line">
            <a:avLst/>
          </a:prstGeom>
          <a:noFill/>
          <a:ln w="25400">
            <a:solidFill>
              <a:srgbClr val="D87932"/>
            </a:solidFill>
            <a:prstDash val="solid"/>
            <a:headEnd type="none"/>
            <a:tailEnd type="none"/>
          </a:ln>
        </p:spPr>
      </p:sp>
      <p:sp>
        <p:nvSpPr>
          <p:cNvPr id="610" name="Shape 608"/>
          <p:cNvSpPr/>
          <p:nvPr/>
        </p:nvSpPr>
        <p:spPr>
          <a:xfrm>
            <a:off x="9006840" y="2278085"/>
            <a:ext cx="176480" cy="0"/>
          </a:xfrm>
          <a:prstGeom prst="line">
            <a:avLst/>
          </a:prstGeom>
          <a:noFill/>
          <a:ln w="25400">
            <a:solidFill>
              <a:srgbClr val="D87932"/>
            </a:solidFill>
            <a:prstDash val="solid"/>
            <a:headEnd type="none"/>
            <a:tailEnd type="none"/>
          </a:ln>
        </p:spPr>
      </p:sp>
      <p:sp>
        <p:nvSpPr>
          <p:cNvPr id="611" name="Shape 609"/>
          <p:cNvSpPr/>
          <p:nvPr/>
        </p:nvSpPr>
        <p:spPr>
          <a:xfrm>
            <a:off x="9180576" y="2275342"/>
            <a:ext cx="0" cy="16839"/>
          </a:xfrm>
          <a:prstGeom prst="line">
            <a:avLst/>
          </a:prstGeom>
          <a:noFill/>
          <a:ln w="25400">
            <a:solidFill>
              <a:srgbClr val="D87932"/>
            </a:solidFill>
            <a:prstDash val="solid"/>
            <a:headEnd type="none"/>
            <a:tailEnd type="none"/>
          </a:ln>
        </p:spPr>
      </p:sp>
      <p:sp>
        <p:nvSpPr>
          <p:cNvPr id="612" name="Shape 610"/>
          <p:cNvSpPr/>
          <p:nvPr/>
        </p:nvSpPr>
        <p:spPr>
          <a:xfrm>
            <a:off x="9180576" y="2289438"/>
            <a:ext cx="176480" cy="0"/>
          </a:xfrm>
          <a:prstGeom prst="line">
            <a:avLst/>
          </a:prstGeom>
          <a:noFill/>
          <a:ln w="25400">
            <a:solidFill>
              <a:srgbClr val="D87932"/>
            </a:solidFill>
            <a:prstDash val="solid"/>
            <a:headEnd type="none"/>
            <a:tailEnd type="none"/>
          </a:ln>
        </p:spPr>
      </p:sp>
      <p:sp>
        <p:nvSpPr>
          <p:cNvPr id="613" name="Shape 611"/>
          <p:cNvSpPr/>
          <p:nvPr/>
        </p:nvSpPr>
        <p:spPr>
          <a:xfrm>
            <a:off x="9354312" y="2286694"/>
            <a:ext cx="0" cy="108260"/>
          </a:xfrm>
          <a:prstGeom prst="line">
            <a:avLst/>
          </a:prstGeom>
          <a:noFill/>
          <a:ln w="25400">
            <a:solidFill>
              <a:srgbClr val="D87932"/>
            </a:solidFill>
            <a:prstDash val="solid"/>
            <a:headEnd type="none"/>
            <a:tailEnd type="none"/>
          </a:ln>
        </p:spPr>
      </p:sp>
      <p:sp>
        <p:nvSpPr>
          <p:cNvPr id="614" name="Shape 612"/>
          <p:cNvSpPr/>
          <p:nvPr/>
        </p:nvSpPr>
        <p:spPr>
          <a:xfrm>
            <a:off x="9354312" y="2392211"/>
            <a:ext cx="176479" cy="0"/>
          </a:xfrm>
          <a:prstGeom prst="line">
            <a:avLst/>
          </a:prstGeom>
          <a:noFill/>
          <a:ln w="25400">
            <a:solidFill>
              <a:srgbClr val="D87932"/>
            </a:solidFill>
            <a:prstDash val="solid"/>
            <a:headEnd type="none"/>
            <a:tailEnd type="none"/>
          </a:ln>
        </p:spPr>
      </p:sp>
      <p:sp>
        <p:nvSpPr>
          <p:cNvPr id="615" name="Shape 613"/>
          <p:cNvSpPr/>
          <p:nvPr/>
        </p:nvSpPr>
        <p:spPr>
          <a:xfrm>
            <a:off x="9528048" y="2389468"/>
            <a:ext cx="0" cy="168054"/>
          </a:xfrm>
          <a:prstGeom prst="line">
            <a:avLst/>
          </a:prstGeom>
          <a:noFill/>
          <a:ln w="25400">
            <a:solidFill>
              <a:srgbClr val="D87932"/>
            </a:solidFill>
            <a:prstDash val="solid"/>
            <a:headEnd type="none"/>
            <a:tailEnd type="none"/>
          </a:ln>
        </p:spPr>
      </p:sp>
      <p:sp>
        <p:nvSpPr>
          <p:cNvPr id="616" name="Shape 614"/>
          <p:cNvSpPr/>
          <p:nvPr/>
        </p:nvSpPr>
        <p:spPr>
          <a:xfrm>
            <a:off x="9528048" y="2554778"/>
            <a:ext cx="176480" cy="0"/>
          </a:xfrm>
          <a:prstGeom prst="line">
            <a:avLst/>
          </a:prstGeom>
          <a:noFill/>
          <a:ln w="25400">
            <a:solidFill>
              <a:srgbClr val="D87932"/>
            </a:solidFill>
            <a:prstDash val="solid"/>
            <a:headEnd type="none"/>
            <a:tailEnd type="none"/>
          </a:ln>
        </p:spPr>
      </p:sp>
      <p:sp>
        <p:nvSpPr>
          <p:cNvPr id="617" name="Shape 615"/>
          <p:cNvSpPr/>
          <p:nvPr/>
        </p:nvSpPr>
        <p:spPr>
          <a:xfrm>
            <a:off x="9701784" y="2552035"/>
            <a:ext cx="0" cy="232795"/>
          </a:xfrm>
          <a:prstGeom prst="line">
            <a:avLst/>
          </a:prstGeom>
          <a:noFill/>
          <a:ln w="25400">
            <a:solidFill>
              <a:srgbClr val="D87932"/>
            </a:solidFill>
            <a:prstDash val="solid"/>
            <a:headEnd type="none"/>
            <a:tailEnd type="none"/>
          </a:ln>
        </p:spPr>
      </p:sp>
      <p:sp>
        <p:nvSpPr>
          <p:cNvPr id="618" name="Shape 616"/>
          <p:cNvSpPr/>
          <p:nvPr/>
        </p:nvSpPr>
        <p:spPr>
          <a:xfrm>
            <a:off x="9701784" y="2782087"/>
            <a:ext cx="176480" cy="0"/>
          </a:xfrm>
          <a:prstGeom prst="line">
            <a:avLst/>
          </a:prstGeom>
          <a:noFill/>
          <a:ln w="25400">
            <a:solidFill>
              <a:srgbClr val="D87932"/>
            </a:solidFill>
            <a:prstDash val="solid"/>
            <a:headEnd type="none"/>
            <a:tailEnd type="none"/>
          </a:ln>
        </p:spPr>
      </p:sp>
      <p:sp>
        <p:nvSpPr>
          <p:cNvPr id="619" name="Shape 617"/>
          <p:cNvSpPr/>
          <p:nvPr/>
        </p:nvSpPr>
        <p:spPr>
          <a:xfrm>
            <a:off x="9875520" y="2779344"/>
            <a:ext cx="0" cy="55345"/>
          </a:xfrm>
          <a:prstGeom prst="line">
            <a:avLst/>
          </a:prstGeom>
          <a:noFill/>
          <a:ln w="25400">
            <a:solidFill>
              <a:srgbClr val="D87932"/>
            </a:solidFill>
            <a:prstDash val="solid"/>
            <a:headEnd type="none"/>
            <a:tailEnd type="none"/>
          </a:ln>
        </p:spPr>
      </p:sp>
      <p:sp>
        <p:nvSpPr>
          <p:cNvPr id="620" name="Shape 618"/>
          <p:cNvSpPr/>
          <p:nvPr/>
        </p:nvSpPr>
        <p:spPr>
          <a:xfrm>
            <a:off x="9875520" y="2831946"/>
            <a:ext cx="176479" cy="0"/>
          </a:xfrm>
          <a:prstGeom prst="line">
            <a:avLst/>
          </a:prstGeom>
          <a:noFill/>
          <a:ln w="25400">
            <a:solidFill>
              <a:srgbClr val="D87932"/>
            </a:solidFill>
            <a:prstDash val="solid"/>
            <a:headEnd type="none"/>
            <a:tailEnd type="none"/>
          </a:ln>
        </p:spPr>
      </p:sp>
      <p:sp>
        <p:nvSpPr>
          <p:cNvPr id="621" name="Shape 619"/>
          <p:cNvSpPr/>
          <p:nvPr/>
        </p:nvSpPr>
        <p:spPr>
          <a:xfrm>
            <a:off x="10049256" y="2829203"/>
            <a:ext cx="0" cy="124028"/>
          </a:xfrm>
          <a:prstGeom prst="line">
            <a:avLst/>
          </a:prstGeom>
          <a:noFill/>
          <a:ln w="25400">
            <a:solidFill>
              <a:srgbClr val="D87932"/>
            </a:solidFill>
            <a:prstDash val="solid"/>
            <a:headEnd type="none"/>
            <a:tailEnd type="none"/>
          </a:ln>
        </p:spPr>
      </p:sp>
      <p:sp>
        <p:nvSpPr>
          <p:cNvPr id="622" name="Shape 620"/>
          <p:cNvSpPr/>
          <p:nvPr/>
        </p:nvSpPr>
        <p:spPr>
          <a:xfrm>
            <a:off x="10049256" y="2950488"/>
            <a:ext cx="176480" cy="0"/>
          </a:xfrm>
          <a:prstGeom prst="line">
            <a:avLst/>
          </a:prstGeom>
          <a:noFill/>
          <a:ln w="25400">
            <a:solidFill>
              <a:srgbClr val="D87932"/>
            </a:solidFill>
            <a:prstDash val="solid"/>
            <a:headEnd type="none"/>
            <a:tailEnd type="none"/>
          </a:ln>
        </p:spPr>
      </p:sp>
      <p:sp>
        <p:nvSpPr>
          <p:cNvPr id="623" name="Shape 621"/>
          <p:cNvSpPr/>
          <p:nvPr/>
        </p:nvSpPr>
        <p:spPr>
          <a:xfrm>
            <a:off x="10222992" y="2947745"/>
            <a:ext cx="0" cy="132578"/>
          </a:xfrm>
          <a:prstGeom prst="line">
            <a:avLst/>
          </a:prstGeom>
          <a:noFill/>
          <a:ln w="25400">
            <a:solidFill>
              <a:srgbClr val="D87932"/>
            </a:solidFill>
            <a:prstDash val="solid"/>
            <a:headEnd type="none"/>
            <a:tailEnd type="none"/>
          </a:ln>
        </p:spPr>
      </p:sp>
      <p:sp>
        <p:nvSpPr>
          <p:cNvPr id="624" name="Shape 622"/>
          <p:cNvSpPr/>
          <p:nvPr/>
        </p:nvSpPr>
        <p:spPr>
          <a:xfrm>
            <a:off x="10222992" y="3077580"/>
            <a:ext cx="176480" cy="0"/>
          </a:xfrm>
          <a:prstGeom prst="line">
            <a:avLst/>
          </a:prstGeom>
          <a:noFill/>
          <a:ln w="25400">
            <a:solidFill>
              <a:srgbClr val="D87932"/>
            </a:solidFill>
            <a:prstDash val="solid"/>
            <a:headEnd type="none"/>
            <a:tailEnd type="none"/>
          </a:ln>
        </p:spPr>
      </p:sp>
      <p:sp>
        <p:nvSpPr>
          <p:cNvPr id="625" name="Shape 623"/>
          <p:cNvSpPr/>
          <p:nvPr/>
        </p:nvSpPr>
        <p:spPr>
          <a:xfrm>
            <a:off x="10396728" y="3074837"/>
            <a:ext cx="0" cy="157417"/>
          </a:xfrm>
          <a:prstGeom prst="line">
            <a:avLst/>
          </a:prstGeom>
          <a:noFill/>
          <a:ln w="25400">
            <a:solidFill>
              <a:srgbClr val="D87932"/>
            </a:solidFill>
            <a:prstDash val="solid"/>
            <a:headEnd type="none"/>
            <a:tailEnd type="none"/>
          </a:ln>
        </p:spPr>
      </p:sp>
      <p:sp>
        <p:nvSpPr>
          <p:cNvPr id="626" name="Shape 624"/>
          <p:cNvSpPr/>
          <p:nvPr/>
        </p:nvSpPr>
        <p:spPr>
          <a:xfrm>
            <a:off x="10396728" y="3229510"/>
            <a:ext cx="176479" cy="0"/>
          </a:xfrm>
          <a:prstGeom prst="line">
            <a:avLst/>
          </a:prstGeom>
          <a:noFill/>
          <a:ln w="25400">
            <a:solidFill>
              <a:srgbClr val="D87932"/>
            </a:solidFill>
            <a:prstDash val="solid"/>
            <a:headEnd type="none"/>
            <a:tailEnd type="none"/>
          </a:ln>
        </p:spPr>
      </p:sp>
      <p:sp>
        <p:nvSpPr>
          <p:cNvPr id="627" name="Shape 625"/>
          <p:cNvSpPr/>
          <p:nvPr/>
        </p:nvSpPr>
        <p:spPr>
          <a:xfrm>
            <a:off x="10570464" y="3203208"/>
            <a:ext cx="0" cy="29046"/>
          </a:xfrm>
          <a:prstGeom prst="line">
            <a:avLst/>
          </a:prstGeom>
          <a:noFill/>
          <a:ln w="25400">
            <a:solidFill>
              <a:srgbClr val="D87932"/>
            </a:solidFill>
            <a:prstDash val="solid"/>
            <a:headEnd type="none"/>
            <a:tailEnd type="none"/>
          </a:ln>
        </p:spPr>
      </p:sp>
      <p:sp>
        <p:nvSpPr>
          <p:cNvPr id="628" name="Shape 626"/>
          <p:cNvSpPr/>
          <p:nvPr/>
        </p:nvSpPr>
        <p:spPr>
          <a:xfrm>
            <a:off x="10570464" y="3205951"/>
            <a:ext cx="176480" cy="0"/>
          </a:xfrm>
          <a:prstGeom prst="line">
            <a:avLst/>
          </a:prstGeom>
          <a:noFill/>
          <a:ln w="25400">
            <a:solidFill>
              <a:srgbClr val="D87932"/>
            </a:solidFill>
            <a:prstDash val="solid"/>
            <a:headEnd type="none"/>
            <a:tailEnd type="none"/>
          </a:ln>
        </p:spPr>
      </p:sp>
      <p:sp>
        <p:nvSpPr>
          <p:cNvPr id="629" name="Shape 627"/>
          <p:cNvSpPr/>
          <p:nvPr/>
        </p:nvSpPr>
        <p:spPr>
          <a:xfrm>
            <a:off x="10744200" y="2965388"/>
            <a:ext cx="0" cy="243306"/>
          </a:xfrm>
          <a:prstGeom prst="line">
            <a:avLst/>
          </a:prstGeom>
          <a:noFill/>
          <a:ln w="25400">
            <a:solidFill>
              <a:srgbClr val="D87932"/>
            </a:solidFill>
            <a:prstDash val="solid"/>
            <a:headEnd type="none"/>
            <a:tailEnd type="none"/>
          </a:ln>
        </p:spPr>
      </p:sp>
      <p:sp>
        <p:nvSpPr>
          <p:cNvPr id="630" name="Shape 628"/>
          <p:cNvSpPr/>
          <p:nvPr/>
        </p:nvSpPr>
        <p:spPr>
          <a:xfrm>
            <a:off x="10744200" y="2968131"/>
            <a:ext cx="176480" cy="0"/>
          </a:xfrm>
          <a:prstGeom prst="line">
            <a:avLst/>
          </a:prstGeom>
          <a:noFill/>
          <a:ln w="25400">
            <a:solidFill>
              <a:srgbClr val="D87932"/>
            </a:solidFill>
            <a:prstDash val="solid"/>
            <a:headEnd type="none"/>
            <a:tailEnd type="none"/>
          </a:ln>
        </p:spPr>
      </p:sp>
      <p:sp>
        <p:nvSpPr>
          <p:cNvPr id="631" name="Shape 629"/>
          <p:cNvSpPr/>
          <p:nvPr/>
        </p:nvSpPr>
        <p:spPr>
          <a:xfrm>
            <a:off x="10917936" y="2715879"/>
            <a:ext cx="0" cy="254996"/>
          </a:xfrm>
          <a:prstGeom prst="line">
            <a:avLst/>
          </a:prstGeom>
          <a:noFill/>
          <a:ln w="25400">
            <a:solidFill>
              <a:srgbClr val="D87932"/>
            </a:solidFill>
            <a:prstDash val="solid"/>
            <a:headEnd type="none"/>
            <a:tailEnd type="none"/>
          </a:ln>
        </p:spPr>
      </p:sp>
      <p:sp>
        <p:nvSpPr>
          <p:cNvPr id="632" name="Shape 630"/>
          <p:cNvSpPr/>
          <p:nvPr/>
        </p:nvSpPr>
        <p:spPr>
          <a:xfrm>
            <a:off x="10917936" y="2718622"/>
            <a:ext cx="176479" cy="0"/>
          </a:xfrm>
          <a:prstGeom prst="line">
            <a:avLst/>
          </a:prstGeom>
          <a:noFill/>
          <a:ln w="25400">
            <a:solidFill>
              <a:srgbClr val="D87932"/>
            </a:solidFill>
            <a:prstDash val="solid"/>
            <a:headEnd type="none"/>
            <a:tailEnd type="none"/>
          </a:ln>
        </p:spPr>
      </p:sp>
      <p:sp>
        <p:nvSpPr>
          <p:cNvPr id="633" name="Shape 631"/>
          <p:cNvSpPr/>
          <p:nvPr/>
        </p:nvSpPr>
        <p:spPr>
          <a:xfrm>
            <a:off x="11091672" y="2536616"/>
            <a:ext cx="0" cy="184750"/>
          </a:xfrm>
          <a:prstGeom prst="line">
            <a:avLst/>
          </a:prstGeom>
          <a:noFill/>
          <a:ln w="25400">
            <a:solidFill>
              <a:srgbClr val="D87932"/>
            </a:solidFill>
            <a:prstDash val="solid"/>
            <a:headEnd type="none"/>
            <a:tailEnd type="none"/>
          </a:ln>
        </p:spPr>
      </p:sp>
      <p:sp>
        <p:nvSpPr>
          <p:cNvPr id="634" name="Shape 632"/>
          <p:cNvSpPr/>
          <p:nvPr/>
        </p:nvSpPr>
        <p:spPr>
          <a:xfrm>
            <a:off x="11091672" y="2539359"/>
            <a:ext cx="176480" cy="0"/>
          </a:xfrm>
          <a:prstGeom prst="line">
            <a:avLst/>
          </a:prstGeom>
          <a:noFill/>
          <a:ln w="25400">
            <a:solidFill>
              <a:srgbClr val="D87932"/>
            </a:solidFill>
            <a:prstDash val="solid"/>
            <a:headEnd type="none"/>
            <a:tailEnd type="none"/>
          </a:ln>
        </p:spPr>
      </p:sp>
      <p:sp>
        <p:nvSpPr>
          <p:cNvPr id="635" name="Shape 633"/>
          <p:cNvSpPr/>
          <p:nvPr/>
        </p:nvSpPr>
        <p:spPr>
          <a:xfrm>
            <a:off x="11265408" y="2536616"/>
            <a:ext cx="0" cy="234093"/>
          </a:xfrm>
          <a:prstGeom prst="line">
            <a:avLst/>
          </a:prstGeom>
          <a:noFill/>
          <a:ln w="25400">
            <a:solidFill>
              <a:srgbClr val="D87932"/>
            </a:solidFill>
            <a:prstDash val="solid"/>
            <a:headEnd type="none"/>
            <a:tailEnd type="none"/>
          </a:ln>
        </p:spPr>
      </p:sp>
      <p:sp>
        <p:nvSpPr>
          <p:cNvPr id="636" name="Shape 634"/>
          <p:cNvSpPr/>
          <p:nvPr/>
        </p:nvSpPr>
        <p:spPr>
          <a:xfrm>
            <a:off x="868680" y="2020824"/>
            <a:ext cx="256032" cy="0"/>
          </a:xfrm>
          <a:prstGeom prst="line">
            <a:avLst/>
          </a:prstGeom>
          <a:noFill/>
          <a:ln w="27940">
            <a:solidFill>
              <a:srgbClr val="D87932"/>
            </a:solidFill>
            <a:prstDash val="solid"/>
          </a:ln>
        </p:spPr>
      </p:sp>
      <p:sp>
        <p:nvSpPr>
          <p:cNvPr id="637" name="Text 635"/>
          <p:cNvSpPr/>
          <p:nvPr/>
        </p:nvSpPr>
        <p:spPr>
          <a:xfrm>
            <a:off x="1197864" y="1947672"/>
            <a:ext cx="2011680"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C₂ PP</a:t>
            </a:r>
            <a:endParaRPr lang="en-US" sz="920" dirty="0"/>
          </a:p>
        </p:txBody>
      </p:sp>
      <p:sp>
        <p:nvSpPr>
          <p:cNvPr id="638" name="Shape 636"/>
          <p:cNvSpPr/>
          <p:nvPr/>
        </p:nvSpPr>
        <p:spPr>
          <a:xfrm>
            <a:off x="841248" y="2456143"/>
            <a:ext cx="176480" cy="0"/>
          </a:xfrm>
          <a:prstGeom prst="line">
            <a:avLst/>
          </a:prstGeom>
          <a:noFill/>
          <a:ln w="25400">
            <a:solidFill>
              <a:srgbClr val="A64E8E"/>
            </a:solidFill>
            <a:prstDash val="solid"/>
            <a:headEnd type="none"/>
            <a:tailEnd type="none"/>
          </a:ln>
        </p:spPr>
      </p:sp>
      <p:sp>
        <p:nvSpPr>
          <p:cNvPr id="639" name="Shape 637"/>
          <p:cNvSpPr/>
          <p:nvPr/>
        </p:nvSpPr>
        <p:spPr>
          <a:xfrm>
            <a:off x="1014984" y="2369361"/>
            <a:ext cx="0" cy="89525"/>
          </a:xfrm>
          <a:prstGeom prst="line">
            <a:avLst/>
          </a:prstGeom>
          <a:noFill/>
          <a:ln w="25400">
            <a:solidFill>
              <a:srgbClr val="A64E8E"/>
            </a:solidFill>
            <a:prstDash val="solid"/>
            <a:headEnd type="none"/>
            <a:tailEnd type="none"/>
          </a:ln>
        </p:spPr>
      </p:sp>
      <p:sp>
        <p:nvSpPr>
          <p:cNvPr id="640" name="Shape 638"/>
          <p:cNvSpPr/>
          <p:nvPr/>
        </p:nvSpPr>
        <p:spPr>
          <a:xfrm>
            <a:off x="1014984" y="2372104"/>
            <a:ext cx="176479" cy="0"/>
          </a:xfrm>
          <a:prstGeom prst="line">
            <a:avLst/>
          </a:prstGeom>
          <a:noFill/>
          <a:ln w="25400">
            <a:solidFill>
              <a:srgbClr val="A64E8E"/>
            </a:solidFill>
            <a:prstDash val="solid"/>
            <a:headEnd type="none"/>
            <a:tailEnd type="none"/>
          </a:ln>
        </p:spPr>
      </p:sp>
      <p:sp>
        <p:nvSpPr>
          <p:cNvPr id="641" name="Shape 639"/>
          <p:cNvSpPr/>
          <p:nvPr/>
        </p:nvSpPr>
        <p:spPr>
          <a:xfrm>
            <a:off x="1188720" y="2369361"/>
            <a:ext cx="0" cy="89525"/>
          </a:xfrm>
          <a:prstGeom prst="line">
            <a:avLst/>
          </a:prstGeom>
          <a:noFill/>
          <a:ln w="25400">
            <a:solidFill>
              <a:srgbClr val="A64E8E"/>
            </a:solidFill>
            <a:prstDash val="solid"/>
            <a:headEnd type="none"/>
            <a:tailEnd type="none"/>
          </a:ln>
        </p:spPr>
      </p:sp>
      <p:sp>
        <p:nvSpPr>
          <p:cNvPr id="642" name="Shape 640"/>
          <p:cNvSpPr/>
          <p:nvPr/>
        </p:nvSpPr>
        <p:spPr>
          <a:xfrm>
            <a:off x="1188720" y="2456143"/>
            <a:ext cx="176480" cy="0"/>
          </a:xfrm>
          <a:prstGeom prst="line">
            <a:avLst/>
          </a:prstGeom>
          <a:noFill/>
          <a:ln w="25400">
            <a:solidFill>
              <a:srgbClr val="A64E8E"/>
            </a:solidFill>
            <a:prstDash val="solid"/>
            <a:headEnd type="none"/>
            <a:tailEnd type="none"/>
          </a:ln>
        </p:spPr>
      </p:sp>
      <p:sp>
        <p:nvSpPr>
          <p:cNvPr id="643" name="Shape 641"/>
          <p:cNvSpPr/>
          <p:nvPr/>
        </p:nvSpPr>
        <p:spPr>
          <a:xfrm>
            <a:off x="1362456" y="2453400"/>
            <a:ext cx="0" cy="141467"/>
          </a:xfrm>
          <a:prstGeom prst="line">
            <a:avLst/>
          </a:prstGeom>
          <a:noFill/>
          <a:ln w="25400">
            <a:solidFill>
              <a:srgbClr val="A64E8E"/>
            </a:solidFill>
            <a:prstDash val="solid"/>
            <a:headEnd type="none"/>
            <a:tailEnd type="none"/>
          </a:ln>
        </p:spPr>
      </p:sp>
      <p:sp>
        <p:nvSpPr>
          <p:cNvPr id="644" name="Shape 642"/>
          <p:cNvSpPr/>
          <p:nvPr/>
        </p:nvSpPr>
        <p:spPr>
          <a:xfrm>
            <a:off x="1362456" y="2592123"/>
            <a:ext cx="176480" cy="0"/>
          </a:xfrm>
          <a:prstGeom prst="line">
            <a:avLst/>
          </a:prstGeom>
          <a:noFill/>
          <a:ln w="25400">
            <a:solidFill>
              <a:srgbClr val="A64E8E"/>
            </a:solidFill>
            <a:prstDash val="solid"/>
            <a:headEnd type="none"/>
            <a:tailEnd type="none"/>
          </a:ln>
        </p:spPr>
      </p:sp>
      <p:sp>
        <p:nvSpPr>
          <p:cNvPr id="645" name="Shape 643"/>
          <p:cNvSpPr/>
          <p:nvPr/>
        </p:nvSpPr>
        <p:spPr>
          <a:xfrm>
            <a:off x="1536192" y="2589380"/>
            <a:ext cx="0" cy="89527"/>
          </a:xfrm>
          <a:prstGeom prst="line">
            <a:avLst/>
          </a:prstGeom>
          <a:noFill/>
          <a:ln w="25400">
            <a:solidFill>
              <a:srgbClr val="A64E8E"/>
            </a:solidFill>
            <a:prstDash val="solid"/>
            <a:headEnd type="none"/>
            <a:tailEnd type="none"/>
          </a:ln>
        </p:spPr>
      </p:sp>
      <p:sp>
        <p:nvSpPr>
          <p:cNvPr id="646" name="Shape 644"/>
          <p:cNvSpPr/>
          <p:nvPr/>
        </p:nvSpPr>
        <p:spPr>
          <a:xfrm>
            <a:off x="1536192" y="2676163"/>
            <a:ext cx="176479" cy="0"/>
          </a:xfrm>
          <a:prstGeom prst="line">
            <a:avLst/>
          </a:prstGeom>
          <a:noFill/>
          <a:ln w="25400">
            <a:solidFill>
              <a:srgbClr val="A64E8E"/>
            </a:solidFill>
            <a:prstDash val="solid"/>
            <a:headEnd type="none"/>
            <a:tailEnd type="none"/>
          </a:ln>
        </p:spPr>
      </p:sp>
      <p:sp>
        <p:nvSpPr>
          <p:cNvPr id="647" name="Shape 645"/>
          <p:cNvSpPr/>
          <p:nvPr/>
        </p:nvSpPr>
        <p:spPr>
          <a:xfrm>
            <a:off x="1709928" y="2673420"/>
            <a:ext cx="0" cy="141465"/>
          </a:xfrm>
          <a:prstGeom prst="line">
            <a:avLst/>
          </a:prstGeom>
          <a:noFill/>
          <a:ln w="25400">
            <a:solidFill>
              <a:srgbClr val="A64E8E"/>
            </a:solidFill>
            <a:prstDash val="solid"/>
            <a:headEnd type="none"/>
            <a:tailEnd type="none"/>
          </a:ln>
        </p:spPr>
      </p:sp>
      <p:sp>
        <p:nvSpPr>
          <p:cNvPr id="648" name="Shape 646"/>
          <p:cNvSpPr/>
          <p:nvPr/>
        </p:nvSpPr>
        <p:spPr>
          <a:xfrm>
            <a:off x="1709928" y="2812142"/>
            <a:ext cx="176480" cy="0"/>
          </a:xfrm>
          <a:prstGeom prst="line">
            <a:avLst/>
          </a:prstGeom>
          <a:noFill/>
          <a:ln w="25400">
            <a:solidFill>
              <a:srgbClr val="A64E8E"/>
            </a:solidFill>
            <a:prstDash val="solid"/>
            <a:headEnd type="none"/>
            <a:tailEnd type="none"/>
          </a:ln>
        </p:spPr>
      </p:sp>
      <p:sp>
        <p:nvSpPr>
          <p:cNvPr id="649" name="Shape 647"/>
          <p:cNvSpPr/>
          <p:nvPr/>
        </p:nvSpPr>
        <p:spPr>
          <a:xfrm>
            <a:off x="1883664" y="2809399"/>
            <a:ext cx="0" cy="225505"/>
          </a:xfrm>
          <a:prstGeom prst="line">
            <a:avLst/>
          </a:prstGeom>
          <a:noFill/>
          <a:ln w="25400">
            <a:solidFill>
              <a:srgbClr val="A64E8E"/>
            </a:solidFill>
            <a:prstDash val="solid"/>
            <a:headEnd type="none"/>
            <a:tailEnd type="none"/>
          </a:ln>
        </p:spPr>
      </p:sp>
      <p:sp>
        <p:nvSpPr>
          <p:cNvPr id="650" name="Shape 648"/>
          <p:cNvSpPr/>
          <p:nvPr/>
        </p:nvSpPr>
        <p:spPr>
          <a:xfrm>
            <a:off x="1883664" y="3032161"/>
            <a:ext cx="176480" cy="0"/>
          </a:xfrm>
          <a:prstGeom prst="line">
            <a:avLst/>
          </a:prstGeom>
          <a:noFill/>
          <a:ln w="25400">
            <a:solidFill>
              <a:srgbClr val="A64E8E"/>
            </a:solidFill>
            <a:prstDash val="solid"/>
            <a:headEnd type="none"/>
            <a:tailEnd type="none"/>
          </a:ln>
        </p:spPr>
      </p:sp>
      <p:sp>
        <p:nvSpPr>
          <p:cNvPr id="651" name="Shape 649"/>
          <p:cNvSpPr/>
          <p:nvPr/>
        </p:nvSpPr>
        <p:spPr>
          <a:xfrm>
            <a:off x="2057400" y="3029418"/>
            <a:ext cx="0" cy="141467"/>
          </a:xfrm>
          <a:prstGeom prst="line">
            <a:avLst/>
          </a:prstGeom>
          <a:noFill/>
          <a:ln w="25400">
            <a:solidFill>
              <a:srgbClr val="A64E8E"/>
            </a:solidFill>
            <a:prstDash val="solid"/>
            <a:headEnd type="none"/>
            <a:tailEnd type="none"/>
          </a:ln>
        </p:spPr>
      </p:sp>
      <p:sp>
        <p:nvSpPr>
          <p:cNvPr id="652" name="Shape 650"/>
          <p:cNvSpPr/>
          <p:nvPr/>
        </p:nvSpPr>
        <p:spPr>
          <a:xfrm>
            <a:off x="2057400" y="3168142"/>
            <a:ext cx="176479" cy="0"/>
          </a:xfrm>
          <a:prstGeom prst="line">
            <a:avLst/>
          </a:prstGeom>
          <a:noFill/>
          <a:ln w="25400">
            <a:solidFill>
              <a:srgbClr val="A64E8E"/>
            </a:solidFill>
            <a:prstDash val="solid"/>
            <a:headEnd type="none"/>
            <a:tailEnd type="none"/>
          </a:ln>
        </p:spPr>
      </p:sp>
      <p:sp>
        <p:nvSpPr>
          <p:cNvPr id="653" name="Shape 651"/>
          <p:cNvSpPr/>
          <p:nvPr/>
        </p:nvSpPr>
        <p:spPr>
          <a:xfrm>
            <a:off x="2231136" y="3165399"/>
            <a:ext cx="0" cy="5486"/>
          </a:xfrm>
          <a:prstGeom prst="line">
            <a:avLst/>
          </a:prstGeom>
          <a:noFill/>
          <a:ln w="25400">
            <a:solidFill>
              <a:srgbClr val="A64E8E"/>
            </a:solidFill>
            <a:prstDash val="solid"/>
            <a:headEnd type="none"/>
            <a:tailEnd type="none"/>
          </a:ln>
        </p:spPr>
      </p:sp>
      <p:sp>
        <p:nvSpPr>
          <p:cNvPr id="654" name="Shape 652"/>
          <p:cNvSpPr/>
          <p:nvPr/>
        </p:nvSpPr>
        <p:spPr>
          <a:xfrm>
            <a:off x="2231136" y="3168142"/>
            <a:ext cx="176480" cy="0"/>
          </a:xfrm>
          <a:prstGeom prst="line">
            <a:avLst/>
          </a:prstGeom>
          <a:noFill/>
          <a:ln w="25400">
            <a:solidFill>
              <a:srgbClr val="A64E8E"/>
            </a:solidFill>
            <a:prstDash val="solid"/>
            <a:headEnd type="none"/>
            <a:tailEnd type="none"/>
          </a:ln>
        </p:spPr>
      </p:sp>
      <p:sp>
        <p:nvSpPr>
          <p:cNvPr id="655" name="Shape 653"/>
          <p:cNvSpPr/>
          <p:nvPr/>
        </p:nvSpPr>
        <p:spPr>
          <a:xfrm>
            <a:off x="2404872" y="3165399"/>
            <a:ext cx="0" cy="89527"/>
          </a:xfrm>
          <a:prstGeom prst="line">
            <a:avLst/>
          </a:prstGeom>
          <a:noFill/>
          <a:ln w="25400">
            <a:solidFill>
              <a:srgbClr val="A64E8E"/>
            </a:solidFill>
            <a:prstDash val="solid"/>
            <a:headEnd type="none"/>
            <a:tailEnd type="none"/>
          </a:ln>
        </p:spPr>
      </p:sp>
      <p:sp>
        <p:nvSpPr>
          <p:cNvPr id="656" name="Shape 654"/>
          <p:cNvSpPr/>
          <p:nvPr/>
        </p:nvSpPr>
        <p:spPr>
          <a:xfrm>
            <a:off x="2404872" y="3252182"/>
            <a:ext cx="176480" cy="0"/>
          </a:xfrm>
          <a:prstGeom prst="line">
            <a:avLst/>
          </a:prstGeom>
          <a:noFill/>
          <a:ln w="25400">
            <a:solidFill>
              <a:srgbClr val="A64E8E"/>
            </a:solidFill>
            <a:prstDash val="solid"/>
            <a:headEnd type="none"/>
            <a:tailEnd type="none"/>
          </a:ln>
        </p:spPr>
      </p:sp>
      <p:sp>
        <p:nvSpPr>
          <p:cNvPr id="657" name="Shape 655"/>
          <p:cNvSpPr/>
          <p:nvPr/>
        </p:nvSpPr>
        <p:spPr>
          <a:xfrm>
            <a:off x="2578608" y="3249439"/>
            <a:ext cx="0" cy="57425"/>
          </a:xfrm>
          <a:prstGeom prst="line">
            <a:avLst/>
          </a:prstGeom>
          <a:noFill/>
          <a:ln w="25400">
            <a:solidFill>
              <a:srgbClr val="A64E8E"/>
            </a:solidFill>
            <a:prstDash val="solid"/>
            <a:headEnd type="none"/>
            <a:tailEnd type="none"/>
          </a:ln>
        </p:spPr>
      </p:sp>
      <p:sp>
        <p:nvSpPr>
          <p:cNvPr id="658" name="Shape 656"/>
          <p:cNvSpPr/>
          <p:nvPr/>
        </p:nvSpPr>
        <p:spPr>
          <a:xfrm>
            <a:off x="2578608" y="3304121"/>
            <a:ext cx="176479" cy="0"/>
          </a:xfrm>
          <a:prstGeom prst="line">
            <a:avLst/>
          </a:prstGeom>
          <a:noFill/>
          <a:ln w="25400">
            <a:solidFill>
              <a:srgbClr val="A64E8E"/>
            </a:solidFill>
            <a:prstDash val="solid"/>
            <a:headEnd type="none"/>
            <a:tailEnd type="none"/>
          </a:ln>
        </p:spPr>
      </p:sp>
      <p:sp>
        <p:nvSpPr>
          <p:cNvPr id="659" name="Shape 657"/>
          <p:cNvSpPr/>
          <p:nvPr/>
        </p:nvSpPr>
        <p:spPr>
          <a:xfrm>
            <a:off x="2752344" y="3301378"/>
            <a:ext cx="0" cy="5486"/>
          </a:xfrm>
          <a:prstGeom prst="line">
            <a:avLst/>
          </a:prstGeom>
          <a:noFill/>
          <a:ln w="25400">
            <a:solidFill>
              <a:srgbClr val="A64E8E"/>
            </a:solidFill>
            <a:prstDash val="solid"/>
            <a:headEnd type="none"/>
            <a:tailEnd type="none"/>
          </a:ln>
        </p:spPr>
      </p:sp>
      <p:sp>
        <p:nvSpPr>
          <p:cNvPr id="660" name="Shape 658"/>
          <p:cNvSpPr/>
          <p:nvPr/>
        </p:nvSpPr>
        <p:spPr>
          <a:xfrm>
            <a:off x="2752344" y="3304121"/>
            <a:ext cx="176480" cy="0"/>
          </a:xfrm>
          <a:prstGeom prst="line">
            <a:avLst/>
          </a:prstGeom>
          <a:noFill/>
          <a:ln w="25400">
            <a:solidFill>
              <a:srgbClr val="A64E8E"/>
            </a:solidFill>
            <a:prstDash val="solid"/>
            <a:headEnd type="none"/>
            <a:tailEnd type="none"/>
          </a:ln>
        </p:spPr>
      </p:sp>
      <p:sp>
        <p:nvSpPr>
          <p:cNvPr id="661" name="Shape 659"/>
          <p:cNvSpPr/>
          <p:nvPr/>
        </p:nvSpPr>
        <p:spPr>
          <a:xfrm>
            <a:off x="2926080" y="3029418"/>
            <a:ext cx="0" cy="277446"/>
          </a:xfrm>
          <a:prstGeom prst="line">
            <a:avLst/>
          </a:prstGeom>
          <a:noFill/>
          <a:ln w="25400">
            <a:solidFill>
              <a:srgbClr val="A64E8E"/>
            </a:solidFill>
            <a:prstDash val="solid"/>
            <a:headEnd type="none"/>
            <a:tailEnd type="none"/>
          </a:ln>
        </p:spPr>
      </p:sp>
      <p:sp>
        <p:nvSpPr>
          <p:cNvPr id="662" name="Shape 660"/>
          <p:cNvSpPr/>
          <p:nvPr/>
        </p:nvSpPr>
        <p:spPr>
          <a:xfrm>
            <a:off x="2926080" y="3032161"/>
            <a:ext cx="176480" cy="0"/>
          </a:xfrm>
          <a:prstGeom prst="line">
            <a:avLst/>
          </a:prstGeom>
          <a:noFill/>
          <a:ln w="25400">
            <a:solidFill>
              <a:srgbClr val="A64E8E"/>
            </a:solidFill>
            <a:prstDash val="solid"/>
            <a:headEnd type="none"/>
            <a:tailEnd type="none"/>
          </a:ln>
        </p:spPr>
      </p:sp>
      <p:sp>
        <p:nvSpPr>
          <p:cNvPr id="663" name="Shape 661"/>
          <p:cNvSpPr/>
          <p:nvPr/>
        </p:nvSpPr>
        <p:spPr>
          <a:xfrm>
            <a:off x="3099816" y="3029418"/>
            <a:ext cx="0" cy="5486"/>
          </a:xfrm>
          <a:prstGeom prst="line">
            <a:avLst/>
          </a:prstGeom>
          <a:noFill/>
          <a:ln w="25400">
            <a:solidFill>
              <a:srgbClr val="A64E8E"/>
            </a:solidFill>
            <a:prstDash val="solid"/>
            <a:headEnd type="none"/>
            <a:tailEnd type="none"/>
          </a:ln>
        </p:spPr>
      </p:sp>
      <p:sp>
        <p:nvSpPr>
          <p:cNvPr id="664" name="Shape 662"/>
          <p:cNvSpPr/>
          <p:nvPr/>
        </p:nvSpPr>
        <p:spPr>
          <a:xfrm>
            <a:off x="3099816" y="3032161"/>
            <a:ext cx="176479" cy="0"/>
          </a:xfrm>
          <a:prstGeom prst="line">
            <a:avLst/>
          </a:prstGeom>
          <a:noFill/>
          <a:ln w="25400">
            <a:solidFill>
              <a:srgbClr val="A64E8E"/>
            </a:solidFill>
            <a:prstDash val="solid"/>
            <a:headEnd type="none"/>
            <a:tailEnd type="none"/>
          </a:ln>
        </p:spPr>
      </p:sp>
      <p:sp>
        <p:nvSpPr>
          <p:cNvPr id="665" name="Shape 663"/>
          <p:cNvSpPr/>
          <p:nvPr/>
        </p:nvSpPr>
        <p:spPr>
          <a:xfrm>
            <a:off x="3273552" y="3029418"/>
            <a:ext cx="0" cy="5486"/>
          </a:xfrm>
          <a:prstGeom prst="line">
            <a:avLst/>
          </a:prstGeom>
          <a:noFill/>
          <a:ln w="25400">
            <a:solidFill>
              <a:srgbClr val="A64E8E"/>
            </a:solidFill>
            <a:prstDash val="solid"/>
            <a:headEnd type="none"/>
            <a:tailEnd type="none"/>
          </a:ln>
        </p:spPr>
      </p:sp>
      <p:sp>
        <p:nvSpPr>
          <p:cNvPr id="666" name="Shape 664"/>
          <p:cNvSpPr/>
          <p:nvPr/>
        </p:nvSpPr>
        <p:spPr>
          <a:xfrm>
            <a:off x="3273552" y="3032161"/>
            <a:ext cx="176480" cy="0"/>
          </a:xfrm>
          <a:prstGeom prst="line">
            <a:avLst/>
          </a:prstGeom>
          <a:noFill/>
          <a:ln w="25400">
            <a:solidFill>
              <a:srgbClr val="A64E8E"/>
            </a:solidFill>
            <a:prstDash val="solid"/>
            <a:headEnd type="none"/>
            <a:tailEnd type="none"/>
          </a:ln>
        </p:spPr>
      </p:sp>
      <p:sp>
        <p:nvSpPr>
          <p:cNvPr id="667" name="Shape 665"/>
          <p:cNvSpPr/>
          <p:nvPr/>
        </p:nvSpPr>
        <p:spPr>
          <a:xfrm>
            <a:off x="3447288" y="3029418"/>
            <a:ext cx="0" cy="5486"/>
          </a:xfrm>
          <a:prstGeom prst="line">
            <a:avLst/>
          </a:prstGeom>
          <a:noFill/>
          <a:ln w="25400">
            <a:solidFill>
              <a:srgbClr val="A64E8E"/>
            </a:solidFill>
            <a:prstDash val="solid"/>
            <a:headEnd type="none"/>
            <a:tailEnd type="none"/>
          </a:ln>
        </p:spPr>
      </p:sp>
      <p:sp>
        <p:nvSpPr>
          <p:cNvPr id="668" name="Shape 666"/>
          <p:cNvSpPr/>
          <p:nvPr/>
        </p:nvSpPr>
        <p:spPr>
          <a:xfrm>
            <a:off x="3447288" y="3032161"/>
            <a:ext cx="176480" cy="0"/>
          </a:xfrm>
          <a:prstGeom prst="line">
            <a:avLst/>
          </a:prstGeom>
          <a:noFill/>
          <a:ln w="25400">
            <a:solidFill>
              <a:srgbClr val="A64E8E"/>
            </a:solidFill>
            <a:prstDash val="solid"/>
            <a:headEnd type="none"/>
            <a:tailEnd type="none"/>
          </a:ln>
        </p:spPr>
      </p:sp>
      <p:sp>
        <p:nvSpPr>
          <p:cNvPr id="669" name="Shape 667"/>
          <p:cNvSpPr/>
          <p:nvPr/>
        </p:nvSpPr>
        <p:spPr>
          <a:xfrm>
            <a:off x="3621024" y="3029418"/>
            <a:ext cx="0" cy="141467"/>
          </a:xfrm>
          <a:prstGeom prst="line">
            <a:avLst/>
          </a:prstGeom>
          <a:noFill/>
          <a:ln w="25400">
            <a:solidFill>
              <a:srgbClr val="A64E8E"/>
            </a:solidFill>
            <a:prstDash val="solid"/>
            <a:headEnd type="none"/>
            <a:tailEnd type="none"/>
          </a:ln>
        </p:spPr>
      </p:sp>
      <p:sp>
        <p:nvSpPr>
          <p:cNvPr id="670" name="Shape 668"/>
          <p:cNvSpPr/>
          <p:nvPr/>
        </p:nvSpPr>
        <p:spPr>
          <a:xfrm>
            <a:off x="3621024" y="3168142"/>
            <a:ext cx="176479" cy="0"/>
          </a:xfrm>
          <a:prstGeom prst="line">
            <a:avLst/>
          </a:prstGeom>
          <a:noFill/>
          <a:ln w="25400">
            <a:solidFill>
              <a:srgbClr val="A64E8E"/>
            </a:solidFill>
            <a:prstDash val="solid"/>
            <a:headEnd type="none"/>
            <a:tailEnd type="none"/>
          </a:ln>
        </p:spPr>
      </p:sp>
      <p:sp>
        <p:nvSpPr>
          <p:cNvPr id="671" name="Shape 669"/>
          <p:cNvSpPr/>
          <p:nvPr/>
        </p:nvSpPr>
        <p:spPr>
          <a:xfrm>
            <a:off x="3794760" y="3165399"/>
            <a:ext cx="0" cy="141465"/>
          </a:xfrm>
          <a:prstGeom prst="line">
            <a:avLst/>
          </a:prstGeom>
          <a:noFill/>
          <a:ln w="25400">
            <a:solidFill>
              <a:srgbClr val="A64E8E"/>
            </a:solidFill>
            <a:prstDash val="solid"/>
            <a:headEnd type="none"/>
            <a:tailEnd type="none"/>
          </a:ln>
        </p:spPr>
      </p:sp>
      <p:sp>
        <p:nvSpPr>
          <p:cNvPr id="672" name="Shape 670"/>
          <p:cNvSpPr/>
          <p:nvPr/>
        </p:nvSpPr>
        <p:spPr>
          <a:xfrm>
            <a:off x="3794760" y="3304121"/>
            <a:ext cx="176480" cy="0"/>
          </a:xfrm>
          <a:prstGeom prst="line">
            <a:avLst/>
          </a:prstGeom>
          <a:noFill/>
          <a:ln w="25400">
            <a:solidFill>
              <a:srgbClr val="A64E8E"/>
            </a:solidFill>
            <a:prstDash val="solid"/>
            <a:headEnd type="none"/>
            <a:tailEnd type="none"/>
          </a:ln>
        </p:spPr>
      </p:sp>
      <p:sp>
        <p:nvSpPr>
          <p:cNvPr id="673" name="Shape 671"/>
          <p:cNvSpPr/>
          <p:nvPr/>
        </p:nvSpPr>
        <p:spPr>
          <a:xfrm>
            <a:off x="3968496" y="3301378"/>
            <a:ext cx="0" cy="5486"/>
          </a:xfrm>
          <a:prstGeom prst="line">
            <a:avLst/>
          </a:prstGeom>
          <a:noFill/>
          <a:ln w="25400">
            <a:solidFill>
              <a:srgbClr val="A64E8E"/>
            </a:solidFill>
            <a:prstDash val="solid"/>
            <a:headEnd type="none"/>
            <a:tailEnd type="none"/>
          </a:ln>
        </p:spPr>
      </p:sp>
      <p:sp>
        <p:nvSpPr>
          <p:cNvPr id="674" name="Shape 672"/>
          <p:cNvSpPr/>
          <p:nvPr/>
        </p:nvSpPr>
        <p:spPr>
          <a:xfrm>
            <a:off x="3968496" y="3304121"/>
            <a:ext cx="176480" cy="0"/>
          </a:xfrm>
          <a:prstGeom prst="line">
            <a:avLst/>
          </a:prstGeom>
          <a:noFill/>
          <a:ln w="25400">
            <a:solidFill>
              <a:srgbClr val="A64E8E"/>
            </a:solidFill>
            <a:prstDash val="solid"/>
            <a:headEnd type="none"/>
            <a:tailEnd type="none"/>
          </a:ln>
        </p:spPr>
      </p:sp>
      <p:sp>
        <p:nvSpPr>
          <p:cNvPr id="675" name="Shape 673"/>
          <p:cNvSpPr/>
          <p:nvPr/>
        </p:nvSpPr>
        <p:spPr>
          <a:xfrm>
            <a:off x="4142232" y="3301378"/>
            <a:ext cx="0" cy="309546"/>
          </a:xfrm>
          <a:prstGeom prst="line">
            <a:avLst/>
          </a:prstGeom>
          <a:noFill/>
          <a:ln w="25400">
            <a:solidFill>
              <a:srgbClr val="A64E8E"/>
            </a:solidFill>
            <a:prstDash val="solid"/>
            <a:headEnd type="none"/>
            <a:tailEnd type="none"/>
          </a:ln>
        </p:spPr>
      </p:sp>
      <p:sp>
        <p:nvSpPr>
          <p:cNvPr id="676" name="Shape 674"/>
          <p:cNvSpPr/>
          <p:nvPr/>
        </p:nvSpPr>
        <p:spPr>
          <a:xfrm>
            <a:off x="4142232" y="3608180"/>
            <a:ext cx="176479" cy="0"/>
          </a:xfrm>
          <a:prstGeom prst="line">
            <a:avLst/>
          </a:prstGeom>
          <a:noFill/>
          <a:ln w="25400">
            <a:solidFill>
              <a:srgbClr val="A64E8E"/>
            </a:solidFill>
            <a:prstDash val="solid"/>
            <a:headEnd type="none"/>
            <a:tailEnd type="none"/>
          </a:ln>
        </p:spPr>
      </p:sp>
      <p:sp>
        <p:nvSpPr>
          <p:cNvPr id="677" name="Shape 675"/>
          <p:cNvSpPr/>
          <p:nvPr/>
        </p:nvSpPr>
        <p:spPr>
          <a:xfrm>
            <a:off x="4315968" y="3605437"/>
            <a:ext cx="0" cy="225507"/>
          </a:xfrm>
          <a:prstGeom prst="line">
            <a:avLst/>
          </a:prstGeom>
          <a:noFill/>
          <a:ln w="25400">
            <a:solidFill>
              <a:srgbClr val="A64E8E"/>
            </a:solidFill>
            <a:prstDash val="solid"/>
            <a:headEnd type="none"/>
            <a:tailEnd type="none"/>
          </a:ln>
        </p:spPr>
      </p:sp>
      <p:sp>
        <p:nvSpPr>
          <p:cNvPr id="678" name="Shape 676"/>
          <p:cNvSpPr/>
          <p:nvPr/>
        </p:nvSpPr>
        <p:spPr>
          <a:xfrm>
            <a:off x="4315968" y="3828201"/>
            <a:ext cx="176480" cy="0"/>
          </a:xfrm>
          <a:prstGeom prst="line">
            <a:avLst/>
          </a:prstGeom>
          <a:noFill/>
          <a:ln w="25400">
            <a:solidFill>
              <a:srgbClr val="A64E8E"/>
            </a:solidFill>
            <a:prstDash val="solid"/>
            <a:headEnd type="none"/>
            <a:tailEnd type="none"/>
          </a:ln>
        </p:spPr>
      </p:sp>
      <p:sp>
        <p:nvSpPr>
          <p:cNvPr id="679" name="Shape 677"/>
          <p:cNvSpPr/>
          <p:nvPr/>
        </p:nvSpPr>
        <p:spPr>
          <a:xfrm>
            <a:off x="4489704" y="3825458"/>
            <a:ext cx="0" cy="277444"/>
          </a:xfrm>
          <a:prstGeom prst="line">
            <a:avLst/>
          </a:prstGeom>
          <a:noFill/>
          <a:ln w="25400">
            <a:solidFill>
              <a:srgbClr val="A64E8E"/>
            </a:solidFill>
            <a:prstDash val="solid"/>
            <a:headEnd type="none"/>
            <a:tailEnd type="none"/>
          </a:ln>
        </p:spPr>
      </p:sp>
      <p:sp>
        <p:nvSpPr>
          <p:cNvPr id="680" name="Shape 678"/>
          <p:cNvSpPr/>
          <p:nvPr/>
        </p:nvSpPr>
        <p:spPr>
          <a:xfrm>
            <a:off x="4489704" y="4100159"/>
            <a:ext cx="176480" cy="0"/>
          </a:xfrm>
          <a:prstGeom prst="line">
            <a:avLst/>
          </a:prstGeom>
          <a:noFill/>
          <a:ln w="25400">
            <a:solidFill>
              <a:srgbClr val="A64E8E"/>
            </a:solidFill>
            <a:prstDash val="solid"/>
            <a:headEnd type="none"/>
            <a:tailEnd type="none"/>
          </a:ln>
        </p:spPr>
      </p:sp>
      <p:sp>
        <p:nvSpPr>
          <p:cNvPr id="681" name="Shape 679"/>
          <p:cNvSpPr/>
          <p:nvPr/>
        </p:nvSpPr>
        <p:spPr>
          <a:xfrm>
            <a:off x="4663440" y="3961436"/>
            <a:ext cx="0" cy="141465"/>
          </a:xfrm>
          <a:prstGeom prst="line">
            <a:avLst/>
          </a:prstGeom>
          <a:noFill/>
          <a:ln w="25400">
            <a:solidFill>
              <a:srgbClr val="A64E8E"/>
            </a:solidFill>
            <a:prstDash val="solid"/>
            <a:headEnd type="none"/>
            <a:tailEnd type="none"/>
          </a:ln>
        </p:spPr>
      </p:sp>
      <p:sp>
        <p:nvSpPr>
          <p:cNvPr id="682" name="Shape 680"/>
          <p:cNvSpPr/>
          <p:nvPr/>
        </p:nvSpPr>
        <p:spPr>
          <a:xfrm>
            <a:off x="4663440" y="3964180"/>
            <a:ext cx="176479" cy="0"/>
          </a:xfrm>
          <a:prstGeom prst="line">
            <a:avLst/>
          </a:prstGeom>
          <a:noFill/>
          <a:ln w="25400">
            <a:solidFill>
              <a:srgbClr val="A64E8E"/>
            </a:solidFill>
            <a:prstDash val="solid"/>
            <a:headEnd type="none"/>
            <a:tailEnd type="none"/>
          </a:ln>
        </p:spPr>
      </p:sp>
      <p:sp>
        <p:nvSpPr>
          <p:cNvPr id="683" name="Shape 681"/>
          <p:cNvSpPr/>
          <p:nvPr/>
        </p:nvSpPr>
        <p:spPr>
          <a:xfrm>
            <a:off x="4837176" y="3961436"/>
            <a:ext cx="0" cy="225505"/>
          </a:xfrm>
          <a:prstGeom prst="line">
            <a:avLst/>
          </a:prstGeom>
          <a:noFill/>
          <a:ln w="25400">
            <a:solidFill>
              <a:srgbClr val="A64E8E"/>
            </a:solidFill>
            <a:prstDash val="solid"/>
            <a:headEnd type="none"/>
            <a:tailEnd type="none"/>
          </a:ln>
        </p:spPr>
      </p:sp>
      <p:sp>
        <p:nvSpPr>
          <p:cNvPr id="684" name="Shape 682"/>
          <p:cNvSpPr/>
          <p:nvPr/>
        </p:nvSpPr>
        <p:spPr>
          <a:xfrm>
            <a:off x="4837176" y="4184199"/>
            <a:ext cx="176480" cy="0"/>
          </a:xfrm>
          <a:prstGeom prst="line">
            <a:avLst/>
          </a:prstGeom>
          <a:noFill/>
          <a:ln w="25400">
            <a:solidFill>
              <a:srgbClr val="A64E8E"/>
            </a:solidFill>
            <a:prstDash val="solid"/>
            <a:headEnd type="none"/>
            <a:tailEnd type="none"/>
          </a:ln>
        </p:spPr>
      </p:sp>
      <p:sp>
        <p:nvSpPr>
          <p:cNvPr id="685" name="Shape 683"/>
          <p:cNvSpPr/>
          <p:nvPr/>
        </p:nvSpPr>
        <p:spPr>
          <a:xfrm>
            <a:off x="5010912" y="4181456"/>
            <a:ext cx="0" cy="141467"/>
          </a:xfrm>
          <a:prstGeom prst="line">
            <a:avLst/>
          </a:prstGeom>
          <a:noFill/>
          <a:ln w="25400">
            <a:solidFill>
              <a:srgbClr val="A64E8E"/>
            </a:solidFill>
            <a:prstDash val="solid"/>
            <a:headEnd type="none"/>
            <a:tailEnd type="none"/>
          </a:ln>
        </p:spPr>
      </p:sp>
      <p:sp>
        <p:nvSpPr>
          <p:cNvPr id="686" name="Shape 684"/>
          <p:cNvSpPr/>
          <p:nvPr/>
        </p:nvSpPr>
        <p:spPr>
          <a:xfrm>
            <a:off x="5010912" y="4320179"/>
            <a:ext cx="176480" cy="0"/>
          </a:xfrm>
          <a:prstGeom prst="line">
            <a:avLst/>
          </a:prstGeom>
          <a:noFill/>
          <a:ln w="25400">
            <a:solidFill>
              <a:srgbClr val="A64E8E"/>
            </a:solidFill>
            <a:prstDash val="solid"/>
            <a:headEnd type="none"/>
            <a:tailEnd type="none"/>
          </a:ln>
        </p:spPr>
      </p:sp>
      <p:sp>
        <p:nvSpPr>
          <p:cNvPr id="687" name="Shape 685"/>
          <p:cNvSpPr/>
          <p:nvPr/>
        </p:nvSpPr>
        <p:spPr>
          <a:xfrm>
            <a:off x="5184648" y="4317436"/>
            <a:ext cx="0" cy="5486"/>
          </a:xfrm>
          <a:prstGeom prst="line">
            <a:avLst/>
          </a:prstGeom>
          <a:noFill/>
          <a:ln w="25400">
            <a:solidFill>
              <a:srgbClr val="A64E8E"/>
            </a:solidFill>
            <a:prstDash val="solid"/>
            <a:headEnd type="none"/>
            <a:tailEnd type="none"/>
          </a:ln>
        </p:spPr>
      </p:sp>
      <p:sp>
        <p:nvSpPr>
          <p:cNvPr id="688" name="Shape 686"/>
          <p:cNvSpPr/>
          <p:nvPr/>
        </p:nvSpPr>
        <p:spPr>
          <a:xfrm>
            <a:off x="5184648" y="4320179"/>
            <a:ext cx="176479" cy="0"/>
          </a:xfrm>
          <a:prstGeom prst="line">
            <a:avLst/>
          </a:prstGeom>
          <a:noFill/>
          <a:ln w="25400">
            <a:solidFill>
              <a:srgbClr val="A64E8E"/>
            </a:solidFill>
            <a:prstDash val="solid"/>
            <a:headEnd type="none"/>
            <a:tailEnd type="none"/>
          </a:ln>
        </p:spPr>
      </p:sp>
      <p:sp>
        <p:nvSpPr>
          <p:cNvPr id="689" name="Shape 687"/>
          <p:cNvSpPr/>
          <p:nvPr/>
        </p:nvSpPr>
        <p:spPr>
          <a:xfrm>
            <a:off x="5358384" y="4317436"/>
            <a:ext cx="0" cy="141465"/>
          </a:xfrm>
          <a:prstGeom prst="line">
            <a:avLst/>
          </a:prstGeom>
          <a:noFill/>
          <a:ln w="25400">
            <a:solidFill>
              <a:srgbClr val="A64E8E"/>
            </a:solidFill>
            <a:prstDash val="solid"/>
            <a:headEnd type="none"/>
            <a:tailEnd type="none"/>
          </a:ln>
        </p:spPr>
      </p:sp>
      <p:sp>
        <p:nvSpPr>
          <p:cNvPr id="690" name="Shape 688"/>
          <p:cNvSpPr/>
          <p:nvPr/>
        </p:nvSpPr>
        <p:spPr>
          <a:xfrm>
            <a:off x="5358384" y="4456158"/>
            <a:ext cx="176480" cy="0"/>
          </a:xfrm>
          <a:prstGeom prst="line">
            <a:avLst/>
          </a:prstGeom>
          <a:noFill/>
          <a:ln w="25400">
            <a:solidFill>
              <a:srgbClr val="A64E8E"/>
            </a:solidFill>
            <a:prstDash val="solid"/>
            <a:headEnd type="none"/>
            <a:tailEnd type="none"/>
          </a:ln>
        </p:spPr>
      </p:sp>
      <p:sp>
        <p:nvSpPr>
          <p:cNvPr id="691" name="Shape 689"/>
          <p:cNvSpPr/>
          <p:nvPr/>
        </p:nvSpPr>
        <p:spPr>
          <a:xfrm>
            <a:off x="5532120" y="4453415"/>
            <a:ext cx="0" cy="89527"/>
          </a:xfrm>
          <a:prstGeom prst="line">
            <a:avLst/>
          </a:prstGeom>
          <a:noFill/>
          <a:ln w="25400">
            <a:solidFill>
              <a:srgbClr val="A64E8E"/>
            </a:solidFill>
            <a:prstDash val="solid"/>
            <a:headEnd type="none"/>
            <a:tailEnd type="none"/>
          </a:ln>
        </p:spPr>
      </p:sp>
      <p:sp>
        <p:nvSpPr>
          <p:cNvPr id="692" name="Shape 690"/>
          <p:cNvSpPr/>
          <p:nvPr/>
        </p:nvSpPr>
        <p:spPr>
          <a:xfrm>
            <a:off x="5532120" y="4540198"/>
            <a:ext cx="176480" cy="0"/>
          </a:xfrm>
          <a:prstGeom prst="line">
            <a:avLst/>
          </a:prstGeom>
          <a:noFill/>
          <a:ln w="25400">
            <a:solidFill>
              <a:srgbClr val="A64E8E"/>
            </a:solidFill>
            <a:prstDash val="solid"/>
            <a:headEnd type="none"/>
            <a:tailEnd type="none"/>
          </a:ln>
        </p:spPr>
      </p:sp>
      <p:sp>
        <p:nvSpPr>
          <p:cNvPr id="693" name="Shape 691"/>
          <p:cNvSpPr/>
          <p:nvPr/>
        </p:nvSpPr>
        <p:spPr>
          <a:xfrm>
            <a:off x="5705856" y="4317436"/>
            <a:ext cx="0" cy="225505"/>
          </a:xfrm>
          <a:prstGeom prst="line">
            <a:avLst/>
          </a:prstGeom>
          <a:noFill/>
          <a:ln w="25400">
            <a:solidFill>
              <a:srgbClr val="A64E8E"/>
            </a:solidFill>
            <a:prstDash val="solid"/>
            <a:headEnd type="none"/>
            <a:tailEnd type="none"/>
          </a:ln>
        </p:spPr>
      </p:sp>
      <p:sp>
        <p:nvSpPr>
          <p:cNvPr id="694" name="Shape 692"/>
          <p:cNvSpPr/>
          <p:nvPr/>
        </p:nvSpPr>
        <p:spPr>
          <a:xfrm>
            <a:off x="5705856" y="4320179"/>
            <a:ext cx="176479" cy="0"/>
          </a:xfrm>
          <a:prstGeom prst="line">
            <a:avLst/>
          </a:prstGeom>
          <a:noFill/>
          <a:ln w="25400">
            <a:solidFill>
              <a:srgbClr val="A64E8E"/>
            </a:solidFill>
            <a:prstDash val="solid"/>
            <a:headEnd type="none"/>
            <a:tailEnd type="none"/>
          </a:ln>
        </p:spPr>
      </p:sp>
      <p:sp>
        <p:nvSpPr>
          <p:cNvPr id="695" name="Shape 693"/>
          <p:cNvSpPr/>
          <p:nvPr/>
        </p:nvSpPr>
        <p:spPr>
          <a:xfrm>
            <a:off x="5879592" y="4317436"/>
            <a:ext cx="0" cy="5486"/>
          </a:xfrm>
          <a:prstGeom prst="line">
            <a:avLst/>
          </a:prstGeom>
          <a:noFill/>
          <a:ln w="25400">
            <a:solidFill>
              <a:srgbClr val="A64E8E"/>
            </a:solidFill>
            <a:prstDash val="solid"/>
            <a:headEnd type="none"/>
            <a:tailEnd type="none"/>
          </a:ln>
        </p:spPr>
      </p:sp>
      <p:sp>
        <p:nvSpPr>
          <p:cNvPr id="696" name="Shape 694"/>
          <p:cNvSpPr/>
          <p:nvPr/>
        </p:nvSpPr>
        <p:spPr>
          <a:xfrm>
            <a:off x="5879592" y="4320179"/>
            <a:ext cx="176480" cy="0"/>
          </a:xfrm>
          <a:prstGeom prst="line">
            <a:avLst/>
          </a:prstGeom>
          <a:noFill/>
          <a:ln w="25400">
            <a:solidFill>
              <a:srgbClr val="A64E8E"/>
            </a:solidFill>
            <a:prstDash val="solid"/>
            <a:headEnd type="none"/>
            <a:tailEnd type="none"/>
          </a:ln>
        </p:spPr>
      </p:sp>
      <p:sp>
        <p:nvSpPr>
          <p:cNvPr id="697" name="Shape 695"/>
          <p:cNvSpPr/>
          <p:nvPr/>
        </p:nvSpPr>
        <p:spPr>
          <a:xfrm>
            <a:off x="6053328" y="4317436"/>
            <a:ext cx="0" cy="141465"/>
          </a:xfrm>
          <a:prstGeom prst="line">
            <a:avLst/>
          </a:prstGeom>
          <a:noFill/>
          <a:ln w="25400">
            <a:solidFill>
              <a:srgbClr val="A64E8E"/>
            </a:solidFill>
            <a:prstDash val="solid"/>
            <a:headEnd type="none"/>
            <a:tailEnd type="none"/>
          </a:ln>
        </p:spPr>
      </p:sp>
      <p:sp>
        <p:nvSpPr>
          <p:cNvPr id="698" name="Shape 696"/>
          <p:cNvSpPr/>
          <p:nvPr/>
        </p:nvSpPr>
        <p:spPr>
          <a:xfrm>
            <a:off x="6053328" y="4456158"/>
            <a:ext cx="176480" cy="0"/>
          </a:xfrm>
          <a:prstGeom prst="line">
            <a:avLst/>
          </a:prstGeom>
          <a:noFill/>
          <a:ln w="25400">
            <a:solidFill>
              <a:srgbClr val="A64E8E"/>
            </a:solidFill>
            <a:prstDash val="solid"/>
            <a:headEnd type="none"/>
            <a:tailEnd type="none"/>
          </a:ln>
        </p:spPr>
      </p:sp>
      <p:sp>
        <p:nvSpPr>
          <p:cNvPr id="699" name="Shape 697"/>
          <p:cNvSpPr/>
          <p:nvPr/>
        </p:nvSpPr>
        <p:spPr>
          <a:xfrm>
            <a:off x="6227064" y="4317436"/>
            <a:ext cx="0" cy="141465"/>
          </a:xfrm>
          <a:prstGeom prst="line">
            <a:avLst/>
          </a:prstGeom>
          <a:noFill/>
          <a:ln w="25400">
            <a:solidFill>
              <a:srgbClr val="A64E8E"/>
            </a:solidFill>
            <a:prstDash val="solid"/>
            <a:headEnd type="none"/>
            <a:tailEnd type="none"/>
          </a:ln>
        </p:spPr>
      </p:sp>
      <p:sp>
        <p:nvSpPr>
          <p:cNvPr id="700" name="Shape 698"/>
          <p:cNvSpPr/>
          <p:nvPr/>
        </p:nvSpPr>
        <p:spPr>
          <a:xfrm>
            <a:off x="6227064" y="4320179"/>
            <a:ext cx="176479" cy="0"/>
          </a:xfrm>
          <a:prstGeom prst="line">
            <a:avLst/>
          </a:prstGeom>
          <a:noFill/>
          <a:ln w="25400">
            <a:solidFill>
              <a:srgbClr val="A64E8E"/>
            </a:solidFill>
            <a:prstDash val="solid"/>
            <a:headEnd type="none"/>
            <a:tailEnd type="none"/>
          </a:ln>
        </p:spPr>
      </p:sp>
      <p:sp>
        <p:nvSpPr>
          <p:cNvPr id="701" name="Shape 699"/>
          <p:cNvSpPr/>
          <p:nvPr/>
        </p:nvSpPr>
        <p:spPr>
          <a:xfrm>
            <a:off x="6400800" y="4317436"/>
            <a:ext cx="0" cy="141465"/>
          </a:xfrm>
          <a:prstGeom prst="line">
            <a:avLst/>
          </a:prstGeom>
          <a:noFill/>
          <a:ln w="25400">
            <a:solidFill>
              <a:srgbClr val="A64E8E"/>
            </a:solidFill>
            <a:prstDash val="solid"/>
            <a:headEnd type="none"/>
            <a:tailEnd type="none"/>
          </a:ln>
        </p:spPr>
      </p:sp>
      <p:sp>
        <p:nvSpPr>
          <p:cNvPr id="702" name="Shape 700"/>
          <p:cNvSpPr/>
          <p:nvPr/>
        </p:nvSpPr>
        <p:spPr>
          <a:xfrm>
            <a:off x="6400800" y="4456158"/>
            <a:ext cx="176480" cy="0"/>
          </a:xfrm>
          <a:prstGeom prst="line">
            <a:avLst/>
          </a:prstGeom>
          <a:noFill/>
          <a:ln w="25400">
            <a:solidFill>
              <a:srgbClr val="A64E8E"/>
            </a:solidFill>
            <a:prstDash val="solid"/>
            <a:headEnd type="none"/>
            <a:tailEnd type="none"/>
          </a:ln>
        </p:spPr>
      </p:sp>
      <p:sp>
        <p:nvSpPr>
          <p:cNvPr id="703" name="Shape 701"/>
          <p:cNvSpPr/>
          <p:nvPr/>
        </p:nvSpPr>
        <p:spPr>
          <a:xfrm>
            <a:off x="6574536" y="4453415"/>
            <a:ext cx="0" cy="225505"/>
          </a:xfrm>
          <a:prstGeom prst="line">
            <a:avLst/>
          </a:prstGeom>
          <a:noFill/>
          <a:ln w="25400">
            <a:solidFill>
              <a:srgbClr val="A64E8E"/>
            </a:solidFill>
            <a:prstDash val="solid"/>
            <a:headEnd type="none"/>
            <a:tailEnd type="none"/>
          </a:ln>
        </p:spPr>
      </p:sp>
      <p:sp>
        <p:nvSpPr>
          <p:cNvPr id="704" name="Shape 702"/>
          <p:cNvSpPr/>
          <p:nvPr/>
        </p:nvSpPr>
        <p:spPr>
          <a:xfrm>
            <a:off x="6574536" y="4676177"/>
            <a:ext cx="176480" cy="0"/>
          </a:xfrm>
          <a:prstGeom prst="line">
            <a:avLst/>
          </a:prstGeom>
          <a:noFill/>
          <a:ln w="25400">
            <a:solidFill>
              <a:srgbClr val="A64E8E"/>
            </a:solidFill>
            <a:prstDash val="solid"/>
            <a:headEnd type="none"/>
            <a:tailEnd type="none"/>
          </a:ln>
        </p:spPr>
      </p:sp>
      <p:sp>
        <p:nvSpPr>
          <p:cNvPr id="705" name="Shape 703"/>
          <p:cNvSpPr/>
          <p:nvPr/>
        </p:nvSpPr>
        <p:spPr>
          <a:xfrm>
            <a:off x="6748272" y="4673434"/>
            <a:ext cx="0" cy="5486"/>
          </a:xfrm>
          <a:prstGeom prst="line">
            <a:avLst/>
          </a:prstGeom>
          <a:noFill/>
          <a:ln w="25400">
            <a:solidFill>
              <a:srgbClr val="A64E8E"/>
            </a:solidFill>
            <a:prstDash val="solid"/>
            <a:headEnd type="none"/>
            <a:tailEnd type="none"/>
          </a:ln>
        </p:spPr>
      </p:sp>
      <p:sp>
        <p:nvSpPr>
          <p:cNvPr id="706" name="Shape 704"/>
          <p:cNvSpPr/>
          <p:nvPr/>
        </p:nvSpPr>
        <p:spPr>
          <a:xfrm>
            <a:off x="6748272" y="4676177"/>
            <a:ext cx="176479" cy="0"/>
          </a:xfrm>
          <a:prstGeom prst="line">
            <a:avLst/>
          </a:prstGeom>
          <a:noFill/>
          <a:ln w="25400">
            <a:solidFill>
              <a:srgbClr val="A64E8E"/>
            </a:solidFill>
            <a:prstDash val="solid"/>
            <a:headEnd type="none"/>
            <a:tailEnd type="none"/>
          </a:ln>
        </p:spPr>
      </p:sp>
      <p:sp>
        <p:nvSpPr>
          <p:cNvPr id="707" name="Shape 705"/>
          <p:cNvSpPr/>
          <p:nvPr/>
        </p:nvSpPr>
        <p:spPr>
          <a:xfrm>
            <a:off x="6922008" y="4673434"/>
            <a:ext cx="0" cy="89527"/>
          </a:xfrm>
          <a:prstGeom prst="line">
            <a:avLst/>
          </a:prstGeom>
          <a:noFill/>
          <a:ln w="25400">
            <a:solidFill>
              <a:srgbClr val="A64E8E"/>
            </a:solidFill>
            <a:prstDash val="solid"/>
            <a:headEnd type="none"/>
            <a:tailEnd type="none"/>
          </a:ln>
        </p:spPr>
      </p:sp>
      <p:sp>
        <p:nvSpPr>
          <p:cNvPr id="708" name="Shape 706"/>
          <p:cNvSpPr/>
          <p:nvPr/>
        </p:nvSpPr>
        <p:spPr>
          <a:xfrm>
            <a:off x="6922008" y="4760217"/>
            <a:ext cx="176480" cy="0"/>
          </a:xfrm>
          <a:prstGeom prst="line">
            <a:avLst/>
          </a:prstGeom>
          <a:noFill/>
          <a:ln w="25400">
            <a:solidFill>
              <a:srgbClr val="A64E8E"/>
            </a:solidFill>
            <a:prstDash val="solid"/>
            <a:headEnd type="none"/>
            <a:tailEnd type="none"/>
          </a:ln>
        </p:spPr>
      </p:sp>
      <p:sp>
        <p:nvSpPr>
          <p:cNvPr id="709" name="Shape 707"/>
          <p:cNvSpPr/>
          <p:nvPr/>
        </p:nvSpPr>
        <p:spPr>
          <a:xfrm>
            <a:off x="7095744" y="4757474"/>
            <a:ext cx="0" cy="141465"/>
          </a:xfrm>
          <a:prstGeom prst="line">
            <a:avLst/>
          </a:prstGeom>
          <a:noFill/>
          <a:ln w="25400">
            <a:solidFill>
              <a:srgbClr val="A64E8E"/>
            </a:solidFill>
            <a:prstDash val="solid"/>
            <a:headEnd type="none"/>
            <a:tailEnd type="none"/>
          </a:ln>
        </p:spPr>
      </p:sp>
      <p:sp>
        <p:nvSpPr>
          <p:cNvPr id="710" name="Shape 708"/>
          <p:cNvSpPr/>
          <p:nvPr/>
        </p:nvSpPr>
        <p:spPr>
          <a:xfrm>
            <a:off x="7095744" y="4896196"/>
            <a:ext cx="176480" cy="0"/>
          </a:xfrm>
          <a:prstGeom prst="line">
            <a:avLst/>
          </a:prstGeom>
          <a:noFill/>
          <a:ln w="25400">
            <a:solidFill>
              <a:srgbClr val="A64E8E"/>
            </a:solidFill>
            <a:prstDash val="solid"/>
            <a:headEnd type="none"/>
            <a:tailEnd type="none"/>
          </a:ln>
        </p:spPr>
      </p:sp>
      <p:sp>
        <p:nvSpPr>
          <p:cNvPr id="711" name="Shape 709"/>
          <p:cNvSpPr/>
          <p:nvPr/>
        </p:nvSpPr>
        <p:spPr>
          <a:xfrm>
            <a:off x="7269480" y="4757474"/>
            <a:ext cx="0" cy="141465"/>
          </a:xfrm>
          <a:prstGeom prst="line">
            <a:avLst/>
          </a:prstGeom>
          <a:noFill/>
          <a:ln w="25400">
            <a:solidFill>
              <a:srgbClr val="A64E8E"/>
            </a:solidFill>
            <a:prstDash val="solid"/>
            <a:headEnd type="none"/>
            <a:tailEnd type="none"/>
          </a:ln>
        </p:spPr>
      </p:sp>
      <p:sp>
        <p:nvSpPr>
          <p:cNvPr id="712" name="Shape 710"/>
          <p:cNvSpPr/>
          <p:nvPr/>
        </p:nvSpPr>
        <p:spPr>
          <a:xfrm>
            <a:off x="7269480" y="4760217"/>
            <a:ext cx="176479" cy="0"/>
          </a:xfrm>
          <a:prstGeom prst="line">
            <a:avLst/>
          </a:prstGeom>
          <a:noFill/>
          <a:ln w="25400">
            <a:solidFill>
              <a:srgbClr val="A64E8E"/>
            </a:solidFill>
            <a:prstDash val="solid"/>
            <a:headEnd type="none"/>
            <a:tailEnd type="none"/>
          </a:ln>
        </p:spPr>
      </p:sp>
      <p:sp>
        <p:nvSpPr>
          <p:cNvPr id="713" name="Shape 711"/>
          <p:cNvSpPr/>
          <p:nvPr/>
        </p:nvSpPr>
        <p:spPr>
          <a:xfrm>
            <a:off x="7443216" y="4757474"/>
            <a:ext cx="0" cy="57427"/>
          </a:xfrm>
          <a:prstGeom prst="line">
            <a:avLst/>
          </a:prstGeom>
          <a:noFill/>
          <a:ln w="25400">
            <a:solidFill>
              <a:srgbClr val="A64E8E"/>
            </a:solidFill>
            <a:prstDash val="solid"/>
            <a:headEnd type="none"/>
            <a:tailEnd type="none"/>
          </a:ln>
        </p:spPr>
      </p:sp>
      <p:sp>
        <p:nvSpPr>
          <p:cNvPr id="714" name="Shape 712"/>
          <p:cNvSpPr/>
          <p:nvPr/>
        </p:nvSpPr>
        <p:spPr>
          <a:xfrm>
            <a:off x="7443216" y="4812158"/>
            <a:ext cx="176480" cy="0"/>
          </a:xfrm>
          <a:prstGeom prst="line">
            <a:avLst/>
          </a:prstGeom>
          <a:noFill/>
          <a:ln w="25400">
            <a:solidFill>
              <a:srgbClr val="A64E8E"/>
            </a:solidFill>
            <a:prstDash val="solid"/>
            <a:headEnd type="none"/>
            <a:tailEnd type="none"/>
          </a:ln>
        </p:spPr>
      </p:sp>
      <p:sp>
        <p:nvSpPr>
          <p:cNvPr id="715" name="Shape 713"/>
          <p:cNvSpPr/>
          <p:nvPr/>
        </p:nvSpPr>
        <p:spPr>
          <a:xfrm>
            <a:off x="7616952" y="4809415"/>
            <a:ext cx="0" cy="89525"/>
          </a:xfrm>
          <a:prstGeom prst="line">
            <a:avLst/>
          </a:prstGeom>
          <a:noFill/>
          <a:ln w="25400">
            <a:solidFill>
              <a:srgbClr val="A64E8E"/>
            </a:solidFill>
            <a:prstDash val="solid"/>
            <a:headEnd type="none"/>
            <a:tailEnd type="none"/>
          </a:ln>
        </p:spPr>
      </p:sp>
      <p:sp>
        <p:nvSpPr>
          <p:cNvPr id="716" name="Shape 714"/>
          <p:cNvSpPr/>
          <p:nvPr/>
        </p:nvSpPr>
        <p:spPr>
          <a:xfrm>
            <a:off x="7616952" y="4896196"/>
            <a:ext cx="176480" cy="0"/>
          </a:xfrm>
          <a:prstGeom prst="line">
            <a:avLst/>
          </a:prstGeom>
          <a:noFill/>
          <a:ln w="25400">
            <a:solidFill>
              <a:srgbClr val="A64E8E"/>
            </a:solidFill>
            <a:prstDash val="solid"/>
            <a:headEnd type="none"/>
            <a:tailEnd type="none"/>
          </a:ln>
        </p:spPr>
      </p:sp>
      <p:sp>
        <p:nvSpPr>
          <p:cNvPr id="717" name="Shape 715"/>
          <p:cNvSpPr/>
          <p:nvPr/>
        </p:nvSpPr>
        <p:spPr>
          <a:xfrm>
            <a:off x="7790688" y="4757474"/>
            <a:ext cx="0" cy="141465"/>
          </a:xfrm>
          <a:prstGeom prst="line">
            <a:avLst/>
          </a:prstGeom>
          <a:noFill/>
          <a:ln w="25400">
            <a:solidFill>
              <a:srgbClr val="A64E8E"/>
            </a:solidFill>
            <a:prstDash val="solid"/>
            <a:headEnd type="none"/>
            <a:tailEnd type="none"/>
          </a:ln>
        </p:spPr>
      </p:sp>
      <p:sp>
        <p:nvSpPr>
          <p:cNvPr id="718" name="Shape 716"/>
          <p:cNvSpPr/>
          <p:nvPr/>
        </p:nvSpPr>
        <p:spPr>
          <a:xfrm>
            <a:off x="7790688" y="4760217"/>
            <a:ext cx="176479" cy="0"/>
          </a:xfrm>
          <a:prstGeom prst="line">
            <a:avLst/>
          </a:prstGeom>
          <a:noFill/>
          <a:ln w="25400">
            <a:solidFill>
              <a:srgbClr val="A64E8E"/>
            </a:solidFill>
            <a:prstDash val="solid"/>
            <a:headEnd type="none"/>
            <a:tailEnd type="none"/>
          </a:ln>
        </p:spPr>
      </p:sp>
      <p:sp>
        <p:nvSpPr>
          <p:cNvPr id="719" name="Shape 717"/>
          <p:cNvSpPr/>
          <p:nvPr/>
        </p:nvSpPr>
        <p:spPr>
          <a:xfrm>
            <a:off x="7964424" y="4757474"/>
            <a:ext cx="0" cy="141465"/>
          </a:xfrm>
          <a:prstGeom prst="line">
            <a:avLst/>
          </a:prstGeom>
          <a:noFill/>
          <a:ln w="25400">
            <a:solidFill>
              <a:srgbClr val="A64E8E"/>
            </a:solidFill>
            <a:prstDash val="solid"/>
            <a:headEnd type="none"/>
            <a:tailEnd type="none"/>
          </a:ln>
        </p:spPr>
      </p:sp>
      <p:sp>
        <p:nvSpPr>
          <p:cNvPr id="720" name="Shape 718"/>
          <p:cNvSpPr/>
          <p:nvPr/>
        </p:nvSpPr>
        <p:spPr>
          <a:xfrm>
            <a:off x="7964424" y="4896196"/>
            <a:ext cx="176480" cy="0"/>
          </a:xfrm>
          <a:prstGeom prst="line">
            <a:avLst/>
          </a:prstGeom>
          <a:noFill/>
          <a:ln w="25400">
            <a:solidFill>
              <a:srgbClr val="A64E8E"/>
            </a:solidFill>
            <a:prstDash val="solid"/>
            <a:headEnd type="none"/>
            <a:tailEnd type="none"/>
          </a:ln>
        </p:spPr>
      </p:sp>
      <p:sp>
        <p:nvSpPr>
          <p:cNvPr id="721" name="Shape 719"/>
          <p:cNvSpPr/>
          <p:nvPr/>
        </p:nvSpPr>
        <p:spPr>
          <a:xfrm>
            <a:off x="8138160" y="4893453"/>
            <a:ext cx="0" cy="5486"/>
          </a:xfrm>
          <a:prstGeom prst="line">
            <a:avLst/>
          </a:prstGeom>
          <a:noFill/>
          <a:ln w="25400">
            <a:solidFill>
              <a:srgbClr val="A64E8E"/>
            </a:solidFill>
            <a:prstDash val="solid"/>
            <a:headEnd type="none"/>
            <a:tailEnd type="none"/>
          </a:ln>
        </p:spPr>
      </p:sp>
      <p:sp>
        <p:nvSpPr>
          <p:cNvPr id="722" name="Shape 720"/>
          <p:cNvSpPr/>
          <p:nvPr/>
        </p:nvSpPr>
        <p:spPr>
          <a:xfrm>
            <a:off x="8138160" y="4896196"/>
            <a:ext cx="176480" cy="0"/>
          </a:xfrm>
          <a:prstGeom prst="line">
            <a:avLst/>
          </a:prstGeom>
          <a:noFill/>
          <a:ln w="25400">
            <a:solidFill>
              <a:srgbClr val="A64E8E"/>
            </a:solidFill>
            <a:prstDash val="solid"/>
            <a:headEnd type="none"/>
            <a:tailEnd type="none"/>
          </a:ln>
        </p:spPr>
      </p:sp>
      <p:sp>
        <p:nvSpPr>
          <p:cNvPr id="723" name="Shape 721"/>
          <p:cNvSpPr/>
          <p:nvPr/>
        </p:nvSpPr>
        <p:spPr>
          <a:xfrm>
            <a:off x="8311896" y="4757474"/>
            <a:ext cx="0" cy="141465"/>
          </a:xfrm>
          <a:prstGeom prst="line">
            <a:avLst/>
          </a:prstGeom>
          <a:noFill/>
          <a:ln w="25400">
            <a:solidFill>
              <a:srgbClr val="A64E8E"/>
            </a:solidFill>
            <a:prstDash val="solid"/>
            <a:headEnd type="none"/>
            <a:tailEnd type="none"/>
          </a:ln>
        </p:spPr>
      </p:sp>
      <p:sp>
        <p:nvSpPr>
          <p:cNvPr id="724" name="Shape 722"/>
          <p:cNvSpPr/>
          <p:nvPr/>
        </p:nvSpPr>
        <p:spPr>
          <a:xfrm>
            <a:off x="8311896" y="4760217"/>
            <a:ext cx="176479" cy="0"/>
          </a:xfrm>
          <a:prstGeom prst="line">
            <a:avLst/>
          </a:prstGeom>
          <a:noFill/>
          <a:ln w="25400">
            <a:solidFill>
              <a:srgbClr val="A64E8E"/>
            </a:solidFill>
            <a:prstDash val="solid"/>
            <a:headEnd type="none"/>
            <a:tailEnd type="none"/>
          </a:ln>
        </p:spPr>
      </p:sp>
      <p:sp>
        <p:nvSpPr>
          <p:cNvPr id="725" name="Shape 723"/>
          <p:cNvSpPr/>
          <p:nvPr/>
        </p:nvSpPr>
        <p:spPr>
          <a:xfrm>
            <a:off x="8485632" y="4673434"/>
            <a:ext cx="0" cy="89527"/>
          </a:xfrm>
          <a:prstGeom prst="line">
            <a:avLst/>
          </a:prstGeom>
          <a:noFill/>
          <a:ln w="25400">
            <a:solidFill>
              <a:srgbClr val="A64E8E"/>
            </a:solidFill>
            <a:prstDash val="solid"/>
            <a:headEnd type="none"/>
            <a:tailEnd type="none"/>
          </a:ln>
        </p:spPr>
      </p:sp>
      <p:sp>
        <p:nvSpPr>
          <p:cNvPr id="726" name="Shape 724"/>
          <p:cNvSpPr/>
          <p:nvPr/>
        </p:nvSpPr>
        <p:spPr>
          <a:xfrm>
            <a:off x="8485632" y="4676177"/>
            <a:ext cx="176480" cy="0"/>
          </a:xfrm>
          <a:prstGeom prst="line">
            <a:avLst/>
          </a:prstGeom>
          <a:noFill/>
          <a:ln w="25400">
            <a:solidFill>
              <a:srgbClr val="A64E8E"/>
            </a:solidFill>
            <a:prstDash val="solid"/>
            <a:headEnd type="none"/>
            <a:tailEnd type="none"/>
          </a:ln>
        </p:spPr>
      </p:sp>
      <p:sp>
        <p:nvSpPr>
          <p:cNvPr id="727" name="Shape 725"/>
          <p:cNvSpPr/>
          <p:nvPr/>
        </p:nvSpPr>
        <p:spPr>
          <a:xfrm>
            <a:off x="8659368" y="4537455"/>
            <a:ext cx="0" cy="141465"/>
          </a:xfrm>
          <a:prstGeom prst="line">
            <a:avLst/>
          </a:prstGeom>
          <a:noFill/>
          <a:ln w="25400">
            <a:solidFill>
              <a:srgbClr val="A64E8E"/>
            </a:solidFill>
            <a:prstDash val="solid"/>
            <a:headEnd type="none"/>
            <a:tailEnd type="none"/>
          </a:ln>
        </p:spPr>
      </p:sp>
      <p:sp>
        <p:nvSpPr>
          <p:cNvPr id="728" name="Shape 726"/>
          <p:cNvSpPr/>
          <p:nvPr/>
        </p:nvSpPr>
        <p:spPr>
          <a:xfrm>
            <a:off x="8659368" y="4540198"/>
            <a:ext cx="176480" cy="0"/>
          </a:xfrm>
          <a:prstGeom prst="line">
            <a:avLst/>
          </a:prstGeom>
          <a:noFill/>
          <a:ln w="25400">
            <a:solidFill>
              <a:srgbClr val="A64E8E"/>
            </a:solidFill>
            <a:prstDash val="solid"/>
            <a:headEnd type="none"/>
            <a:tailEnd type="none"/>
          </a:ln>
        </p:spPr>
      </p:sp>
      <p:sp>
        <p:nvSpPr>
          <p:cNvPr id="729" name="Shape 727"/>
          <p:cNvSpPr/>
          <p:nvPr/>
        </p:nvSpPr>
        <p:spPr>
          <a:xfrm>
            <a:off x="8833104" y="4537455"/>
            <a:ext cx="0" cy="5486"/>
          </a:xfrm>
          <a:prstGeom prst="line">
            <a:avLst/>
          </a:prstGeom>
          <a:noFill/>
          <a:ln w="25400">
            <a:solidFill>
              <a:srgbClr val="A64E8E"/>
            </a:solidFill>
            <a:prstDash val="solid"/>
            <a:headEnd type="none"/>
            <a:tailEnd type="none"/>
          </a:ln>
        </p:spPr>
      </p:sp>
      <p:sp>
        <p:nvSpPr>
          <p:cNvPr id="730" name="Shape 728"/>
          <p:cNvSpPr/>
          <p:nvPr/>
        </p:nvSpPr>
        <p:spPr>
          <a:xfrm>
            <a:off x="8833104" y="4540198"/>
            <a:ext cx="176479" cy="0"/>
          </a:xfrm>
          <a:prstGeom prst="line">
            <a:avLst/>
          </a:prstGeom>
          <a:noFill/>
          <a:ln w="25400">
            <a:solidFill>
              <a:srgbClr val="A64E8E"/>
            </a:solidFill>
            <a:prstDash val="solid"/>
            <a:headEnd type="none"/>
            <a:tailEnd type="none"/>
          </a:ln>
        </p:spPr>
      </p:sp>
      <p:sp>
        <p:nvSpPr>
          <p:cNvPr id="731" name="Shape 729"/>
          <p:cNvSpPr/>
          <p:nvPr/>
        </p:nvSpPr>
        <p:spPr>
          <a:xfrm>
            <a:off x="9006840" y="4317436"/>
            <a:ext cx="0" cy="225505"/>
          </a:xfrm>
          <a:prstGeom prst="line">
            <a:avLst/>
          </a:prstGeom>
          <a:noFill/>
          <a:ln w="25400">
            <a:solidFill>
              <a:srgbClr val="A64E8E"/>
            </a:solidFill>
            <a:prstDash val="solid"/>
            <a:headEnd type="none"/>
            <a:tailEnd type="none"/>
          </a:ln>
        </p:spPr>
      </p:sp>
      <p:sp>
        <p:nvSpPr>
          <p:cNvPr id="732" name="Shape 730"/>
          <p:cNvSpPr/>
          <p:nvPr/>
        </p:nvSpPr>
        <p:spPr>
          <a:xfrm>
            <a:off x="9006840" y="4320179"/>
            <a:ext cx="176480" cy="0"/>
          </a:xfrm>
          <a:prstGeom prst="line">
            <a:avLst/>
          </a:prstGeom>
          <a:noFill/>
          <a:ln w="25400">
            <a:solidFill>
              <a:srgbClr val="A64E8E"/>
            </a:solidFill>
            <a:prstDash val="solid"/>
            <a:headEnd type="none"/>
            <a:tailEnd type="none"/>
          </a:ln>
        </p:spPr>
      </p:sp>
      <p:sp>
        <p:nvSpPr>
          <p:cNvPr id="733" name="Shape 731"/>
          <p:cNvSpPr/>
          <p:nvPr/>
        </p:nvSpPr>
        <p:spPr>
          <a:xfrm>
            <a:off x="9180576" y="4317436"/>
            <a:ext cx="0" cy="5486"/>
          </a:xfrm>
          <a:prstGeom prst="line">
            <a:avLst/>
          </a:prstGeom>
          <a:noFill/>
          <a:ln w="25400">
            <a:solidFill>
              <a:srgbClr val="A64E8E"/>
            </a:solidFill>
            <a:prstDash val="solid"/>
            <a:headEnd type="none"/>
            <a:tailEnd type="none"/>
          </a:ln>
        </p:spPr>
      </p:sp>
      <p:sp>
        <p:nvSpPr>
          <p:cNvPr id="734" name="Shape 732"/>
          <p:cNvSpPr/>
          <p:nvPr/>
        </p:nvSpPr>
        <p:spPr>
          <a:xfrm>
            <a:off x="9180576" y="4320179"/>
            <a:ext cx="176480" cy="0"/>
          </a:xfrm>
          <a:prstGeom prst="line">
            <a:avLst/>
          </a:prstGeom>
          <a:noFill/>
          <a:ln w="25400">
            <a:solidFill>
              <a:srgbClr val="A64E8E"/>
            </a:solidFill>
            <a:prstDash val="solid"/>
            <a:headEnd type="none"/>
            <a:tailEnd type="none"/>
          </a:ln>
        </p:spPr>
      </p:sp>
      <p:sp>
        <p:nvSpPr>
          <p:cNvPr id="735" name="Shape 733"/>
          <p:cNvSpPr/>
          <p:nvPr/>
        </p:nvSpPr>
        <p:spPr>
          <a:xfrm>
            <a:off x="9354312" y="4317436"/>
            <a:ext cx="0" cy="141465"/>
          </a:xfrm>
          <a:prstGeom prst="line">
            <a:avLst/>
          </a:prstGeom>
          <a:noFill/>
          <a:ln w="25400">
            <a:solidFill>
              <a:srgbClr val="A64E8E"/>
            </a:solidFill>
            <a:prstDash val="solid"/>
            <a:headEnd type="none"/>
            <a:tailEnd type="none"/>
          </a:ln>
        </p:spPr>
      </p:sp>
      <p:sp>
        <p:nvSpPr>
          <p:cNvPr id="736" name="Shape 734"/>
          <p:cNvSpPr/>
          <p:nvPr/>
        </p:nvSpPr>
        <p:spPr>
          <a:xfrm>
            <a:off x="9354312" y="4456158"/>
            <a:ext cx="176479" cy="0"/>
          </a:xfrm>
          <a:prstGeom prst="line">
            <a:avLst/>
          </a:prstGeom>
          <a:noFill/>
          <a:ln w="25400">
            <a:solidFill>
              <a:srgbClr val="A64E8E"/>
            </a:solidFill>
            <a:prstDash val="solid"/>
            <a:headEnd type="none"/>
            <a:tailEnd type="none"/>
          </a:ln>
        </p:spPr>
      </p:sp>
      <p:sp>
        <p:nvSpPr>
          <p:cNvPr id="737" name="Shape 735"/>
          <p:cNvSpPr/>
          <p:nvPr/>
        </p:nvSpPr>
        <p:spPr>
          <a:xfrm>
            <a:off x="9528048" y="4453415"/>
            <a:ext cx="0" cy="5486"/>
          </a:xfrm>
          <a:prstGeom prst="line">
            <a:avLst/>
          </a:prstGeom>
          <a:noFill/>
          <a:ln w="25400">
            <a:solidFill>
              <a:srgbClr val="A64E8E"/>
            </a:solidFill>
            <a:prstDash val="solid"/>
            <a:headEnd type="none"/>
            <a:tailEnd type="none"/>
          </a:ln>
        </p:spPr>
      </p:sp>
      <p:sp>
        <p:nvSpPr>
          <p:cNvPr id="738" name="Shape 736"/>
          <p:cNvSpPr/>
          <p:nvPr/>
        </p:nvSpPr>
        <p:spPr>
          <a:xfrm>
            <a:off x="9528048" y="4456158"/>
            <a:ext cx="176480" cy="0"/>
          </a:xfrm>
          <a:prstGeom prst="line">
            <a:avLst/>
          </a:prstGeom>
          <a:noFill/>
          <a:ln w="25400">
            <a:solidFill>
              <a:srgbClr val="A64E8E"/>
            </a:solidFill>
            <a:prstDash val="solid"/>
            <a:headEnd type="none"/>
            <a:tailEnd type="none"/>
          </a:ln>
        </p:spPr>
      </p:sp>
      <p:sp>
        <p:nvSpPr>
          <p:cNvPr id="739" name="Shape 737"/>
          <p:cNvSpPr/>
          <p:nvPr/>
        </p:nvSpPr>
        <p:spPr>
          <a:xfrm>
            <a:off x="9701784" y="4317436"/>
            <a:ext cx="0" cy="141465"/>
          </a:xfrm>
          <a:prstGeom prst="line">
            <a:avLst/>
          </a:prstGeom>
          <a:noFill/>
          <a:ln w="25400">
            <a:solidFill>
              <a:srgbClr val="A64E8E"/>
            </a:solidFill>
            <a:prstDash val="solid"/>
            <a:headEnd type="none"/>
            <a:tailEnd type="none"/>
          </a:ln>
        </p:spPr>
      </p:sp>
      <p:sp>
        <p:nvSpPr>
          <p:cNvPr id="740" name="Shape 738"/>
          <p:cNvSpPr/>
          <p:nvPr/>
        </p:nvSpPr>
        <p:spPr>
          <a:xfrm>
            <a:off x="9701784" y="4320179"/>
            <a:ext cx="176480" cy="0"/>
          </a:xfrm>
          <a:prstGeom prst="line">
            <a:avLst/>
          </a:prstGeom>
          <a:noFill/>
          <a:ln w="25400">
            <a:solidFill>
              <a:srgbClr val="A64E8E"/>
            </a:solidFill>
            <a:prstDash val="solid"/>
            <a:headEnd type="none"/>
            <a:tailEnd type="none"/>
          </a:ln>
        </p:spPr>
      </p:sp>
      <p:sp>
        <p:nvSpPr>
          <p:cNvPr id="741" name="Shape 739"/>
          <p:cNvSpPr/>
          <p:nvPr/>
        </p:nvSpPr>
        <p:spPr>
          <a:xfrm>
            <a:off x="9875520" y="4317436"/>
            <a:ext cx="0" cy="141465"/>
          </a:xfrm>
          <a:prstGeom prst="line">
            <a:avLst/>
          </a:prstGeom>
          <a:noFill/>
          <a:ln w="25400">
            <a:solidFill>
              <a:srgbClr val="A64E8E"/>
            </a:solidFill>
            <a:prstDash val="solid"/>
            <a:headEnd type="none"/>
            <a:tailEnd type="none"/>
          </a:ln>
        </p:spPr>
      </p:sp>
      <p:sp>
        <p:nvSpPr>
          <p:cNvPr id="742" name="Shape 740"/>
          <p:cNvSpPr/>
          <p:nvPr/>
        </p:nvSpPr>
        <p:spPr>
          <a:xfrm>
            <a:off x="9875520" y="4456158"/>
            <a:ext cx="176479" cy="0"/>
          </a:xfrm>
          <a:prstGeom prst="line">
            <a:avLst/>
          </a:prstGeom>
          <a:noFill/>
          <a:ln w="25400">
            <a:solidFill>
              <a:srgbClr val="A64E8E"/>
            </a:solidFill>
            <a:prstDash val="solid"/>
            <a:headEnd type="none"/>
            <a:tailEnd type="none"/>
          </a:ln>
        </p:spPr>
      </p:sp>
      <p:sp>
        <p:nvSpPr>
          <p:cNvPr id="743" name="Shape 741"/>
          <p:cNvSpPr/>
          <p:nvPr/>
        </p:nvSpPr>
        <p:spPr>
          <a:xfrm>
            <a:off x="10049256" y="4453415"/>
            <a:ext cx="0" cy="89527"/>
          </a:xfrm>
          <a:prstGeom prst="line">
            <a:avLst/>
          </a:prstGeom>
          <a:noFill/>
          <a:ln w="25400">
            <a:solidFill>
              <a:srgbClr val="A64E8E"/>
            </a:solidFill>
            <a:prstDash val="solid"/>
            <a:headEnd type="none"/>
            <a:tailEnd type="none"/>
          </a:ln>
        </p:spPr>
      </p:sp>
      <p:sp>
        <p:nvSpPr>
          <p:cNvPr id="744" name="Shape 742"/>
          <p:cNvSpPr/>
          <p:nvPr/>
        </p:nvSpPr>
        <p:spPr>
          <a:xfrm>
            <a:off x="10049256" y="4540198"/>
            <a:ext cx="176480" cy="0"/>
          </a:xfrm>
          <a:prstGeom prst="line">
            <a:avLst/>
          </a:prstGeom>
          <a:noFill/>
          <a:ln w="25400">
            <a:solidFill>
              <a:srgbClr val="A64E8E"/>
            </a:solidFill>
            <a:prstDash val="solid"/>
            <a:headEnd type="none"/>
            <a:tailEnd type="none"/>
          </a:ln>
        </p:spPr>
      </p:sp>
      <p:sp>
        <p:nvSpPr>
          <p:cNvPr id="745" name="Shape 743"/>
          <p:cNvSpPr/>
          <p:nvPr/>
        </p:nvSpPr>
        <p:spPr>
          <a:xfrm>
            <a:off x="10222992" y="4537455"/>
            <a:ext cx="0" cy="5486"/>
          </a:xfrm>
          <a:prstGeom prst="line">
            <a:avLst/>
          </a:prstGeom>
          <a:noFill/>
          <a:ln w="25400">
            <a:solidFill>
              <a:srgbClr val="A64E8E"/>
            </a:solidFill>
            <a:prstDash val="solid"/>
            <a:headEnd type="none"/>
            <a:tailEnd type="none"/>
          </a:ln>
        </p:spPr>
      </p:sp>
      <p:sp>
        <p:nvSpPr>
          <p:cNvPr id="746" name="Shape 744"/>
          <p:cNvSpPr/>
          <p:nvPr/>
        </p:nvSpPr>
        <p:spPr>
          <a:xfrm>
            <a:off x="10222992" y="4540198"/>
            <a:ext cx="176480" cy="0"/>
          </a:xfrm>
          <a:prstGeom prst="line">
            <a:avLst/>
          </a:prstGeom>
          <a:noFill/>
          <a:ln w="25400">
            <a:solidFill>
              <a:srgbClr val="A64E8E"/>
            </a:solidFill>
            <a:prstDash val="solid"/>
            <a:headEnd type="none"/>
            <a:tailEnd type="none"/>
          </a:ln>
        </p:spPr>
      </p:sp>
      <p:sp>
        <p:nvSpPr>
          <p:cNvPr id="747" name="Shape 745"/>
          <p:cNvSpPr/>
          <p:nvPr/>
        </p:nvSpPr>
        <p:spPr>
          <a:xfrm>
            <a:off x="10396728" y="4537455"/>
            <a:ext cx="0" cy="5486"/>
          </a:xfrm>
          <a:prstGeom prst="line">
            <a:avLst/>
          </a:prstGeom>
          <a:noFill/>
          <a:ln w="25400">
            <a:solidFill>
              <a:srgbClr val="A64E8E"/>
            </a:solidFill>
            <a:prstDash val="solid"/>
            <a:headEnd type="none"/>
            <a:tailEnd type="none"/>
          </a:ln>
        </p:spPr>
      </p:sp>
      <p:sp>
        <p:nvSpPr>
          <p:cNvPr id="748" name="Shape 746"/>
          <p:cNvSpPr/>
          <p:nvPr/>
        </p:nvSpPr>
        <p:spPr>
          <a:xfrm>
            <a:off x="10396728" y="4540198"/>
            <a:ext cx="176479" cy="0"/>
          </a:xfrm>
          <a:prstGeom prst="line">
            <a:avLst/>
          </a:prstGeom>
          <a:noFill/>
          <a:ln w="25400">
            <a:solidFill>
              <a:srgbClr val="A64E8E"/>
            </a:solidFill>
            <a:prstDash val="solid"/>
            <a:headEnd type="none"/>
            <a:tailEnd type="none"/>
          </a:ln>
        </p:spPr>
      </p:sp>
      <p:sp>
        <p:nvSpPr>
          <p:cNvPr id="749" name="Shape 747"/>
          <p:cNvSpPr/>
          <p:nvPr/>
        </p:nvSpPr>
        <p:spPr>
          <a:xfrm>
            <a:off x="10570464" y="4537455"/>
            <a:ext cx="0" cy="5486"/>
          </a:xfrm>
          <a:prstGeom prst="line">
            <a:avLst/>
          </a:prstGeom>
          <a:noFill/>
          <a:ln w="25400">
            <a:solidFill>
              <a:srgbClr val="A64E8E"/>
            </a:solidFill>
            <a:prstDash val="solid"/>
            <a:headEnd type="none"/>
            <a:tailEnd type="none"/>
          </a:ln>
        </p:spPr>
      </p:sp>
      <p:sp>
        <p:nvSpPr>
          <p:cNvPr id="750" name="Shape 748"/>
          <p:cNvSpPr/>
          <p:nvPr/>
        </p:nvSpPr>
        <p:spPr>
          <a:xfrm>
            <a:off x="10570464" y="4540198"/>
            <a:ext cx="176480" cy="0"/>
          </a:xfrm>
          <a:prstGeom prst="line">
            <a:avLst/>
          </a:prstGeom>
          <a:noFill/>
          <a:ln w="25400">
            <a:solidFill>
              <a:srgbClr val="A64E8E"/>
            </a:solidFill>
            <a:prstDash val="solid"/>
            <a:headEnd type="none"/>
            <a:tailEnd type="none"/>
          </a:ln>
        </p:spPr>
      </p:sp>
      <p:sp>
        <p:nvSpPr>
          <p:cNvPr id="751" name="Shape 749"/>
          <p:cNvSpPr/>
          <p:nvPr/>
        </p:nvSpPr>
        <p:spPr>
          <a:xfrm>
            <a:off x="10744200" y="4537455"/>
            <a:ext cx="0" cy="5486"/>
          </a:xfrm>
          <a:prstGeom prst="line">
            <a:avLst/>
          </a:prstGeom>
          <a:noFill/>
          <a:ln w="25400">
            <a:solidFill>
              <a:srgbClr val="A64E8E"/>
            </a:solidFill>
            <a:prstDash val="solid"/>
            <a:headEnd type="none"/>
            <a:tailEnd type="none"/>
          </a:ln>
        </p:spPr>
      </p:sp>
      <p:sp>
        <p:nvSpPr>
          <p:cNvPr id="752" name="Shape 750"/>
          <p:cNvSpPr/>
          <p:nvPr/>
        </p:nvSpPr>
        <p:spPr>
          <a:xfrm>
            <a:off x="10744200" y="4540198"/>
            <a:ext cx="176480" cy="0"/>
          </a:xfrm>
          <a:prstGeom prst="line">
            <a:avLst/>
          </a:prstGeom>
          <a:noFill/>
          <a:ln w="25400">
            <a:solidFill>
              <a:srgbClr val="A64E8E"/>
            </a:solidFill>
            <a:prstDash val="solid"/>
            <a:headEnd type="none"/>
            <a:tailEnd type="none"/>
          </a:ln>
        </p:spPr>
      </p:sp>
      <p:sp>
        <p:nvSpPr>
          <p:cNvPr id="753" name="Shape 751"/>
          <p:cNvSpPr/>
          <p:nvPr/>
        </p:nvSpPr>
        <p:spPr>
          <a:xfrm>
            <a:off x="10917936" y="4453415"/>
            <a:ext cx="0" cy="89527"/>
          </a:xfrm>
          <a:prstGeom prst="line">
            <a:avLst/>
          </a:prstGeom>
          <a:noFill/>
          <a:ln w="25400">
            <a:solidFill>
              <a:srgbClr val="A64E8E"/>
            </a:solidFill>
            <a:prstDash val="solid"/>
            <a:headEnd type="none"/>
            <a:tailEnd type="none"/>
          </a:ln>
        </p:spPr>
      </p:sp>
      <p:sp>
        <p:nvSpPr>
          <p:cNvPr id="754" name="Shape 752"/>
          <p:cNvSpPr/>
          <p:nvPr/>
        </p:nvSpPr>
        <p:spPr>
          <a:xfrm>
            <a:off x="10917936" y="4456158"/>
            <a:ext cx="176479" cy="0"/>
          </a:xfrm>
          <a:prstGeom prst="line">
            <a:avLst/>
          </a:prstGeom>
          <a:noFill/>
          <a:ln w="25400">
            <a:solidFill>
              <a:srgbClr val="A64E8E"/>
            </a:solidFill>
            <a:prstDash val="solid"/>
            <a:headEnd type="none"/>
            <a:tailEnd type="none"/>
          </a:ln>
        </p:spPr>
      </p:sp>
      <p:sp>
        <p:nvSpPr>
          <p:cNvPr id="755" name="Shape 753"/>
          <p:cNvSpPr/>
          <p:nvPr/>
        </p:nvSpPr>
        <p:spPr>
          <a:xfrm>
            <a:off x="11091672" y="4097415"/>
            <a:ext cx="0" cy="361486"/>
          </a:xfrm>
          <a:prstGeom prst="line">
            <a:avLst/>
          </a:prstGeom>
          <a:noFill/>
          <a:ln w="25400">
            <a:solidFill>
              <a:srgbClr val="A64E8E"/>
            </a:solidFill>
            <a:prstDash val="solid"/>
            <a:headEnd type="none"/>
            <a:tailEnd type="none"/>
          </a:ln>
        </p:spPr>
      </p:sp>
      <p:sp>
        <p:nvSpPr>
          <p:cNvPr id="756" name="Shape 754"/>
          <p:cNvSpPr/>
          <p:nvPr/>
        </p:nvSpPr>
        <p:spPr>
          <a:xfrm>
            <a:off x="11091672" y="4100159"/>
            <a:ext cx="176480" cy="0"/>
          </a:xfrm>
          <a:prstGeom prst="line">
            <a:avLst/>
          </a:prstGeom>
          <a:noFill/>
          <a:ln w="25400">
            <a:solidFill>
              <a:srgbClr val="A64E8E"/>
            </a:solidFill>
            <a:prstDash val="solid"/>
            <a:headEnd type="none"/>
            <a:tailEnd type="none"/>
          </a:ln>
        </p:spPr>
      </p:sp>
      <p:sp>
        <p:nvSpPr>
          <p:cNvPr id="757" name="Shape 755"/>
          <p:cNvSpPr/>
          <p:nvPr/>
        </p:nvSpPr>
        <p:spPr>
          <a:xfrm>
            <a:off x="11265408" y="3961436"/>
            <a:ext cx="0" cy="141465"/>
          </a:xfrm>
          <a:prstGeom prst="line">
            <a:avLst/>
          </a:prstGeom>
          <a:noFill/>
          <a:ln w="25400">
            <a:solidFill>
              <a:srgbClr val="A64E8E"/>
            </a:solidFill>
            <a:prstDash val="solid"/>
            <a:headEnd type="none"/>
            <a:tailEnd type="none"/>
          </a:ln>
        </p:spPr>
      </p:sp>
      <p:sp>
        <p:nvSpPr>
          <p:cNvPr id="758" name="Shape 756"/>
          <p:cNvSpPr/>
          <p:nvPr/>
        </p:nvSpPr>
        <p:spPr>
          <a:xfrm>
            <a:off x="3429000" y="2020824"/>
            <a:ext cx="256032" cy="0"/>
          </a:xfrm>
          <a:prstGeom prst="line">
            <a:avLst/>
          </a:prstGeom>
          <a:noFill/>
          <a:ln w="27940">
            <a:solidFill>
              <a:srgbClr val="A64E8E"/>
            </a:solidFill>
            <a:prstDash val="solid"/>
          </a:ln>
        </p:spPr>
      </p:sp>
      <p:sp>
        <p:nvSpPr>
          <p:cNvPr id="759" name="Text 757"/>
          <p:cNvSpPr/>
          <p:nvPr/>
        </p:nvSpPr>
        <p:spPr>
          <a:xfrm>
            <a:off x="3758184" y="1947672"/>
            <a:ext cx="2011680"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CATALYST FEED</a:t>
            </a:r>
            <a:endParaRPr lang="en-US" sz="920" dirty="0"/>
          </a:p>
        </p:txBody>
      </p:sp>
      <p:sp>
        <p:nvSpPr>
          <p:cNvPr id="760" name="Shape 758"/>
          <p:cNvSpPr/>
          <p:nvPr/>
        </p:nvSpPr>
        <p:spPr>
          <a:xfrm>
            <a:off x="841248" y="2287851"/>
            <a:ext cx="176480" cy="0"/>
          </a:xfrm>
          <a:prstGeom prst="line">
            <a:avLst/>
          </a:prstGeom>
          <a:noFill/>
          <a:ln w="38100">
            <a:solidFill>
              <a:srgbClr val="B48A12"/>
            </a:solidFill>
            <a:prstDash val="solid"/>
            <a:headEnd type="none"/>
            <a:tailEnd type="none"/>
          </a:ln>
        </p:spPr>
      </p:sp>
      <p:sp>
        <p:nvSpPr>
          <p:cNvPr id="761" name="Shape 759"/>
          <p:cNvSpPr/>
          <p:nvPr/>
        </p:nvSpPr>
        <p:spPr>
          <a:xfrm>
            <a:off x="1014984" y="2285108"/>
            <a:ext cx="0" cy="252775"/>
          </a:xfrm>
          <a:prstGeom prst="line">
            <a:avLst/>
          </a:prstGeom>
          <a:noFill/>
          <a:ln w="38100">
            <a:solidFill>
              <a:srgbClr val="B48A12"/>
            </a:solidFill>
            <a:prstDash val="solid"/>
            <a:headEnd type="none"/>
            <a:tailEnd type="none"/>
          </a:ln>
        </p:spPr>
      </p:sp>
      <p:sp>
        <p:nvSpPr>
          <p:cNvPr id="762" name="Shape 760"/>
          <p:cNvSpPr/>
          <p:nvPr/>
        </p:nvSpPr>
        <p:spPr>
          <a:xfrm>
            <a:off x="1014984" y="2535140"/>
            <a:ext cx="176479" cy="0"/>
          </a:xfrm>
          <a:prstGeom prst="line">
            <a:avLst/>
          </a:prstGeom>
          <a:noFill/>
          <a:ln w="38100">
            <a:solidFill>
              <a:srgbClr val="B48A12"/>
            </a:solidFill>
            <a:prstDash val="solid"/>
            <a:headEnd type="none"/>
            <a:tailEnd type="none"/>
          </a:ln>
        </p:spPr>
      </p:sp>
      <p:sp>
        <p:nvSpPr>
          <p:cNvPr id="763" name="Shape 761"/>
          <p:cNvSpPr/>
          <p:nvPr/>
        </p:nvSpPr>
        <p:spPr>
          <a:xfrm>
            <a:off x="1188720" y="2532397"/>
            <a:ext cx="0" cy="262751"/>
          </a:xfrm>
          <a:prstGeom prst="line">
            <a:avLst/>
          </a:prstGeom>
          <a:noFill/>
          <a:ln w="38100">
            <a:solidFill>
              <a:srgbClr val="B48A12"/>
            </a:solidFill>
            <a:prstDash val="solid"/>
            <a:headEnd type="none"/>
            <a:tailEnd type="none"/>
          </a:ln>
        </p:spPr>
      </p:sp>
      <p:sp>
        <p:nvSpPr>
          <p:cNvPr id="764" name="Shape 762"/>
          <p:cNvSpPr/>
          <p:nvPr/>
        </p:nvSpPr>
        <p:spPr>
          <a:xfrm>
            <a:off x="1188720" y="2792405"/>
            <a:ext cx="176480" cy="0"/>
          </a:xfrm>
          <a:prstGeom prst="line">
            <a:avLst/>
          </a:prstGeom>
          <a:noFill/>
          <a:ln w="38100">
            <a:solidFill>
              <a:srgbClr val="B48A12"/>
            </a:solidFill>
            <a:prstDash val="solid"/>
            <a:headEnd type="none"/>
            <a:tailEnd type="none"/>
          </a:ln>
        </p:spPr>
      </p:sp>
      <p:sp>
        <p:nvSpPr>
          <p:cNvPr id="765" name="Shape 763"/>
          <p:cNvSpPr/>
          <p:nvPr/>
        </p:nvSpPr>
        <p:spPr>
          <a:xfrm>
            <a:off x="1362456" y="2789662"/>
            <a:ext cx="0" cy="404123"/>
          </a:xfrm>
          <a:prstGeom prst="line">
            <a:avLst/>
          </a:prstGeom>
          <a:noFill/>
          <a:ln w="38100">
            <a:solidFill>
              <a:srgbClr val="B48A12"/>
            </a:solidFill>
            <a:prstDash val="solid"/>
            <a:headEnd type="none"/>
            <a:tailEnd type="none"/>
          </a:ln>
        </p:spPr>
      </p:sp>
      <p:sp>
        <p:nvSpPr>
          <p:cNvPr id="766" name="Shape 764"/>
          <p:cNvSpPr/>
          <p:nvPr/>
        </p:nvSpPr>
        <p:spPr>
          <a:xfrm>
            <a:off x="1362456" y="3191042"/>
            <a:ext cx="176480" cy="0"/>
          </a:xfrm>
          <a:prstGeom prst="line">
            <a:avLst/>
          </a:prstGeom>
          <a:noFill/>
          <a:ln w="38100">
            <a:solidFill>
              <a:srgbClr val="B48A12"/>
            </a:solidFill>
            <a:prstDash val="solid"/>
            <a:headEnd type="none"/>
            <a:tailEnd type="none"/>
          </a:ln>
        </p:spPr>
      </p:sp>
      <p:sp>
        <p:nvSpPr>
          <p:cNvPr id="767" name="Shape 765"/>
          <p:cNvSpPr/>
          <p:nvPr/>
        </p:nvSpPr>
        <p:spPr>
          <a:xfrm>
            <a:off x="1536192" y="3188298"/>
            <a:ext cx="0" cy="359153"/>
          </a:xfrm>
          <a:prstGeom prst="line">
            <a:avLst/>
          </a:prstGeom>
          <a:noFill/>
          <a:ln w="38100">
            <a:solidFill>
              <a:srgbClr val="B48A12"/>
            </a:solidFill>
            <a:prstDash val="solid"/>
            <a:headEnd type="none"/>
            <a:tailEnd type="none"/>
          </a:ln>
        </p:spPr>
      </p:sp>
      <p:sp>
        <p:nvSpPr>
          <p:cNvPr id="768" name="Shape 766"/>
          <p:cNvSpPr/>
          <p:nvPr/>
        </p:nvSpPr>
        <p:spPr>
          <a:xfrm>
            <a:off x="1536192" y="3544708"/>
            <a:ext cx="176479" cy="0"/>
          </a:xfrm>
          <a:prstGeom prst="line">
            <a:avLst/>
          </a:prstGeom>
          <a:noFill/>
          <a:ln w="38100">
            <a:solidFill>
              <a:srgbClr val="B48A12"/>
            </a:solidFill>
            <a:prstDash val="solid"/>
            <a:headEnd type="none"/>
            <a:tailEnd type="none"/>
          </a:ln>
        </p:spPr>
      </p:sp>
      <p:sp>
        <p:nvSpPr>
          <p:cNvPr id="769" name="Shape 767"/>
          <p:cNvSpPr/>
          <p:nvPr/>
        </p:nvSpPr>
        <p:spPr>
          <a:xfrm>
            <a:off x="1709928" y="3541965"/>
            <a:ext cx="0" cy="292894"/>
          </a:xfrm>
          <a:prstGeom prst="line">
            <a:avLst/>
          </a:prstGeom>
          <a:noFill/>
          <a:ln w="38100">
            <a:solidFill>
              <a:srgbClr val="B48A12"/>
            </a:solidFill>
            <a:prstDash val="solid"/>
            <a:headEnd type="none"/>
            <a:tailEnd type="none"/>
          </a:ln>
        </p:spPr>
      </p:sp>
      <p:sp>
        <p:nvSpPr>
          <p:cNvPr id="770" name="Shape 768"/>
          <p:cNvSpPr/>
          <p:nvPr/>
        </p:nvSpPr>
        <p:spPr>
          <a:xfrm>
            <a:off x="1709928" y="3832116"/>
            <a:ext cx="176480" cy="0"/>
          </a:xfrm>
          <a:prstGeom prst="line">
            <a:avLst/>
          </a:prstGeom>
          <a:noFill/>
          <a:ln w="38100">
            <a:solidFill>
              <a:srgbClr val="B48A12"/>
            </a:solidFill>
            <a:prstDash val="solid"/>
            <a:headEnd type="none"/>
            <a:tailEnd type="none"/>
          </a:ln>
        </p:spPr>
      </p:sp>
      <p:sp>
        <p:nvSpPr>
          <p:cNvPr id="771" name="Shape 769"/>
          <p:cNvSpPr/>
          <p:nvPr/>
        </p:nvSpPr>
        <p:spPr>
          <a:xfrm>
            <a:off x="1883664" y="3829373"/>
            <a:ext cx="0" cy="308952"/>
          </a:xfrm>
          <a:prstGeom prst="line">
            <a:avLst/>
          </a:prstGeom>
          <a:noFill/>
          <a:ln w="38100">
            <a:solidFill>
              <a:srgbClr val="B48A12"/>
            </a:solidFill>
            <a:prstDash val="solid"/>
            <a:headEnd type="none"/>
            <a:tailEnd type="none"/>
          </a:ln>
        </p:spPr>
      </p:sp>
      <p:sp>
        <p:nvSpPr>
          <p:cNvPr id="772" name="Shape 770"/>
          <p:cNvSpPr/>
          <p:nvPr/>
        </p:nvSpPr>
        <p:spPr>
          <a:xfrm>
            <a:off x="1883664" y="4135582"/>
            <a:ext cx="176480" cy="0"/>
          </a:xfrm>
          <a:prstGeom prst="line">
            <a:avLst/>
          </a:prstGeom>
          <a:noFill/>
          <a:ln w="38100">
            <a:solidFill>
              <a:srgbClr val="B48A12"/>
            </a:solidFill>
            <a:prstDash val="solid"/>
            <a:headEnd type="none"/>
            <a:tailEnd type="none"/>
          </a:ln>
        </p:spPr>
      </p:sp>
      <p:sp>
        <p:nvSpPr>
          <p:cNvPr id="773" name="Shape 771"/>
          <p:cNvSpPr/>
          <p:nvPr/>
        </p:nvSpPr>
        <p:spPr>
          <a:xfrm>
            <a:off x="2057400" y="4132839"/>
            <a:ext cx="0" cy="92466"/>
          </a:xfrm>
          <a:prstGeom prst="line">
            <a:avLst/>
          </a:prstGeom>
          <a:noFill/>
          <a:ln w="38100">
            <a:solidFill>
              <a:srgbClr val="B48A12"/>
            </a:solidFill>
            <a:prstDash val="solid"/>
            <a:headEnd type="none"/>
            <a:tailEnd type="none"/>
          </a:ln>
        </p:spPr>
      </p:sp>
      <p:sp>
        <p:nvSpPr>
          <p:cNvPr id="774" name="Shape 772"/>
          <p:cNvSpPr/>
          <p:nvPr/>
        </p:nvSpPr>
        <p:spPr>
          <a:xfrm>
            <a:off x="2057400" y="4222561"/>
            <a:ext cx="176479" cy="0"/>
          </a:xfrm>
          <a:prstGeom prst="line">
            <a:avLst/>
          </a:prstGeom>
          <a:noFill/>
          <a:ln w="38100">
            <a:solidFill>
              <a:srgbClr val="B48A12"/>
            </a:solidFill>
            <a:prstDash val="solid"/>
            <a:headEnd type="none"/>
            <a:tailEnd type="none"/>
          </a:ln>
        </p:spPr>
      </p:sp>
      <p:sp>
        <p:nvSpPr>
          <p:cNvPr id="775" name="Shape 773"/>
          <p:cNvSpPr/>
          <p:nvPr/>
        </p:nvSpPr>
        <p:spPr>
          <a:xfrm>
            <a:off x="2231136" y="4219818"/>
            <a:ext cx="0" cy="25533"/>
          </a:xfrm>
          <a:prstGeom prst="line">
            <a:avLst/>
          </a:prstGeom>
          <a:noFill/>
          <a:ln w="38100">
            <a:solidFill>
              <a:srgbClr val="B48A12"/>
            </a:solidFill>
            <a:prstDash val="solid"/>
            <a:headEnd type="none"/>
            <a:tailEnd type="none"/>
          </a:ln>
        </p:spPr>
      </p:sp>
      <p:sp>
        <p:nvSpPr>
          <p:cNvPr id="776" name="Shape 774"/>
          <p:cNvSpPr/>
          <p:nvPr/>
        </p:nvSpPr>
        <p:spPr>
          <a:xfrm>
            <a:off x="2231136" y="4242608"/>
            <a:ext cx="176480" cy="0"/>
          </a:xfrm>
          <a:prstGeom prst="line">
            <a:avLst/>
          </a:prstGeom>
          <a:noFill/>
          <a:ln w="38100">
            <a:solidFill>
              <a:srgbClr val="B48A12"/>
            </a:solidFill>
            <a:prstDash val="solid"/>
            <a:headEnd type="none"/>
            <a:tailEnd type="none"/>
          </a:ln>
        </p:spPr>
      </p:sp>
      <p:sp>
        <p:nvSpPr>
          <p:cNvPr id="777" name="Shape 775"/>
          <p:cNvSpPr/>
          <p:nvPr/>
        </p:nvSpPr>
        <p:spPr>
          <a:xfrm>
            <a:off x="2404872" y="4195112"/>
            <a:ext cx="0" cy="50239"/>
          </a:xfrm>
          <a:prstGeom prst="line">
            <a:avLst/>
          </a:prstGeom>
          <a:noFill/>
          <a:ln w="38100">
            <a:solidFill>
              <a:srgbClr val="B48A12"/>
            </a:solidFill>
            <a:prstDash val="solid"/>
            <a:headEnd type="none"/>
            <a:tailEnd type="none"/>
          </a:ln>
        </p:spPr>
      </p:sp>
      <p:sp>
        <p:nvSpPr>
          <p:cNvPr id="778" name="Shape 776"/>
          <p:cNvSpPr/>
          <p:nvPr/>
        </p:nvSpPr>
        <p:spPr>
          <a:xfrm>
            <a:off x="2404872" y="4197855"/>
            <a:ext cx="176480" cy="0"/>
          </a:xfrm>
          <a:prstGeom prst="line">
            <a:avLst/>
          </a:prstGeom>
          <a:noFill/>
          <a:ln w="38100">
            <a:solidFill>
              <a:srgbClr val="B48A12"/>
            </a:solidFill>
            <a:prstDash val="solid"/>
            <a:headEnd type="none"/>
            <a:tailEnd type="none"/>
          </a:ln>
        </p:spPr>
      </p:sp>
      <p:sp>
        <p:nvSpPr>
          <p:cNvPr id="779" name="Shape 777"/>
          <p:cNvSpPr/>
          <p:nvPr/>
        </p:nvSpPr>
        <p:spPr>
          <a:xfrm>
            <a:off x="2578608" y="4195112"/>
            <a:ext cx="0" cy="51052"/>
          </a:xfrm>
          <a:prstGeom prst="line">
            <a:avLst/>
          </a:prstGeom>
          <a:noFill/>
          <a:ln w="38100">
            <a:solidFill>
              <a:srgbClr val="B48A12"/>
            </a:solidFill>
            <a:prstDash val="solid"/>
            <a:headEnd type="none"/>
            <a:tailEnd type="none"/>
          </a:ln>
        </p:spPr>
      </p:sp>
      <p:sp>
        <p:nvSpPr>
          <p:cNvPr id="780" name="Shape 778"/>
          <p:cNvSpPr/>
          <p:nvPr/>
        </p:nvSpPr>
        <p:spPr>
          <a:xfrm>
            <a:off x="2578608" y="4243421"/>
            <a:ext cx="176479" cy="0"/>
          </a:xfrm>
          <a:prstGeom prst="line">
            <a:avLst/>
          </a:prstGeom>
          <a:noFill/>
          <a:ln w="38100">
            <a:solidFill>
              <a:srgbClr val="B48A12"/>
            </a:solidFill>
            <a:prstDash val="solid"/>
            <a:headEnd type="none"/>
            <a:tailEnd type="none"/>
          </a:ln>
        </p:spPr>
      </p:sp>
      <p:sp>
        <p:nvSpPr>
          <p:cNvPr id="781" name="Shape 779"/>
          <p:cNvSpPr/>
          <p:nvPr/>
        </p:nvSpPr>
        <p:spPr>
          <a:xfrm>
            <a:off x="2752344" y="4162765"/>
            <a:ext cx="0" cy="83400"/>
          </a:xfrm>
          <a:prstGeom prst="line">
            <a:avLst/>
          </a:prstGeom>
          <a:noFill/>
          <a:ln w="38100">
            <a:solidFill>
              <a:srgbClr val="B48A12"/>
            </a:solidFill>
            <a:prstDash val="solid"/>
            <a:headEnd type="none"/>
            <a:tailEnd type="none"/>
          </a:ln>
        </p:spPr>
      </p:sp>
      <p:sp>
        <p:nvSpPr>
          <p:cNvPr id="782" name="Shape 780"/>
          <p:cNvSpPr/>
          <p:nvPr/>
        </p:nvSpPr>
        <p:spPr>
          <a:xfrm>
            <a:off x="2752344" y="4165508"/>
            <a:ext cx="176480" cy="0"/>
          </a:xfrm>
          <a:prstGeom prst="line">
            <a:avLst/>
          </a:prstGeom>
          <a:noFill/>
          <a:ln w="38100">
            <a:solidFill>
              <a:srgbClr val="B48A12"/>
            </a:solidFill>
            <a:prstDash val="solid"/>
            <a:headEnd type="none"/>
            <a:tailEnd type="none"/>
          </a:ln>
        </p:spPr>
      </p:sp>
      <p:sp>
        <p:nvSpPr>
          <p:cNvPr id="783" name="Shape 781"/>
          <p:cNvSpPr/>
          <p:nvPr/>
        </p:nvSpPr>
        <p:spPr>
          <a:xfrm>
            <a:off x="2926080" y="4088473"/>
            <a:ext cx="0" cy="79778"/>
          </a:xfrm>
          <a:prstGeom prst="line">
            <a:avLst/>
          </a:prstGeom>
          <a:noFill/>
          <a:ln w="38100">
            <a:solidFill>
              <a:srgbClr val="B48A12"/>
            </a:solidFill>
            <a:prstDash val="solid"/>
            <a:headEnd type="none"/>
            <a:tailEnd type="none"/>
          </a:ln>
        </p:spPr>
      </p:sp>
      <p:sp>
        <p:nvSpPr>
          <p:cNvPr id="784" name="Shape 782"/>
          <p:cNvSpPr/>
          <p:nvPr/>
        </p:nvSpPr>
        <p:spPr>
          <a:xfrm>
            <a:off x="2926080" y="4091216"/>
            <a:ext cx="176480" cy="0"/>
          </a:xfrm>
          <a:prstGeom prst="line">
            <a:avLst/>
          </a:prstGeom>
          <a:noFill/>
          <a:ln w="38100">
            <a:solidFill>
              <a:srgbClr val="B48A12"/>
            </a:solidFill>
            <a:prstDash val="solid"/>
            <a:headEnd type="none"/>
            <a:tailEnd type="none"/>
          </a:ln>
        </p:spPr>
      </p:sp>
      <p:sp>
        <p:nvSpPr>
          <p:cNvPr id="785" name="Shape 783"/>
          <p:cNvSpPr/>
          <p:nvPr/>
        </p:nvSpPr>
        <p:spPr>
          <a:xfrm>
            <a:off x="3099816" y="4023310"/>
            <a:ext cx="0" cy="70650"/>
          </a:xfrm>
          <a:prstGeom prst="line">
            <a:avLst/>
          </a:prstGeom>
          <a:noFill/>
          <a:ln w="38100">
            <a:solidFill>
              <a:srgbClr val="B48A12"/>
            </a:solidFill>
            <a:prstDash val="solid"/>
            <a:headEnd type="none"/>
            <a:tailEnd type="none"/>
          </a:ln>
        </p:spPr>
      </p:sp>
      <p:sp>
        <p:nvSpPr>
          <p:cNvPr id="786" name="Shape 784"/>
          <p:cNvSpPr/>
          <p:nvPr/>
        </p:nvSpPr>
        <p:spPr>
          <a:xfrm>
            <a:off x="3099816" y="4026053"/>
            <a:ext cx="176479" cy="0"/>
          </a:xfrm>
          <a:prstGeom prst="line">
            <a:avLst/>
          </a:prstGeom>
          <a:noFill/>
          <a:ln w="38100">
            <a:solidFill>
              <a:srgbClr val="B48A12"/>
            </a:solidFill>
            <a:prstDash val="solid"/>
            <a:headEnd type="none"/>
            <a:tailEnd type="none"/>
          </a:ln>
        </p:spPr>
      </p:sp>
      <p:sp>
        <p:nvSpPr>
          <p:cNvPr id="787" name="Shape 785"/>
          <p:cNvSpPr/>
          <p:nvPr/>
        </p:nvSpPr>
        <p:spPr>
          <a:xfrm>
            <a:off x="3273552" y="3984356"/>
            <a:ext cx="0" cy="44440"/>
          </a:xfrm>
          <a:prstGeom prst="line">
            <a:avLst/>
          </a:prstGeom>
          <a:noFill/>
          <a:ln w="38100">
            <a:solidFill>
              <a:srgbClr val="B48A12"/>
            </a:solidFill>
            <a:prstDash val="solid"/>
            <a:headEnd type="none"/>
            <a:tailEnd type="none"/>
          </a:ln>
        </p:spPr>
      </p:sp>
      <p:sp>
        <p:nvSpPr>
          <p:cNvPr id="788" name="Shape 786"/>
          <p:cNvSpPr/>
          <p:nvPr/>
        </p:nvSpPr>
        <p:spPr>
          <a:xfrm>
            <a:off x="3273552" y="3987100"/>
            <a:ext cx="176480" cy="0"/>
          </a:xfrm>
          <a:prstGeom prst="line">
            <a:avLst/>
          </a:prstGeom>
          <a:noFill/>
          <a:ln w="38100">
            <a:solidFill>
              <a:srgbClr val="B48A12"/>
            </a:solidFill>
            <a:prstDash val="solid"/>
            <a:headEnd type="none"/>
            <a:tailEnd type="none"/>
          </a:ln>
        </p:spPr>
      </p:sp>
      <p:sp>
        <p:nvSpPr>
          <p:cNvPr id="789" name="Shape 787"/>
          <p:cNvSpPr/>
          <p:nvPr/>
        </p:nvSpPr>
        <p:spPr>
          <a:xfrm>
            <a:off x="3447288" y="3963020"/>
            <a:ext cx="0" cy="26823"/>
          </a:xfrm>
          <a:prstGeom prst="line">
            <a:avLst/>
          </a:prstGeom>
          <a:noFill/>
          <a:ln w="38100">
            <a:solidFill>
              <a:srgbClr val="B48A12"/>
            </a:solidFill>
            <a:prstDash val="solid"/>
            <a:headEnd type="none"/>
            <a:tailEnd type="none"/>
          </a:ln>
        </p:spPr>
      </p:sp>
      <p:sp>
        <p:nvSpPr>
          <p:cNvPr id="790" name="Shape 788"/>
          <p:cNvSpPr/>
          <p:nvPr/>
        </p:nvSpPr>
        <p:spPr>
          <a:xfrm>
            <a:off x="3447288" y="3965763"/>
            <a:ext cx="176480" cy="0"/>
          </a:xfrm>
          <a:prstGeom prst="line">
            <a:avLst/>
          </a:prstGeom>
          <a:noFill/>
          <a:ln w="38100">
            <a:solidFill>
              <a:srgbClr val="B48A12"/>
            </a:solidFill>
            <a:prstDash val="solid"/>
            <a:headEnd type="none"/>
            <a:tailEnd type="none"/>
          </a:ln>
        </p:spPr>
      </p:sp>
      <p:sp>
        <p:nvSpPr>
          <p:cNvPr id="791" name="Shape 789"/>
          <p:cNvSpPr/>
          <p:nvPr/>
        </p:nvSpPr>
        <p:spPr>
          <a:xfrm>
            <a:off x="3621024" y="3963020"/>
            <a:ext cx="0" cy="125362"/>
          </a:xfrm>
          <a:prstGeom prst="line">
            <a:avLst/>
          </a:prstGeom>
          <a:noFill/>
          <a:ln w="38100">
            <a:solidFill>
              <a:srgbClr val="B48A12"/>
            </a:solidFill>
            <a:prstDash val="solid"/>
            <a:headEnd type="none"/>
            <a:tailEnd type="none"/>
          </a:ln>
        </p:spPr>
      </p:sp>
      <p:sp>
        <p:nvSpPr>
          <p:cNvPr id="792" name="Shape 790"/>
          <p:cNvSpPr/>
          <p:nvPr/>
        </p:nvSpPr>
        <p:spPr>
          <a:xfrm>
            <a:off x="3621024" y="4085639"/>
            <a:ext cx="176479" cy="0"/>
          </a:xfrm>
          <a:prstGeom prst="line">
            <a:avLst/>
          </a:prstGeom>
          <a:noFill/>
          <a:ln w="38100">
            <a:solidFill>
              <a:srgbClr val="B48A12"/>
            </a:solidFill>
            <a:prstDash val="solid"/>
            <a:headEnd type="none"/>
            <a:tailEnd type="none"/>
          </a:ln>
        </p:spPr>
      </p:sp>
      <p:sp>
        <p:nvSpPr>
          <p:cNvPr id="793" name="Shape 791"/>
          <p:cNvSpPr/>
          <p:nvPr/>
        </p:nvSpPr>
        <p:spPr>
          <a:xfrm>
            <a:off x="3794760" y="4082895"/>
            <a:ext cx="0" cy="25791"/>
          </a:xfrm>
          <a:prstGeom prst="line">
            <a:avLst/>
          </a:prstGeom>
          <a:noFill/>
          <a:ln w="38100">
            <a:solidFill>
              <a:srgbClr val="B48A12"/>
            </a:solidFill>
            <a:prstDash val="solid"/>
            <a:headEnd type="none"/>
            <a:tailEnd type="none"/>
          </a:ln>
        </p:spPr>
      </p:sp>
      <p:sp>
        <p:nvSpPr>
          <p:cNvPr id="794" name="Shape 792"/>
          <p:cNvSpPr/>
          <p:nvPr/>
        </p:nvSpPr>
        <p:spPr>
          <a:xfrm>
            <a:off x="3794760" y="4105943"/>
            <a:ext cx="176480" cy="0"/>
          </a:xfrm>
          <a:prstGeom prst="line">
            <a:avLst/>
          </a:prstGeom>
          <a:noFill/>
          <a:ln w="38100">
            <a:solidFill>
              <a:srgbClr val="B48A12"/>
            </a:solidFill>
            <a:prstDash val="solid"/>
            <a:headEnd type="none"/>
            <a:tailEnd type="none"/>
          </a:ln>
        </p:spPr>
      </p:sp>
      <p:sp>
        <p:nvSpPr>
          <p:cNvPr id="795" name="Shape 793"/>
          <p:cNvSpPr/>
          <p:nvPr/>
        </p:nvSpPr>
        <p:spPr>
          <a:xfrm>
            <a:off x="3968496" y="4103200"/>
            <a:ext cx="0" cy="33112"/>
          </a:xfrm>
          <a:prstGeom prst="line">
            <a:avLst/>
          </a:prstGeom>
          <a:noFill/>
          <a:ln w="38100">
            <a:solidFill>
              <a:srgbClr val="B48A12"/>
            </a:solidFill>
            <a:prstDash val="solid"/>
            <a:headEnd type="none"/>
            <a:tailEnd type="none"/>
          </a:ln>
        </p:spPr>
      </p:sp>
      <p:sp>
        <p:nvSpPr>
          <p:cNvPr id="796" name="Shape 794"/>
          <p:cNvSpPr/>
          <p:nvPr/>
        </p:nvSpPr>
        <p:spPr>
          <a:xfrm>
            <a:off x="3968496" y="4133569"/>
            <a:ext cx="176480" cy="0"/>
          </a:xfrm>
          <a:prstGeom prst="line">
            <a:avLst/>
          </a:prstGeom>
          <a:noFill/>
          <a:ln w="38100">
            <a:solidFill>
              <a:srgbClr val="B48A12"/>
            </a:solidFill>
            <a:prstDash val="solid"/>
            <a:headEnd type="none"/>
            <a:tailEnd type="none"/>
          </a:ln>
        </p:spPr>
      </p:sp>
      <p:sp>
        <p:nvSpPr>
          <p:cNvPr id="797" name="Shape 795"/>
          <p:cNvSpPr/>
          <p:nvPr/>
        </p:nvSpPr>
        <p:spPr>
          <a:xfrm>
            <a:off x="4142232" y="4130826"/>
            <a:ext cx="0" cy="33760"/>
          </a:xfrm>
          <a:prstGeom prst="line">
            <a:avLst/>
          </a:prstGeom>
          <a:noFill/>
          <a:ln w="38100">
            <a:solidFill>
              <a:srgbClr val="B48A12"/>
            </a:solidFill>
            <a:prstDash val="solid"/>
            <a:headEnd type="none"/>
            <a:tailEnd type="none"/>
          </a:ln>
        </p:spPr>
      </p:sp>
      <p:sp>
        <p:nvSpPr>
          <p:cNvPr id="798" name="Shape 796"/>
          <p:cNvSpPr/>
          <p:nvPr/>
        </p:nvSpPr>
        <p:spPr>
          <a:xfrm>
            <a:off x="4142232" y="4161842"/>
            <a:ext cx="176479" cy="0"/>
          </a:xfrm>
          <a:prstGeom prst="line">
            <a:avLst/>
          </a:prstGeom>
          <a:noFill/>
          <a:ln w="38100">
            <a:solidFill>
              <a:srgbClr val="B48A12"/>
            </a:solidFill>
            <a:prstDash val="solid"/>
            <a:headEnd type="none"/>
            <a:tailEnd type="none"/>
          </a:ln>
        </p:spPr>
      </p:sp>
      <p:sp>
        <p:nvSpPr>
          <p:cNvPr id="799" name="Shape 797"/>
          <p:cNvSpPr/>
          <p:nvPr/>
        </p:nvSpPr>
        <p:spPr>
          <a:xfrm>
            <a:off x="4315968" y="4159099"/>
            <a:ext cx="0" cy="134858"/>
          </a:xfrm>
          <a:prstGeom prst="line">
            <a:avLst/>
          </a:prstGeom>
          <a:noFill/>
          <a:ln w="38100">
            <a:solidFill>
              <a:srgbClr val="B48A12"/>
            </a:solidFill>
            <a:prstDash val="solid"/>
            <a:headEnd type="none"/>
            <a:tailEnd type="none"/>
          </a:ln>
        </p:spPr>
      </p:sp>
      <p:sp>
        <p:nvSpPr>
          <p:cNvPr id="800" name="Shape 798"/>
          <p:cNvSpPr/>
          <p:nvPr/>
        </p:nvSpPr>
        <p:spPr>
          <a:xfrm>
            <a:off x="4315968" y="4291214"/>
            <a:ext cx="176480" cy="0"/>
          </a:xfrm>
          <a:prstGeom prst="line">
            <a:avLst/>
          </a:prstGeom>
          <a:noFill/>
          <a:ln w="38100">
            <a:solidFill>
              <a:srgbClr val="B48A12"/>
            </a:solidFill>
            <a:prstDash val="solid"/>
            <a:headEnd type="none"/>
            <a:tailEnd type="none"/>
          </a:ln>
        </p:spPr>
      </p:sp>
      <p:sp>
        <p:nvSpPr>
          <p:cNvPr id="801" name="Shape 799"/>
          <p:cNvSpPr/>
          <p:nvPr/>
        </p:nvSpPr>
        <p:spPr>
          <a:xfrm>
            <a:off x="4489704" y="4288471"/>
            <a:ext cx="0" cy="7559"/>
          </a:xfrm>
          <a:prstGeom prst="line">
            <a:avLst/>
          </a:prstGeom>
          <a:noFill/>
          <a:ln w="38100">
            <a:solidFill>
              <a:srgbClr val="B48A12"/>
            </a:solidFill>
            <a:prstDash val="solid"/>
            <a:headEnd type="none"/>
            <a:tailEnd type="none"/>
          </a:ln>
        </p:spPr>
      </p:sp>
      <p:sp>
        <p:nvSpPr>
          <p:cNvPr id="802" name="Shape 800"/>
          <p:cNvSpPr/>
          <p:nvPr/>
        </p:nvSpPr>
        <p:spPr>
          <a:xfrm>
            <a:off x="4489704" y="4293287"/>
            <a:ext cx="176480" cy="0"/>
          </a:xfrm>
          <a:prstGeom prst="line">
            <a:avLst/>
          </a:prstGeom>
          <a:noFill/>
          <a:ln w="38100">
            <a:solidFill>
              <a:srgbClr val="B48A12"/>
            </a:solidFill>
            <a:prstDash val="solid"/>
            <a:headEnd type="none"/>
            <a:tailEnd type="none"/>
          </a:ln>
        </p:spPr>
      </p:sp>
      <p:sp>
        <p:nvSpPr>
          <p:cNvPr id="803" name="Shape 801"/>
          <p:cNvSpPr/>
          <p:nvPr/>
        </p:nvSpPr>
        <p:spPr>
          <a:xfrm>
            <a:off x="4663440" y="4274610"/>
            <a:ext cx="0" cy="21420"/>
          </a:xfrm>
          <a:prstGeom prst="line">
            <a:avLst/>
          </a:prstGeom>
          <a:noFill/>
          <a:ln w="38100">
            <a:solidFill>
              <a:srgbClr val="B48A12"/>
            </a:solidFill>
            <a:prstDash val="solid"/>
            <a:headEnd type="none"/>
            <a:tailEnd type="none"/>
          </a:ln>
        </p:spPr>
      </p:sp>
      <p:sp>
        <p:nvSpPr>
          <p:cNvPr id="804" name="Shape 802"/>
          <p:cNvSpPr/>
          <p:nvPr/>
        </p:nvSpPr>
        <p:spPr>
          <a:xfrm>
            <a:off x="4663440" y="4277353"/>
            <a:ext cx="176479" cy="0"/>
          </a:xfrm>
          <a:prstGeom prst="line">
            <a:avLst/>
          </a:prstGeom>
          <a:noFill/>
          <a:ln w="38100">
            <a:solidFill>
              <a:srgbClr val="B48A12"/>
            </a:solidFill>
            <a:prstDash val="solid"/>
            <a:headEnd type="none"/>
            <a:tailEnd type="none"/>
          </a:ln>
        </p:spPr>
      </p:sp>
      <p:sp>
        <p:nvSpPr>
          <p:cNvPr id="805" name="Shape 803"/>
          <p:cNvSpPr/>
          <p:nvPr/>
        </p:nvSpPr>
        <p:spPr>
          <a:xfrm>
            <a:off x="4837176" y="4260137"/>
            <a:ext cx="0" cy="19959"/>
          </a:xfrm>
          <a:prstGeom prst="line">
            <a:avLst/>
          </a:prstGeom>
          <a:noFill/>
          <a:ln w="38100">
            <a:solidFill>
              <a:srgbClr val="B48A12"/>
            </a:solidFill>
            <a:prstDash val="solid"/>
            <a:headEnd type="none"/>
            <a:tailEnd type="none"/>
          </a:ln>
        </p:spPr>
      </p:sp>
      <p:sp>
        <p:nvSpPr>
          <p:cNvPr id="806" name="Shape 804"/>
          <p:cNvSpPr/>
          <p:nvPr/>
        </p:nvSpPr>
        <p:spPr>
          <a:xfrm>
            <a:off x="4837176" y="4262880"/>
            <a:ext cx="176480" cy="0"/>
          </a:xfrm>
          <a:prstGeom prst="line">
            <a:avLst/>
          </a:prstGeom>
          <a:noFill/>
          <a:ln w="38100">
            <a:solidFill>
              <a:srgbClr val="B48A12"/>
            </a:solidFill>
            <a:prstDash val="solid"/>
            <a:headEnd type="none"/>
            <a:tailEnd type="none"/>
          </a:ln>
        </p:spPr>
      </p:sp>
      <p:sp>
        <p:nvSpPr>
          <p:cNvPr id="807" name="Shape 805"/>
          <p:cNvSpPr/>
          <p:nvPr/>
        </p:nvSpPr>
        <p:spPr>
          <a:xfrm>
            <a:off x="5010912" y="4260137"/>
            <a:ext cx="0" cy="115678"/>
          </a:xfrm>
          <a:prstGeom prst="line">
            <a:avLst/>
          </a:prstGeom>
          <a:noFill/>
          <a:ln w="38100">
            <a:solidFill>
              <a:srgbClr val="B48A12"/>
            </a:solidFill>
            <a:prstDash val="solid"/>
            <a:headEnd type="none"/>
            <a:tailEnd type="none"/>
          </a:ln>
        </p:spPr>
      </p:sp>
      <p:sp>
        <p:nvSpPr>
          <p:cNvPr id="808" name="Shape 806"/>
          <p:cNvSpPr/>
          <p:nvPr/>
        </p:nvSpPr>
        <p:spPr>
          <a:xfrm>
            <a:off x="5010912" y="4373072"/>
            <a:ext cx="176480" cy="0"/>
          </a:xfrm>
          <a:prstGeom prst="line">
            <a:avLst/>
          </a:prstGeom>
          <a:noFill/>
          <a:ln w="38100">
            <a:solidFill>
              <a:srgbClr val="B48A12"/>
            </a:solidFill>
            <a:prstDash val="solid"/>
            <a:headEnd type="none"/>
            <a:tailEnd type="none"/>
          </a:ln>
        </p:spPr>
      </p:sp>
      <p:sp>
        <p:nvSpPr>
          <p:cNvPr id="809" name="Shape 807"/>
          <p:cNvSpPr/>
          <p:nvPr/>
        </p:nvSpPr>
        <p:spPr>
          <a:xfrm>
            <a:off x="5184648" y="4333111"/>
            <a:ext cx="0" cy="42704"/>
          </a:xfrm>
          <a:prstGeom prst="line">
            <a:avLst/>
          </a:prstGeom>
          <a:noFill/>
          <a:ln w="38100">
            <a:solidFill>
              <a:srgbClr val="B48A12"/>
            </a:solidFill>
            <a:prstDash val="solid"/>
            <a:headEnd type="none"/>
            <a:tailEnd type="none"/>
          </a:ln>
        </p:spPr>
      </p:sp>
      <p:sp>
        <p:nvSpPr>
          <p:cNvPr id="810" name="Shape 808"/>
          <p:cNvSpPr/>
          <p:nvPr/>
        </p:nvSpPr>
        <p:spPr>
          <a:xfrm>
            <a:off x="5184648" y="4335854"/>
            <a:ext cx="176479" cy="0"/>
          </a:xfrm>
          <a:prstGeom prst="line">
            <a:avLst/>
          </a:prstGeom>
          <a:noFill/>
          <a:ln w="38100">
            <a:solidFill>
              <a:srgbClr val="B48A12"/>
            </a:solidFill>
            <a:prstDash val="solid"/>
            <a:headEnd type="none"/>
            <a:tailEnd type="none"/>
          </a:ln>
        </p:spPr>
      </p:sp>
      <p:sp>
        <p:nvSpPr>
          <p:cNvPr id="811" name="Shape 809"/>
          <p:cNvSpPr/>
          <p:nvPr/>
        </p:nvSpPr>
        <p:spPr>
          <a:xfrm>
            <a:off x="5358384" y="4333111"/>
            <a:ext cx="0" cy="65081"/>
          </a:xfrm>
          <a:prstGeom prst="line">
            <a:avLst/>
          </a:prstGeom>
          <a:noFill/>
          <a:ln w="38100">
            <a:solidFill>
              <a:srgbClr val="B48A12"/>
            </a:solidFill>
            <a:prstDash val="solid"/>
            <a:headEnd type="none"/>
            <a:tailEnd type="none"/>
          </a:ln>
        </p:spPr>
      </p:sp>
      <p:sp>
        <p:nvSpPr>
          <p:cNvPr id="812" name="Shape 810"/>
          <p:cNvSpPr/>
          <p:nvPr/>
        </p:nvSpPr>
        <p:spPr>
          <a:xfrm>
            <a:off x="5358384" y="4395449"/>
            <a:ext cx="176480" cy="0"/>
          </a:xfrm>
          <a:prstGeom prst="line">
            <a:avLst/>
          </a:prstGeom>
          <a:noFill/>
          <a:ln w="38100">
            <a:solidFill>
              <a:srgbClr val="B48A12"/>
            </a:solidFill>
            <a:prstDash val="solid"/>
            <a:headEnd type="none"/>
            <a:tailEnd type="none"/>
          </a:ln>
        </p:spPr>
      </p:sp>
      <p:sp>
        <p:nvSpPr>
          <p:cNvPr id="813" name="Shape 811"/>
          <p:cNvSpPr/>
          <p:nvPr/>
        </p:nvSpPr>
        <p:spPr>
          <a:xfrm>
            <a:off x="5532120" y="4328590"/>
            <a:ext cx="0" cy="69602"/>
          </a:xfrm>
          <a:prstGeom prst="line">
            <a:avLst/>
          </a:prstGeom>
          <a:noFill/>
          <a:ln w="38100">
            <a:solidFill>
              <a:srgbClr val="B48A12"/>
            </a:solidFill>
            <a:prstDash val="solid"/>
            <a:headEnd type="none"/>
            <a:tailEnd type="none"/>
          </a:ln>
        </p:spPr>
      </p:sp>
      <p:sp>
        <p:nvSpPr>
          <p:cNvPr id="814" name="Shape 812"/>
          <p:cNvSpPr/>
          <p:nvPr/>
        </p:nvSpPr>
        <p:spPr>
          <a:xfrm>
            <a:off x="5532120" y="4331333"/>
            <a:ext cx="176480" cy="0"/>
          </a:xfrm>
          <a:prstGeom prst="line">
            <a:avLst/>
          </a:prstGeom>
          <a:noFill/>
          <a:ln w="38100">
            <a:solidFill>
              <a:srgbClr val="B48A12"/>
            </a:solidFill>
            <a:prstDash val="solid"/>
            <a:headEnd type="none"/>
            <a:tailEnd type="none"/>
          </a:ln>
        </p:spPr>
      </p:sp>
      <p:sp>
        <p:nvSpPr>
          <p:cNvPr id="815" name="Shape 813"/>
          <p:cNvSpPr/>
          <p:nvPr/>
        </p:nvSpPr>
        <p:spPr>
          <a:xfrm>
            <a:off x="5705856" y="4279782"/>
            <a:ext cx="0" cy="54295"/>
          </a:xfrm>
          <a:prstGeom prst="line">
            <a:avLst/>
          </a:prstGeom>
          <a:noFill/>
          <a:ln w="38100">
            <a:solidFill>
              <a:srgbClr val="B48A12"/>
            </a:solidFill>
            <a:prstDash val="solid"/>
            <a:headEnd type="none"/>
            <a:tailEnd type="none"/>
          </a:ln>
        </p:spPr>
      </p:sp>
      <p:sp>
        <p:nvSpPr>
          <p:cNvPr id="816" name="Shape 814"/>
          <p:cNvSpPr/>
          <p:nvPr/>
        </p:nvSpPr>
        <p:spPr>
          <a:xfrm>
            <a:off x="5705856" y="4282525"/>
            <a:ext cx="176479" cy="0"/>
          </a:xfrm>
          <a:prstGeom prst="line">
            <a:avLst/>
          </a:prstGeom>
          <a:noFill/>
          <a:ln w="38100">
            <a:solidFill>
              <a:srgbClr val="B48A12"/>
            </a:solidFill>
            <a:prstDash val="solid"/>
            <a:headEnd type="none"/>
            <a:tailEnd type="none"/>
          </a:ln>
        </p:spPr>
      </p:sp>
      <p:sp>
        <p:nvSpPr>
          <p:cNvPr id="817" name="Shape 815"/>
          <p:cNvSpPr/>
          <p:nvPr/>
        </p:nvSpPr>
        <p:spPr>
          <a:xfrm>
            <a:off x="5879592" y="4240458"/>
            <a:ext cx="0" cy="44810"/>
          </a:xfrm>
          <a:prstGeom prst="line">
            <a:avLst/>
          </a:prstGeom>
          <a:noFill/>
          <a:ln w="38100">
            <a:solidFill>
              <a:srgbClr val="B48A12"/>
            </a:solidFill>
            <a:prstDash val="solid"/>
            <a:headEnd type="none"/>
            <a:tailEnd type="none"/>
          </a:ln>
        </p:spPr>
      </p:sp>
      <p:sp>
        <p:nvSpPr>
          <p:cNvPr id="818" name="Shape 816"/>
          <p:cNvSpPr/>
          <p:nvPr/>
        </p:nvSpPr>
        <p:spPr>
          <a:xfrm>
            <a:off x="5879592" y="4243201"/>
            <a:ext cx="176480" cy="0"/>
          </a:xfrm>
          <a:prstGeom prst="line">
            <a:avLst/>
          </a:prstGeom>
          <a:noFill/>
          <a:ln w="38100">
            <a:solidFill>
              <a:srgbClr val="B48A12"/>
            </a:solidFill>
            <a:prstDash val="solid"/>
            <a:headEnd type="none"/>
            <a:tailEnd type="none"/>
          </a:ln>
        </p:spPr>
      </p:sp>
      <p:sp>
        <p:nvSpPr>
          <p:cNvPr id="819" name="Shape 817"/>
          <p:cNvSpPr/>
          <p:nvPr/>
        </p:nvSpPr>
        <p:spPr>
          <a:xfrm>
            <a:off x="6053328" y="4240458"/>
            <a:ext cx="0" cy="95944"/>
          </a:xfrm>
          <a:prstGeom prst="line">
            <a:avLst/>
          </a:prstGeom>
          <a:noFill/>
          <a:ln w="38100">
            <a:solidFill>
              <a:srgbClr val="B48A12"/>
            </a:solidFill>
            <a:prstDash val="solid"/>
            <a:headEnd type="none"/>
            <a:tailEnd type="none"/>
          </a:ln>
        </p:spPr>
      </p:sp>
      <p:sp>
        <p:nvSpPr>
          <p:cNvPr id="820" name="Shape 818"/>
          <p:cNvSpPr/>
          <p:nvPr/>
        </p:nvSpPr>
        <p:spPr>
          <a:xfrm>
            <a:off x="6053328" y="4333659"/>
            <a:ext cx="176480" cy="0"/>
          </a:xfrm>
          <a:prstGeom prst="line">
            <a:avLst/>
          </a:prstGeom>
          <a:noFill/>
          <a:ln w="38100">
            <a:solidFill>
              <a:srgbClr val="B48A12"/>
            </a:solidFill>
            <a:prstDash val="solid"/>
            <a:headEnd type="none"/>
            <a:tailEnd type="none"/>
          </a:ln>
        </p:spPr>
      </p:sp>
      <p:sp>
        <p:nvSpPr>
          <p:cNvPr id="821" name="Shape 819"/>
          <p:cNvSpPr/>
          <p:nvPr/>
        </p:nvSpPr>
        <p:spPr>
          <a:xfrm>
            <a:off x="6227064" y="4307106"/>
            <a:ext cx="0" cy="29296"/>
          </a:xfrm>
          <a:prstGeom prst="line">
            <a:avLst/>
          </a:prstGeom>
          <a:noFill/>
          <a:ln w="38100">
            <a:solidFill>
              <a:srgbClr val="B48A12"/>
            </a:solidFill>
            <a:prstDash val="solid"/>
            <a:headEnd type="none"/>
            <a:tailEnd type="none"/>
          </a:ln>
        </p:spPr>
      </p:sp>
      <p:sp>
        <p:nvSpPr>
          <p:cNvPr id="822" name="Shape 820"/>
          <p:cNvSpPr/>
          <p:nvPr/>
        </p:nvSpPr>
        <p:spPr>
          <a:xfrm>
            <a:off x="6227064" y="4309849"/>
            <a:ext cx="176479" cy="0"/>
          </a:xfrm>
          <a:prstGeom prst="line">
            <a:avLst/>
          </a:prstGeom>
          <a:noFill/>
          <a:ln w="38100">
            <a:solidFill>
              <a:srgbClr val="B48A12"/>
            </a:solidFill>
            <a:prstDash val="solid"/>
            <a:headEnd type="none"/>
            <a:tailEnd type="none"/>
          </a:ln>
        </p:spPr>
      </p:sp>
      <p:sp>
        <p:nvSpPr>
          <p:cNvPr id="823" name="Shape 821"/>
          <p:cNvSpPr/>
          <p:nvPr/>
        </p:nvSpPr>
        <p:spPr>
          <a:xfrm>
            <a:off x="6400800" y="4303845"/>
            <a:ext cx="0" cy="8748"/>
          </a:xfrm>
          <a:prstGeom prst="line">
            <a:avLst/>
          </a:prstGeom>
          <a:noFill/>
          <a:ln w="38100">
            <a:solidFill>
              <a:srgbClr val="B48A12"/>
            </a:solidFill>
            <a:prstDash val="solid"/>
            <a:headEnd type="none"/>
            <a:tailEnd type="none"/>
          </a:ln>
        </p:spPr>
      </p:sp>
      <p:sp>
        <p:nvSpPr>
          <p:cNvPr id="824" name="Shape 822"/>
          <p:cNvSpPr/>
          <p:nvPr/>
        </p:nvSpPr>
        <p:spPr>
          <a:xfrm>
            <a:off x="6400800" y="4306588"/>
            <a:ext cx="176480" cy="0"/>
          </a:xfrm>
          <a:prstGeom prst="line">
            <a:avLst/>
          </a:prstGeom>
          <a:noFill/>
          <a:ln w="38100">
            <a:solidFill>
              <a:srgbClr val="B48A12"/>
            </a:solidFill>
            <a:prstDash val="solid"/>
            <a:headEnd type="none"/>
            <a:tailEnd type="none"/>
          </a:ln>
        </p:spPr>
      </p:sp>
      <p:sp>
        <p:nvSpPr>
          <p:cNvPr id="825" name="Shape 823"/>
          <p:cNvSpPr/>
          <p:nvPr/>
        </p:nvSpPr>
        <p:spPr>
          <a:xfrm>
            <a:off x="6574536" y="4303845"/>
            <a:ext cx="0" cy="120469"/>
          </a:xfrm>
          <a:prstGeom prst="line">
            <a:avLst/>
          </a:prstGeom>
          <a:noFill/>
          <a:ln w="38100">
            <a:solidFill>
              <a:srgbClr val="B48A12"/>
            </a:solidFill>
            <a:prstDash val="solid"/>
            <a:headEnd type="none"/>
            <a:tailEnd type="none"/>
          </a:ln>
        </p:spPr>
      </p:sp>
      <p:sp>
        <p:nvSpPr>
          <p:cNvPr id="826" name="Shape 824"/>
          <p:cNvSpPr/>
          <p:nvPr/>
        </p:nvSpPr>
        <p:spPr>
          <a:xfrm>
            <a:off x="6574536" y="4421571"/>
            <a:ext cx="176480" cy="0"/>
          </a:xfrm>
          <a:prstGeom prst="line">
            <a:avLst/>
          </a:prstGeom>
          <a:noFill/>
          <a:ln w="38100">
            <a:solidFill>
              <a:srgbClr val="B48A12"/>
            </a:solidFill>
            <a:prstDash val="solid"/>
            <a:headEnd type="none"/>
            <a:tailEnd type="none"/>
          </a:ln>
        </p:spPr>
      </p:sp>
      <p:sp>
        <p:nvSpPr>
          <p:cNvPr id="827" name="Shape 825"/>
          <p:cNvSpPr/>
          <p:nvPr/>
        </p:nvSpPr>
        <p:spPr>
          <a:xfrm>
            <a:off x="6748272" y="4403906"/>
            <a:ext cx="0" cy="20408"/>
          </a:xfrm>
          <a:prstGeom prst="line">
            <a:avLst/>
          </a:prstGeom>
          <a:noFill/>
          <a:ln w="38100">
            <a:solidFill>
              <a:srgbClr val="B48A12"/>
            </a:solidFill>
            <a:prstDash val="solid"/>
            <a:headEnd type="none"/>
            <a:tailEnd type="none"/>
          </a:ln>
        </p:spPr>
      </p:sp>
      <p:sp>
        <p:nvSpPr>
          <p:cNvPr id="828" name="Shape 826"/>
          <p:cNvSpPr/>
          <p:nvPr/>
        </p:nvSpPr>
        <p:spPr>
          <a:xfrm>
            <a:off x="6748272" y="4406649"/>
            <a:ext cx="176479" cy="0"/>
          </a:xfrm>
          <a:prstGeom prst="line">
            <a:avLst/>
          </a:prstGeom>
          <a:noFill/>
          <a:ln w="38100">
            <a:solidFill>
              <a:srgbClr val="B48A12"/>
            </a:solidFill>
            <a:prstDash val="solid"/>
            <a:headEnd type="none"/>
            <a:tailEnd type="none"/>
          </a:ln>
        </p:spPr>
      </p:sp>
      <p:sp>
        <p:nvSpPr>
          <p:cNvPr id="829" name="Shape 827"/>
          <p:cNvSpPr/>
          <p:nvPr/>
        </p:nvSpPr>
        <p:spPr>
          <a:xfrm>
            <a:off x="6922008" y="4391184"/>
            <a:ext cx="0" cy="18209"/>
          </a:xfrm>
          <a:prstGeom prst="line">
            <a:avLst/>
          </a:prstGeom>
          <a:noFill/>
          <a:ln w="38100">
            <a:solidFill>
              <a:srgbClr val="B48A12"/>
            </a:solidFill>
            <a:prstDash val="solid"/>
            <a:headEnd type="none"/>
            <a:tailEnd type="none"/>
          </a:ln>
        </p:spPr>
      </p:sp>
      <p:sp>
        <p:nvSpPr>
          <p:cNvPr id="830" name="Shape 828"/>
          <p:cNvSpPr/>
          <p:nvPr/>
        </p:nvSpPr>
        <p:spPr>
          <a:xfrm>
            <a:off x="6922008" y="4393927"/>
            <a:ext cx="176480" cy="0"/>
          </a:xfrm>
          <a:prstGeom prst="line">
            <a:avLst/>
          </a:prstGeom>
          <a:noFill/>
          <a:ln w="38100">
            <a:solidFill>
              <a:srgbClr val="B48A12"/>
            </a:solidFill>
            <a:prstDash val="solid"/>
            <a:headEnd type="none"/>
            <a:tailEnd type="none"/>
          </a:ln>
        </p:spPr>
      </p:sp>
      <p:sp>
        <p:nvSpPr>
          <p:cNvPr id="831" name="Shape 829"/>
          <p:cNvSpPr/>
          <p:nvPr/>
        </p:nvSpPr>
        <p:spPr>
          <a:xfrm>
            <a:off x="7095744" y="4391184"/>
            <a:ext cx="0" cy="103109"/>
          </a:xfrm>
          <a:prstGeom prst="line">
            <a:avLst/>
          </a:prstGeom>
          <a:noFill/>
          <a:ln w="38100">
            <a:solidFill>
              <a:srgbClr val="B48A12"/>
            </a:solidFill>
            <a:prstDash val="solid"/>
            <a:headEnd type="none"/>
            <a:tailEnd type="none"/>
          </a:ln>
        </p:spPr>
      </p:sp>
      <p:sp>
        <p:nvSpPr>
          <p:cNvPr id="832" name="Shape 830"/>
          <p:cNvSpPr/>
          <p:nvPr/>
        </p:nvSpPr>
        <p:spPr>
          <a:xfrm>
            <a:off x="7095744" y="4491550"/>
            <a:ext cx="176480" cy="0"/>
          </a:xfrm>
          <a:prstGeom prst="line">
            <a:avLst/>
          </a:prstGeom>
          <a:noFill/>
          <a:ln w="38100">
            <a:solidFill>
              <a:srgbClr val="B48A12"/>
            </a:solidFill>
            <a:prstDash val="solid"/>
            <a:headEnd type="none"/>
            <a:tailEnd type="none"/>
          </a:ln>
        </p:spPr>
      </p:sp>
      <p:sp>
        <p:nvSpPr>
          <p:cNvPr id="833" name="Shape 831"/>
          <p:cNvSpPr/>
          <p:nvPr/>
        </p:nvSpPr>
        <p:spPr>
          <a:xfrm>
            <a:off x="7269480" y="4466506"/>
            <a:ext cx="0" cy="27787"/>
          </a:xfrm>
          <a:prstGeom prst="line">
            <a:avLst/>
          </a:prstGeom>
          <a:noFill/>
          <a:ln w="38100">
            <a:solidFill>
              <a:srgbClr val="B48A12"/>
            </a:solidFill>
            <a:prstDash val="solid"/>
            <a:headEnd type="none"/>
            <a:tailEnd type="none"/>
          </a:ln>
        </p:spPr>
      </p:sp>
      <p:sp>
        <p:nvSpPr>
          <p:cNvPr id="834" name="Shape 832"/>
          <p:cNvSpPr/>
          <p:nvPr/>
        </p:nvSpPr>
        <p:spPr>
          <a:xfrm>
            <a:off x="7269480" y="4469250"/>
            <a:ext cx="176479" cy="0"/>
          </a:xfrm>
          <a:prstGeom prst="line">
            <a:avLst/>
          </a:prstGeom>
          <a:noFill/>
          <a:ln w="38100">
            <a:solidFill>
              <a:srgbClr val="B48A12"/>
            </a:solidFill>
            <a:prstDash val="solid"/>
            <a:headEnd type="none"/>
            <a:tailEnd type="none"/>
          </a:ln>
        </p:spPr>
      </p:sp>
      <p:sp>
        <p:nvSpPr>
          <p:cNvPr id="835" name="Shape 833"/>
          <p:cNvSpPr/>
          <p:nvPr/>
        </p:nvSpPr>
        <p:spPr>
          <a:xfrm>
            <a:off x="7443216" y="4444514"/>
            <a:ext cx="0" cy="27479"/>
          </a:xfrm>
          <a:prstGeom prst="line">
            <a:avLst/>
          </a:prstGeom>
          <a:noFill/>
          <a:ln w="38100">
            <a:solidFill>
              <a:srgbClr val="B48A12"/>
            </a:solidFill>
            <a:prstDash val="solid"/>
            <a:headEnd type="none"/>
            <a:tailEnd type="none"/>
          </a:ln>
        </p:spPr>
      </p:sp>
      <p:sp>
        <p:nvSpPr>
          <p:cNvPr id="836" name="Shape 834"/>
          <p:cNvSpPr/>
          <p:nvPr/>
        </p:nvSpPr>
        <p:spPr>
          <a:xfrm>
            <a:off x="7443216" y="4447257"/>
            <a:ext cx="176480" cy="0"/>
          </a:xfrm>
          <a:prstGeom prst="line">
            <a:avLst/>
          </a:prstGeom>
          <a:noFill/>
          <a:ln w="38100">
            <a:solidFill>
              <a:srgbClr val="B48A12"/>
            </a:solidFill>
            <a:prstDash val="solid"/>
            <a:headEnd type="none"/>
            <a:tailEnd type="none"/>
          </a:ln>
        </p:spPr>
      </p:sp>
      <p:sp>
        <p:nvSpPr>
          <p:cNvPr id="837" name="Shape 835"/>
          <p:cNvSpPr/>
          <p:nvPr/>
        </p:nvSpPr>
        <p:spPr>
          <a:xfrm>
            <a:off x="7616952" y="4444514"/>
            <a:ext cx="0" cy="117776"/>
          </a:xfrm>
          <a:prstGeom prst="line">
            <a:avLst/>
          </a:prstGeom>
          <a:noFill/>
          <a:ln w="38100">
            <a:solidFill>
              <a:srgbClr val="B48A12"/>
            </a:solidFill>
            <a:prstDash val="solid"/>
            <a:headEnd type="none"/>
            <a:tailEnd type="none"/>
          </a:ln>
        </p:spPr>
      </p:sp>
      <p:sp>
        <p:nvSpPr>
          <p:cNvPr id="838" name="Shape 836"/>
          <p:cNvSpPr/>
          <p:nvPr/>
        </p:nvSpPr>
        <p:spPr>
          <a:xfrm>
            <a:off x="7616952" y="4559547"/>
            <a:ext cx="176480" cy="0"/>
          </a:xfrm>
          <a:prstGeom prst="line">
            <a:avLst/>
          </a:prstGeom>
          <a:noFill/>
          <a:ln w="38100">
            <a:solidFill>
              <a:srgbClr val="B48A12"/>
            </a:solidFill>
            <a:prstDash val="solid"/>
            <a:headEnd type="none"/>
            <a:tailEnd type="none"/>
          </a:ln>
        </p:spPr>
      </p:sp>
      <p:sp>
        <p:nvSpPr>
          <p:cNvPr id="839" name="Shape 837"/>
          <p:cNvSpPr/>
          <p:nvPr/>
        </p:nvSpPr>
        <p:spPr>
          <a:xfrm>
            <a:off x="7790688" y="4547638"/>
            <a:ext cx="0" cy="14652"/>
          </a:xfrm>
          <a:prstGeom prst="line">
            <a:avLst/>
          </a:prstGeom>
          <a:noFill/>
          <a:ln w="38100">
            <a:solidFill>
              <a:srgbClr val="B48A12"/>
            </a:solidFill>
            <a:prstDash val="solid"/>
            <a:headEnd type="none"/>
            <a:tailEnd type="none"/>
          </a:ln>
        </p:spPr>
      </p:sp>
      <p:sp>
        <p:nvSpPr>
          <p:cNvPr id="840" name="Shape 838"/>
          <p:cNvSpPr/>
          <p:nvPr/>
        </p:nvSpPr>
        <p:spPr>
          <a:xfrm>
            <a:off x="7790688" y="4550382"/>
            <a:ext cx="176479" cy="0"/>
          </a:xfrm>
          <a:prstGeom prst="line">
            <a:avLst/>
          </a:prstGeom>
          <a:noFill/>
          <a:ln w="38100">
            <a:solidFill>
              <a:srgbClr val="B48A12"/>
            </a:solidFill>
            <a:prstDash val="solid"/>
            <a:headEnd type="none"/>
            <a:tailEnd type="none"/>
          </a:ln>
        </p:spPr>
      </p:sp>
      <p:sp>
        <p:nvSpPr>
          <p:cNvPr id="841" name="Shape 839"/>
          <p:cNvSpPr/>
          <p:nvPr/>
        </p:nvSpPr>
        <p:spPr>
          <a:xfrm>
            <a:off x="7964424" y="4526314"/>
            <a:ext cx="0" cy="26811"/>
          </a:xfrm>
          <a:prstGeom prst="line">
            <a:avLst/>
          </a:prstGeom>
          <a:noFill/>
          <a:ln w="38100">
            <a:solidFill>
              <a:srgbClr val="B48A12"/>
            </a:solidFill>
            <a:prstDash val="solid"/>
            <a:headEnd type="none"/>
            <a:tailEnd type="none"/>
          </a:ln>
        </p:spPr>
      </p:sp>
      <p:sp>
        <p:nvSpPr>
          <p:cNvPr id="842" name="Shape 840"/>
          <p:cNvSpPr/>
          <p:nvPr/>
        </p:nvSpPr>
        <p:spPr>
          <a:xfrm>
            <a:off x="7964424" y="4529057"/>
            <a:ext cx="176480" cy="0"/>
          </a:xfrm>
          <a:prstGeom prst="line">
            <a:avLst/>
          </a:prstGeom>
          <a:noFill/>
          <a:ln w="38100">
            <a:solidFill>
              <a:srgbClr val="B48A12"/>
            </a:solidFill>
            <a:prstDash val="solid"/>
            <a:headEnd type="none"/>
            <a:tailEnd type="none"/>
          </a:ln>
        </p:spPr>
      </p:sp>
      <p:sp>
        <p:nvSpPr>
          <p:cNvPr id="843" name="Shape 841"/>
          <p:cNvSpPr/>
          <p:nvPr/>
        </p:nvSpPr>
        <p:spPr>
          <a:xfrm>
            <a:off x="8138160" y="4526314"/>
            <a:ext cx="0" cy="95912"/>
          </a:xfrm>
          <a:prstGeom prst="line">
            <a:avLst/>
          </a:prstGeom>
          <a:noFill/>
          <a:ln w="38100">
            <a:solidFill>
              <a:srgbClr val="B48A12"/>
            </a:solidFill>
            <a:prstDash val="solid"/>
            <a:headEnd type="none"/>
            <a:tailEnd type="none"/>
          </a:ln>
        </p:spPr>
      </p:sp>
      <p:sp>
        <p:nvSpPr>
          <p:cNvPr id="844" name="Shape 842"/>
          <p:cNvSpPr/>
          <p:nvPr/>
        </p:nvSpPr>
        <p:spPr>
          <a:xfrm>
            <a:off x="8138160" y="4619483"/>
            <a:ext cx="176480" cy="0"/>
          </a:xfrm>
          <a:prstGeom prst="line">
            <a:avLst/>
          </a:prstGeom>
          <a:noFill/>
          <a:ln w="38100">
            <a:solidFill>
              <a:srgbClr val="B48A12"/>
            </a:solidFill>
            <a:prstDash val="solid"/>
            <a:headEnd type="none"/>
            <a:tailEnd type="none"/>
          </a:ln>
        </p:spPr>
      </p:sp>
      <p:sp>
        <p:nvSpPr>
          <p:cNvPr id="845" name="Shape 843"/>
          <p:cNvSpPr/>
          <p:nvPr/>
        </p:nvSpPr>
        <p:spPr>
          <a:xfrm>
            <a:off x="8311896" y="4583178"/>
            <a:ext cx="0" cy="39048"/>
          </a:xfrm>
          <a:prstGeom prst="line">
            <a:avLst/>
          </a:prstGeom>
          <a:noFill/>
          <a:ln w="38100">
            <a:solidFill>
              <a:srgbClr val="B48A12"/>
            </a:solidFill>
            <a:prstDash val="solid"/>
            <a:headEnd type="none"/>
            <a:tailEnd type="none"/>
          </a:ln>
        </p:spPr>
      </p:sp>
      <p:sp>
        <p:nvSpPr>
          <p:cNvPr id="846" name="Shape 844"/>
          <p:cNvSpPr/>
          <p:nvPr/>
        </p:nvSpPr>
        <p:spPr>
          <a:xfrm>
            <a:off x="8311896" y="4585922"/>
            <a:ext cx="176479" cy="0"/>
          </a:xfrm>
          <a:prstGeom prst="line">
            <a:avLst/>
          </a:prstGeom>
          <a:noFill/>
          <a:ln w="38100">
            <a:solidFill>
              <a:srgbClr val="B48A12"/>
            </a:solidFill>
            <a:prstDash val="solid"/>
            <a:headEnd type="none"/>
            <a:tailEnd type="none"/>
          </a:ln>
        </p:spPr>
      </p:sp>
      <p:sp>
        <p:nvSpPr>
          <p:cNvPr id="847" name="Shape 845"/>
          <p:cNvSpPr/>
          <p:nvPr/>
        </p:nvSpPr>
        <p:spPr>
          <a:xfrm>
            <a:off x="8485632" y="4544928"/>
            <a:ext cx="0" cy="43737"/>
          </a:xfrm>
          <a:prstGeom prst="line">
            <a:avLst/>
          </a:prstGeom>
          <a:noFill/>
          <a:ln w="38100">
            <a:solidFill>
              <a:srgbClr val="B48A12"/>
            </a:solidFill>
            <a:prstDash val="solid"/>
            <a:headEnd type="none"/>
            <a:tailEnd type="none"/>
          </a:ln>
        </p:spPr>
      </p:sp>
      <p:sp>
        <p:nvSpPr>
          <p:cNvPr id="848" name="Shape 846"/>
          <p:cNvSpPr/>
          <p:nvPr/>
        </p:nvSpPr>
        <p:spPr>
          <a:xfrm>
            <a:off x="8485632" y="4547671"/>
            <a:ext cx="176480" cy="0"/>
          </a:xfrm>
          <a:prstGeom prst="line">
            <a:avLst/>
          </a:prstGeom>
          <a:noFill/>
          <a:ln w="38100">
            <a:solidFill>
              <a:srgbClr val="B48A12"/>
            </a:solidFill>
            <a:prstDash val="solid"/>
            <a:headEnd type="none"/>
            <a:tailEnd type="none"/>
          </a:ln>
        </p:spPr>
      </p:sp>
      <p:sp>
        <p:nvSpPr>
          <p:cNvPr id="849" name="Shape 847"/>
          <p:cNvSpPr/>
          <p:nvPr/>
        </p:nvSpPr>
        <p:spPr>
          <a:xfrm>
            <a:off x="8659368" y="4544928"/>
            <a:ext cx="0" cy="103305"/>
          </a:xfrm>
          <a:prstGeom prst="line">
            <a:avLst/>
          </a:prstGeom>
          <a:noFill/>
          <a:ln w="38100">
            <a:solidFill>
              <a:srgbClr val="B48A12"/>
            </a:solidFill>
            <a:prstDash val="solid"/>
            <a:headEnd type="none"/>
            <a:tailEnd type="none"/>
          </a:ln>
        </p:spPr>
      </p:sp>
      <p:sp>
        <p:nvSpPr>
          <p:cNvPr id="850" name="Shape 848"/>
          <p:cNvSpPr/>
          <p:nvPr/>
        </p:nvSpPr>
        <p:spPr>
          <a:xfrm>
            <a:off x="8659368" y="4645490"/>
            <a:ext cx="176480" cy="0"/>
          </a:xfrm>
          <a:prstGeom prst="line">
            <a:avLst/>
          </a:prstGeom>
          <a:noFill/>
          <a:ln w="38100">
            <a:solidFill>
              <a:srgbClr val="B48A12"/>
            </a:solidFill>
            <a:prstDash val="solid"/>
            <a:headEnd type="none"/>
            <a:tailEnd type="none"/>
          </a:ln>
        </p:spPr>
      </p:sp>
      <p:sp>
        <p:nvSpPr>
          <p:cNvPr id="851" name="Shape 849"/>
          <p:cNvSpPr/>
          <p:nvPr/>
        </p:nvSpPr>
        <p:spPr>
          <a:xfrm>
            <a:off x="8833104" y="4625057"/>
            <a:ext cx="0" cy="23176"/>
          </a:xfrm>
          <a:prstGeom prst="line">
            <a:avLst/>
          </a:prstGeom>
          <a:noFill/>
          <a:ln w="38100">
            <a:solidFill>
              <a:srgbClr val="B48A12"/>
            </a:solidFill>
            <a:prstDash val="solid"/>
            <a:headEnd type="none"/>
            <a:tailEnd type="none"/>
          </a:ln>
        </p:spPr>
      </p:sp>
      <p:sp>
        <p:nvSpPr>
          <p:cNvPr id="852" name="Shape 850"/>
          <p:cNvSpPr/>
          <p:nvPr/>
        </p:nvSpPr>
        <p:spPr>
          <a:xfrm>
            <a:off x="8833104" y="4627800"/>
            <a:ext cx="176479" cy="0"/>
          </a:xfrm>
          <a:prstGeom prst="line">
            <a:avLst/>
          </a:prstGeom>
          <a:noFill/>
          <a:ln w="38100">
            <a:solidFill>
              <a:srgbClr val="B48A12"/>
            </a:solidFill>
            <a:prstDash val="solid"/>
            <a:headEnd type="none"/>
            <a:tailEnd type="none"/>
          </a:ln>
        </p:spPr>
      </p:sp>
      <p:sp>
        <p:nvSpPr>
          <p:cNvPr id="853" name="Shape 851"/>
          <p:cNvSpPr/>
          <p:nvPr/>
        </p:nvSpPr>
        <p:spPr>
          <a:xfrm>
            <a:off x="9006840" y="4614325"/>
            <a:ext cx="0" cy="16218"/>
          </a:xfrm>
          <a:prstGeom prst="line">
            <a:avLst/>
          </a:prstGeom>
          <a:noFill/>
          <a:ln w="38100">
            <a:solidFill>
              <a:srgbClr val="B48A12"/>
            </a:solidFill>
            <a:prstDash val="solid"/>
            <a:headEnd type="none"/>
            <a:tailEnd type="none"/>
          </a:ln>
        </p:spPr>
      </p:sp>
      <p:sp>
        <p:nvSpPr>
          <p:cNvPr id="854" name="Shape 852"/>
          <p:cNvSpPr/>
          <p:nvPr/>
        </p:nvSpPr>
        <p:spPr>
          <a:xfrm>
            <a:off x="9006840" y="4617068"/>
            <a:ext cx="176480" cy="0"/>
          </a:xfrm>
          <a:prstGeom prst="line">
            <a:avLst/>
          </a:prstGeom>
          <a:noFill/>
          <a:ln w="38100">
            <a:solidFill>
              <a:srgbClr val="B48A12"/>
            </a:solidFill>
            <a:prstDash val="solid"/>
            <a:headEnd type="none"/>
            <a:tailEnd type="none"/>
          </a:ln>
        </p:spPr>
      </p:sp>
      <p:sp>
        <p:nvSpPr>
          <p:cNvPr id="855" name="Shape 853"/>
          <p:cNvSpPr/>
          <p:nvPr/>
        </p:nvSpPr>
        <p:spPr>
          <a:xfrm>
            <a:off x="9180576" y="4613906"/>
            <a:ext cx="0" cy="5905"/>
          </a:xfrm>
          <a:prstGeom prst="line">
            <a:avLst/>
          </a:prstGeom>
          <a:noFill/>
          <a:ln w="38100">
            <a:solidFill>
              <a:srgbClr val="B48A12"/>
            </a:solidFill>
            <a:prstDash val="solid"/>
            <a:headEnd type="none"/>
            <a:tailEnd type="none"/>
          </a:ln>
        </p:spPr>
      </p:sp>
      <p:sp>
        <p:nvSpPr>
          <p:cNvPr id="856" name="Shape 854"/>
          <p:cNvSpPr/>
          <p:nvPr/>
        </p:nvSpPr>
        <p:spPr>
          <a:xfrm>
            <a:off x="9180576" y="4616650"/>
            <a:ext cx="176480" cy="0"/>
          </a:xfrm>
          <a:prstGeom prst="line">
            <a:avLst/>
          </a:prstGeom>
          <a:noFill/>
          <a:ln w="38100">
            <a:solidFill>
              <a:srgbClr val="B48A12"/>
            </a:solidFill>
            <a:prstDash val="solid"/>
            <a:headEnd type="none"/>
            <a:tailEnd type="none"/>
          </a:ln>
        </p:spPr>
      </p:sp>
      <p:sp>
        <p:nvSpPr>
          <p:cNvPr id="857" name="Shape 855"/>
          <p:cNvSpPr/>
          <p:nvPr/>
        </p:nvSpPr>
        <p:spPr>
          <a:xfrm>
            <a:off x="9354312" y="4613906"/>
            <a:ext cx="0" cy="130129"/>
          </a:xfrm>
          <a:prstGeom prst="line">
            <a:avLst/>
          </a:prstGeom>
          <a:noFill/>
          <a:ln w="38100">
            <a:solidFill>
              <a:srgbClr val="B48A12"/>
            </a:solidFill>
            <a:prstDash val="solid"/>
            <a:headEnd type="none"/>
            <a:tailEnd type="none"/>
          </a:ln>
        </p:spPr>
      </p:sp>
      <p:sp>
        <p:nvSpPr>
          <p:cNvPr id="858" name="Shape 856"/>
          <p:cNvSpPr/>
          <p:nvPr/>
        </p:nvSpPr>
        <p:spPr>
          <a:xfrm>
            <a:off x="9354312" y="4741292"/>
            <a:ext cx="176479" cy="0"/>
          </a:xfrm>
          <a:prstGeom prst="line">
            <a:avLst/>
          </a:prstGeom>
          <a:noFill/>
          <a:ln w="38100">
            <a:solidFill>
              <a:srgbClr val="B48A12"/>
            </a:solidFill>
            <a:prstDash val="solid"/>
            <a:headEnd type="none"/>
            <a:tailEnd type="none"/>
          </a:ln>
        </p:spPr>
      </p:sp>
      <p:sp>
        <p:nvSpPr>
          <p:cNvPr id="859" name="Shape 857"/>
          <p:cNvSpPr/>
          <p:nvPr/>
        </p:nvSpPr>
        <p:spPr>
          <a:xfrm>
            <a:off x="9528048" y="4738549"/>
            <a:ext cx="0" cy="21501"/>
          </a:xfrm>
          <a:prstGeom prst="line">
            <a:avLst/>
          </a:prstGeom>
          <a:noFill/>
          <a:ln w="38100">
            <a:solidFill>
              <a:srgbClr val="B48A12"/>
            </a:solidFill>
            <a:prstDash val="solid"/>
            <a:headEnd type="none"/>
            <a:tailEnd type="none"/>
          </a:ln>
        </p:spPr>
      </p:sp>
      <p:sp>
        <p:nvSpPr>
          <p:cNvPr id="860" name="Shape 858"/>
          <p:cNvSpPr/>
          <p:nvPr/>
        </p:nvSpPr>
        <p:spPr>
          <a:xfrm>
            <a:off x="9528048" y="4757307"/>
            <a:ext cx="176480" cy="0"/>
          </a:xfrm>
          <a:prstGeom prst="line">
            <a:avLst/>
          </a:prstGeom>
          <a:noFill/>
          <a:ln w="38100">
            <a:solidFill>
              <a:srgbClr val="B48A12"/>
            </a:solidFill>
            <a:prstDash val="solid"/>
            <a:headEnd type="none"/>
            <a:tailEnd type="none"/>
          </a:ln>
        </p:spPr>
      </p:sp>
      <p:sp>
        <p:nvSpPr>
          <p:cNvPr id="861" name="Shape 859"/>
          <p:cNvSpPr/>
          <p:nvPr/>
        </p:nvSpPr>
        <p:spPr>
          <a:xfrm>
            <a:off x="9701784" y="4754563"/>
            <a:ext cx="0" cy="16988"/>
          </a:xfrm>
          <a:prstGeom prst="line">
            <a:avLst/>
          </a:prstGeom>
          <a:noFill/>
          <a:ln w="38100">
            <a:solidFill>
              <a:srgbClr val="B48A12"/>
            </a:solidFill>
            <a:prstDash val="solid"/>
            <a:headEnd type="none"/>
            <a:tailEnd type="none"/>
          </a:ln>
        </p:spPr>
      </p:sp>
      <p:sp>
        <p:nvSpPr>
          <p:cNvPr id="862" name="Shape 860"/>
          <p:cNvSpPr/>
          <p:nvPr/>
        </p:nvSpPr>
        <p:spPr>
          <a:xfrm>
            <a:off x="9701784" y="4768809"/>
            <a:ext cx="176480" cy="0"/>
          </a:xfrm>
          <a:prstGeom prst="line">
            <a:avLst/>
          </a:prstGeom>
          <a:noFill/>
          <a:ln w="38100">
            <a:solidFill>
              <a:srgbClr val="B48A12"/>
            </a:solidFill>
            <a:prstDash val="solid"/>
            <a:headEnd type="none"/>
            <a:tailEnd type="none"/>
          </a:ln>
        </p:spPr>
      </p:sp>
      <p:sp>
        <p:nvSpPr>
          <p:cNvPr id="863" name="Shape 861"/>
          <p:cNvSpPr/>
          <p:nvPr/>
        </p:nvSpPr>
        <p:spPr>
          <a:xfrm>
            <a:off x="9875520" y="4766065"/>
            <a:ext cx="0" cy="15419"/>
          </a:xfrm>
          <a:prstGeom prst="line">
            <a:avLst/>
          </a:prstGeom>
          <a:noFill/>
          <a:ln w="38100">
            <a:solidFill>
              <a:srgbClr val="B48A12"/>
            </a:solidFill>
            <a:prstDash val="solid"/>
            <a:headEnd type="none"/>
            <a:tailEnd type="none"/>
          </a:ln>
        </p:spPr>
      </p:sp>
      <p:sp>
        <p:nvSpPr>
          <p:cNvPr id="864" name="Shape 862"/>
          <p:cNvSpPr/>
          <p:nvPr/>
        </p:nvSpPr>
        <p:spPr>
          <a:xfrm>
            <a:off x="9875520" y="4778741"/>
            <a:ext cx="176479" cy="0"/>
          </a:xfrm>
          <a:prstGeom prst="line">
            <a:avLst/>
          </a:prstGeom>
          <a:noFill/>
          <a:ln w="38100">
            <a:solidFill>
              <a:srgbClr val="B48A12"/>
            </a:solidFill>
            <a:prstDash val="solid"/>
            <a:headEnd type="none"/>
            <a:tailEnd type="none"/>
          </a:ln>
        </p:spPr>
      </p:sp>
      <p:sp>
        <p:nvSpPr>
          <p:cNvPr id="865" name="Shape 863"/>
          <p:cNvSpPr/>
          <p:nvPr/>
        </p:nvSpPr>
        <p:spPr>
          <a:xfrm>
            <a:off x="10049256" y="4775998"/>
            <a:ext cx="0" cy="122941"/>
          </a:xfrm>
          <a:prstGeom prst="line">
            <a:avLst/>
          </a:prstGeom>
          <a:noFill/>
          <a:ln w="38100">
            <a:solidFill>
              <a:srgbClr val="B48A12"/>
            </a:solidFill>
            <a:prstDash val="solid"/>
            <a:headEnd type="none"/>
            <a:tailEnd type="none"/>
          </a:ln>
        </p:spPr>
      </p:sp>
      <p:sp>
        <p:nvSpPr>
          <p:cNvPr id="866" name="Shape 864"/>
          <p:cNvSpPr/>
          <p:nvPr/>
        </p:nvSpPr>
        <p:spPr>
          <a:xfrm>
            <a:off x="10049256" y="4896196"/>
            <a:ext cx="176480" cy="0"/>
          </a:xfrm>
          <a:prstGeom prst="line">
            <a:avLst/>
          </a:prstGeom>
          <a:noFill/>
          <a:ln w="38100">
            <a:solidFill>
              <a:srgbClr val="B48A12"/>
            </a:solidFill>
            <a:prstDash val="solid"/>
            <a:headEnd type="none"/>
            <a:tailEnd type="none"/>
          </a:ln>
        </p:spPr>
      </p:sp>
      <p:sp>
        <p:nvSpPr>
          <p:cNvPr id="867" name="Shape 865"/>
          <p:cNvSpPr/>
          <p:nvPr/>
        </p:nvSpPr>
        <p:spPr>
          <a:xfrm>
            <a:off x="10222992" y="4878026"/>
            <a:ext cx="0" cy="20913"/>
          </a:xfrm>
          <a:prstGeom prst="line">
            <a:avLst/>
          </a:prstGeom>
          <a:noFill/>
          <a:ln w="38100">
            <a:solidFill>
              <a:srgbClr val="B48A12"/>
            </a:solidFill>
            <a:prstDash val="solid"/>
            <a:headEnd type="none"/>
            <a:tailEnd type="none"/>
          </a:ln>
        </p:spPr>
      </p:sp>
      <p:sp>
        <p:nvSpPr>
          <p:cNvPr id="868" name="Shape 866"/>
          <p:cNvSpPr/>
          <p:nvPr/>
        </p:nvSpPr>
        <p:spPr>
          <a:xfrm>
            <a:off x="10222992" y="4880769"/>
            <a:ext cx="176480" cy="0"/>
          </a:xfrm>
          <a:prstGeom prst="line">
            <a:avLst/>
          </a:prstGeom>
          <a:noFill/>
          <a:ln w="38100">
            <a:solidFill>
              <a:srgbClr val="B48A12"/>
            </a:solidFill>
            <a:prstDash val="solid"/>
            <a:headEnd type="none"/>
            <a:tailEnd type="none"/>
          </a:ln>
        </p:spPr>
      </p:sp>
      <p:sp>
        <p:nvSpPr>
          <p:cNvPr id="869" name="Shape 867"/>
          <p:cNvSpPr/>
          <p:nvPr/>
        </p:nvSpPr>
        <p:spPr>
          <a:xfrm>
            <a:off x="10396728" y="4841798"/>
            <a:ext cx="0" cy="41715"/>
          </a:xfrm>
          <a:prstGeom prst="line">
            <a:avLst/>
          </a:prstGeom>
          <a:noFill/>
          <a:ln w="38100">
            <a:solidFill>
              <a:srgbClr val="B48A12"/>
            </a:solidFill>
            <a:prstDash val="solid"/>
            <a:headEnd type="none"/>
            <a:tailEnd type="none"/>
          </a:ln>
        </p:spPr>
      </p:sp>
      <p:sp>
        <p:nvSpPr>
          <p:cNvPr id="870" name="Shape 868"/>
          <p:cNvSpPr/>
          <p:nvPr/>
        </p:nvSpPr>
        <p:spPr>
          <a:xfrm>
            <a:off x="10396728" y="4844541"/>
            <a:ext cx="176479" cy="0"/>
          </a:xfrm>
          <a:prstGeom prst="line">
            <a:avLst/>
          </a:prstGeom>
          <a:noFill/>
          <a:ln w="38100">
            <a:solidFill>
              <a:srgbClr val="B48A12"/>
            </a:solidFill>
            <a:prstDash val="solid"/>
            <a:headEnd type="none"/>
            <a:tailEnd type="none"/>
          </a:ln>
        </p:spPr>
      </p:sp>
      <p:sp>
        <p:nvSpPr>
          <p:cNvPr id="871" name="Shape 869"/>
          <p:cNvSpPr/>
          <p:nvPr/>
        </p:nvSpPr>
        <p:spPr>
          <a:xfrm>
            <a:off x="10570464" y="4783320"/>
            <a:ext cx="0" cy="63964"/>
          </a:xfrm>
          <a:prstGeom prst="line">
            <a:avLst/>
          </a:prstGeom>
          <a:noFill/>
          <a:ln w="38100">
            <a:solidFill>
              <a:srgbClr val="B48A12"/>
            </a:solidFill>
            <a:prstDash val="solid"/>
            <a:headEnd type="none"/>
            <a:tailEnd type="none"/>
          </a:ln>
        </p:spPr>
      </p:sp>
      <p:sp>
        <p:nvSpPr>
          <p:cNvPr id="872" name="Shape 870"/>
          <p:cNvSpPr/>
          <p:nvPr/>
        </p:nvSpPr>
        <p:spPr>
          <a:xfrm>
            <a:off x="10570464" y="4786063"/>
            <a:ext cx="176480" cy="0"/>
          </a:xfrm>
          <a:prstGeom prst="line">
            <a:avLst/>
          </a:prstGeom>
          <a:noFill/>
          <a:ln w="38100">
            <a:solidFill>
              <a:srgbClr val="B48A12"/>
            </a:solidFill>
            <a:prstDash val="solid"/>
            <a:headEnd type="none"/>
            <a:tailEnd type="none"/>
          </a:ln>
        </p:spPr>
      </p:sp>
      <p:sp>
        <p:nvSpPr>
          <p:cNvPr id="873" name="Shape 871"/>
          <p:cNvSpPr/>
          <p:nvPr/>
        </p:nvSpPr>
        <p:spPr>
          <a:xfrm>
            <a:off x="10744200" y="4783320"/>
            <a:ext cx="0" cy="32626"/>
          </a:xfrm>
          <a:prstGeom prst="line">
            <a:avLst/>
          </a:prstGeom>
          <a:noFill/>
          <a:ln w="38100">
            <a:solidFill>
              <a:srgbClr val="B48A12"/>
            </a:solidFill>
            <a:prstDash val="solid"/>
            <a:headEnd type="none"/>
            <a:tailEnd type="none"/>
          </a:ln>
        </p:spPr>
      </p:sp>
      <p:sp>
        <p:nvSpPr>
          <p:cNvPr id="874" name="Shape 872"/>
          <p:cNvSpPr/>
          <p:nvPr/>
        </p:nvSpPr>
        <p:spPr>
          <a:xfrm>
            <a:off x="10744200" y="4813203"/>
            <a:ext cx="176480" cy="0"/>
          </a:xfrm>
          <a:prstGeom prst="line">
            <a:avLst/>
          </a:prstGeom>
          <a:noFill/>
          <a:ln w="38100">
            <a:solidFill>
              <a:srgbClr val="B48A12"/>
            </a:solidFill>
            <a:prstDash val="solid"/>
            <a:headEnd type="none"/>
            <a:tailEnd type="none"/>
          </a:ln>
        </p:spPr>
      </p:sp>
      <p:sp>
        <p:nvSpPr>
          <p:cNvPr id="875" name="Shape 873"/>
          <p:cNvSpPr/>
          <p:nvPr/>
        </p:nvSpPr>
        <p:spPr>
          <a:xfrm>
            <a:off x="10917936" y="4714977"/>
            <a:ext cx="0" cy="100969"/>
          </a:xfrm>
          <a:prstGeom prst="line">
            <a:avLst/>
          </a:prstGeom>
          <a:noFill/>
          <a:ln w="38100">
            <a:solidFill>
              <a:srgbClr val="B48A12"/>
            </a:solidFill>
            <a:prstDash val="solid"/>
            <a:headEnd type="none"/>
            <a:tailEnd type="none"/>
          </a:ln>
        </p:spPr>
      </p:sp>
      <p:sp>
        <p:nvSpPr>
          <p:cNvPr id="876" name="Shape 874"/>
          <p:cNvSpPr/>
          <p:nvPr/>
        </p:nvSpPr>
        <p:spPr>
          <a:xfrm>
            <a:off x="10917936" y="4717720"/>
            <a:ext cx="176479" cy="0"/>
          </a:xfrm>
          <a:prstGeom prst="line">
            <a:avLst/>
          </a:prstGeom>
          <a:noFill/>
          <a:ln w="38100">
            <a:solidFill>
              <a:srgbClr val="B48A12"/>
            </a:solidFill>
            <a:prstDash val="solid"/>
            <a:headEnd type="none"/>
            <a:tailEnd type="none"/>
          </a:ln>
        </p:spPr>
      </p:sp>
      <p:sp>
        <p:nvSpPr>
          <p:cNvPr id="877" name="Shape 875"/>
          <p:cNvSpPr/>
          <p:nvPr/>
        </p:nvSpPr>
        <p:spPr>
          <a:xfrm>
            <a:off x="11091672" y="4635792"/>
            <a:ext cx="0" cy="84671"/>
          </a:xfrm>
          <a:prstGeom prst="line">
            <a:avLst/>
          </a:prstGeom>
          <a:noFill/>
          <a:ln w="38100">
            <a:solidFill>
              <a:srgbClr val="B48A12"/>
            </a:solidFill>
            <a:prstDash val="solid"/>
            <a:headEnd type="none"/>
            <a:tailEnd type="none"/>
          </a:ln>
        </p:spPr>
      </p:sp>
      <p:sp>
        <p:nvSpPr>
          <p:cNvPr id="878" name="Shape 876"/>
          <p:cNvSpPr/>
          <p:nvPr/>
        </p:nvSpPr>
        <p:spPr>
          <a:xfrm>
            <a:off x="11091672" y="4638535"/>
            <a:ext cx="176480" cy="0"/>
          </a:xfrm>
          <a:prstGeom prst="line">
            <a:avLst/>
          </a:prstGeom>
          <a:noFill/>
          <a:ln w="38100">
            <a:solidFill>
              <a:srgbClr val="B48A12"/>
            </a:solidFill>
            <a:prstDash val="solid"/>
            <a:headEnd type="none"/>
            <a:tailEnd type="none"/>
          </a:ln>
        </p:spPr>
      </p:sp>
      <p:sp>
        <p:nvSpPr>
          <p:cNvPr id="879" name="Shape 877"/>
          <p:cNvSpPr/>
          <p:nvPr/>
        </p:nvSpPr>
        <p:spPr>
          <a:xfrm>
            <a:off x="11265408" y="4590739"/>
            <a:ext cx="0" cy="50539"/>
          </a:xfrm>
          <a:prstGeom prst="line">
            <a:avLst/>
          </a:prstGeom>
          <a:noFill/>
          <a:ln w="38100">
            <a:solidFill>
              <a:srgbClr val="B48A12"/>
            </a:solidFill>
            <a:prstDash val="solid"/>
            <a:headEnd type="none"/>
            <a:tailEnd type="none"/>
          </a:ln>
        </p:spPr>
      </p:sp>
      <p:sp>
        <p:nvSpPr>
          <p:cNvPr id="880" name="Shape 878"/>
          <p:cNvSpPr/>
          <p:nvPr/>
        </p:nvSpPr>
        <p:spPr>
          <a:xfrm>
            <a:off x="5989320" y="2020824"/>
            <a:ext cx="256032" cy="0"/>
          </a:xfrm>
          <a:prstGeom prst="line">
            <a:avLst/>
          </a:prstGeom>
          <a:noFill/>
          <a:ln w="38100">
            <a:solidFill>
              <a:srgbClr val="B48A12"/>
            </a:solidFill>
            <a:prstDash val="solid"/>
          </a:ln>
        </p:spPr>
      </p:sp>
      <p:sp>
        <p:nvSpPr>
          <p:cNvPr id="881" name="Text 879"/>
          <p:cNvSpPr/>
          <p:nvPr/>
        </p:nvSpPr>
        <p:spPr>
          <a:xfrm>
            <a:off x="6318504" y="1947672"/>
            <a:ext cx="2011680" cy="155448"/>
          </a:xfrm>
          <a:prstGeom prst="rect">
            <a:avLst/>
          </a:prstGeom>
          <a:noFill/>
          <a:ln/>
        </p:spPr>
        <p:txBody>
          <a:bodyPr wrap="square" lIns="0" tIns="0" rIns="0" bIns="0" rtlCol="0" anchor="ctr">
            <a:normAutofit/>
          </a:bodyPr>
          <a:lstStyle/>
          <a:p>
            <a:pPr indent="0" marL="0">
              <a:buNone/>
            </a:pPr>
            <a:r>
              <a:rPr lang="en-US" sz="920" b="1" dirty="0">
                <a:solidFill>
                  <a:srgbClr val="B48A12"/>
                </a:solidFill>
              </a:rPr>
              <a:t>PRESSURE</a:t>
            </a:r>
            <a:endParaRPr lang="en-US" sz="920" dirty="0"/>
          </a:p>
        </p:txBody>
      </p:sp>
      <p:sp>
        <p:nvSpPr>
          <p:cNvPr id="882" name="Shape 880"/>
          <p:cNvSpPr/>
          <p:nvPr/>
        </p:nvSpPr>
        <p:spPr>
          <a:xfrm>
            <a:off x="0" y="0"/>
            <a:ext cx="12191695" cy="502920"/>
          </a:xfrm>
          <a:prstGeom prst="rect">
            <a:avLst/>
          </a:prstGeom>
          <a:solidFill>
            <a:srgbClr val="263746"/>
          </a:solidFill>
          <a:ln w="12700">
            <a:solidFill>
              <a:srgbClr val="263746"/>
            </a:solidFill>
            <a:prstDash val="solid"/>
          </a:ln>
        </p:spPr>
      </p:sp>
      <p:sp>
        <p:nvSpPr>
          <p:cNvPr id="883" name="Shape 881"/>
          <p:cNvSpPr/>
          <p:nvPr/>
        </p:nvSpPr>
        <p:spPr>
          <a:xfrm>
            <a:off x="0" y="484632"/>
            <a:ext cx="12191695" cy="22860"/>
          </a:xfrm>
          <a:prstGeom prst="rect">
            <a:avLst/>
          </a:prstGeom>
          <a:solidFill>
            <a:srgbClr val="5C4DB7"/>
          </a:solidFill>
          <a:ln w="12700">
            <a:solidFill>
              <a:srgbClr val="5C4DB7"/>
            </a:solidFill>
            <a:prstDash val="solid"/>
          </a:ln>
        </p:spPr>
      </p:sp>
      <p:sp>
        <p:nvSpPr>
          <p:cNvPr id="884" name="Text 882"/>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885" name="Text 883"/>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F1F4"/>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263746"/>
          </a:solidFill>
          <a:ln w="12700">
            <a:solidFill>
              <a:srgbClr val="263746"/>
            </a:solidFill>
            <a:prstDash val="solid"/>
          </a:ln>
        </p:spPr>
      </p:sp>
      <p:sp>
        <p:nvSpPr>
          <p:cNvPr id="3" name="Shape 1"/>
          <p:cNvSpPr/>
          <p:nvPr/>
        </p:nvSpPr>
        <p:spPr>
          <a:xfrm>
            <a:off x="0" y="484632"/>
            <a:ext cx="12191695" cy="22860"/>
          </a:xfrm>
          <a:prstGeom prst="rect">
            <a:avLst/>
          </a:prstGeom>
          <a:solidFill>
            <a:srgbClr val="5C4DB7"/>
          </a:solidFill>
          <a:ln w="12700">
            <a:solidFill>
              <a:srgbClr val="5C4DB7"/>
            </a:solidFill>
            <a:prstDash val="solid"/>
          </a:ln>
        </p:spPr>
      </p:sp>
      <p:sp>
        <p:nvSpPr>
          <p:cNvPr id="4" name="Text 2"/>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5" name="Text 3"/>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
        <p:nvSpPr>
          <p:cNvPr id="6" name="Text 4"/>
          <p:cNvSpPr/>
          <p:nvPr/>
        </p:nvSpPr>
        <p:spPr>
          <a:xfrm>
            <a:off x="11292840" y="6510528"/>
            <a:ext cx="347472" cy="164592"/>
          </a:xfrm>
          <a:prstGeom prst="rect">
            <a:avLst/>
          </a:prstGeom>
          <a:noFill/>
          <a:ln/>
        </p:spPr>
        <p:txBody>
          <a:bodyPr wrap="square" lIns="0" tIns="0" rIns="0" bIns="0" rtlCol="0" anchor="ctr"/>
          <a:lstStyle/>
          <a:p>
            <a:pPr algn="r" indent="0" marL="0">
              <a:buNone/>
            </a:pPr>
            <a:r>
              <a:rPr lang="en-US" sz="900" dirty="0">
                <a:solidFill>
                  <a:srgbClr val="657782"/>
                </a:solidFill>
                <a:latin typeface="Aptos" pitchFamily="34" charset="0"/>
                <a:ea typeface="Aptos" pitchFamily="34" charset="-122"/>
                <a:cs typeface="Aptos" pitchFamily="34" charset="-120"/>
              </a:rPr>
              <a:t>3</a:t>
            </a:r>
            <a:endParaRPr lang="en-US" sz="900" dirty="0"/>
          </a:p>
        </p:txBody>
      </p:sp>
      <p:sp>
        <p:nvSpPr>
          <p:cNvPr id="7" name="Text 5"/>
          <p:cNvSpPr/>
          <p:nvPr/>
        </p:nvSpPr>
        <p:spPr>
          <a:xfrm>
            <a:off x="566928" y="694944"/>
            <a:ext cx="11018520" cy="658368"/>
          </a:xfrm>
          <a:prstGeom prst="rect">
            <a:avLst/>
          </a:prstGeom>
          <a:noFill/>
          <a:ln/>
        </p:spPr>
        <p:txBody>
          <a:bodyPr wrap="square" lIns="0" tIns="0" rIns="0" bIns="0" rtlCol="0" anchor="ctr"/>
          <a:lstStyle/>
          <a:p>
            <a:pPr indent="0" marL="0">
              <a:buNone/>
            </a:pPr>
            <a:r>
              <a:rPr lang="en-US" sz="2600" b="1" dirty="0">
                <a:solidFill>
                  <a:srgbClr val="263746"/>
                </a:solidFill>
                <a:latin typeface="Aptos Display" pitchFamily="34" charset="0"/>
                <a:ea typeface="Aptos Display" pitchFamily="34" charset="-122"/>
                <a:cs typeface="Aptos Display" pitchFamily="34" charset="-120"/>
              </a:rPr>
              <a:t>Coupled dynamics make transition analysis difficult</a:t>
            </a:r>
            <a:endParaRPr lang="en-US" sz="2600" dirty="0"/>
          </a:p>
        </p:txBody>
      </p:sp>
      <p:sp>
        <p:nvSpPr>
          <p:cNvPr id="8" name="Text 6"/>
          <p:cNvSpPr/>
          <p:nvPr/>
        </p:nvSpPr>
        <p:spPr>
          <a:xfrm>
            <a:off x="594360" y="1399032"/>
            <a:ext cx="4480560" cy="182880"/>
          </a:xfrm>
          <a:prstGeom prst="rect">
            <a:avLst/>
          </a:prstGeom>
          <a:noFill/>
          <a:ln/>
        </p:spPr>
        <p:txBody>
          <a:bodyPr wrap="square" lIns="0" tIns="0" rIns="0" bIns="0" rtlCol="0" anchor="ctr"/>
          <a:lstStyle/>
          <a:p>
            <a:pPr indent="0" marL="0">
              <a:buNone/>
            </a:pPr>
            <a:r>
              <a:rPr lang="en-US" sz="1050" b="1" spc="150" kern="0" dirty="0">
                <a:solidFill>
                  <a:srgbClr val="C44F4F"/>
                </a:solidFill>
                <a:latin typeface="Aptos" pitchFamily="34" charset="0"/>
                <a:ea typeface="Aptos" pitchFamily="34" charset="-122"/>
                <a:cs typeface="Aptos" pitchFamily="34" charset="-120"/>
              </a:rPr>
              <a:t>NORMALIZED ACROSS EACH SIGNAL'S OBSERVED RANGE</a:t>
            </a:r>
            <a:endParaRPr lang="en-US" sz="1050" dirty="0"/>
          </a:p>
        </p:txBody>
      </p:sp>
      <p:sp>
        <p:nvSpPr>
          <p:cNvPr id="9" name="Shape 7"/>
          <p:cNvSpPr/>
          <p:nvPr/>
        </p:nvSpPr>
        <p:spPr>
          <a:xfrm>
            <a:off x="841248" y="4896196"/>
            <a:ext cx="7479792" cy="0"/>
          </a:xfrm>
          <a:prstGeom prst="line">
            <a:avLst/>
          </a:prstGeom>
          <a:noFill/>
          <a:ln w="12700">
            <a:solidFill>
              <a:srgbClr val="DCE2E7"/>
            </a:solidFill>
            <a:prstDash val="solid"/>
          </a:ln>
        </p:spPr>
      </p:sp>
      <p:sp>
        <p:nvSpPr>
          <p:cNvPr id="10" name="Text 8"/>
          <p:cNvSpPr/>
          <p:nvPr/>
        </p:nvSpPr>
        <p:spPr>
          <a:xfrm>
            <a:off x="457200" y="4823044"/>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0%</a:t>
            </a:r>
            <a:endParaRPr lang="en-US" sz="900" dirty="0"/>
          </a:p>
        </p:txBody>
      </p:sp>
      <p:sp>
        <p:nvSpPr>
          <p:cNvPr id="11" name="Shape 9"/>
          <p:cNvSpPr/>
          <p:nvPr/>
        </p:nvSpPr>
        <p:spPr>
          <a:xfrm>
            <a:off x="841248" y="3566160"/>
            <a:ext cx="7479792" cy="0"/>
          </a:xfrm>
          <a:prstGeom prst="line">
            <a:avLst/>
          </a:prstGeom>
          <a:noFill/>
          <a:ln w="12700">
            <a:solidFill>
              <a:srgbClr val="DCE2E7"/>
            </a:solidFill>
            <a:prstDash val="solid"/>
          </a:ln>
        </p:spPr>
      </p:sp>
      <p:sp>
        <p:nvSpPr>
          <p:cNvPr id="12" name="Text 10"/>
          <p:cNvSpPr/>
          <p:nvPr/>
        </p:nvSpPr>
        <p:spPr>
          <a:xfrm>
            <a:off x="457200" y="3493008"/>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50%</a:t>
            </a:r>
            <a:endParaRPr lang="en-US" sz="900" dirty="0"/>
          </a:p>
        </p:txBody>
      </p:sp>
      <p:sp>
        <p:nvSpPr>
          <p:cNvPr id="13" name="Shape 11"/>
          <p:cNvSpPr/>
          <p:nvPr/>
        </p:nvSpPr>
        <p:spPr>
          <a:xfrm>
            <a:off x="841248" y="2236124"/>
            <a:ext cx="7479792" cy="0"/>
          </a:xfrm>
          <a:prstGeom prst="line">
            <a:avLst/>
          </a:prstGeom>
          <a:noFill/>
          <a:ln w="12700">
            <a:solidFill>
              <a:srgbClr val="DCE2E7"/>
            </a:solidFill>
            <a:prstDash val="solid"/>
          </a:ln>
        </p:spPr>
      </p:sp>
      <p:sp>
        <p:nvSpPr>
          <p:cNvPr id="14" name="Text 12"/>
          <p:cNvSpPr/>
          <p:nvPr/>
        </p:nvSpPr>
        <p:spPr>
          <a:xfrm>
            <a:off x="457200" y="2162972"/>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100%</a:t>
            </a:r>
            <a:endParaRPr lang="en-US" sz="900" dirty="0"/>
          </a:p>
        </p:txBody>
      </p:sp>
      <p:sp>
        <p:nvSpPr>
          <p:cNvPr id="15" name="Shape 13"/>
          <p:cNvSpPr/>
          <p:nvPr/>
        </p:nvSpPr>
        <p:spPr>
          <a:xfrm>
            <a:off x="841248" y="2103120"/>
            <a:ext cx="0" cy="2926080"/>
          </a:xfrm>
          <a:prstGeom prst="line">
            <a:avLst/>
          </a:prstGeom>
          <a:noFill/>
          <a:ln w="8890">
            <a:solidFill>
              <a:srgbClr val="DCE2E7">
                <a:alpha val="80000"/>
              </a:srgbClr>
            </a:solidFill>
            <a:prstDash val="solid"/>
          </a:ln>
        </p:spPr>
      </p:sp>
      <p:sp>
        <p:nvSpPr>
          <p:cNvPr id="16" name="Text 14"/>
          <p:cNvSpPr/>
          <p:nvPr/>
        </p:nvSpPr>
        <p:spPr>
          <a:xfrm>
            <a:off x="731520"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0</a:t>
            </a:r>
            <a:endParaRPr lang="en-US" sz="900" dirty="0"/>
          </a:p>
        </p:txBody>
      </p:sp>
      <p:sp>
        <p:nvSpPr>
          <p:cNvPr id="17" name="Shape 15"/>
          <p:cNvSpPr/>
          <p:nvPr/>
        </p:nvSpPr>
        <p:spPr>
          <a:xfrm>
            <a:off x="2337206" y="2103120"/>
            <a:ext cx="0" cy="2926080"/>
          </a:xfrm>
          <a:prstGeom prst="line">
            <a:avLst/>
          </a:prstGeom>
          <a:noFill/>
          <a:ln w="8890">
            <a:solidFill>
              <a:srgbClr val="DCE2E7">
                <a:alpha val="80000"/>
              </a:srgbClr>
            </a:solidFill>
            <a:prstDash val="solid"/>
          </a:ln>
        </p:spPr>
      </p:sp>
      <p:sp>
        <p:nvSpPr>
          <p:cNvPr id="18" name="Text 16"/>
          <p:cNvSpPr/>
          <p:nvPr/>
        </p:nvSpPr>
        <p:spPr>
          <a:xfrm>
            <a:off x="2227478"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2</a:t>
            </a:r>
            <a:endParaRPr lang="en-US" sz="900" dirty="0"/>
          </a:p>
        </p:txBody>
      </p:sp>
      <p:sp>
        <p:nvSpPr>
          <p:cNvPr id="19" name="Shape 17"/>
          <p:cNvSpPr/>
          <p:nvPr/>
        </p:nvSpPr>
        <p:spPr>
          <a:xfrm>
            <a:off x="3833165" y="2103120"/>
            <a:ext cx="0" cy="2926080"/>
          </a:xfrm>
          <a:prstGeom prst="line">
            <a:avLst/>
          </a:prstGeom>
          <a:noFill/>
          <a:ln w="8890">
            <a:solidFill>
              <a:srgbClr val="DCE2E7">
                <a:alpha val="80000"/>
              </a:srgbClr>
            </a:solidFill>
            <a:prstDash val="solid"/>
          </a:ln>
        </p:spPr>
      </p:sp>
      <p:sp>
        <p:nvSpPr>
          <p:cNvPr id="20" name="Text 18"/>
          <p:cNvSpPr/>
          <p:nvPr/>
        </p:nvSpPr>
        <p:spPr>
          <a:xfrm>
            <a:off x="3723437"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4</a:t>
            </a:r>
            <a:endParaRPr lang="en-US" sz="900" dirty="0"/>
          </a:p>
        </p:txBody>
      </p:sp>
      <p:sp>
        <p:nvSpPr>
          <p:cNvPr id="21" name="Shape 19"/>
          <p:cNvSpPr/>
          <p:nvPr/>
        </p:nvSpPr>
        <p:spPr>
          <a:xfrm>
            <a:off x="5329123" y="2103120"/>
            <a:ext cx="0" cy="2926080"/>
          </a:xfrm>
          <a:prstGeom prst="line">
            <a:avLst/>
          </a:prstGeom>
          <a:noFill/>
          <a:ln w="8890">
            <a:solidFill>
              <a:srgbClr val="DCE2E7">
                <a:alpha val="80000"/>
              </a:srgbClr>
            </a:solidFill>
            <a:prstDash val="solid"/>
          </a:ln>
        </p:spPr>
      </p:sp>
      <p:sp>
        <p:nvSpPr>
          <p:cNvPr id="22" name="Text 20"/>
          <p:cNvSpPr/>
          <p:nvPr/>
        </p:nvSpPr>
        <p:spPr>
          <a:xfrm>
            <a:off x="5219395"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6</a:t>
            </a:r>
            <a:endParaRPr lang="en-US" sz="900" dirty="0"/>
          </a:p>
        </p:txBody>
      </p:sp>
      <p:sp>
        <p:nvSpPr>
          <p:cNvPr id="23" name="Shape 21"/>
          <p:cNvSpPr/>
          <p:nvPr/>
        </p:nvSpPr>
        <p:spPr>
          <a:xfrm>
            <a:off x="6825082" y="2103120"/>
            <a:ext cx="0" cy="2926080"/>
          </a:xfrm>
          <a:prstGeom prst="line">
            <a:avLst/>
          </a:prstGeom>
          <a:noFill/>
          <a:ln w="8890">
            <a:solidFill>
              <a:srgbClr val="DCE2E7">
                <a:alpha val="80000"/>
              </a:srgbClr>
            </a:solidFill>
            <a:prstDash val="solid"/>
          </a:ln>
        </p:spPr>
      </p:sp>
      <p:sp>
        <p:nvSpPr>
          <p:cNvPr id="24" name="Text 22"/>
          <p:cNvSpPr/>
          <p:nvPr/>
        </p:nvSpPr>
        <p:spPr>
          <a:xfrm>
            <a:off x="6715354"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8</a:t>
            </a:r>
            <a:endParaRPr lang="en-US" sz="900" dirty="0"/>
          </a:p>
        </p:txBody>
      </p:sp>
      <p:sp>
        <p:nvSpPr>
          <p:cNvPr id="25" name="Shape 23"/>
          <p:cNvSpPr/>
          <p:nvPr/>
        </p:nvSpPr>
        <p:spPr>
          <a:xfrm>
            <a:off x="8321040" y="2103120"/>
            <a:ext cx="0" cy="2926080"/>
          </a:xfrm>
          <a:prstGeom prst="line">
            <a:avLst/>
          </a:prstGeom>
          <a:noFill/>
          <a:ln w="8890">
            <a:solidFill>
              <a:srgbClr val="DCE2E7">
                <a:alpha val="80000"/>
              </a:srgbClr>
            </a:solidFill>
            <a:prstDash val="solid"/>
          </a:ln>
        </p:spPr>
      </p:sp>
      <p:sp>
        <p:nvSpPr>
          <p:cNvPr id="26" name="Text 24"/>
          <p:cNvSpPr/>
          <p:nvPr/>
        </p:nvSpPr>
        <p:spPr>
          <a:xfrm>
            <a:off x="8211312"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10</a:t>
            </a:r>
            <a:endParaRPr lang="en-US" sz="900" dirty="0"/>
          </a:p>
        </p:txBody>
      </p:sp>
      <p:sp>
        <p:nvSpPr>
          <p:cNvPr id="27" name="Text 25"/>
          <p:cNvSpPr/>
          <p:nvPr/>
        </p:nvSpPr>
        <p:spPr>
          <a:xfrm>
            <a:off x="3369564" y="5404104"/>
            <a:ext cx="2423160" cy="164592"/>
          </a:xfrm>
          <a:prstGeom prst="rect">
            <a:avLst/>
          </a:prstGeom>
          <a:noFill/>
          <a:ln/>
        </p:spPr>
        <p:txBody>
          <a:bodyPr wrap="square" lIns="0" tIns="0" rIns="0" bIns="0" rtlCol="0" anchor="ctr"/>
          <a:lstStyle/>
          <a:p>
            <a:pPr algn="ctr" indent="0" marL="0">
              <a:buNone/>
            </a:pPr>
            <a:r>
              <a:rPr lang="en-US" sz="920" b="1" spc="70" kern="0" dirty="0">
                <a:solidFill>
                  <a:srgbClr val="657782"/>
                </a:solidFill>
              </a:rPr>
              <a:t>HOURS FROM GRADE CHANGE</a:t>
            </a:r>
            <a:endParaRPr lang="en-US" sz="920" dirty="0"/>
          </a:p>
        </p:txBody>
      </p:sp>
      <p:sp>
        <p:nvSpPr>
          <p:cNvPr id="28" name="Shape 26"/>
          <p:cNvSpPr/>
          <p:nvPr/>
        </p:nvSpPr>
        <p:spPr>
          <a:xfrm>
            <a:off x="841248" y="2262797"/>
            <a:ext cx="127407" cy="0"/>
          </a:xfrm>
          <a:prstGeom prst="line">
            <a:avLst/>
          </a:prstGeom>
          <a:noFill/>
          <a:ln w="15875">
            <a:solidFill>
              <a:srgbClr val="5C4DB7">
                <a:alpha val="76000"/>
              </a:srgbClr>
            </a:solidFill>
            <a:prstDash val="dash"/>
            <a:headEnd type="none"/>
            <a:tailEnd type="none"/>
          </a:ln>
        </p:spPr>
      </p:sp>
      <p:sp>
        <p:nvSpPr>
          <p:cNvPr id="29" name="Shape 27"/>
          <p:cNvSpPr/>
          <p:nvPr/>
        </p:nvSpPr>
        <p:spPr>
          <a:xfrm>
            <a:off x="965911" y="2235846"/>
            <a:ext cx="0" cy="29694"/>
          </a:xfrm>
          <a:prstGeom prst="line">
            <a:avLst/>
          </a:prstGeom>
          <a:noFill/>
          <a:ln w="15875">
            <a:solidFill>
              <a:srgbClr val="5C4DB7">
                <a:alpha val="76000"/>
              </a:srgbClr>
            </a:solidFill>
            <a:prstDash val="dash"/>
            <a:headEnd type="none"/>
            <a:tailEnd type="none"/>
          </a:ln>
        </p:spPr>
      </p:sp>
      <p:sp>
        <p:nvSpPr>
          <p:cNvPr id="30" name="Shape 28"/>
          <p:cNvSpPr/>
          <p:nvPr/>
        </p:nvSpPr>
        <p:spPr>
          <a:xfrm>
            <a:off x="965911" y="2238590"/>
            <a:ext cx="127406" cy="0"/>
          </a:xfrm>
          <a:prstGeom prst="line">
            <a:avLst/>
          </a:prstGeom>
          <a:noFill/>
          <a:ln w="15875">
            <a:solidFill>
              <a:srgbClr val="5C4DB7">
                <a:alpha val="76000"/>
              </a:srgbClr>
            </a:solidFill>
            <a:prstDash val="dash"/>
            <a:headEnd type="none"/>
            <a:tailEnd type="none"/>
          </a:ln>
        </p:spPr>
      </p:sp>
      <p:sp>
        <p:nvSpPr>
          <p:cNvPr id="31" name="Shape 29"/>
          <p:cNvSpPr/>
          <p:nvPr/>
        </p:nvSpPr>
        <p:spPr>
          <a:xfrm>
            <a:off x="1090574" y="2235846"/>
            <a:ext cx="0" cy="19031"/>
          </a:xfrm>
          <a:prstGeom prst="line">
            <a:avLst/>
          </a:prstGeom>
          <a:noFill/>
          <a:ln w="15875">
            <a:solidFill>
              <a:srgbClr val="5C4DB7">
                <a:alpha val="76000"/>
              </a:srgbClr>
            </a:solidFill>
            <a:prstDash val="dash"/>
            <a:headEnd type="none"/>
            <a:tailEnd type="none"/>
          </a:ln>
        </p:spPr>
      </p:sp>
      <p:sp>
        <p:nvSpPr>
          <p:cNvPr id="32" name="Shape 30"/>
          <p:cNvSpPr/>
          <p:nvPr/>
        </p:nvSpPr>
        <p:spPr>
          <a:xfrm>
            <a:off x="1090574" y="2252134"/>
            <a:ext cx="127407" cy="0"/>
          </a:xfrm>
          <a:prstGeom prst="line">
            <a:avLst/>
          </a:prstGeom>
          <a:noFill/>
          <a:ln w="15875">
            <a:solidFill>
              <a:srgbClr val="5C4DB7">
                <a:alpha val="76000"/>
              </a:srgbClr>
            </a:solidFill>
            <a:prstDash val="dash"/>
            <a:headEnd type="none"/>
            <a:tailEnd type="none"/>
          </a:ln>
        </p:spPr>
      </p:sp>
      <p:sp>
        <p:nvSpPr>
          <p:cNvPr id="33" name="Shape 31"/>
          <p:cNvSpPr/>
          <p:nvPr/>
        </p:nvSpPr>
        <p:spPr>
          <a:xfrm>
            <a:off x="1215238" y="2249391"/>
            <a:ext cx="0" cy="27002"/>
          </a:xfrm>
          <a:prstGeom prst="line">
            <a:avLst/>
          </a:prstGeom>
          <a:noFill/>
          <a:ln w="15875">
            <a:solidFill>
              <a:srgbClr val="5C4DB7">
                <a:alpha val="76000"/>
              </a:srgbClr>
            </a:solidFill>
            <a:prstDash val="dash"/>
            <a:headEnd type="none"/>
            <a:tailEnd type="none"/>
          </a:ln>
        </p:spPr>
      </p:sp>
      <p:sp>
        <p:nvSpPr>
          <p:cNvPr id="34" name="Shape 32"/>
          <p:cNvSpPr/>
          <p:nvPr/>
        </p:nvSpPr>
        <p:spPr>
          <a:xfrm>
            <a:off x="1215238" y="2273649"/>
            <a:ext cx="127407" cy="0"/>
          </a:xfrm>
          <a:prstGeom prst="line">
            <a:avLst/>
          </a:prstGeom>
          <a:noFill/>
          <a:ln w="15875">
            <a:solidFill>
              <a:srgbClr val="5C4DB7">
                <a:alpha val="76000"/>
              </a:srgbClr>
            </a:solidFill>
            <a:prstDash val="dash"/>
            <a:headEnd type="none"/>
            <a:tailEnd type="none"/>
          </a:ln>
        </p:spPr>
      </p:sp>
      <p:sp>
        <p:nvSpPr>
          <p:cNvPr id="35" name="Shape 33"/>
          <p:cNvSpPr/>
          <p:nvPr/>
        </p:nvSpPr>
        <p:spPr>
          <a:xfrm>
            <a:off x="1339901" y="2270906"/>
            <a:ext cx="0" cy="32698"/>
          </a:xfrm>
          <a:prstGeom prst="line">
            <a:avLst/>
          </a:prstGeom>
          <a:noFill/>
          <a:ln w="15875">
            <a:solidFill>
              <a:srgbClr val="5C4DB7">
                <a:alpha val="76000"/>
              </a:srgbClr>
            </a:solidFill>
            <a:prstDash val="dash"/>
            <a:headEnd type="none"/>
            <a:tailEnd type="none"/>
          </a:ln>
        </p:spPr>
      </p:sp>
      <p:sp>
        <p:nvSpPr>
          <p:cNvPr id="36" name="Shape 34"/>
          <p:cNvSpPr/>
          <p:nvPr/>
        </p:nvSpPr>
        <p:spPr>
          <a:xfrm>
            <a:off x="1339901" y="2300861"/>
            <a:ext cx="127406" cy="0"/>
          </a:xfrm>
          <a:prstGeom prst="line">
            <a:avLst/>
          </a:prstGeom>
          <a:noFill/>
          <a:ln w="15875">
            <a:solidFill>
              <a:srgbClr val="5C4DB7">
                <a:alpha val="76000"/>
              </a:srgbClr>
            </a:solidFill>
            <a:prstDash val="dash"/>
            <a:headEnd type="none"/>
            <a:tailEnd type="none"/>
          </a:ln>
        </p:spPr>
      </p:sp>
      <p:sp>
        <p:nvSpPr>
          <p:cNvPr id="37" name="Shape 35"/>
          <p:cNvSpPr/>
          <p:nvPr/>
        </p:nvSpPr>
        <p:spPr>
          <a:xfrm>
            <a:off x="1464564" y="2298118"/>
            <a:ext cx="0" cy="37914"/>
          </a:xfrm>
          <a:prstGeom prst="line">
            <a:avLst/>
          </a:prstGeom>
          <a:noFill/>
          <a:ln w="15875">
            <a:solidFill>
              <a:srgbClr val="5C4DB7">
                <a:alpha val="76000"/>
              </a:srgbClr>
            </a:solidFill>
            <a:prstDash val="dash"/>
            <a:headEnd type="none"/>
            <a:tailEnd type="none"/>
          </a:ln>
        </p:spPr>
      </p:sp>
      <p:sp>
        <p:nvSpPr>
          <p:cNvPr id="38" name="Shape 36"/>
          <p:cNvSpPr/>
          <p:nvPr/>
        </p:nvSpPr>
        <p:spPr>
          <a:xfrm>
            <a:off x="1464564" y="2333289"/>
            <a:ext cx="127407" cy="0"/>
          </a:xfrm>
          <a:prstGeom prst="line">
            <a:avLst/>
          </a:prstGeom>
          <a:noFill/>
          <a:ln w="15875">
            <a:solidFill>
              <a:srgbClr val="5C4DB7">
                <a:alpha val="76000"/>
              </a:srgbClr>
            </a:solidFill>
            <a:prstDash val="dash"/>
            <a:headEnd type="none"/>
            <a:tailEnd type="none"/>
          </a:ln>
        </p:spPr>
      </p:sp>
      <p:sp>
        <p:nvSpPr>
          <p:cNvPr id="39" name="Shape 37"/>
          <p:cNvSpPr/>
          <p:nvPr/>
        </p:nvSpPr>
        <p:spPr>
          <a:xfrm>
            <a:off x="1589227" y="2330546"/>
            <a:ext cx="0" cy="42714"/>
          </a:xfrm>
          <a:prstGeom prst="line">
            <a:avLst/>
          </a:prstGeom>
          <a:noFill/>
          <a:ln w="15875">
            <a:solidFill>
              <a:srgbClr val="5C4DB7">
                <a:alpha val="76000"/>
              </a:srgbClr>
            </a:solidFill>
            <a:prstDash val="dash"/>
            <a:headEnd type="none"/>
            <a:tailEnd type="none"/>
          </a:ln>
        </p:spPr>
      </p:sp>
      <p:sp>
        <p:nvSpPr>
          <p:cNvPr id="40" name="Shape 38"/>
          <p:cNvSpPr/>
          <p:nvPr/>
        </p:nvSpPr>
        <p:spPr>
          <a:xfrm>
            <a:off x="1589227" y="2370517"/>
            <a:ext cx="127407" cy="0"/>
          </a:xfrm>
          <a:prstGeom prst="line">
            <a:avLst/>
          </a:prstGeom>
          <a:noFill/>
          <a:ln w="15875">
            <a:solidFill>
              <a:srgbClr val="5C4DB7">
                <a:alpha val="76000"/>
              </a:srgbClr>
            </a:solidFill>
            <a:prstDash val="dash"/>
            <a:headEnd type="none"/>
            <a:tailEnd type="none"/>
          </a:ln>
        </p:spPr>
      </p:sp>
      <p:sp>
        <p:nvSpPr>
          <p:cNvPr id="41" name="Shape 39"/>
          <p:cNvSpPr/>
          <p:nvPr/>
        </p:nvSpPr>
        <p:spPr>
          <a:xfrm>
            <a:off x="1713891" y="2367774"/>
            <a:ext cx="0" cy="46722"/>
          </a:xfrm>
          <a:prstGeom prst="line">
            <a:avLst/>
          </a:prstGeom>
          <a:noFill/>
          <a:ln w="15875">
            <a:solidFill>
              <a:srgbClr val="5C4DB7">
                <a:alpha val="76000"/>
              </a:srgbClr>
            </a:solidFill>
            <a:prstDash val="dash"/>
            <a:headEnd type="none"/>
            <a:tailEnd type="none"/>
          </a:ln>
        </p:spPr>
      </p:sp>
      <p:sp>
        <p:nvSpPr>
          <p:cNvPr id="42" name="Shape 40"/>
          <p:cNvSpPr/>
          <p:nvPr/>
        </p:nvSpPr>
        <p:spPr>
          <a:xfrm>
            <a:off x="1713891" y="2411753"/>
            <a:ext cx="127406" cy="0"/>
          </a:xfrm>
          <a:prstGeom prst="line">
            <a:avLst/>
          </a:prstGeom>
          <a:noFill/>
          <a:ln w="15875">
            <a:solidFill>
              <a:srgbClr val="5C4DB7">
                <a:alpha val="76000"/>
              </a:srgbClr>
            </a:solidFill>
            <a:prstDash val="dash"/>
            <a:headEnd type="none"/>
            <a:tailEnd type="none"/>
          </a:ln>
        </p:spPr>
      </p:sp>
      <p:sp>
        <p:nvSpPr>
          <p:cNvPr id="43" name="Shape 41"/>
          <p:cNvSpPr/>
          <p:nvPr/>
        </p:nvSpPr>
        <p:spPr>
          <a:xfrm>
            <a:off x="1838553" y="2409010"/>
            <a:ext cx="0" cy="50607"/>
          </a:xfrm>
          <a:prstGeom prst="line">
            <a:avLst/>
          </a:prstGeom>
          <a:noFill/>
          <a:ln w="15875">
            <a:solidFill>
              <a:srgbClr val="5C4DB7">
                <a:alpha val="76000"/>
              </a:srgbClr>
            </a:solidFill>
            <a:prstDash val="dash"/>
            <a:headEnd type="none"/>
            <a:tailEnd type="none"/>
          </a:ln>
        </p:spPr>
      </p:sp>
      <p:sp>
        <p:nvSpPr>
          <p:cNvPr id="44" name="Shape 42"/>
          <p:cNvSpPr/>
          <p:nvPr/>
        </p:nvSpPr>
        <p:spPr>
          <a:xfrm>
            <a:off x="1838553" y="2456874"/>
            <a:ext cx="127407" cy="0"/>
          </a:xfrm>
          <a:prstGeom prst="line">
            <a:avLst/>
          </a:prstGeom>
          <a:noFill/>
          <a:ln w="15875">
            <a:solidFill>
              <a:srgbClr val="5C4DB7">
                <a:alpha val="76000"/>
              </a:srgbClr>
            </a:solidFill>
            <a:prstDash val="dash"/>
            <a:headEnd type="none"/>
            <a:tailEnd type="none"/>
          </a:ln>
        </p:spPr>
      </p:sp>
      <p:sp>
        <p:nvSpPr>
          <p:cNvPr id="45" name="Shape 43"/>
          <p:cNvSpPr/>
          <p:nvPr/>
        </p:nvSpPr>
        <p:spPr>
          <a:xfrm>
            <a:off x="1963217" y="2454131"/>
            <a:ext cx="0" cy="54492"/>
          </a:xfrm>
          <a:prstGeom prst="line">
            <a:avLst/>
          </a:prstGeom>
          <a:noFill/>
          <a:ln w="15875">
            <a:solidFill>
              <a:srgbClr val="5C4DB7">
                <a:alpha val="76000"/>
              </a:srgbClr>
            </a:solidFill>
            <a:prstDash val="dash"/>
            <a:headEnd type="none"/>
            <a:tailEnd type="none"/>
          </a:ln>
        </p:spPr>
      </p:sp>
      <p:sp>
        <p:nvSpPr>
          <p:cNvPr id="46" name="Shape 44"/>
          <p:cNvSpPr/>
          <p:nvPr/>
        </p:nvSpPr>
        <p:spPr>
          <a:xfrm>
            <a:off x="1963217" y="2505879"/>
            <a:ext cx="127407" cy="0"/>
          </a:xfrm>
          <a:prstGeom prst="line">
            <a:avLst/>
          </a:prstGeom>
          <a:noFill/>
          <a:ln w="15875">
            <a:solidFill>
              <a:srgbClr val="5C4DB7">
                <a:alpha val="76000"/>
              </a:srgbClr>
            </a:solidFill>
            <a:prstDash val="dash"/>
            <a:headEnd type="none"/>
            <a:tailEnd type="none"/>
          </a:ln>
        </p:spPr>
      </p:sp>
      <p:sp>
        <p:nvSpPr>
          <p:cNvPr id="47" name="Shape 45"/>
          <p:cNvSpPr/>
          <p:nvPr/>
        </p:nvSpPr>
        <p:spPr>
          <a:xfrm>
            <a:off x="2087880" y="2503136"/>
            <a:ext cx="0" cy="57942"/>
          </a:xfrm>
          <a:prstGeom prst="line">
            <a:avLst/>
          </a:prstGeom>
          <a:noFill/>
          <a:ln w="15875">
            <a:solidFill>
              <a:srgbClr val="5C4DB7">
                <a:alpha val="76000"/>
              </a:srgbClr>
            </a:solidFill>
            <a:prstDash val="dash"/>
            <a:headEnd type="none"/>
            <a:tailEnd type="none"/>
          </a:ln>
        </p:spPr>
      </p:sp>
      <p:sp>
        <p:nvSpPr>
          <p:cNvPr id="48" name="Shape 46"/>
          <p:cNvSpPr/>
          <p:nvPr/>
        </p:nvSpPr>
        <p:spPr>
          <a:xfrm>
            <a:off x="2087880" y="2558335"/>
            <a:ext cx="127406" cy="0"/>
          </a:xfrm>
          <a:prstGeom prst="line">
            <a:avLst/>
          </a:prstGeom>
          <a:noFill/>
          <a:ln w="15875">
            <a:solidFill>
              <a:srgbClr val="5C4DB7">
                <a:alpha val="76000"/>
              </a:srgbClr>
            </a:solidFill>
            <a:prstDash val="dash"/>
            <a:headEnd type="none"/>
            <a:tailEnd type="none"/>
          </a:ln>
        </p:spPr>
      </p:sp>
      <p:sp>
        <p:nvSpPr>
          <p:cNvPr id="49" name="Shape 47"/>
          <p:cNvSpPr/>
          <p:nvPr/>
        </p:nvSpPr>
        <p:spPr>
          <a:xfrm>
            <a:off x="2212543" y="2555592"/>
            <a:ext cx="0" cy="60366"/>
          </a:xfrm>
          <a:prstGeom prst="line">
            <a:avLst/>
          </a:prstGeom>
          <a:noFill/>
          <a:ln w="15875">
            <a:solidFill>
              <a:srgbClr val="5C4DB7">
                <a:alpha val="76000"/>
              </a:srgbClr>
            </a:solidFill>
            <a:prstDash val="dash"/>
            <a:headEnd type="none"/>
            <a:tailEnd type="none"/>
          </a:ln>
        </p:spPr>
      </p:sp>
      <p:sp>
        <p:nvSpPr>
          <p:cNvPr id="50" name="Shape 48"/>
          <p:cNvSpPr/>
          <p:nvPr/>
        </p:nvSpPr>
        <p:spPr>
          <a:xfrm>
            <a:off x="2212543" y="2613214"/>
            <a:ext cx="127407" cy="0"/>
          </a:xfrm>
          <a:prstGeom prst="line">
            <a:avLst/>
          </a:prstGeom>
          <a:noFill/>
          <a:ln w="15875">
            <a:solidFill>
              <a:srgbClr val="5C4DB7">
                <a:alpha val="76000"/>
              </a:srgbClr>
            </a:solidFill>
            <a:prstDash val="dash"/>
            <a:headEnd type="none"/>
            <a:tailEnd type="none"/>
          </a:ln>
        </p:spPr>
      </p:sp>
      <p:sp>
        <p:nvSpPr>
          <p:cNvPr id="51" name="Shape 49"/>
          <p:cNvSpPr/>
          <p:nvPr/>
        </p:nvSpPr>
        <p:spPr>
          <a:xfrm>
            <a:off x="2337206" y="2610471"/>
            <a:ext cx="0" cy="62212"/>
          </a:xfrm>
          <a:prstGeom prst="line">
            <a:avLst/>
          </a:prstGeom>
          <a:noFill/>
          <a:ln w="15875">
            <a:solidFill>
              <a:srgbClr val="5C4DB7">
                <a:alpha val="76000"/>
              </a:srgbClr>
            </a:solidFill>
            <a:prstDash val="dash"/>
            <a:headEnd type="none"/>
            <a:tailEnd type="none"/>
          </a:ln>
        </p:spPr>
      </p:sp>
      <p:sp>
        <p:nvSpPr>
          <p:cNvPr id="52" name="Shape 50"/>
          <p:cNvSpPr/>
          <p:nvPr/>
        </p:nvSpPr>
        <p:spPr>
          <a:xfrm>
            <a:off x="2337206" y="2669939"/>
            <a:ext cx="127407" cy="0"/>
          </a:xfrm>
          <a:prstGeom prst="line">
            <a:avLst/>
          </a:prstGeom>
          <a:noFill/>
          <a:ln w="15875">
            <a:solidFill>
              <a:srgbClr val="5C4DB7">
                <a:alpha val="76000"/>
              </a:srgbClr>
            </a:solidFill>
            <a:prstDash val="dash"/>
            <a:headEnd type="none"/>
            <a:tailEnd type="none"/>
          </a:ln>
        </p:spPr>
      </p:sp>
      <p:sp>
        <p:nvSpPr>
          <p:cNvPr id="53" name="Shape 51"/>
          <p:cNvSpPr/>
          <p:nvPr/>
        </p:nvSpPr>
        <p:spPr>
          <a:xfrm>
            <a:off x="2461870" y="2667196"/>
            <a:ext cx="0" cy="64212"/>
          </a:xfrm>
          <a:prstGeom prst="line">
            <a:avLst/>
          </a:prstGeom>
          <a:noFill/>
          <a:ln w="15875">
            <a:solidFill>
              <a:srgbClr val="5C4DB7">
                <a:alpha val="76000"/>
              </a:srgbClr>
            </a:solidFill>
            <a:prstDash val="dash"/>
            <a:headEnd type="none"/>
            <a:tailEnd type="none"/>
          </a:ln>
        </p:spPr>
      </p:sp>
      <p:sp>
        <p:nvSpPr>
          <p:cNvPr id="54" name="Shape 52"/>
          <p:cNvSpPr/>
          <p:nvPr/>
        </p:nvSpPr>
        <p:spPr>
          <a:xfrm>
            <a:off x="2461870" y="2728665"/>
            <a:ext cx="127406" cy="0"/>
          </a:xfrm>
          <a:prstGeom prst="line">
            <a:avLst/>
          </a:prstGeom>
          <a:noFill/>
          <a:ln w="15875">
            <a:solidFill>
              <a:srgbClr val="5C4DB7">
                <a:alpha val="76000"/>
              </a:srgbClr>
            </a:solidFill>
            <a:prstDash val="dash"/>
            <a:headEnd type="none"/>
            <a:tailEnd type="none"/>
          </a:ln>
        </p:spPr>
      </p:sp>
      <p:sp>
        <p:nvSpPr>
          <p:cNvPr id="55" name="Shape 53"/>
          <p:cNvSpPr/>
          <p:nvPr/>
        </p:nvSpPr>
        <p:spPr>
          <a:xfrm>
            <a:off x="2586533" y="2725922"/>
            <a:ext cx="0" cy="64040"/>
          </a:xfrm>
          <a:prstGeom prst="line">
            <a:avLst/>
          </a:prstGeom>
          <a:noFill/>
          <a:ln w="15875">
            <a:solidFill>
              <a:srgbClr val="5C4DB7">
                <a:alpha val="76000"/>
              </a:srgbClr>
            </a:solidFill>
            <a:prstDash val="dash"/>
            <a:headEnd type="none"/>
            <a:tailEnd type="none"/>
          </a:ln>
        </p:spPr>
      </p:sp>
      <p:sp>
        <p:nvSpPr>
          <p:cNvPr id="56" name="Shape 54"/>
          <p:cNvSpPr/>
          <p:nvPr/>
        </p:nvSpPr>
        <p:spPr>
          <a:xfrm>
            <a:off x="2586533" y="2787219"/>
            <a:ext cx="127407" cy="0"/>
          </a:xfrm>
          <a:prstGeom prst="line">
            <a:avLst/>
          </a:prstGeom>
          <a:noFill/>
          <a:ln w="15875">
            <a:solidFill>
              <a:srgbClr val="5C4DB7">
                <a:alpha val="76000"/>
              </a:srgbClr>
            </a:solidFill>
            <a:prstDash val="dash"/>
            <a:headEnd type="none"/>
            <a:tailEnd type="none"/>
          </a:ln>
        </p:spPr>
      </p:sp>
      <p:sp>
        <p:nvSpPr>
          <p:cNvPr id="57" name="Shape 55"/>
          <p:cNvSpPr/>
          <p:nvPr/>
        </p:nvSpPr>
        <p:spPr>
          <a:xfrm>
            <a:off x="2711196" y="2784476"/>
            <a:ext cx="0" cy="64398"/>
          </a:xfrm>
          <a:prstGeom prst="line">
            <a:avLst/>
          </a:prstGeom>
          <a:noFill/>
          <a:ln w="15875">
            <a:solidFill>
              <a:srgbClr val="5C4DB7">
                <a:alpha val="76000"/>
              </a:srgbClr>
            </a:solidFill>
            <a:prstDash val="dash"/>
            <a:headEnd type="none"/>
            <a:tailEnd type="none"/>
          </a:ln>
        </p:spPr>
      </p:sp>
      <p:sp>
        <p:nvSpPr>
          <p:cNvPr id="58" name="Shape 56"/>
          <p:cNvSpPr/>
          <p:nvPr/>
        </p:nvSpPr>
        <p:spPr>
          <a:xfrm>
            <a:off x="2711196" y="2846131"/>
            <a:ext cx="127407" cy="0"/>
          </a:xfrm>
          <a:prstGeom prst="line">
            <a:avLst/>
          </a:prstGeom>
          <a:noFill/>
          <a:ln w="15875">
            <a:solidFill>
              <a:srgbClr val="5C4DB7">
                <a:alpha val="76000"/>
              </a:srgbClr>
            </a:solidFill>
            <a:prstDash val="dash"/>
            <a:headEnd type="none"/>
            <a:tailEnd type="none"/>
          </a:ln>
        </p:spPr>
      </p:sp>
      <p:sp>
        <p:nvSpPr>
          <p:cNvPr id="59" name="Shape 57"/>
          <p:cNvSpPr/>
          <p:nvPr/>
        </p:nvSpPr>
        <p:spPr>
          <a:xfrm>
            <a:off x="2835859" y="2843388"/>
            <a:ext cx="0" cy="64249"/>
          </a:xfrm>
          <a:prstGeom prst="line">
            <a:avLst/>
          </a:prstGeom>
          <a:noFill/>
          <a:ln w="15875">
            <a:solidFill>
              <a:srgbClr val="5C4DB7">
                <a:alpha val="76000"/>
              </a:srgbClr>
            </a:solidFill>
            <a:prstDash val="dash"/>
            <a:headEnd type="none"/>
            <a:tailEnd type="none"/>
          </a:ln>
        </p:spPr>
      </p:sp>
      <p:sp>
        <p:nvSpPr>
          <p:cNvPr id="60" name="Shape 58"/>
          <p:cNvSpPr/>
          <p:nvPr/>
        </p:nvSpPr>
        <p:spPr>
          <a:xfrm>
            <a:off x="2835859" y="2904893"/>
            <a:ext cx="127406" cy="0"/>
          </a:xfrm>
          <a:prstGeom prst="line">
            <a:avLst/>
          </a:prstGeom>
          <a:noFill/>
          <a:ln w="15875">
            <a:solidFill>
              <a:srgbClr val="5C4DB7">
                <a:alpha val="76000"/>
              </a:srgbClr>
            </a:solidFill>
            <a:prstDash val="dash"/>
            <a:headEnd type="none"/>
            <a:tailEnd type="none"/>
          </a:ln>
        </p:spPr>
      </p:sp>
      <p:sp>
        <p:nvSpPr>
          <p:cNvPr id="61" name="Shape 59"/>
          <p:cNvSpPr/>
          <p:nvPr/>
        </p:nvSpPr>
        <p:spPr>
          <a:xfrm>
            <a:off x="2960522" y="2902150"/>
            <a:ext cx="0" cy="64279"/>
          </a:xfrm>
          <a:prstGeom prst="line">
            <a:avLst/>
          </a:prstGeom>
          <a:noFill/>
          <a:ln w="15875">
            <a:solidFill>
              <a:srgbClr val="5C4DB7">
                <a:alpha val="76000"/>
              </a:srgbClr>
            </a:solidFill>
            <a:prstDash val="dash"/>
            <a:headEnd type="none"/>
            <a:tailEnd type="none"/>
          </a:ln>
        </p:spPr>
      </p:sp>
      <p:sp>
        <p:nvSpPr>
          <p:cNvPr id="62" name="Shape 60"/>
          <p:cNvSpPr/>
          <p:nvPr/>
        </p:nvSpPr>
        <p:spPr>
          <a:xfrm>
            <a:off x="2960522" y="2963686"/>
            <a:ext cx="127407" cy="0"/>
          </a:xfrm>
          <a:prstGeom prst="line">
            <a:avLst/>
          </a:prstGeom>
          <a:noFill/>
          <a:ln w="15875">
            <a:solidFill>
              <a:srgbClr val="5C4DB7">
                <a:alpha val="76000"/>
              </a:srgbClr>
            </a:solidFill>
            <a:prstDash val="dash"/>
            <a:headEnd type="none"/>
            <a:tailEnd type="none"/>
          </a:ln>
        </p:spPr>
      </p:sp>
      <p:sp>
        <p:nvSpPr>
          <p:cNvPr id="63" name="Shape 61"/>
          <p:cNvSpPr/>
          <p:nvPr/>
        </p:nvSpPr>
        <p:spPr>
          <a:xfrm>
            <a:off x="3085186" y="2960943"/>
            <a:ext cx="0" cy="64524"/>
          </a:xfrm>
          <a:prstGeom prst="line">
            <a:avLst/>
          </a:prstGeom>
          <a:noFill/>
          <a:ln w="15875">
            <a:solidFill>
              <a:srgbClr val="5C4DB7">
                <a:alpha val="76000"/>
              </a:srgbClr>
            </a:solidFill>
            <a:prstDash val="dash"/>
            <a:headEnd type="none"/>
            <a:tailEnd type="none"/>
          </a:ln>
        </p:spPr>
      </p:sp>
      <p:sp>
        <p:nvSpPr>
          <p:cNvPr id="64" name="Shape 62"/>
          <p:cNvSpPr/>
          <p:nvPr/>
        </p:nvSpPr>
        <p:spPr>
          <a:xfrm>
            <a:off x="3085186" y="3022724"/>
            <a:ext cx="127407" cy="0"/>
          </a:xfrm>
          <a:prstGeom prst="line">
            <a:avLst/>
          </a:prstGeom>
          <a:noFill/>
          <a:ln w="15875">
            <a:solidFill>
              <a:srgbClr val="5C4DB7">
                <a:alpha val="76000"/>
              </a:srgbClr>
            </a:solidFill>
            <a:prstDash val="dash"/>
            <a:headEnd type="none"/>
            <a:tailEnd type="none"/>
          </a:ln>
        </p:spPr>
      </p:sp>
      <p:sp>
        <p:nvSpPr>
          <p:cNvPr id="65" name="Shape 63"/>
          <p:cNvSpPr/>
          <p:nvPr/>
        </p:nvSpPr>
        <p:spPr>
          <a:xfrm>
            <a:off x="3209849" y="3019981"/>
            <a:ext cx="0" cy="64766"/>
          </a:xfrm>
          <a:prstGeom prst="line">
            <a:avLst/>
          </a:prstGeom>
          <a:noFill/>
          <a:ln w="15875">
            <a:solidFill>
              <a:srgbClr val="5C4DB7">
                <a:alpha val="76000"/>
              </a:srgbClr>
            </a:solidFill>
            <a:prstDash val="dash"/>
            <a:headEnd type="none"/>
            <a:tailEnd type="none"/>
          </a:ln>
        </p:spPr>
      </p:sp>
      <p:sp>
        <p:nvSpPr>
          <p:cNvPr id="66" name="Shape 64"/>
          <p:cNvSpPr/>
          <p:nvPr/>
        </p:nvSpPr>
        <p:spPr>
          <a:xfrm>
            <a:off x="3209849" y="3082003"/>
            <a:ext cx="127406" cy="0"/>
          </a:xfrm>
          <a:prstGeom prst="line">
            <a:avLst/>
          </a:prstGeom>
          <a:noFill/>
          <a:ln w="15875">
            <a:solidFill>
              <a:srgbClr val="5C4DB7">
                <a:alpha val="76000"/>
              </a:srgbClr>
            </a:solidFill>
            <a:prstDash val="dash"/>
            <a:headEnd type="none"/>
            <a:tailEnd type="none"/>
          </a:ln>
        </p:spPr>
      </p:sp>
      <p:sp>
        <p:nvSpPr>
          <p:cNvPr id="67" name="Shape 65"/>
          <p:cNvSpPr/>
          <p:nvPr/>
        </p:nvSpPr>
        <p:spPr>
          <a:xfrm>
            <a:off x="3334512" y="3079260"/>
            <a:ext cx="0" cy="64988"/>
          </a:xfrm>
          <a:prstGeom prst="line">
            <a:avLst/>
          </a:prstGeom>
          <a:noFill/>
          <a:ln w="15875">
            <a:solidFill>
              <a:srgbClr val="5C4DB7">
                <a:alpha val="76000"/>
              </a:srgbClr>
            </a:solidFill>
            <a:prstDash val="dash"/>
            <a:headEnd type="none"/>
            <a:tailEnd type="none"/>
          </a:ln>
        </p:spPr>
      </p:sp>
      <p:sp>
        <p:nvSpPr>
          <p:cNvPr id="68" name="Shape 66"/>
          <p:cNvSpPr/>
          <p:nvPr/>
        </p:nvSpPr>
        <p:spPr>
          <a:xfrm>
            <a:off x="3334512" y="3141504"/>
            <a:ext cx="127407" cy="0"/>
          </a:xfrm>
          <a:prstGeom prst="line">
            <a:avLst/>
          </a:prstGeom>
          <a:noFill/>
          <a:ln w="15875">
            <a:solidFill>
              <a:srgbClr val="5C4DB7">
                <a:alpha val="76000"/>
              </a:srgbClr>
            </a:solidFill>
            <a:prstDash val="dash"/>
            <a:headEnd type="none"/>
            <a:tailEnd type="none"/>
          </a:ln>
        </p:spPr>
      </p:sp>
      <p:sp>
        <p:nvSpPr>
          <p:cNvPr id="69" name="Shape 67"/>
          <p:cNvSpPr/>
          <p:nvPr/>
        </p:nvSpPr>
        <p:spPr>
          <a:xfrm>
            <a:off x="3459175" y="3138761"/>
            <a:ext cx="0" cy="65271"/>
          </a:xfrm>
          <a:prstGeom prst="line">
            <a:avLst/>
          </a:prstGeom>
          <a:noFill/>
          <a:ln w="15875">
            <a:solidFill>
              <a:srgbClr val="5C4DB7">
                <a:alpha val="76000"/>
              </a:srgbClr>
            </a:solidFill>
            <a:prstDash val="dash"/>
            <a:headEnd type="none"/>
            <a:tailEnd type="none"/>
          </a:ln>
        </p:spPr>
      </p:sp>
      <p:sp>
        <p:nvSpPr>
          <p:cNvPr id="70" name="Shape 68"/>
          <p:cNvSpPr/>
          <p:nvPr/>
        </p:nvSpPr>
        <p:spPr>
          <a:xfrm>
            <a:off x="3459175" y="3201289"/>
            <a:ext cx="127407" cy="0"/>
          </a:xfrm>
          <a:prstGeom prst="line">
            <a:avLst/>
          </a:prstGeom>
          <a:noFill/>
          <a:ln w="15875">
            <a:solidFill>
              <a:srgbClr val="5C4DB7">
                <a:alpha val="76000"/>
              </a:srgbClr>
            </a:solidFill>
            <a:prstDash val="dash"/>
            <a:headEnd type="none"/>
            <a:tailEnd type="none"/>
          </a:ln>
        </p:spPr>
      </p:sp>
      <p:sp>
        <p:nvSpPr>
          <p:cNvPr id="71" name="Shape 69"/>
          <p:cNvSpPr/>
          <p:nvPr/>
        </p:nvSpPr>
        <p:spPr>
          <a:xfrm>
            <a:off x="3583839" y="3198546"/>
            <a:ext cx="0" cy="65196"/>
          </a:xfrm>
          <a:prstGeom prst="line">
            <a:avLst/>
          </a:prstGeom>
          <a:noFill/>
          <a:ln w="15875">
            <a:solidFill>
              <a:srgbClr val="5C4DB7">
                <a:alpha val="76000"/>
              </a:srgbClr>
            </a:solidFill>
            <a:prstDash val="dash"/>
            <a:headEnd type="none"/>
            <a:tailEnd type="none"/>
          </a:ln>
        </p:spPr>
      </p:sp>
      <p:sp>
        <p:nvSpPr>
          <p:cNvPr id="72" name="Shape 70"/>
          <p:cNvSpPr/>
          <p:nvPr/>
        </p:nvSpPr>
        <p:spPr>
          <a:xfrm>
            <a:off x="3583839" y="3260999"/>
            <a:ext cx="127406" cy="0"/>
          </a:xfrm>
          <a:prstGeom prst="line">
            <a:avLst/>
          </a:prstGeom>
          <a:noFill/>
          <a:ln w="15875">
            <a:solidFill>
              <a:srgbClr val="5C4DB7">
                <a:alpha val="76000"/>
              </a:srgbClr>
            </a:solidFill>
            <a:prstDash val="dash"/>
            <a:headEnd type="none"/>
            <a:tailEnd type="none"/>
          </a:ln>
        </p:spPr>
      </p:sp>
      <p:sp>
        <p:nvSpPr>
          <p:cNvPr id="73" name="Shape 71"/>
          <p:cNvSpPr/>
          <p:nvPr/>
        </p:nvSpPr>
        <p:spPr>
          <a:xfrm>
            <a:off x="3708501" y="3258256"/>
            <a:ext cx="0" cy="64890"/>
          </a:xfrm>
          <a:prstGeom prst="line">
            <a:avLst/>
          </a:prstGeom>
          <a:noFill/>
          <a:ln w="15875">
            <a:solidFill>
              <a:srgbClr val="5C4DB7">
                <a:alpha val="76000"/>
              </a:srgbClr>
            </a:solidFill>
            <a:prstDash val="dash"/>
            <a:headEnd type="none"/>
            <a:tailEnd type="none"/>
          </a:ln>
        </p:spPr>
      </p:sp>
      <p:sp>
        <p:nvSpPr>
          <p:cNvPr id="74" name="Shape 72"/>
          <p:cNvSpPr/>
          <p:nvPr/>
        </p:nvSpPr>
        <p:spPr>
          <a:xfrm>
            <a:off x="3708501" y="3320403"/>
            <a:ext cx="127407" cy="0"/>
          </a:xfrm>
          <a:prstGeom prst="line">
            <a:avLst/>
          </a:prstGeom>
          <a:noFill/>
          <a:ln w="15875">
            <a:solidFill>
              <a:srgbClr val="5C4DB7">
                <a:alpha val="76000"/>
              </a:srgbClr>
            </a:solidFill>
            <a:prstDash val="dash"/>
            <a:headEnd type="none"/>
            <a:tailEnd type="none"/>
          </a:ln>
        </p:spPr>
      </p:sp>
      <p:sp>
        <p:nvSpPr>
          <p:cNvPr id="75" name="Shape 73"/>
          <p:cNvSpPr/>
          <p:nvPr/>
        </p:nvSpPr>
        <p:spPr>
          <a:xfrm>
            <a:off x="3833165" y="3317660"/>
            <a:ext cx="0" cy="64435"/>
          </a:xfrm>
          <a:prstGeom prst="line">
            <a:avLst/>
          </a:prstGeom>
          <a:noFill/>
          <a:ln w="15875">
            <a:solidFill>
              <a:srgbClr val="5C4DB7">
                <a:alpha val="76000"/>
              </a:srgbClr>
            </a:solidFill>
            <a:prstDash val="dash"/>
            <a:headEnd type="none"/>
            <a:tailEnd type="none"/>
          </a:ln>
        </p:spPr>
      </p:sp>
      <p:sp>
        <p:nvSpPr>
          <p:cNvPr id="76" name="Shape 74"/>
          <p:cNvSpPr/>
          <p:nvPr/>
        </p:nvSpPr>
        <p:spPr>
          <a:xfrm>
            <a:off x="3833165" y="3379352"/>
            <a:ext cx="127407" cy="0"/>
          </a:xfrm>
          <a:prstGeom prst="line">
            <a:avLst/>
          </a:prstGeom>
          <a:noFill/>
          <a:ln w="15875">
            <a:solidFill>
              <a:srgbClr val="5C4DB7">
                <a:alpha val="76000"/>
              </a:srgbClr>
            </a:solidFill>
            <a:prstDash val="dash"/>
            <a:headEnd type="none"/>
            <a:tailEnd type="none"/>
          </a:ln>
        </p:spPr>
      </p:sp>
      <p:sp>
        <p:nvSpPr>
          <p:cNvPr id="77" name="Shape 75"/>
          <p:cNvSpPr/>
          <p:nvPr/>
        </p:nvSpPr>
        <p:spPr>
          <a:xfrm>
            <a:off x="3957828" y="3376608"/>
            <a:ext cx="0" cy="58741"/>
          </a:xfrm>
          <a:prstGeom prst="line">
            <a:avLst/>
          </a:prstGeom>
          <a:noFill/>
          <a:ln w="15875">
            <a:solidFill>
              <a:srgbClr val="5C4DB7">
                <a:alpha val="76000"/>
              </a:srgbClr>
            </a:solidFill>
            <a:prstDash val="dash"/>
            <a:headEnd type="none"/>
            <a:tailEnd type="none"/>
          </a:ln>
        </p:spPr>
      </p:sp>
      <p:sp>
        <p:nvSpPr>
          <p:cNvPr id="78" name="Shape 76"/>
          <p:cNvSpPr/>
          <p:nvPr/>
        </p:nvSpPr>
        <p:spPr>
          <a:xfrm>
            <a:off x="3957828" y="3432606"/>
            <a:ext cx="127406" cy="0"/>
          </a:xfrm>
          <a:prstGeom prst="line">
            <a:avLst/>
          </a:prstGeom>
          <a:noFill/>
          <a:ln w="15875">
            <a:solidFill>
              <a:srgbClr val="5C4DB7">
                <a:alpha val="76000"/>
              </a:srgbClr>
            </a:solidFill>
            <a:prstDash val="dash"/>
            <a:headEnd type="none"/>
            <a:tailEnd type="none"/>
          </a:ln>
        </p:spPr>
      </p:sp>
      <p:sp>
        <p:nvSpPr>
          <p:cNvPr id="79" name="Shape 77"/>
          <p:cNvSpPr/>
          <p:nvPr/>
        </p:nvSpPr>
        <p:spPr>
          <a:xfrm>
            <a:off x="4082491" y="3429863"/>
            <a:ext cx="0" cy="64009"/>
          </a:xfrm>
          <a:prstGeom prst="line">
            <a:avLst/>
          </a:prstGeom>
          <a:noFill/>
          <a:ln w="15875">
            <a:solidFill>
              <a:srgbClr val="5C4DB7">
                <a:alpha val="76000"/>
              </a:srgbClr>
            </a:solidFill>
            <a:prstDash val="dash"/>
            <a:headEnd type="none"/>
            <a:tailEnd type="none"/>
          </a:ln>
        </p:spPr>
      </p:sp>
      <p:sp>
        <p:nvSpPr>
          <p:cNvPr id="80" name="Shape 78"/>
          <p:cNvSpPr/>
          <p:nvPr/>
        </p:nvSpPr>
        <p:spPr>
          <a:xfrm>
            <a:off x="4082491" y="3491129"/>
            <a:ext cx="127407" cy="0"/>
          </a:xfrm>
          <a:prstGeom prst="line">
            <a:avLst/>
          </a:prstGeom>
          <a:noFill/>
          <a:ln w="15875">
            <a:solidFill>
              <a:srgbClr val="5C4DB7">
                <a:alpha val="76000"/>
              </a:srgbClr>
            </a:solidFill>
            <a:prstDash val="dash"/>
            <a:headEnd type="none"/>
            <a:tailEnd type="none"/>
          </a:ln>
        </p:spPr>
      </p:sp>
      <p:sp>
        <p:nvSpPr>
          <p:cNvPr id="81" name="Shape 79"/>
          <p:cNvSpPr/>
          <p:nvPr/>
        </p:nvSpPr>
        <p:spPr>
          <a:xfrm>
            <a:off x="4207154" y="3488386"/>
            <a:ext cx="0" cy="63994"/>
          </a:xfrm>
          <a:prstGeom prst="line">
            <a:avLst/>
          </a:prstGeom>
          <a:noFill/>
          <a:ln w="15875">
            <a:solidFill>
              <a:srgbClr val="5C4DB7">
                <a:alpha val="76000"/>
              </a:srgbClr>
            </a:solidFill>
            <a:prstDash val="dash"/>
            <a:headEnd type="none"/>
            <a:tailEnd type="none"/>
          </a:ln>
        </p:spPr>
      </p:sp>
      <p:sp>
        <p:nvSpPr>
          <p:cNvPr id="82" name="Shape 80"/>
          <p:cNvSpPr/>
          <p:nvPr/>
        </p:nvSpPr>
        <p:spPr>
          <a:xfrm>
            <a:off x="4207154" y="3549636"/>
            <a:ext cx="127407" cy="0"/>
          </a:xfrm>
          <a:prstGeom prst="line">
            <a:avLst/>
          </a:prstGeom>
          <a:noFill/>
          <a:ln w="15875">
            <a:solidFill>
              <a:srgbClr val="5C4DB7">
                <a:alpha val="76000"/>
              </a:srgbClr>
            </a:solidFill>
            <a:prstDash val="dash"/>
            <a:headEnd type="none"/>
            <a:tailEnd type="none"/>
          </a:ln>
        </p:spPr>
      </p:sp>
      <p:sp>
        <p:nvSpPr>
          <p:cNvPr id="83" name="Shape 81"/>
          <p:cNvSpPr/>
          <p:nvPr/>
        </p:nvSpPr>
        <p:spPr>
          <a:xfrm>
            <a:off x="4331818" y="3546893"/>
            <a:ext cx="0" cy="63650"/>
          </a:xfrm>
          <a:prstGeom prst="line">
            <a:avLst/>
          </a:prstGeom>
          <a:noFill/>
          <a:ln w="15875">
            <a:solidFill>
              <a:srgbClr val="5C4DB7">
                <a:alpha val="76000"/>
              </a:srgbClr>
            </a:solidFill>
            <a:prstDash val="dash"/>
            <a:headEnd type="none"/>
            <a:tailEnd type="none"/>
          </a:ln>
        </p:spPr>
      </p:sp>
      <p:sp>
        <p:nvSpPr>
          <p:cNvPr id="84" name="Shape 82"/>
          <p:cNvSpPr/>
          <p:nvPr/>
        </p:nvSpPr>
        <p:spPr>
          <a:xfrm>
            <a:off x="4331818" y="3607800"/>
            <a:ext cx="127406" cy="0"/>
          </a:xfrm>
          <a:prstGeom prst="line">
            <a:avLst/>
          </a:prstGeom>
          <a:noFill/>
          <a:ln w="15875">
            <a:solidFill>
              <a:srgbClr val="5C4DB7">
                <a:alpha val="76000"/>
              </a:srgbClr>
            </a:solidFill>
            <a:prstDash val="dash"/>
            <a:headEnd type="none"/>
            <a:tailEnd type="none"/>
          </a:ln>
        </p:spPr>
      </p:sp>
      <p:sp>
        <p:nvSpPr>
          <p:cNvPr id="85" name="Shape 83"/>
          <p:cNvSpPr/>
          <p:nvPr/>
        </p:nvSpPr>
        <p:spPr>
          <a:xfrm>
            <a:off x="4456481" y="3605057"/>
            <a:ext cx="0" cy="63432"/>
          </a:xfrm>
          <a:prstGeom prst="line">
            <a:avLst/>
          </a:prstGeom>
          <a:noFill/>
          <a:ln w="15875">
            <a:solidFill>
              <a:srgbClr val="5C4DB7">
                <a:alpha val="76000"/>
              </a:srgbClr>
            </a:solidFill>
            <a:prstDash val="dash"/>
            <a:headEnd type="none"/>
            <a:tailEnd type="none"/>
          </a:ln>
        </p:spPr>
      </p:sp>
      <p:sp>
        <p:nvSpPr>
          <p:cNvPr id="86" name="Shape 84"/>
          <p:cNvSpPr/>
          <p:nvPr/>
        </p:nvSpPr>
        <p:spPr>
          <a:xfrm>
            <a:off x="4456481" y="3665745"/>
            <a:ext cx="127407" cy="0"/>
          </a:xfrm>
          <a:prstGeom prst="line">
            <a:avLst/>
          </a:prstGeom>
          <a:noFill/>
          <a:ln w="15875">
            <a:solidFill>
              <a:srgbClr val="5C4DB7">
                <a:alpha val="76000"/>
              </a:srgbClr>
            </a:solidFill>
            <a:prstDash val="dash"/>
            <a:headEnd type="none"/>
            <a:tailEnd type="none"/>
          </a:ln>
        </p:spPr>
      </p:sp>
      <p:sp>
        <p:nvSpPr>
          <p:cNvPr id="87" name="Shape 85"/>
          <p:cNvSpPr/>
          <p:nvPr/>
        </p:nvSpPr>
        <p:spPr>
          <a:xfrm>
            <a:off x="4581144" y="3663002"/>
            <a:ext cx="0" cy="62794"/>
          </a:xfrm>
          <a:prstGeom prst="line">
            <a:avLst/>
          </a:prstGeom>
          <a:noFill/>
          <a:ln w="15875">
            <a:solidFill>
              <a:srgbClr val="5C4DB7">
                <a:alpha val="76000"/>
              </a:srgbClr>
            </a:solidFill>
            <a:prstDash val="dash"/>
            <a:headEnd type="none"/>
            <a:tailEnd type="none"/>
          </a:ln>
        </p:spPr>
      </p:sp>
      <p:sp>
        <p:nvSpPr>
          <p:cNvPr id="88" name="Shape 86"/>
          <p:cNvSpPr/>
          <p:nvPr/>
        </p:nvSpPr>
        <p:spPr>
          <a:xfrm>
            <a:off x="4581144" y="3723053"/>
            <a:ext cx="127407" cy="0"/>
          </a:xfrm>
          <a:prstGeom prst="line">
            <a:avLst/>
          </a:prstGeom>
          <a:noFill/>
          <a:ln w="15875">
            <a:solidFill>
              <a:srgbClr val="5C4DB7">
                <a:alpha val="76000"/>
              </a:srgbClr>
            </a:solidFill>
            <a:prstDash val="dash"/>
            <a:headEnd type="none"/>
            <a:tailEnd type="none"/>
          </a:ln>
        </p:spPr>
      </p:sp>
      <p:sp>
        <p:nvSpPr>
          <p:cNvPr id="89" name="Shape 87"/>
          <p:cNvSpPr/>
          <p:nvPr/>
        </p:nvSpPr>
        <p:spPr>
          <a:xfrm>
            <a:off x="4705807" y="3720310"/>
            <a:ext cx="0" cy="61710"/>
          </a:xfrm>
          <a:prstGeom prst="line">
            <a:avLst/>
          </a:prstGeom>
          <a:noFill/>
          <a:ln w="15875">
            <a:solidFill>
              <a:srgbClr val="5C4DB7">
                <a:alpha val="76000"/>
              </a:srgbClr>
            </a:solidFill>
            <a:prstDash val="dash"/>
            <a:headEnd type="none"/>
            <a:tailEnd type="none"/>
          </a:ln>
        </p:spPr>
      </p:sp>
      <p:sp>
        <p:nvSpPr>
          <p:cNvPr id="90" name="Shape 88"/>
          <p:cNvSpPr/>
          <p:nvPr/>
        </p:nvSpPr>
        <p:spPr>
          <a:xfrm>
            <a:off x="4705807" y="3779277"/>
            <a:ext cx="127406" cy="0"/>
          </a:xfrm>
          <a:prstGeom prst="line">
            <a:avLst/>
          </a:prstGeom>
          <a:noFill/>
          <a:ln w="15875">
            <a:solidFill>
              <a:srgbClr val="5C4DB7">
                <a:alpha val="76000"/>
              </a:srgbClr>
            </a:solidFill>
            <a:prstDash val="dash"/>
            <a:headEnd type="none"/>
            <a:tailEnd type="none"/>
          </a:ln>
        </p:spPr>
      </p:sp>
      <p:sp>
        <p:nvSpPr>
          <p:cNvPr id="91" name="Shape 89"/>
          <p:cNvSpPr/>
          <p:nvPr/>
        </p:nvSpPr>
        <p:spPr>
          <a:xfrm>
            <a:off x="4830470" y="3776534"/>
            <a:ext cx="0" cy="60141"/>
          </a:xfrm>
          <a:prstGeom prst="line">
            <a:avLst/>
          </a:prstGeom>
          <a:noFill/>
          <a:ln w="15875">
            <a:solidFill>
              <a:srgbClr val="5C4DB7">
                <a:alpha val="76000"/>
              </a:srgbClr>
            </a:solidFill>
            <a:prstDash val="dash"/>
            <a:headEnd type="none"/>
            <a:tailEnd type="none"/>
          </a:ln>
        </p:spPr>
      </p:sp>
      <p:sp>
        <p:nvSpPr>
          <p:cNvPr id="92" name="Shape 90"/>
          <p:cNvSpPr/>
          <p:nvPr/>
        </p:nvSpPr>
        <p:spPr>
          <a:xfrm>
            <a:off x="4830470" y="3833931"/>
            <a:ext cx="127407" cy="0"/>
          </a:xfrm>
          <a:prstGeom prst="line">
            <a:avLst/>
          </a:prstGeom>
          <a:noFill/>
          <a:ln w="15875">
            <a:solidFill>
              <a:srgbClr val="5C4DB7">
                <a:alpha val="76000"/>
              </a:srgbClr>
            </a:solidFill>
            <a:prstDash val="dash"/>
            <a:headEnd type="none"/>
            <a:tailEnd type="none"/>
          </a:ln>
        </p:spPr>
      </p:sp>
      <p:sp>
        <p:nvSpPr>
          <p:cNvPr id="93" name="Shape 91"/>
          <p:cNvSpPr/>
          <p:nvPr/>
        </p:nvSpPr>
        <p:spPr>
          <a:xfrm>
            <a:off x="4955134" y="3831188"/>
            <a:ext cx="0" cy="58658"/>
          </a:xfrm>
          <a:prstGeom prst="line">
            <a:avLst/>
          </a:prstGeom>
          <a:noFill/>
          <a:ln w="15875">
            <a:solidFill>
              <a:srgbClr val="5C4DB7">
                <a:alpha val="76000"/>
              </a:srgbClr>
            </a:solidFill>
            <a:prstDash val="dash"/>
            <a:headEnd type="none"/>
            <a:tailEnd type="none"/>
          </a:ln>
        </p:spPr>
      </p:sp>
      <p:sp>
        <p:nvSpPr>
          <p:cNvPr id="94" name="Shape 92"/>
          <p:cNvSpPr/>
          <p:nvPr/>
        </p:nvSpPr>
        <p:spPr>
          <a:xfrm>
            <a:off x="4955134" y="3887103"/>
            <a:ext cx="127407" cy="0"/>
          </a:xfrm>
          <a:prstGeom prst="line">
            <a:avLst/>
          </a:prstGeom>
          <a:noFill/>
          <a:ln w="15875">
            <a:solidFill>
              <a:srgbClr val="5C4DB7">
                <a:alpha val="76000"/>
              </a:srgbClr>
            </a:solidFill>
            <a:prstDash val="dash"/>
            <a:headEnd type="none"/>
            <a:tailEnd type="none"/>
          </a:ln>
        </p:spPr>
      </p:sp>
      <p:sp>
        <p:nvSpPr>
          <p:cNvPr id="95" name="Shape 93"/>
          <p:cNvSpPr/>
          <p:nvPr/>
        </p:nvSpPr>
        <p:spPr>
          <a:xfrm>
            <a:off x="5079797" y="3884359"/>
            <a:ext cx="0" cy="57354"/>
          </a:xfrm>
          <a:prstGeom prst="line">
            <a:avLst/>
          </a:prstGeom>
          <a:noFill/>
          <a:ln w="15875">
            <a:solidFill>
              <a:srgbClr val="5C4DB7">
                <a:alpha val="76000"/>
              </a:srgbClr>
            </a:solidFill>
            <a:prstDash val="dash"/>
            <a:headEnd type="none"/>
            <a:tailEnd type="none"/>
          </a:ln>
        </p:spPr>
      </p:sp>
      <p:sp>
        <p:nvSpPr>
          <p:cNvPr id="96" name="Shape 94"/>
          <p:cNvSpPr/>
          <p:nvPr/>
        </p:nvSpPr>
        <p:spPr>
          <a:xfrm>
            <a:off x="5079797" y="3938970"/>
            <a:ext cx="127406" cy="0"/>
          </a:xfrm>
          <a:prstGeom prst="line">
            <a:avLst/>
          </a:prstGeom>
          <a:noFill/>
          <a:ln w="15875">
            <a:solidFill>
              <a:srgbClr val="5C4DB7">
                <a:alpha val="76000"/>
              </a:srgbClr>
            </a:solidFill>
            <a:prstDash val="dash"/>
            <a:headEnd type="none"/>
            <a:tailEnd type="none"/>
          </a:ln>
        </p:spPr>
      </p:sp>
      <p:sp>
        <p:nvSpPr>
          <p:cNvPr id="97" name="Shape 95"/>
          <p:cNvSpPr/>
          <p:nvPr/>
        </p:nvSpPr>
        <p:spPr>
          <a:xfrm>
            <a:off x="5204460" y="3936227"/>
            <a:ext cx="0" cy="56012"/>
          </a:xfrm>
          <a:prstGeom prst="line">
            <a:avLst/>
          </a:prstGeom>
          <a:noFill/>
          <a:ln w="15875">
            <a:solidFill>
              <a:srgbClr val="5C4DB7">
                <a:alpha val="76000"/>
              </a:srgbClr>
            </a:solidFill>
            <a:prstDash val="dash"/>
            <a:headEnd type="none"/>
            <a:tailEnd type="none"/>
          </a:ln>
        </p:spPr>
      </p:sp>
      <p:sp>
        <p:nvSpPr>
          <p:cNvPr id="98" name="Shape 96"/>
          <p:cNvSpPr/>
          <p:nvPr/>
        </p:nvSpPr>
        <p:spPr>
          <a:xfrm>
            <a:off x="5204460" y="3989496"/>
            <a:ext cx="127407" cy="0"/>
          </a:xfrm>
          <a:prstGeom prst="line">
            <a:avLst/>
          </a:prstGeom>
          <a:noFill/>
          <a:ln w="15875">
            <a:solidFill>
              <a:srgbClr val="5C4DB7">
                <a:alpha val="76000"/>
              </a:srgbClr>
            </a:solidFill>
            <a:prstDash val="dash"/>
            <a:headEnd type="none"/>
            <a:tailEnd type="none"/>
          </a:ln>
        </p:spPr>
      </p:sp>
      <p:sp>
        <p:nvSpPr>
          <p:cNvPr id="99" name="Shape 97"/>
          <p:cNvSpPr/>
          <p:nvPr/>
        </p:nvSpPr>
        <p:spPr>
          <a:xfrm>
            <a:off x="5329123" y="3986753"/>
            <a:ext cx="0" cy="54961"/>
          </a:xfrm>
          <a:prstGeom prst="line">
            <a:avLst/>
          </a:prstGeom>
          <a:noFill/>
          <a:ln w="15875">
            <a:solidFill>
              <a:srgbClr val="5C4DB7">
                <a:alpha val="76000"/>
              </a:srgbClr>
            </a:solidFill>
            <a:prstDash val="dash"/>
            <a:headEnd type="none"/>
            <a:tailEnd type="none"/>
          </a:ln>
        </p:spPr>
      </p:sp>
      <p:sp>
        <p:nvSpPr>
          <p:cNvPr id="100" name="Shape 98"/>
          <p:cNvSpPr/>
          <p:nvPr/>
        </p:nvSpPr>
        <p:spPr>
          <a:xfrm>
            <a:off x="5329123" y="4038970"/>
            <a:ext cx="127407" cy="0"/>
          </a:xfrm>
          <a:prstGeom prst="line">
            <a:avLst/>
          </a:prstGeom>
          <a:noFill/>
          <a:ln w="15875">
            <a:solidFill>
              <a:srgbClr val="5C4DB7">
                <a:alpha val="76000"/>
              </a:srgbClr>
            </a:solidFill>
            <a:prstDash val="dash"/>
            <a:headEnd type="none"/>
            <a:tailEnd type="none"/>
          </a:ln>
        </p:spPr>
      </p:sp>
      <p:sp>
        <p:nvSpPr>
          <p:cNvPr id="101" name="Shape 99"/>
          <p:cNvSpPr/>
          <p:nvPr/>
        </p:nvSpPr>
        <p:spPr>
          <a:xfrm>
            <a:off x="5453787" y="4036227"/>
            <a:ext cx="0" cy="49698"/>
          </a:xfrm>
          <a:prstGeom prst="line">
            <a:avLst/>
          </a:prstGeom>
          <a:noFill/>
          <a:ln w="15875">
            <a:solidFill>
              <a:srgbClr val="5C4DB7">
                <a:alpha val="76000"/>
              </a:srgbClr>
            </a:solidFill>
            <a:prstDash val="dash"/>
            <a:headEnd type="none"/>
            <a:tailEnd type="none"/>
          </a:ln>
        </p:spPr>
      </p:sp>
      <p:sp>
        <p:nvSpPr>
          <p:cNvPr id="102" name="Shape 100"/>
          <p:cNvSpPr/>
          <p:nvPr/>
        </p:nvSpPr>
        <p:spPr>
          <a:xfrm>
            <a:off x="5453787" y="4083182"/>
            <a:ext cx="127406" cy="0"/>
          </a:xfrm>
          <a:prstGeom prst="line">
            <a:avLst/>
          </a:prstGeom>
          <a:noFill/>
          <a:ln w="15875">
            <a:solidFill>
              <a:srgbClr val="5C4DB7">
                <a:alpha val="76000"/>
              </a:srgbClr>
            </a:solidFill>
            <a:prstDash val="dash"/>
            <a:headEnd type="none"/>
            <a:tailEnd type="none"/>
          </a:ln>
        </p:spPr>
      </p:sp>
      <p:sp>
        <p:nvSpPr>
          <p:cNvPr id="103" name="Shape 101"/>
          <p:cNvSpPr/>
          <p:nvPr/>
        </p:nvSpPr>
        <p:spPr>
          <a:xfrm>
            <a:off x="5578449" y="4080439"/>
            <a:ext cx="0" cy="53738"/>
          </a:xfrm>
          <a:prstGeom prst="line">
            <a:avLst/>
          </a:prstGeom>
          <a:noFill/>
          <a:ln w="15875">
            <a:solidFill>
              <a:srgbClr val="5C4DB7">
                <a:alpha val="76000"/>
              </a:srgbClr>
            </a:solidFill>
            <a:prstDash val="dash"/>
            <a:headEnd type="none"/>
            <a:tailEnd type="none"/>
          </a:ln>
        </p:spPr>
      </p:sp>
      <p:sp>
        <p:nvSpPr>
          <p:cNvPr id="104" name="Shape 102"/>
          <p:cNvSpPr/>
          <p:nvPr/>
        </p:nvSpPr>
        <p:spPr>
          <a:xfrm>
            <a:off x="5578449" y="4131434"/>
            <a:ext cx="127407" cy="0"/>
          </a:xfrm>
          <a:prstGeom prst="line">
            <a:avLst/>
          </a:prstGeom>
          <a:noFill/>
          <a:ln w="15875">
            <a:solidFill>
              <a:srgbClr val="5C4DB7">
                <a:alpha val="76000"/>
              </a:srgbClr>
            </a:solidFill>
            <a:prstDash val="dash"/>
            <a:headEnd type="none"/>
            <a:tailEnd type="none"/>
          </a:ln>
        </p:spPr>
      </p:sp>
      <p:sp>
        <p:nvSpPr>
          <p:cNvPr id="105" name="Shape 103"/>
          <p:cNvSpPr/>
          <p:nvPr/>
        </p:nvSpPr>
        <p:spPr>
          <a:xfrm>
            <a:off x="5703113" y="4128690"/>
            <a:ext cx="0" cy="52806"/>
          </a:xfrm>
          <a:prstGeom prst="line">
            <a:avLst/>
          </a:prstGeom>
          <a:noFill/>
          <a:ln w="15875">
            <a:solidFill>
              <a:srgbClr val="5C4DB7">
                <a:alpha val="76000"/>
              </a:srgbClr>
            </a:solidFill>
            <a:prstDash val="dash"/>
            <a:headEnd type="none"/>
            <a:tailEnd type="none"/>
          </a:ln>
        </p:spPr>
      </p:sp>
      <p:sp>
        <p:nvSpPr>
          <p:cNvPr id="106" name="Shape 104"/>
          <p:cNvSpPr/>
          <p:nvPr/>
        </p:nvSpPr>
        <p:spPr>
          <a:xfrm>
            <a:off x="5703113" y="4178753"/>
            <a:ext cx="127407" cy="0"/>
          </a:xfrm>
          <a:prstGeom prst="line">
            <a:avLst/>
          </a:prstGeom>
          <a:noFill/>
          <a:ln w="15875">
            <a:solidFill>
              <a:srgbClr val="5C4DB7">
                <a:alpha val="76000"/>
              </a:srgbClr>
            </a:solidFill>
            <a:prstDash val="dash"/>
            <a:headEnd type="none"/>
            <a:tailEnd type="none"/>
          </a:ln>
        </p:spPr>
      </p:sp>
      <p:sp>
        <p:nvSpPr>
          <p:cNvPr id="107" name="Shape 105"/>
          <p:cNvSpPr/>
          <p:nvPr/>
        </p:nvSpPr>
        <p:spPr>
          <a:xfrm>
            <a:off x="5827776" y="4176010"/>
            <a:ext cx="0" cy="52020"/>
          </a:xfrm>
          <a:prstGeom prst="line">
            <a:avLst/>
          </a:prstGeom>
          <a:noFill/>
          <a:ln w="15875">
            <a:solidFill>
              <a:srgbClr val="5C4DB7">
                <a:alpha val="76000"/>
              </a:srgbClr>
            </a:solidFill>
            <a:prstDash val="dash"/>
            <a:headEnd type="none"/>
            <a:tailEnd type="none"/>
          </a:ln>
        </p:spPr>
      </p:sp>
      <p:sp>
        <p:nvSpPr>
          <p:cNvPr id="108" name="Shape 106"/>
          <p:cNvSpPr/>
          <p:nvPr/>
        </p:nvSpPr>
        <p:spPr>
          <a:xfrm>
            <a:off x="5827776" y="4225287"/>
            <a:ext cx="127406" cy="0"/>
          </a:xfrm>
          <a:prstGeom prst="line">
            <a:avLst/>
          </a:prstGeom>
          <a:noFill/>
          <a:ln w="15875">
            <a:solidFill>
              <a:srgbClr val="5C4DB7">
                <a:alpha val="76000"/>
              </a:srgbClr>
            </a:solidFill>
            <a:prstDash val="dash"/>
            <a:headEnd type="none"/>
            <a:tailEnd type="none"/>
          </a:ln>
        </p:spPr>
      </p:sp>
      <p:sp>
        <p:nvSpPr>
          <p:cNvPr id="109" name="Shape 107"/>
          <p:cNvSpPr/>
          <p:nvPr/>
        </p:nvSpPr>
        <p:spPr>
          <a:xfrm>
            <a:off x="5952439" y="4222544"/>
            <a:ext cx="0" cy="51360"/>
          </a:xfrm>
          <a:prstGeom prst="line">
            <a:avLst/>
          </a:prstGeom>
          <a:noFill/>
          <a:ln w="15875">
            <a:solidFill>
              <a:srgbClr val="5C4DB7">
                <a:alpha val="76000"/>
              </a:srgbClr>
            </a:solidFill>
            <a:prstDash val="dash"/>
            <a:headEnd type="none"/>
            <a:tailEnd type="none"/>
          </a:ln>
        </p:spPr>
      </p:sp>
      <p:sp>
        <p:nvSpPr>
          <p:cNvPr id="110" name="Shape 108"/>
          <p:cNvSpPr/>
          <p:nvPr/>
        </p:nvSpPr>
        <p:spPr>
          <a:xfrm>
            <a:off x="5952439" y="4271160"/>
            <a:ext cx="127407" cy="0"/>
          </a:xfrm>
          <a:prstGeom prst="line">
            <a:avLst/>
          </a:prstGeom>
          <a:noFill/>
          <a:ln w="15875">
            <a:solidFill>
              <a:srgbClr val="5C4DB7">
                <a:alpha val="76000"/>
              </a:srgbClr>
            </a:solidFill>
            <a:prstDash val="dash"/>
            <a:headEnd type="none"/>
            <a:tailEnd type="none"/>
          </a:ln>
        </p:spPr>
      </p:sp>
      <p:sp>
        <p:nvSpPr>
          <p:cNvPr id="111" name="Shape 109"/>
          <p:cNvSpPr/>
          <p:nvPr/>
        </p:nvSpPr>
        <p:spPr>
          <a:xfrm>
            <a:off x="6077102" y="4268417"/>
            <a:ext cx="0" cy="50666"/>
          </a:xfrm>
          <a:prstGeom prst="line">
            <a:avLst/>
          </a:prstGeom>
          <a:noFill/>
          <a:ln w="15875">
            <a:solidFill>
              <a:srgbClr val="5C4DB7">
                <a:alpha val="76000"/>
              </a:srgbClr>
            </a:solidFill>
            <a:prstDash val="dash"/>
            <a:headEnd type="none"/>
            <a:tailEnd type="none"/>
          </a:ln>
        </p:spPr>
      </p:sp>
      <p:sp>
        <p:nvSpPr>
          <p:cNvPr id="112" name="Shape 110"/>
          <p:cNvSpPr/>
          <p:nvPr/>
        </p:nvSpPr>
        <p:spPr>
          <a:xfrm>
            <a:off x="6077102" y="4316340"/>
            <a:ext cx="127407" cy="0"/>
          </a:xfrm>
          <a:prstGeom prst="line">
            <a:avLst/>
          </a:prstGeom>
          <a:noFill/>
          <a:ln w="15875">
            <a:solidFill>
              <a:srgbClr val="5C4DB7">
                <a:alpha val="76000"/>
              </a:srgbClr>
            </a:solidFill>
            <a:prstDash val="dash"/>
            <a:headEnd type="none"/>
            <a:tailEnd type="none"/>
          </a:ln>
        </p:spPr>
      </p:sp>
      <p:sp>
        <p:nvSpPr>
          <p:cNvPr id="113" name="Shape 111"/>
          <p:cNvSpPr/>
          <p:nvPr/>
        </p:nvSpPr>
        <p:spPr>
          <a:xfrm>
            <a:off x="6201766" y="4313597"/>
            <a:ext cx="0" cy="49708"/>
          </a:xfrm>
          <a:prstGeom prst="line">
            <a:avLst/>
          </a:prstGeom>
          <a:noFill/>
          <a:ln w="15875">
            <a:solidFill>
              <a:srgbClr val="5C4DB7">
                <a:alpha val="76000"/>
              </a:srgbClr>
            </a:solidFill>
            <a:prstDash val="dash"/>
            <a:headEnd type="none"/>
            <a:tailEnd type="none"/>
          </a:ln>
        </p:spPr>
      </p:sp>
      <p:sp>
        <p:nvSpPr>
          <p:cNvPr id="114" name="Shape 112"/>
          <p:cNvSpPr/>
          <p:nvPr/>
        </p:nvSpPr>
        <p:spPr>
          <a:xfrm>
            <a:off x="6201766" y="4360562"/>
            <a:ext cx="127406" cy="0"/>
          </a:xfrm>
          <a:prstGeom prst="line">
            <a:avLst/>
          </a:prstGeom>
          <a:noFill/>
          <a:ln w="15875">
            <a:solidFill>
              <a:srgbClr val="5C4DB7">
                <a:alpha val="76000"/>
              </a:srgbClr>
            </a:solidFill>
            <a:prstDash val="dash"/>
            <a:headEnd type="none"/>
            <a:tailEnd type="none"/>
          </a:ln>
        </p:spPr>
      </p:sp>
      <p:sp>
        <p:nvSpPr>
          <p:cNvPr id="115" name="Shape 113"/>
          <p:cNvSpPr/>
          <p:nvPr/>
        </p:nvSpPr>
        <p:spPr>
          <a:xfrm>
            <a:off x="6326429" y="4357818"/>
            <a:ext cx="0" cy="48620"/>
          </a:xfrm>
          <a:prstGeom prst="line">
            <a:avLst/>
          </a:prstGeom>
          <a:noFill/>
          <a:ln w="15875">
            <a:solidFill>
              <a:srgbClr val="5C4DB7">
                <a:alpha val="76000"/>
              </a:srgbClr>
            </a:solidFill>
            <a:prstDash val="dash"/>
            <a:headEnd type="none"/>
            <a:tailEnd type="none"/>
          </a:ln>
        </p:spPr>
      </p:sp>
      <p:sp>
        <p:nvSpPr>
          <p:cNvPr id="116" name="Shape 114"/>
          <p:cNvSpPr/>
          <p:nvPr/>
        </p:nvSpPr>
        <p:spPr>
          <a:xfrm>
            <a:off x="6326429" y="4403695"/>
            <a:ext cx="127407" cy="0"/>
          </a:xfrm>
          <a:prstGeom prst="line">
            <a:avLst/>
          </a:prstGeom>
          <a:noFill/>
          <a:ln w="15875">
            <a:solidFill>
              <a:srgbClr val="5C4DB7">
                <a:alpha val="76000"/>
              </a:srgbClr>
            </a:solidFill>
            <a:prstDash val="dash"/>
            <a:headEnd type="none"/>
            <a:tailEnd type="none"/>
          </a:ln>
        </p:spPr>
      </p:sp>
      <p:sp>
        <p:nvSpPr>
          <p:cNvPr id="117" name="Shape 115"/>
          <p:cNvSpPr/>
          <p:nvPr/>
        </p:nvSpPr>
        <p:spPr>
          <a:xfrm>
            <a:off x="6451092" y="4400952"/>
            <a:ext cx="0" cy="47619"/>
          </a:xfrm>
          <a:prstGeom prst="line">
            <a:avLst/>
          </a:prstGeom>
          <a:noFill/>
          <a:ln w="15875">
            <a:solidFill>
              <a:srgbClr val="5C4DB7">
                <a:alpha val="76000"/>
              </a:srgbClr>
            </a:solidFill>
            <a:prstDash val="dash"/>
            <a:headEnd type="none"/>
            <a:tailEnd type="none"/>
          </a:ln>
        </p:spPr>
      </p:sp>
      <p:sp>
        <p:nvSpPr>
          <p:cNvPr id="118" name="Shape 116"/>
          <p:cNvSpPr/>
          <p:nvPr/>
        </p:nvSpPr>
        <p:spPr>
          <a:xfrm>
            <a:off x="6451092" y="4445827"/>
            <a:ext cx="127407" cy="0"/>
          </a:xfrm>
          <a:prstGeom prst="line">
            <a:avLst/>
          </a:prstGeom>
          <a:noFill/>
          <a:ln w="15875">
            <a:solidFill>
              <a:srgbClr val="5C4DB7">
                <a:alpha val="76000"/>
              </a:srgbClr>
            </a:solidFill>
            <a:prstDash val="dash"/>
            <a:headEnd type="none"/>
            <a:tailEnd type="none"/>
          </a:ln>
        </p:spPr>
      </p:sp>
      <p:sp>
        <p:nvSpPr>
          <p:cNvPr id="119" name="Shape 117"/>
          <p:cNvSpPr/>
          <p:nvPr/>
        </p:nvSpPr>
        <p:spPr>
          <a:xfrm>
            <a:off x="6575755" y="4443084"/>
            <a:ext cx="0" cy="46695"/>
          </a:xfrm>
          <a:prstGeom prst="line">
            <a:avLst/>
          </a:prstGeom>
          <a:noFill/>
          <a:ln w="15875">
            <a:solidFill>
              <a:srgbClr val="5C4DB7">
                <a:alpha val="76000"/>
              </a:srgbClr>
            </a:solidFill>
            <a:prstDash val="dash"/>
            <a:headEnd type="none"/>
            <a:tailEnd type="none"/>
          </a:ln>
        </p:spPr>
      </p:sp>
      <p:sp>
        <p:nvSpPr>
          <p:cNvPr id="120" name="Shape 118"/>
          <p:cNvSpPr/>
          <p:nvPr/>
        </p:nvSpPr>
        <p:spPr>
          <a:xfrm>
            <a:off x="6575755" y="4487036"/>
            <a:ext cx="127406" cy="0"/>
          </a:xfrm>
          <a:prstGeom prst="line">
            <a:avLst/>
          </a:prstGeom>
          <a:noFill/>
          <a:ln w="15875">
            <a:solidFill>
              <a:srgbClr val="5C4DB7">
                <a:alpha val="76000"/>
              </a:srgbClr>
            </a:solidFill>
            <a:prstDash val="dash"/>
            <a:headEnd type="none"/>
            <a:tailEnd type="none"/>
          </a:ln>
        </p:spPr>
      </p:sp>
      <p:sp>
        <p:nvSpPr>
          <p:cNvPr id="121" name="Shape 119"/>
          <p:cNvSpPr/>
          <p:nvPr/>
        </p:nvSpPr>
        <p:spPr>
          <a:xfrm>
            <a:off x="6700418" y="4484293"/>
            <a:ext cx="0" cy="45730"/>
          </a:xfrm>
          <a:prstGeom prst="line">
            <a:avLst/>
          </a:prstGeom>
          <a:noFill/>
          <a:ln w="15875">
            <a:solidFill>
              <a:srgbClr val="5C4DB7">
                <a:alpha val="76000"/>
              </a:srgbClr>
            </a:solidFill>
            <a:prstDash val="dash"/>
            <a:headEnd type="none"/>
            <a:tailEnd type="none"/>
          </a:ln>
        </p:spPr>
      </p:sp>
      <p:sp>
        <p:nvSpPr>
          <p:cNvPr id="122" name="Shape 120"/>
          <p:cNvSpPr/>
          <p:nvPr/>
        </p:nvSpPr>
        <p:spPr>
          <a:xfrm>
            <a:off x="6700418" y="4527280"/>
            <a:ext cx="127407" cy="0"/>
          </a:xfrm>
          <a:prstGeom prst="line">
            <a:avLst/>
          </a:prstGeom>
          <a:noFill/>
          <a:ln w="15875">
            <a:solidFill>
              <a:srgbClr val="5C4DB7">
                <a:alpha val="76000"/>
              </a:srgbClr>
            </a:solidFill>
            <a:prstDash val="dash"/>
            <a:headEnd type="none"/>
            <a:tailEnd type="none"/>
          </a:ln>
        </p:spPr>
      </p:sp>
      <p:sp>
        <p:nvSpPr>
          <p:cNvPr id="123" name="Shape 121"/>
          <p:cNvSpPr/>
          <p:nvPr/>
        </p:nvSpPr>
        <p:spPr>
          <a:xfrm>
            <a:off x="6825082" y="4524537"/>
            <a:ext cx="0" cy="44757"/>
          </a:xfrm>
          <a:prstGeom prst="line">
            <a:avLst/>
          </a:prstGeom>
          <a:noFill/>
          <a:ln w="15875">
            <a:solidFill>
              <a:srgbClr val="5C4DB7">
                <a:alpha val="76000"/>
              </a:srgbClr>
            </a:solidFill>
            <a:prstDash val="dash"/>
            <a:headEnd type="none"/>
            <a:tailEnd type="none"/>
          </a:ln>
        </p:spPr>
      </p:sp>
      <p:sp>
        <p:nvSpPr>
          <p:cNvPr id="124" name="Shape 122"/>
          <p:cNvSpPr/>
          <p:nvPr/>
        </p:nvSpPr>
        <p:spPr>
          <a:xfrm>
            <a:off x="6825082" y="4566550"/>
            <a:ext cx="127407" cy="0"/>
          </a:xfrm>
          <a:prstGeom prst="line">
            <a:avLst/>
          </a:prstGeom>
          <a:noFill/>
          <a:ln w="15875">
            <a:solidFill>
              <a:srgbClr val="5C4DB7">
                <a:alpha val="76000"/>
              </a:srgbClr>
            </a:solidFill>
            <a:prstDash val="dash"/>
            <a:headEnd type="none"/>
            <a:tailEnd type="none"/>
          </a:ln>
        </p:spPr>
      </p:sp>
      <p:sp>
        <p:nvSpPr>
          <p:cNvPr id="125" name="Shape 123"/>
          <p:cNvSpPr/>
          <p:nvPr/>
        </p:nvSpPr>
        <p:spPr>
          <a:xfrm>
            <a:off x="6949745" y="4563807"/>
            <a:ext cx="0" cy="27712"/>
          </a:xfrm>
          <a:prstGeom prst="line">
            <a:avLst/>
          </a:prstGeom>
          <a:noFill/>
          <a:ln w="15875">
            <a:solidFill>
              <a:srgbClr val="5C4DB7">
                <a:alpha val="76000"/>
              </a:srgbClr>
            </a:solidFill>
            <a:prstDash val="dash"/>
            <a:headEnd type="none"/>
            <a:tailEnd type="none"/>
          </a:ln>
        </p:spPr>
      </p:sp>
      <p:sp>
        <p:nvSpPr>
          <p:cNvPr id="126" name="Shape 124"/>
          <p:cNvSpPr/>
          <p:nvPr/>
        </p:nvSpPr>
        <p:spPr>
          <a:xfrm>
            <a:off x="6949745" y="4588775"/>
            <a:ext cx="127406" cy="0"/>
          </a:xfrm>
          <a:prstGeom prst="line">
            <a:avLst/>
          </a:prstGeom>
          <a:noFill/>
          <a:ln w="15875">
            <a:solidFill>
              <a:srgbClr val="5C4DB7">
                <a:alpha val="76000"/>
              </a:srgbClr>
            </a:solidFill>
            <a:prstDash val="dash"/>
            <a:headEnd type="none"/>
            <a:tailEnd type="none"/>
          </a:ln>
        </p:spPr>
      </p:sp>
      <p:sp>
        <p:nvSpPr>
          <p:cNvPr id="127" name="Shape 125"/>
          <p:cNvSpPr/>
          <p:nvPr/>
        </p:nvSpPr>
        <p:spPr>
          <a:xfrm>
            <a:off x="7074408" y="4586032"/>
            <a:ext cx="0" cy="42854"/>
          </a:xfrm>
          <a:prstGeom prst="line">
            <a:avLst/>
          </a:prstGeom>
          <a:noFill/>
          <a:ln w="15875">
            <a:solidFill>
              <a:srgbClr val="5C4DB7">
                <a:alpha val="76000"/>
              </a:srgbClr>
            </a:solidFill>
            <a:prstDash val="dash"/>
            <a:headEnd type="none"/>
            <a:tailEnd type="none"/>
          </a:ln>
        </p:spPr>
      </p:sp>
      <p:sp>
        <p:nvSpPr>
          <p:cNvPr id="128" name="Shape 126"/>
          <p:cNvSpPr/>
          <p:nvPr/>
        </p:nvSpPr>
        <p:spPr>
          <a:xfrm>
            <a:off x="7074408" y="4626143"/>
            <a:ext cx="127407" cy="0"/>
          </a:xfrm>
          <a:prstGeom prst="line">
            <a:avLst/>
          </a:prstGeom>
          <a:noFill/>
          <a:ln w="15875">
            <a:solidFill>
              <a:srgbClr val="5C4DB7">
                <a:alpha val="76000"/>
              </a:srgbClr>
            </a:solidFill>
            <a:prstDash val="dash"/>
            <a:headEnd type="none"/>
            <a:tailEnd type="none"/>
          </a:ln>
        </p:spPr>
      </p:sp>
      <p:sp>
        <p:nvSpPr>
          <p:cNvPr id="129" name="Shape 127"/>
          <p:cNvSpPr/>
          <p:nvPr/>
        </p:nvSpPr>
        <p:spPr>
          <a:xfrm>
            <a:off x="7199071" y="4623400"/>
            <a:ext cx="0" cy="42047"/>
          </a:xfrm>
          <a:prstGeom prst="line">
            <a:avLst/>
          </a:prstGeom>
          <a:noFill/>
          <a:ln w="15875">
            <a:solidFill>
              <a:srgbClr val="5C4DB7">
                <a:alpha val="76000"/>
              </a:srgbClr>
            </a:solidFill>
            <a:prstDash val="dash"/>
            <a:headEnd type="none"/>
            <a:tailEnd type="none"/>
          </a:ln>
        </p:spPr>
      </p:sp>
      <p:sp>
        <p:nvSpPr>
          <p:cNvPr id="130" name="Shape 128"/>
          <p:cNvSpPr/>
          <p:nvPr/>
        </p:nvSpPr>
        <p:spPr>
          <a:xfrm>
            <a:off x="7199071" y="4662704"/>
            <a:ext cx="127407" cy="0"/>
          </a:xfrm>
          <a:prstGeom prst="line">
            <a:avLst/>
          </a:prstGeom>
          <a:noFill/>
          <a:ln w="15875">
            <a:solidFill>
              <a:srgbClr val="5C4DB7">
                <a:alpha val="76000"/>
              </a:srgbClr>
            </a:solidFill>
            <a:prstDash val="dash"/>
            <a:headEnd type="none"/>
            <a:tailEnd type="none"/>
          </a:ln>
        </p:spPr>
      </p:sp>
      <p:sp>
        <p:nvSpPr>
          <p:cNvPr id="131" name="Shape 129"/>
          <p:cNvSpPr/>
          <p:nvPr/>
        </p:nvSpPr>
        <p:spPr>
          <a:xfrm>
            <a:off x="7323735" y="4659961"/>
            <a:ext cx="0" cy="41256"/>
          </a:xfrm>
          <a:prstGeom prst="line">
            <a:avLst/>
          </a:prstGeom>
          <a:noFill/>
          <a:ln w="15875">
            <a:solidFill>
              <a:srgbClr val="5C4DB7">
                <a:alpha val="76000"/>
              </a:srgbClr>
            </a:solidFill>
            <a:prstDash val="dash"/>
            <a:headEnd type="none"/>
            <a:tailEnd type="none"/>
          </a:ln>
        </p:spPr>
      </p:sp>
      <p:sp>
        <p:nvSpPr>
          <p:cNvPr id="132" name="Shape 130"/>
          <p:cNvSpPr/>
          <p:nvPr/>
        </p:nvSpPr>
        <p:spPr>
          <a:xfrm>
            <a:off x="7323735" y="4698473"/>
            <a:ext cx="127406" cy="0"/>
          </a:xfrm>
          <a:prstGeom prst="line">
            <a:avLst/>
          </a:prstGeom>
          <a:noFill/>
          <a:ln w="15875">
            <a:solidFill>
              <a:srgbClr val="5C4DB7">
                <a:alpha val="76000"/>
              </a:srgbClr>
            </a:solidFill>
            <a:prstDash val="dash"/>
            <a:headEnd type="none"/>
            <a:tailEnd type="none"/>
          </a:ln>
        </p:spPr>
      </p:sp>
      <p:sp>
        <p:nvSpPr>
          <p:cNvPr id="133" name="Shape 131"/>
          <p:cNvSpPr/>
          <p:nvPr/>
        </p:nvSpPr>
        <p:spPr>
          <a:xfrm>
            <a:off x="7448397" y="4695730"/>
            <a:ext cx="0" cy="40096"/>
          </a:xfrm>
          <a:prstGeom prst="line">
            <a:avLst/>
          </a:prstGeom>
          <a:noFill/>
          <a:ln w="15875">
            <a:solidFill>
              <a:srgbClr val="5C4DB7">
                <a:alpha val="76000"/>
              </a:srgbClr>
            </a:solidFill>
            <a:prstDash val="dash"/>
            <a:headEnd type="none"/>
            <a:tailEnd type="none"/>
          </a:ln>
        </p:spPr>
      </p:sp>
      <p:sp>
        <p:nvSpPr>
          <p:cNvPr id="134" name="Shape 132"/>
          <p:cNvSpPr/>
          <p:nvPr/>
        </p:nvSpPr>
        <p:spPr>
          <a:xfrm>
            <a:off x="7448397" y="4733083"/>
            <a:ext cx="127407" cy="0"/>
          </a:xfrm>
          <a:prstGeom prst="line">
            <a:avLst/>
          </a:prstGeom>
          <a:noFill/>
          <a:ln w="15875">
            <a:solidFill>
              <a:srgbClr val="5C4DB7">
                <a:alpha val="76000"/>
              </a:srgbClr>
            </a:solidFill>
            <a:prstDash val="dash"/>
            <a:headEnd type="none"/>
            <a:tailEnd type="none"/>
          </a:ln>
        </p:spPr>
      </p:sp>
      <p:sp>
        <p:nvSpPr>
          <p:cNvPr id="135" name="Shape 133"/>
          <p:cNvSpPr/>
          <p:nvPr/>
        </p:nvSpPr>
        <p:spPr>
          <a:xfrm>
            <a:off x="7573061" y="4730340"/>
            <a:ext cx="0" cy="38210"/>
          </a:xfrm>
          <a:prstGeom prst="line">
            <a:avLst/>
          </a:prstGeom>
          <a:noFill/>
          <a:ln w="15875">
            <a:solidFill>
              <a:srgbClr val="5C4DB7">
                <a:alpha val="76000"/>
              </a:srgbClr>
            </a:solidFill>
            <a:prstDash val="dash"/>
            <a:headEnd type="none"/>
            <a:tailEnd type="none"/>
          </a:ln>
        </p:spPr>
      </p:sp>
      <p:sp>
        <p:nvSpPr>
          <p:cNvPr id="136" name="Shape 134"/>
          <p:cNvSpPr/>
          <p:nvPr/>
        </p:nvSpPr>
        <p:spPr>
          <a:xfrm>
            <a:off x="7573061" y="4765807"/>
            <a:ext cx="127407" cy="0"/>
          </a:xfrm>
          <a:prstGeom prst="line">
            <a:avLst/>
          </a:prstGeom>
          <a:noFill/>
          <a:ln w="15875">
            <a:solidFill>
              <a:srgbClr val="5C4DB7">
                <a:alpha val="76000"/>
              </a:srgbClr>
            </a:solidFill>
            <a:prstDash val="dash"/>
            <a:headEnd type="none"/>
            <a:tailEnd type="none"/>
          </a:ln>
        </p:spPr>
      </p:sp>
      <p:sp>
        <p:nvSpPr>
          <p:cNvPr id="137" name="Shape 135"/>
          <p:cNvSpPr/>
          <p:nvPr/>
        </p:nvSpPr>
        <p:spPr>
          <a:xfrm>
            <a:off x="7697724" y="4763064"/>
            <a:ext cx="0" cy="35418"/>
          </a:xfrm>
          <a:prstGeom prst="line">
            <a:avLst/>
          </a:prstGeom>
          <a:noFill/>
          <a:ln w="15875">
            <a:solidFill>
              <a:srgbClr val="5C4DB7">
                <a:alpha val="76000"/>
              </a:srgbClr>
            </a:solidFill>
            <a:prstDash val="dash"/>
            <a:headEnd type="none"/>
            <a:tailEnd type="none"/>
          </a:ln>
        </p:spPr>
      </p:sp>
      <p:sp>
        <p:nvSpPr>
          <p:cNvPr id="138" name="Shape 136"/>
          <p:cNvSpPr/>
          <p:nvPr/>
        </p:nvSpPr>
        <p:spPr>
          <a:xfrm>
            <a:off x="7697724" y="4795739"/>
            <a:ext cx="127406" cy="0"/>
          </a:xfrm>
          <a:prstGeom prst="line">
            <a:avLst/>
          </a:prstGeom>
          <a:noFill/>
          <a:ln w="15875">
            <a:solidFill>
              <a:srgbClr val="5C4DB7">
                <a:alpha val="76000"/>
              </a:srgbClr>
            </a:solidFill>
            <a:prstDash val="dash"/>
            <a:headEnd type="none"/>
            <a:tailEnd type="none"/>
          </a:ln>
        </p:spPr>
      </p:sp>
      <p:sp>
        <p:nvSpPr>
          <p:cNvPr id="139" name="Shape 137"/>
          <p:cNvSpPr/>
          <p:nvPr/>
        </p:nvSpPr>
        <p:spPr>
          <a:xfrm>
            <a:off x="7822387" y="4792995"/>
            <a:ext cx="0" cy="32027"/>
          </a:xfrm>
          <a:prstGeom prst="line">
            <a:avLst/>
          </a:prstGeom>
          <a:noFill/>
          <a:ln w="15875">
            <a:solidFill>
              <a:srgbClr val="5C4DB7">
                <a:alpha val="76000"/>
              </a:srgbClr>
            </a:solidFill>
            <a:prstDash val="dash"/>
            <a:headEnd type="none"/>
            <a:tailEnd type="none"/>
          </a:ln>
        </p:spPr>
      </p:sp>
      <p:sp>
        <p:nvSpPr>
          <p:cNvPr id="140" name="Shape 138"/>
          <p:cNvSpPr/>
          <p:nvPr/>
        </p:nvSpPr>
        <p:spPr>
          <a:xfrm>
            <a:off x="7822387" y="4822279"/>
            <a:ext cx="127407" cy="0"/>
          </a:xfrm>
          <a:prstGeom prst="line">
            <a:avLst/>
          </a:prstGeom>
          <a:noFill/>
          <a:ln w="15875">
            <a:solidFill>
              <a:srgbClr val="5C4DB7">
                <a:alpha val="76000"/>
              </a:srgbClr>
            </a:solidFill>
            <a:prstDash val="dash"/>
            <a:headEnd type="none"/>
            <a:tailEnd type="none"/>
          </a:ln>
        </p:spPr>
      </p:sp>
      <p:sp>
        <p:nvSpPr>
          <p:cNvPr id="141" name="Shape 139"/>
          <p:cNvSpPr/>
          <p:nvPr/>
        </p:nvSpPr>
        <p:spPr>
          <a:xfrm>
            <a:off x="7947050" y="4819536"/>
            <a:ext cx="0" cy="28626"/>
          </a:xfrm>
          <a:prstGeom prst="line">
            <a:avLst/>
          </a:prstGeom>
          <a:noFill/>
          <a:ln w="15875">
            <a:solidFill>
              <a:srgbClr val="5C4DB7">
                <a:alpha val="76000"/>
              </a:srgbClr>
            </a:solidFill>
            <a:prstDash val="dash"/>
            <a:headEnd type="none"/>
            <a:tailEnd type="none"/>
          </a:ln>
        </p:spPr>
      </p:sp>
      <p:sp>
        <p:nvSpPr>
          <p:cNvPr id="142" name="Shape 140"/>
          <p:cNvSpPr/>
          <p:nvPr/>
        </p:nvSpPr>
        <p:spPr>
          <a:xfrm>
            <a:off x="7947050" y="4845419"/>
            <a:ext cx="127407" cy="0"/>
          </a:xfrm>
          <a:prstGeom prst="line">
            <a:avLst/>
          </a:prstGeom>
          <a:noFill/>
          <a:ln w="15875">
            <a:solidFill>
              <a:srgbClr val="5C4DB7">
                <a:alpha val="76000"/>
              </a:srgbClr>
            </a:solidFill>
            <a:prstDash val="dash"/>
            <a:headEnd type="none"/>
            <a:tailEnd type="none"/>
          </a:ln>
        </p:spPr>
      </p:sp>
      <p:sp>
        <p:nvSpPr>
          <p:cNvPr id="143" name="Shape 141"/>
          <p:cNvSpPr/>
          <p:nvPr/>
        </p:nvSpPr>
        <p:spPr>
          <a:xfrm>
            <a:off x="8071714" y="4842675"/>
            <a:ext cx="0" cy="25217"/>
          </a:xfrm>
          <a:prstGeom prst="line">
            <a:avLst/>
          </a:prstGeom>
          <a:noFill/>
          <a:ln w="15875">
            <a:solidFill>
              <a:srgbClr val="5C4DB7">
                <a:alpha val="76000"/>
              </a:srgbClr>
            </a:solidFill>
            <a:prstDash val="dash"/>
            <a:headEnd type="none"/>
            <a:tailEnd type="none"/>
          </a:ln>
        </p:spPr>
      </p:sp>
      <p:sp>
        <p:nvSpPr>
          <p:cNvPr id="144" name="Shape 142"/>
          <p:cNvSpPr/>
          <p:nvPr/>
        </p:nvSpPr>
        <p:spPr>
          <a:xfrm>
            <a:off x="8071714" y="4865149"/>
            <a:ext cx="127406" cy="0"/>
          </a:xfrm>
          <a:prstGeom prst="line">
            <a:avLst/>
          </a:prstGeom>
          <a:noFill/>
          <a:ln w="15875">
            <a:solidFill>
              <a:srgbClr val="5C4DB7">
                <a:alpha val="76000"/>
              </a:srgbClr>
            </a:solidFill>
            <a:prstDash val="dash"/>
            <a:headEnd type="none"/>
            <a:tailEnd type="none"/>
          </a:ln>
        </p:spPr>
      </p:sp>
      <p:sp>
        <p:nvSpPr>
          <p:cNvPr id="145" name="Shape 143"/>
          <p:cNvSpPr/>
          <p:nvPr/>
        </p:nvSpPr>
        <p:spPr>
          <a:xfrm>
            <a:off x="8196377" y="4862406"/>
            <a:ext cx="0" cy="22141"/>
          </a:xfrm>
          <a:prstGeom prst="line">
            <a:avLst/>
          </a:prstGeom>
          <a:noFill/>
          <a:ln w="15875">
            <a:solidFill>
              <a:srgbClr val="5C4DB7">
                <a:alpha val="76000"/>
              </a:srgbClr>
            </a:solidFill>
            <a:prstDash val="dash"/>
            <a:headEnd type="none"/>
            <a:tailEnd type="none"/>
          </a:ln>
        </p:spPr>
      </p:sp>
      <p:sp>
        <p:nvSpPr>
          <p:cNvPr id="146" name="Shape 144"/>
          <p:cNvSpPr/>
          <p:nvPr/>
        </p:nvSpPr>
        <p:spPr>
          <a:xfrm>
            <a:off x="8196377" y="4881804"/>
            <a:ext cx="127407" cy="0"/>
          </a:xfrm>
          <a:prstGeom prst="line">
            <a:avLst/>
          </a:prstGeom>
          <a:noFill/>
          <a:ln w="15875">
            <a:solidFill>
              <a:srgbClr val="5C4DB7">
                <a:alpha val="76000"/>
              </a:srgbClr>
            </a:solidFill>
            <a:prstDash val="dash"/>
            <a:headEnd type="none"/>
            <a:tailEnd type="none"/>
          </a:ln>
        </p:spPr>
      </p:sp>
      <p:sp>
        <p:nvSpPr>
          <p:cNvPr id="147" name="Shape 145"/>
          <p:cNvSpPr/>
          <p:nvPr/>
        </p:nvSpPr>
        <p:spPr>
          <a:xfrm>
            <a:off x="8321040" y="4879060"/>
            <a:ext cx="0" cy="19879"/>
          </a:xfrm>
          <a:prstGeom prst="line">
            <a:avLst/>
          </a:prstGeom>
          <a:noFill/>
          <a:ln w="15875">
            <a:solidFill>
              <a:srgbClr val="5C4DB7">
                <a:alpha val="76000"/>
              </a:srgbClr>
            </a:solidFill>
            <a:prstDash val="dash"/>
            <a:headEnd type="none"/>
            <a:tailEnd type="none"/>
          </a:ln>
        </p:spPr>
      </p:sp>
      <p:sp>
        <p:nvSpPr>
          <p:cNvPr id="148" name="Shape 146"/>
          <p:cNvSpPr/>
          <p:nvPr/>
        </p:nvSpPr>
        <p:spPr>
          <a:xfrm>
            <a:off x="841248" y="4838080"/>
            <a:ext cx="127407" cy="0"/>
          </a:xfrm>
          <a:prstGeom prst="line">
            <a:avLst/>
          </a:prstGeom>
          <a:noFill/>
          <a:ln w="15875">
            <a:solidFill>
              <a:srgbClr val="168B83">
                <a:alpha val="76000"/>
              </a:srgbClr>
            </a:solidFill>
            <a:prstDash val="dash"/>
            <a:headEnd type="none"/>
            <a:tailEnd type="none"/>
          </a:ln>
        </p:spPr>
      </p:sp>
      <p:sp>
        <p:nvSpPr>
          <p:cNvPr id="149" name="Shape 147"/>
          <p:cNvSpPr/>
          <p:nvPr/>
        </p:nvSpPr>
        <p:spPr>
          <a:xfrm>
            <a:off x="965911" y="4835337"/>
            <a:ext cx="0" cy="61713"/>
          </a:xfrm>
          <a:prstGeom prst="line">
            <a:avLst/>
          </a:prstGeom>
          <a:noFill/>
          <a:ln w="15875">
            <a:solidFill>
              <a:srgbClr val="168B83">
                <a:alpha val="76000"/>
              </a:srgbClr>
            </a:solidFill>
            <a:prstDash val="dash"/>
            <a:headEnd type="none"/>
            <a:tailEnd type="none"/>
          </a:ln>
        </p:spPr>
      </p:sp>
      <p:sp>
        <p:nvSpPr>
          <p:cNvPr id="150" name="Shape 148"/>
          <p:cNvSpPr/>
          <p:nvPr/>
        </p:nvSpPr>
        <p:spPr>
          <a:xfrm>
            <a:off x="965911" y="4894307"/>
            <a:ext cx="127406" cy="0"/>
          </a:xfrm>
          <a:prstGeom prst="line">
            <a:avLst/>
          </a:prstGeom>
          <a:noFill/>
          <a:ln w="15875">
            <a:solidFill>
              <a:srgbClr val="168B83">
                <a:alpha val="76000"/>
              </a:srgbClr>
            </a:solidFill>
            <a:prstDash val="dash"/>
            <a:headEnd type="none"/>
            <a:tailEnd type="none"/>
          </a:ln>
        </p:spPr>
      </p:sp>
      <p:sp>
        <p:nvSpPr>
          <p:cNvPr id="151" name="Shape 149"/>
          <p:cNvSpPr/>
          <p:nvPr/>
        </p:nvSpPr>
        <p:spPr>
          <a:xfrm>
            <a:off x="1090574" y="4860502"/>
            <a:ext cx="0" cy="36548"/>
          </a:xfrm>
          <a:prstGeom prst="line">
            <a:avLst/>
          </a:prstGeom>
          <a:noFill/>
          <a:ln w="15875">
            <a:solidFill>
              <a:srgbClr val="168B83">
                <a:alpha val="76000"/>
              </a:srgbClr>
            </a:solidFill>
            <a:prstDash val="dash"/>
            <a:headEnd type="none"/>
            <a:tailEnd type="none"/>
          </a:ln>
        </p:spPr>
      </p:sp>
      <p:sp>
        <p:nvSpPr>
          <p:cNvPr id="152" name="Shape 150"/>
          <p:cNvSpPr/>
          <p:nvPr/>
        </p:nvSpPr>
        <p:spPr>
          <a:xfrm>
            <a:off x="1090574" y="4863245"/>
            <a:ext cx="127407" cy="0"/>
          </a:xfrm>
          <a:prstGeom prst="line">
            <a:avLst/>
          </a:prstGeom>
          <a:noFill/>
          <a:ln w="15875">
            <a:solidFill>
              <a:srgbClr val="168B83">
                <a:alpha val="76000"/>
              </a:srgbClr>
            </a:solidFill>
            <a:prstDash val="dash"/>
            <a:headEnd type="none"/>
            <a:tailEnd type="none"/>
          </a:ln>
        </p:spPr>
      </p:sp>
      <p:sp>
        <p:nvSpPr>
          <p:cNvPr id="153" name="Shape 151"/>
          <p:cNvSpPr/>
          <p:nvPr/>
        </p:nvSpPr>
        <p:spPr>
          <a:xfrm>
            <a:off x="1215238" y="4784270"/>
            <a:ext cx="0" cy="81718"/>
          </a:xfrm>
          <a:prstGeom prst="line">
            <a:avLst/>
          </a:prstGeom>
          <a:noFill/>
          <a:ln w="15875">
            <a:solidFill>
              <a:srgbClr val="168B83">
                <a:alpha val="76000"/>
              </a:srgbClr>
            </a:solidFill>
            <a:prstDash val="dash"/>
            <a:headEnd type="none"/>
            <a:tailEnd type="none"/>
          </a:ln>
        </p:spPr>
      </p:sp>
      <p:sp>
        <p:nvSpPr>
          <p:cNvPr id="154" name="Shape 152"/>
          <p:cNvSpPr/>
          <p:nvPr/>
        </p:nvSpPr>
        <p:spPr>
          <a:xfrm>
            <a:off x="1215238" y="4787014"/>
            <a:ext cx="127407" cy="0"/>
          </a:xfrm>
          <a:prstGeom prst="line">
            <a:avLst/>
          </a:prstGeom>
          <a:noFill/>
          <a:ln w="15875">
            <a:solidFill>
              <a:srgbClr val="168B83">
                <a:alpha val="76000"/>
              </a:srgbClr>
            </a:solidFill>
            <a:prstDash val="dash"/>
            <a:headEnd type="none"/>
            <a:tailEnd type="none"/>
          </a:ln>
        </p:spPr>
      </p:sp>
      <p:sp>
        <p:nvSpPr>
          <p:cNvPr id="155" name="Shape 153"/>
          <p:cNvSpPr/>
          <p:nvPr/>
        </p:nvSpPr>
        <p:spPr>
          <a:xfrm>
            <a:off x="1339901" y="4660368"/>
            <a:ext cx="0" cy="129389"/>
          </a:xfrm>
          <a:prstGeom prst="line">
            <a:avLst/>
          </a:prstGeom>
          <a:noFill/>
          <a:ln w="15875">
            <a:solidFill>
              <a:srgbClr val="168B83">
                <a:alpha val="76000"/>
              </a:srgbClr>
            </a:solidFill>
            <a:prstDash val="dash"/>
            <a:headEnd type="none"/>
            <a:tailEnd type="none"/>
          </a:ln>
        </p:spPr>
      </p:sp>
      <p:sp>
        <p:nvSpPr>
          <p:cNvPr id="156" name="Shape 154"/>
          <p:cNvSpPr/>
          <p:nvPr/>
        </p:nvSpPr>
        <p:spPr>
          <a:xfrm>
            <a:off x="1339901" y="4663111"/>
            <a:ext cx="127406" cy="0"/>
          </a:xfrm>
          <a:prstGeom prst="line">
            <a:avLst/>
          </a:prstGeom>
          <a:noFill/>
          <a:ln w="15875">
            <a:solidFill>
              <a:srgbClr val="168B83">
                <a:alpha val="76000"/>
              </a:srgbClr>
            </a:solidFill>
            <a:prstDash val="dash"/>
            <a:headEnd type="none"/>
            <a:tailEnd type="none"/>
          </a:ln>
        </p:spPr>
      </p:sp>
      <p:sp>
        <p:nvSpPr>
          <p:cNvPr id="157" name="Shape 155"/>
          <p:cNvSpPr/>
          <p:nvPr/>
        </p:nvSpPr>
        <p:spPr>
          <a:xfrm>
            <a:off x="1464564" y="4494689"/>
            <a:ext cx="0" cy="171166"/>
          </a:xfrm>
          <a:prstGeom prst="line">
            <a:avLst/>
          </a:prstGeom>
          <a:noFill/>
          <a:ln w="15875">
            <a:solidFill>
              <a:srgbClr val="168B83">
                <a:alpha val="76000"/>
              </a:srgbClr>
            </a:solidFill>
            <a:prstDash val="dash"/>
            <a:headEnd type="none"/>
            <a:tailEnd type="none"/>
          </a:ln>
        </p:spPr>
      </p:sp>
      <p:sp>
        <p:nvSpPr>
          <p:cNvPr id="158" name="Shape 156"/>
          <p:cNvSpPr/>
          <p:nvPr/>
        </p:nvSpPr>
        <p:spPr>
          <a:xfrm>
            <a:off x="1464564" y="4497432"/>
            <a:ext cx="127407" cy="0"/>
          </a:xfrm>
          <a:prstGeom prst="line">
            <a:avLst/>
          </a:prstGeom>
          <a:noFill/>
          <a:ln w="15875">
            <a:solidFill>
              <a:srgbClr val="168B83">
                <a:alpha val="76000"/>
              </a:srgbClr>
            </a:solidFill>
            <a:prstDash val="dash"/>
            <a:headEnd type="none"/>
            <a:tailEnd type="none"/>
          </a:ln>
        </p:spPr>
      </p:sp>
      <p:sp>
        <p:nvSpPr>
          <p:cNvPr id="159" name="Shape 157"/>
          <p:cNvSpPr/>
          <p:nvPr/>
        </p:nvSpPr>
        <p:spPr>
          <a:xfrm>
            <a:off x="1589227" y="4300249"/>
            <a:ext cx="0" cy="199926"/>
          </a:xfrm>
          <a:prstGeom prst="line">
            <a:avLst/>
          </a:prstGeom>
          <a:noFill/>
          <a:ln w="15875">
            <a:solidFill>
              <a:srgbClr val="168B83">
                <a:alpha val="76000"/>
              </a:srgbClr>
            </a:solidFill>
            <a:prstDash val="dash"/>
            <a:headEnd type="none"/>
            <a:tailEnd type="none"/>
          </a:ln>
        </p:spPr>
      </p:sp>
      <p:sp>
        <p:nvSpPr>
          <p:cNvPr id="160" name="Shape 158"/>
          <p:cNvSpPr/>
          <p:nvPr/>
        </p:nvSpPr>
        <p:spPr>
          <a:xfrm>
            <a:off x="1589227" y="4302992"/>
            <a:ext cx="127407" cy="0"/>
          </a:xfrm>
          <a:prstGeom prst="line">
            <a:avLst/>
          </a:prstGeom>
          <a:noFill/>
          <a:ln w="15875">
            <a:solidFill>
              <a:srgbClr val="168B83">
                <a:alpha val="76000"/>
              </a:srgbClr>
            </a:solidFill>
            <a:prstDash val="dash"/>
            <a:headEnd type="none"/>
            <a:tailEnd type="none"/>
          </a:ln>
        </p:spPr>
      </p:sp>
      <p:sp>
        <p:nvSpPr>
          <p:cNvPr id="161" name="Shape 159"/>
          <p:cNvSpPr/>
          <p:nvPr/>
        </p:nvSpPr>
        <p:spPr>
          <a:xfrm>
            <a:off x="1713891" y="4092584"/>
            <a:ext cx="0" cy="213151"/>
          </a:xfrm>
          <a:prstGeom prst="line">
            <a:avLst/>
          </a:prstGeom>
          <a:noFill/>
          <a:ln w="15875">
            <a:solidFill>
              <a:srgbClr val="168B83">
                <a:alpha val="76000"/>
              </a:srgbClr>
            </a:solidFill>
            <a:prstDash val="dash"/>
            <a:headEnd type="none"/>
            <a:tailEnd type="none"/>
          </a:ln>
        </p:spPr>
      </p:sp>
      <p:sp>
        <p:nvSpPr>
          <p:cNvPr id="162" name="Shape 160"/>
          <p:cNvSpPr/>
          <p:nvPr/>
        </p:nvSpPr>
        <p:spPr>
          <a:xfrm>
            <a:off x="1713891" y="4095327"/>
            <a:ext cx="127406" cy="0"/>
          </a:xfrm>
          <a:prstGeom prst="line">
            <a:avLst/>
          </a:prstGeom>
          <a:noFill/>
          <a:ln w="15875">
            <a:solidFill>
              <a:srgbClr val="168B83">
                <a:alpha val="76000"/>
              </a:srgbClr>
            </a:solidFill>
            <a:prstDash val="dash"/>
            <a:headEnd type="none"/>
            <a:tailEnd type="none"/>
          </a:ln>
        </p:spPr>
      </p:sp>
      <p:sp>
        <p:nvSpPr>
          <p:cNvPr id="163" name="Shape 161"/>
          <p:cNvSpPr/>
          <p:nvPr/>
        </p:nvSpPr>
        <p:spPr>
          <a:xfrm>
            <a:off x="1838553" y="3884692"/>
            <a:ext cx="0" cy="213378"/>
          </a:xfrm>
          <a:prstGeom prst="line">
            <a:avLst/>
          </a:prstGeom>
          <a:noFill/>
          <a:ln w="15875">
            <a:solidFill>
              <a:srgbClr val="168B83">
                <a:alpha val="76000"/>
              </a:srgbClr>
            </a:solidFill>
            <a:prstDash val="dash"/>
            <a:headEnd type="none"/>
            <a:tailEnd type="none"/>
          </a:ln>
        </p:spPr>
      </p:sp>
      <p:sp>
        <p:nvSpPr>
          <p:cNvPr id="164" name="Shape 162"/>
          <p:cNvSpPr/>
          <p:nvPr/>
        </p:nvSpPr>
        <p:spPr>
          <a:xfrm>
            <a:off x="1838553" y="3887435"/>
            <a:ext cx="127407" cy="0"/>
          </a:xfrm>
          <a:prstGeom prst="line">
            <a:avLst/>
          </a:prstGeom>
          <a:noFill/>
          <a:ln w="15875">
            <a:solidFill>
              <a:srgbClr val="168B83">
                <a:alpha val="76000"/>
              </a:srgbClr>
            </a:solidFill>
            <a:prstDash val="dash"/>
            <a:headEnd type="none"/>
            <a:tailEnd type="none"/>
          </a:ln>
        </p:spPr>
      </p:sp>
      <p:sp>
        <p:nvSpPr>
          <p:cNvPr id="165" name="Shape 163"/>
          <p:cNvSpPr/>
          <p:nvPr/>
        </p:nvSpPr>
        <p:spPr>
          <a:xfrm>
            <a:off x="1963217" y="3687753"/>
            <a:ext cx="0" cy="202426"/>
          </a:xfrm>
          <a:prstGeom prst="line">
            <a:avLst/>
          </a:prstGeom>
          <a:noFill/>
          <a:ln w="15875">
            <a:solidFill>
              <a:srgbClr val="168B83">
                <a:alpha val="76000"/>
              </a:srgbClr>
            </a:solidFill>
            <a:prstDash val="dash"/>
            <a:headEnd type="none"/>
            <a:tailEnd type="none"/>
          </a:ln>
        </p:spPr>
      </p:sp>
      <p:sp>
        <p:nvSpPr>
          <p:cNvPr id="166" name="Shape 164"/>
          <p:cNvSpPr/>
          <p:nvPr/>
        </p:nvSpPr>
        <p:spPr>
          <a:xfrm>
            <a:off x="1963217" y="3690496"/>
            <a:ext cx="127407" cy="0"/>
          </a:xfrm>
          <a:prstGeom prst="line">
            <a:avLst/>
          </a:prstGeom>
          <a:noFill/>
          <a:ln w="15875">
            <a:solidFill>
              <a:srgbClr val="168B83">
                <a:alpha val="76000"/>
              </a:srgbClr>
            </a:solidFill>
            <a:prstDash val="dash"/>
            <a:headEnd type="none"/>
            <a:tailEnd type="none"/>
          </a:ln>
        </p:spPr>
      </p:sp>
      <p:sp>
        <p:nvSpPr>
          <p:cNvPr id="167" name="Shape 165"/>
          <p:cNvSpPr/>
          <p:nvPr/>
        </p:nvSpPr>
        <p:spPr>
          <a:xfrm>
            <a:off x="2087880" y="3509575"/>
            <a:ext cx="0" cy="183663"/>
          </a:xfrm>
          <a:prstGeom prst="line">
            <a:avLst/>
          </a:prstGeom>
          <a:noFill/>
          <a:ln w="15875">
            <a:solidFill>
              <a:srgbClr val="168B83">
                <a:alpha val="76000"/>
              </a:srgbClr>
            </a:solidFill>
            <a:prstDash val="dash"/>
            <a:headEnd type="none"/>
            <a:tailEnd type="none"/>
          </a:ln>
        </p:spPr>
      </p:sp>
      <p:sp>
        <p:nvSpPr>
          <p:cNvPr id="168" name="Shape 166"/>
          <p:cNvSpPr/>
          <p:nvPr/>
        </p:nvSpPr>
        <p:spPr>
          <a:xfrm>
            <a:off x="2087880" y="3512319"/>
            <a:ext cx="127406" cy="0"/>
          </a:xfrm>
          <a:prstGeom prst="line">
            <a:avLst/>
          </a:prstGeom>
          <a:noFill/>
          <a:ln w="15875">
            <a:solidFill>
              <a:srgbClr val="168B83">
                <a:alpha val="76000"/>
              </a:srgbClr>
            </a:solidFill>
            <a:prstDash val="dash"/>
            <a:headEnd type="none"/>
            <a:tailEnd type="none"/>
          </a:ln>
        </p:spPr>
      </p:sp>
      <p:sp>
        <p:nvSpPr>
          <p:cNvPr id="169" name="Shape 167"/>
          <p:cNvSpPr/>
          <p:nvPr/>
        </p:nvSpPr>
        <p:spPr>
          <a:xfrm>
            <a:off x="2212543" y="3354774"/>
            <a:ext cx="0" cy="160288"/>
          </a:xfrm>
          <a:prstGeom prst="line">
            <a:avLst/>
          </a:prstGeom>
          <a:noFill/>
          <a:ln w="15875">
            <a:solidFill>
              <a:srgbClr val="168B83">
                <a:alpha val="76000"/>
              </a:srgbClr>
            </a:solidFill>
            <a:prstDash val="dash"/>
            <a:headEnd type="none"/>
            <a:tailEnd type="none"/>
          </a:ln>
        </p:spPr>
      </p:sp>
      <p:sp>
        <p:nvSpPr>
          <p:cNvPr id="170" name="Shape 168"/>
          <p:cNvSpPr/>
          <p:nvPr/>
        </p:nvSpPr>
        <p:spPr>
          <a:xfrm>
            <a:off x="2212543" y="3357517"/>
            <a:ext cx="127407" cy="0"/>
          </a:xfrm>
          <a:prstGeom prst="line">
            <a:avLst/>
          </a:prstGeom>
          <a:noFill/>
          <a:ln w="15875">
            <a:solidFill>
              <a:srgbClr val="168B83">
                <a:alpha val="76000"/>
              </a:srgbClr>
            </a:solidFill>
            <a:prstDash val="dash"/>
            <a:headEnd type="none"/>
            <a:tailEnd type="none"/>
          </a:ln>
        </p:spPr>
      </p:sp>
      <p:sp>
        <p:nvSpPr>
          <p:cNvPr id="171" name="Shape 169"/>
          <p:cNvSpPr/>
          <p:nvPr/>
        </p:nvSpPr>
        <p:spPr>
          <a:xfrm>
            <a:off x="2337206" y="3223210"/>
            <a:ext cx="0" cy="137051"/>
          </a:xfrm>
          <a:prstGeom prst="line">
            <a:avLst/>
          </a:prstGeom>
          <a:noFill/>
          <a:ln w="15875">
            <a:solidFill>
              <a:srgbClr val="168B83">
                <a:alpha val="76000"/>
              </a:srgbClr>
            </a:solidFill>
            <a:prstDash val="dash"/>
            <a:headEnd type="none"/>
            <a:tailEnd type="none"/>
          </a:ln>
        </p:spPr>
      </p:sp>
      <p:sp>
        <p:nvSpPr>
          <p:cNvPr id="172" name="Shape 170"/>
          <p:cNvSpPr/>
          <p:nvPr/>
        </p:nvSpPr>
        <p:spPr>
          <a:xfrm>
            <a:off x="2337206" y="3225953"/>
            <a:ext cx="127407" cy="0"/>
          </a:xfrm>
          <a:prstGeom prst="line">
            <a:avLst/>
          </a:prstGeom>
          <a:noFill/>
          <a:ln w="15875">
            <a:solidFill>
              <a:srgbClr val="168B83">
                <a:alpha val="76000"/>
              </a:srgbClr>
            </a:solidFill>
            <a:prstDash val="dash"/>
            <a:headEnd type="none"/>
            <a:tailEnd type="none"/>
          </a:ln>
        </p:spPr>
      </p:sp>
      <p:sp>
        <p:nvSpPr>
          <p:cNvPr id="173" name="Shape 171"/>
          <p:cNvSpPr/>
          <p:nvPr/>
        </p:nvSpPr>
        <p:spPr>
          <a:xfrm>
            <a:off x="2461870" y="3123091"/>
            <a:ext cx="0" cy="105605"/>
          </a:xfrm>
          <a:prstGeom prst="line">
            <a:avLst/>
          </a:prstGeom>
          <a:noFill/>
          <a:ln w="15875">
            <a:solidFill>
              <a:srgbClr val="168B83">
                <a:alpha val="76000"/>
              </a:srgbClr>
            </a:solidFill>
            <a:prstDash val="dash"/>
            <a:headEnd type="none"/>
            <a:tailEnd type="none"/>
          </a:ln>
        </p:spPr>
      </p:sp>
      <p:sp>
        <p:nvSpPr>
          <p:cNvPr id="174" name="Shape 172"/>
          <p:cNvSpPr/>
          <p:nvPr/>
        </p:nvSpPr>
        <p:spPr>
          <a:xfrm>
            <a:off x="2461870" y="3125835"/>
            <a:ext cx="127406" cy="0"/>
          </a:xfrm>
          <a:prstGeom prst="line">
            <a:avLst/>
          </a:prstGeom>
          <a:noFill/>
          <a:ln w="15875">
            <a:solidFill>
              <a:srgbClr val="168B83">
                <a:alpha val="76000"/>
              </a:srgbClr>
            </a:solidFill>
            <a:prstDash val="dash"/>
            <a:headEnd type="none"/>
            <a:tailEnd type="none"/>
          </a:ln>
        </p:spPr>
      </p:sp>
      <p:sp>
        <p:nvSpPr>
          <p:cNvPr id="175" name="Shape 173"/>
          <p:cNvSpPr/>
          <p:nvPr/>
        </p:nvSpPr>
        <p:spPr>
          <a:xfrm>
            <a:off x="2586533" y="3030816"/>
            <a:ext cx="0" cy="97762"/>
          </a:xfrm>
          <a:prstGeom prst="line">
            <a:avLst/>
          </a:prstGeom>
          <a:noFill/>
          <a:ln w="15875">
            <a:solidFill>
              <a:srgbClr val="168B83">
                <a:alpha val="76000"/>
              </a:srgbClr>
            </a:solidFill>
            <a:prstDash val="dash"/>
            <a:headEnd type="none"/>
            <a:tailEnd type="none"/>
          </a:ln>
        </p:spPr>
      </p:sp>
      <p:sp>
        <p:nvSpPr>
          <p:cNvPr id="176" name="Shape 174"/>
          <p:cNvSpPr/>
          <p:nvPr/>
        </p:nvSpPr>
        <p:spPr>
          <a:xfrm>
            <a:off x="2586533" y="3033559"/>
            <a:ext cx="127407" cy="0"/>
          </a:xfrm>
          <a:prstGeom prst="line">
            <a:avLst/>
          </a:prstGeom>
          <a:noFill/>
          <a:ln w="15875">
            <a:solidFill>
              <a:srgbClr val="168B83">
                <a:alpha val="76000"/>
              </a:srgbClr>
            </a:solidFill>
            <a:prstDash val="dash"/>
            <a:headEnd type="none"/>
            <a:tailEnd type="none"/>
          </a:ln>
        </p:spPr>
      </p:sp>
      <p:sp>
        <p:nvSpPr>
          <p:cNvPr id="177" name="Shape 175"/>
          <p:cNvSpPr/>
          <p:nvPr/>
        </p:nvSpPr>
        <p:spPr>
          <a:xfrm>
            <a:off x="2711196" y="2952495"/>
            <a:ext cx="0" cy="83808"/>
          </a:xfrm>
          <a:prstGeom prst="line">
            <a:avLst/>
          </a:prstGeom>
          <a:noFill/>
          <a:ln w="15875">
            <a:solidFill>
              <a:srgbClr val="168B83">
                <a:alpha val="76000"/>
              </a:srgbClr>
            </a:solidFill>
            <a:prstDash val="dash"/>
            <a:headEnd type="none"/>
            <a:tailEnd type="none"/>
          </a:ln>
        </p:spPr>
      </p:sp>
      <p:sp>
        <p:nvSpPr>
          <p:cNvPr id="178" name="Shape 176"/>
          <p:cNvSpPr/>
          <p:nvPr/>
        </p:nvSpPr>
        <p:spPr>
          <a:xfrm>
            <a:off x="2711196" y="2955238"/>
            <a:ext cx="127407" cy="0"/>
          </a:xfrm>
          <a:prstGeom prst="line">
            <a:avLst/>
          </a:prstGeom>
          <a:noFill/>
          <a:ln w="15875">
            <a:solidFill>
              <a:srgbClr val="168B83">
                <a:alpha val="76000"/>
              </a:srgbClr>
            </a:solidFill>
            <a:prstDash val="dash"/>
            <a:headEnd type="none"/>
            <a:tailEnd type="none"/>
          </a:ln>
        </p:spPr>
      </p:sp>
      <p:sp>
        <p:nvSpPr>
          <p:cNvPr id="179" name="Shape 177"/>
          <p:cNvSpPr/>
          <p:nvPr/>
        </p:nvSpPr>
        <p:spPr>
          <a:xfrm>
            <a:off x="2835859" y="2884697"/>
            <a:ext cx="0" cy="73284"/>
          </a:xfrm>
          <a:prstGeom prst="line">
            <a:avLst/>
          </a:prstGeom>
          <a:noFill/>
          <a:ln w="15875">
            <a:solidFill>
              <a:srgbClr val="168B83">
                <a:alpha val="76000"/>
              </a:srgbClr>
            </a:solidFill>
            <a:prstDash val="dash"/>
            <a:headEnd type="none"/>
            <a:tailEnd type="none"/>
          </a:ln>
        </p:spPr>
      </p:sp>
      <p:sp>
        <p:nvSpPr>
          <p:cNvPr id="180" name="Shape 178"/>
          <p:cNvSpPr/>
          <p:nvPr/>
        </p:nvSpPr>
        <p:spPr>
          <a:xfrm>
            <a:off x="2835859" y="2887440"/>
            <a:ext cx="127406" cy="0"/>
          </a:xfrm>
          <a:prstGeom prst="line">
            <a:avLst/>
          </a:prstGeom>
          <a:noFill/>
          <a:ln w="15875">
            <a:solidFill>
              <a:srgbClr val="168B83">
                <a:alpha val="76000"/>
              </a:srgbClr>
            </a:solidFill>
            <a:prstDash val="dash"/>
            <a:headEnd type="none"/>
            <a:tailEnd type="none"/>
          </a:ln>
        </p:spPr>
      </p:sp>
      <p:sp>
        <p:nvSpPr>
          <p:cNvPr id="181" name="Shape 179"/>
          <p:cNvSpPr/>
          <p:nvPr/>
        </p:nvSpPr>
        <p:spPr>
          <a:xfrm>
            <a:off x="2960522" y="2823954"/>
            <a:ext cx="0" cy="66229"/>
          </a:xfrm>
          <a:prstGeom prst="line">
            <a:avLst/>
          </a:prstGeom>
          <a:noFill/>
          <a:ln w="15875">
            <a:solidFill>
              <a:srgbClr val="168B83">
                <a:alpha val="76000"/>
              </a:srgbClr>
            </a:solidFill>
            <a:prstDash val="dash"/>
            <a:headEnd type="none"/>
            <a:tailEnd type="none"/>
          </a:ln>
        </p:spPr>
      </p:sp>
      <p:sp>
        <p:nvSpPr>
          <p:cNvPr id="182" name="Shape 180"/>
          <p:cNvSpPr/>
          <p:nvPr/>
        </p:nvSpPr>
        <p:spPr>
          <a:xfrm>
            <a:off x="2960522" y="2826698"/>
            <a:ext cx="127407" cy="0"/>
          </a:xfrm>
          <a:prstGeom prst="line">
            <a:avLst/>
          </a:prstGeom>
          <a:noFill/>
          <a:ln w="15875">
            <a:solidFill>
              <a:srgbClr val="168B83">
                <a:alpha val="76000"/>
              </a:srgbClr>
            </a:solidFill>
            <a:prstDash val="dash"/>
            <a:headEnd type="none"/>
            <a:tailEnd type="none"/>
          </a:ln>
        </p:spPr>
      </p:sp>
      <p:sp>
        <p:nvSpPr>
          <p:cNvPr id="183" name="Shape 181"/>
          <p:cNvSpPr/>
          <p:nvPr/>
        </p:nvSpPr>
        <p:spPr>
          <a:xfrm>
            <a:off x="3085186" y="2768094"/>
            <a:ext cx="0" cy="61346"/>
          </a:xfrm>
          <a:prstGeom prst="line">
            <a:avLst/>
          </a:prstGeom>
          <a:noFill/>
          <a:ln w="15875">
            <a:solidFill>
              <a:srgbClr val="168B83">
                <a:alpha val="76000"/>
              </a:srgbClr>
            </a:solidFill>
            <a:prstDash val="dash"/>
            <a:headEnd type="none"/>
            <a:tailEnd type="none"/>
          </a:ln>
        </p:spPr>
      </p:sp>
      <p:sp>
        <p:nvSpPr>
          <p:cNvPr id="184" name="Shape 182"/>
          <p:cNvSpPr/>
          <p:nvPr/>
        </p:nvSpPr>
        <p:spPr>
          <a:xfrm>
            <a:off x="3085186" y="2770838"/>
            <a:ext cx="127407" cy="0"/>
          </a:xfrm>
          <a:prstGeom prst="line">
            <a:avLst/>
          </a:prstGeom>
          <a:noFill/>
          <a:ln w="15875">
            <a:solidFill>
              <a:srgbClr val="168B83">
                <a:alpha val="76000"/>
              </a:srgbClr>
            </a:solidFill>
            <a:prstDash val="dash"/>
            <a:headEnd type="none"/>
            <a:tailEnd type="none"/>
          </a:ln>
        </p:spPr>
      </p:sp>
      <p:sp>
        <p:nvSpPr>
          <p:cNvPr id="185" name="Shape 183"/>
          <p:cNvSpPr/>
          <p:nvPr/>
        </p:nvSpPr>
        <p:spPr>
          <a:xfrm>
            <a:off x="3209849" y="2716264"/>
            <a:ext cx="0" cy="57317"/>
          </a:xfrm>
          <a:prstGeom prst="line">
            <a:avLst/>
          </a:prstGeom>
          <a:noFill/>
          <a:ln w="15875">
            <a:solidFill>
              <a:srgbClr val="168B83">
                <a:alpha val="76000"/>
              </a:srgbClr>
            </a:solidFill>
            <a:prstDash val="dash"/>
            <a:headEnd type="none"/>
            <a:tailEnd type="none"/>
          </a:ln>
        </p:spPr>
      </p:sp>
      <p:sp>
        <p:nvSpPr>
          <p:cNvPr id="186" name="Shape 184"/>
          <p:cNvSpPr/>
          <p:nvPr/>
        </p:nvSpPr>
        <p:spPr>
          <a:xfrm>
            <a:off x="3209849" y="2719007"/>
            <a:ext cx="127406" cy="0"/>
          </a:xfrm>
          <a:prstGeom prst="line">
            <a:avLst/>
          </a:prstGeom>
          <a:noFill/>
          <a:ln w="15875">
            <a:solidFill>
              <a:srgbClr val="168B83">
                <a:alpha val="76000"/>
              </a:srgbClr>
            </a:solidFill>
            <a:prstDash val="dash"/>
            <a:headEnd type="none"/>
            <a:tailEnd type="none"/>
          </a:ln>
        </p:spPr>
      </p:sp>
      <p:sp>
        <p:nvSpPr>
          <p:cNvPr id="187" name="Shape 185"/>
          <p:cNvSpPr/>
          <p:nvPr/>
        </p:nvSpPr>
        <p:spPr>
          <a:xfrm>
            <a:off x="3334512" y="2668296"/>
            <a:ext cx="0" cy="53454"/>
          </a:xfrm>
          <a:prstGeom prst="line">
            <a:avLst/>
          </a:prstGeom>
          <a:noFill/>
          <a:ln w="15875">
            <a:solidFill>
              <a:srgbClr val="168B83">
                <a:alpha val="76000"/>
              </a:srgbClr>
            </a:solidFill>
            <a:prstDash val="dash"/>
            <a:headEnd type="none"/>
            <a:tailEnd type="none"/>
          </a:ln>
        </p:spPr>
      </p:sp>
      <p:sp>
        <p:nvSpPr>
          <p:cNvPr id="188" name="Shape 186"/>
          <p:cNvSpPr/>
          <p:nvPr/>
        </p:nvSpPr>
        <p:spPr>
          <a:xfrm>
            <a:off x="3334512" y="2671039"/>
            <a:ext cx="127407" cy="0"/>
          </a:xfrm>
          <a:prstGeom prst="line">
            <a:avLst/>
          </a:prstGeom>
          <a:noFill/>
          <a:ln w="15875">
            <a:solidFill>
              <a:srgbClr val="168B83">
                <a:alpha val="76000"/>
              </a:srgbClr>
            </a:solidFill>
            <a:prstDash val="dash"/>
            <a:headEnd type="none"/>
            <a:tailEnd type="none"/>
          </a:ln>
        </p:spPr>
      </p:sp>
      <p:sp>
        <p:nvSpPr>
          <p:cNvPr id="189" name="Shape 187"/>
          <p:cNvSpPr/>
          <p:nvPr/>
        </p:nvSpPr>
        <p:spPr>
          <a:xfrm>
            <a:off x="3459175" y="2624066"/>
            <a:ext cx="0" cy="49717"/>
          </a:xfrm>
          <a:prstGeom prst="line">
            <a:avLst/>
          </a:prstGeom>
          <a:noFill/>
          <a:ln w="15875">
            <a:solidFill>
              <a:srgbClr val="168B83">
                <a:alpha val="76000"/>
              </a:srgbClr>
            </a:solidFill>
            <a:prstDash val="dash"/>
            <a:headEnd type="none"/>
            <a:tailEnd type="none"/>
          </a:ln>
        </p:spPr>
      </p:sp>
      <p:sp>
        <p:nvSpPr>
          <p:cNvPr id="190" name="Shape 188"/>
          <p:cNvSpPr/>
          <p:nvPr/>
        </p:nvSpPr>
        <p:spPr>
          <a:xfrm>
            <a:off x="3459175" y="2626809"/>
            <a:ext cx="127407" cy="0"/>
          </a:xfrm>
          <a:prstGeom prst="line">
            <a:avLst/>
          </a:prstGeom>
          <a:noFill/>
          <a:ln w="15875">
            <a:solidFill>
              <a:srgbClr val="168B83">
                <a:alpha val="76000"/>
              </a:srgbClr>
            </a:solidFill>
            <a:prstDash val="dash"/>
            <a:headEnd type="none"/>
            <a:tailEnd type="none"/>
          </a:ln>
        </p:spPr>
      </p:sp>
      <p:sp>
        <p:nvSpPr>
          <p:cNvPr id="191" name="Shape 189"/>
          <p:cNvSpPr/>
          <p:nvPr/>
        </p:nvSpPr>
        <p:spPr>
          <a:xfrm>
            <a:off x="3583839" y="2584359"/>
            <a:ext cx="0" cy="45193"/>
          </a:xfrm>
          <a:prstGeom prst="line">
            <a:avLst/>
          </a:prstGeom>
          <a:noFill/>
          <a:ln w="15875">
            <a:solidFill>
              <a:srgbClr val="168B83">
                <a:alpha val="76000"/>
              </a:srgbClr>
            </a:solidFill>
            <a:prstDash val="dash"/>
            <a:headEnd type="none"/>
            <a:tailEnd type="none"/>
          </a:ln>
        </p:spPr>
      </p:sp>
      <p:sp>
        <p:nvSpPr>
          <p:cNvPr id="192" name="Shape 190"/>
          <p:cNvSpPr/>
          <p:nvPr/>
        </p:nvSpPr>
        <p:spPr>
          <a:xfrm>
            <a:off x="3583839" y="2587102"/>
            <a:ext cx="127406" cy="0"/>
          </a:xfrm>
          <a:prstGeom prst="line">
            <a:avLst/>
          </a:prstGeom>
          <a:noFill/>
          <a:ln w="15875">
            <a:solidFill>
              <a:srgbClr val="168B83">
                <a:alpha val="76000"/>
              </a:srgbClr>
            </a:solidFill>
            <a:prstDash val="dash"/>
            <a:headEnd type="none"/>
            <a:tailEnd type="none"/>
          </a:ln>
        </p:spPr>
      </p:sp>
      <p:sp>
        <p:nvSpPr>
          <p:cNvPr id="193" name="Shape 191"/>
          <p:cNvSpPr/>
          <p:nvPr/>
        </p:nvSpPr>
        <p:spPr>
          <a:xfrm>
            <a:off x="3708501" y="2549039"/>
            <a:ext cx="0" cy="40806"/>
          </a:xfrm>
          <a:prstGeom prst="line">
            <a:avLst/>
          </a:prstGeom>
          <a:noFill/>
          <a:ln w="15875">
            <a:solidFill>
              <a:srgbClr val="168B83">
                <a:alpha val="76000"/>
              </a:srgbClr>
            </a:solidFill>
            <a:prstDash val="dash"/>
            <a:headEnd type="none"/>
            <a:tailEnd type="none"/>
          </a:ln>
        </p:spPr>
      </p:sp>
      <p:sp>
        <p:nvSpPr>
          <p:cNvPr id="194" name="Shape 192"/>
          <p:cNvSpPr/>
          <p:nvPr/>
        </p:nvSpPr>
        <p:spPr>
          <a:xfrm>
            <a:off x="3708501" y="2551782"/>
            <a:ext cx="127407" cy="0"/>
          </a:xfrm>
          <a:prstGeom prst="line">
            <a:avLst/>
          </a:prstGeom>
          <a:noFill/>
          <a:ln w="15875">
            <a:solidFill>
              <a:srgbClr val="168B83">
                <a:alpha val="76000"/>
              </a:srgbClr>
            </a:solidFill>
            <a:prstDash val="dash"/>
            <a:headEnd type="none"/>
            <a:tailEnd type="none"/>
          </a:ln>
        </p:spPr>
      </p:sp>
      <p:sp>
        <p:nvSpPr>
          <p:cNvPr id="195" name="Shape 193"/>
          <p:cNvSpPr/>
          <p:nvPr/>
        </p:nvSpPr>
        <p:spPr>
          <a:xfrm>
            <a:off x="3833165" y="2517822"/>
            <a:ext cx="0" cy="36704"/>
          </a:xfrm>
          <a:prstGeom prst="line">
            <a:avLst/>
          </a:prstGeom>
          <a:noFill/>
          <a:ln w="15875">
            <a:solidFill>
              <a:srgbClr val="168B83">
                <a:alpha val="76000"/>
              </a:srgbClr>
            </a:solidFill>
            <a:prstDash val="dash"/>
            <a:headEnd type="none"/>
            <a:tailEnd type="none"/>
          </a:ln>
        </p:spPr>
      </p:sp>
      <p:sp>
        <p:nvSpPr>
          <p:cNvPr id="196" name="Shape 194"/>
          <p:cNvSpPr/>
          <p:nvPr/>
        </p:nvSpPr>
        <p:spPr>
          <a:xfrm>
            <a:off x="3833165" y="2520565"/>
            <a:ext cx="127407" cy="0"/>
          </a:xfrm>
          <a:prstGeom prst="line">
            <a:avLst/>
          </a:prstGeom>
          <a:noFill/>
          <a:ln w="15875">
            <a:solidFill>
              <a:srgbClr val="168B83">
                <a:alpha val="76000"/>
              </a:srgbClr>
            </a:solidFill>
            <a:prstDash val="dash"/>
            <a:headEnd type="none"/>
            <a:tailEnd type="none"/>
          </a:ln>
        </p:spPr>
      </p:sp>
      <p:sp>
        <p:nvSpPr>
          <p:cNvPr id="197" name="Shape 195"/>
          <p:cNvSpPr/>
          <p:nvPr/>
        </p:nvSpPr>
        <p:spPr>
          <a:xfrm>
            <a:off x="3957828" y="2394454"/>
            <a:ext cx="0" cy="128854"/>
          </a:xfrm>
          <a:prstGeom prst="line">
            <a:avLst/>
          </a:prstGeom>
          <a:noFill/>
          <a:ln w="15875">
            <a:solidFill>
              <a:srgbClr val="168B83">
                <a:alpha val="76000"/>
              </a:srgbClr>
            </a:solidFill>
            <a:prstDash val="dash"/>
            <a:headEnd type="none"/>
            <a:tailEnd type="none"/>
          </a:ln>
        </p:spPr>
      </p:sp>
      <p:sp>
        <p:nvSpPr>
          <p:cNvPr id="198" name="Shape 196"/>
          <p:cNvSpPr/>
          <p:nvPr/>
        </p:nvSpPr>
        <p:spPr>
          <a:xfrm>
            <a:off x="3957828" y="2397197"/>
            <a:ext cx="127406" cy="0"/>
          </a:xfrm>
          <a:prstGeom prst="line">
            <a:avLst/>
          </a:prstGeom>
          <a:noFill/>
          <a:ln w="15875">
            <a:solidFill>
              <a:srgbClr val="168B83">
                <a:alpha val="76000"/>
              </a:srgbClr>
            </a:solidFill>
            <a:prstDash val="dash"/>
            <a:headEnd type="none"/>
            <a:tailEnd type="none"/>
          </a:ln>
        </p:spPr>
      </p:sp>
      <p:sp>
        <p:nvSpPr>
          <p:cNvPr id="199" name="Shape 197"/>
          <p:cNvSpPr/>
          <p:nvPr/>
        </p:nvSpPr>
        <p:spPr>
          <a:xfrm>
            <a:off x="4082491" y="2369490"/>
            <a:ext cx="0" cy="30450"/>
          </a:xfrm>
          <a:prstGeom prst="line">
            <a:avLst/>
          </a:prstGeom>
          <a:noFill/>
          <a:ln w="15875">
            <a:solidFill>
              <a:srgbClr val="168B83">
                <a:alpha val="76000"/>
              </a:srgbClr>
            </a:solidFill>
            <a:prstDash val="dash"/>
            <a:headEnd type="none"/>
            <a:tailEnd type="none"/>
          </a:ln>
        </p:spPr>
      </p:sp>
      <p:sp>
        <p:nvSpPr>
          <p:cNvPr id="200" name="Shape 198"/>
          <p:cNvSpPr/>
          <p:nvPr/>
        </p:nvSpPr>
        <p:spPr>
          <a:xfrm>
            <a:off x="4082491" y="2372233"/>
            <a:ext cx="127407" cy="0"/>
          </a:xfrm>
          <a:prstGeom prst="line">
            <a:avLst/>
          </a:prstGeom>
          <a:noFill/>
          <a:ln w="15875">
            <a:solidFill>
              <a:srgbClr val="168B83">
                <a:alpha val="76000"/>
              </a:srgbClr>
            </a:solidFill>
            <a:prstDash val="dash"/>
            <a:headEnd type="none"/>
            <a:tailEnd type="none"/>
          </a:ln>
        </p:spPr>
      </p:sp>
      <p:sp>
        <p:nvSpPr>
          <p:cNvPr id="201" name="Shape 199"/>
          <p:cNvSpPr/>
          <p:nvPr/>
        </p:nvSpPr>
        <p:spPr>
          <a:xfrm>
            <a:off x="4207154" y="2349138"/>
            <a:ext cx="0" cy="25838"/>
          </a:xfrm>
          <a:prstGeom prst="line">
            <a:avLst/>
          </a:prstGeom>
          <a:noFill/>
          <a:ln w="15875">
            <a:solidFill>
              <a:srgbClr val="168B83">
                <a:alpha val="76000"/>
              </a:srgbClr>
            </a:solidFill>
            <a:prstDash val="dash"/>
            <a:headEnd type="none"/>
            <a:tailEnd type="none"/>
          </a:ln>
        </p:spPr>
      </p:sp>
      <p:sp>
        <p:nvSpPr>
          <p:cNvPr id="202" name="Shape 200"/>
          <p:cNvSpPr/>
          <p:nvPr/>
        </p:nvSpPr>
        <p:spPr>
          <a:xfrm>
            <a:off x="4207154" y="2351882"/>
            <a:ext cx="127407" cy="0"/>
          </a:xfrm>
          <a:prstGeom prst="line">
            <a:avLst/>
          </a:prstGeom>
          <a:noFill/>
          <a:ln w="15875">
            <a:solidFill>
              <a:srgbClr val="168B83">
                <a:alpha val="76000"/>
              </a:srgbClr>
            </a:solidFill>
            <a:prstDash val="dash"/>
            <a:headEnd type="none"/>
            <a:tailEnd type="none"/>
          </a:ln>
        </p:spPr>
      </p:sp>
      <p:sp>
        <p:nvSpPr>
          <p:cNvPr id="203" name="Shape 201"/>
          <p:cNvSpPr/>
          <p:nvPr/>
        </p:nvSpPr>
        <p:spPr>
          <a:xfrm>
            <a:off x="4331818" y="2334244"/>
            <a:ext cx="0" cy="20381"/>
          </a:xfrm>
          <a:prstGeom prst="line">
            <a:avLst/>
          </a:prstGeom>
          <a:noFill/>
          <a:ln w="15875">
            <a:solidFill>
              <a:srgbClr val="168B83">
                <a:alpha val="76000"/>
              </a:srgbClr>
            </a:solidFill>
            <a:prstDash val="dash"/>
            <a:headEnd type="none"/>
            <a:tailEnd type="none"/>
          </a:ln>
        </p:spPr>
      </p:sp>
      <p:sp>
        <p:nvSpPr>
          <p:cNvPr id="204" name="Shape 202"/>
          <p:cNvSpPr/>
          <p:nvPr/>
        </p:nvSpPr>
        <p:spPr>
          <a:xfrm>
            <a:off x="4331818" y="2336987"/>
            <a:ext cx="127406" cy="0"/>
          </a:xfrm>
          <a:prstGeom prst="line">
            <a:avLst/>
          </a:prstGeom>
          <a:noFill/>
          <a:ln w="15875">
            <a:solidFill>
              <a:srgbClr val="168B83">
                <a:alpha val="76000"/>
              </a:srgbClr>
            </a:solidFill>
            <a:prstDash val="dash"/>
            <a:headEnd type="none"/>
            <a:tailEnd type="none"/>
          </a:ln>
        </p:spPr>
      </p:sp>
      <p:sp>
        <p:nvSpPr>
          <p:cNvPr id="205" name="Shape 203"/>
          <p:cNvSpPr/>
          <p:nvPr/>
        </p:nvSpPr>
        <p:spPr>
          <a:xfrm>
            <a:off x="4456481" y="2323805"/>
            <a:ext cx="0" cy="15925"/>
          </a:xfrm>
          <a:prstGeom prst="line">
            <a:avLst/>
          </a:prstGeom>
          <a:noFill/>
          <a:ln w="15875">
            <a:solidFill>
              <a:srgbClr val="168B83">
                <a:alpha val="76000"/>
              </a:srgbClr>
            </a:solidFill>
            <a:prstDash val="dash"/>
            <a:headEnd type="none"/>
            <a:tailEnd type="none"/>
          </a:ln>
        </p:spPr>
      </p:sp>
      <p:sp>
        <p:nvSpPr>
          <p:cNvPr id="206" name="Shape 204"/>
          <p:cNvSpPr/>
          <p:nvPr/>
        </p:nvSpPr>
        <p:spPr>
          <a:xfrm>
            <a:off x="4456481" y="2326548"/>
            <a:ext cx="127407" cy="0"/>
          </a:xfrm>
          <a:prstGeom prst="line">
            <a:avLst/>
          </a:prstGeom>
          <a:noFill/>
          <a:ln w="15875">
            <a:solidFill>
              <a:srgbClr val="168B83">
                <a:alpha val="76000"/>
              </a:srgbClr>
            </a:solidFill>
            <a:prstDash val="dash"/>
            <a:headEnd type="none"/>
            <a:tailEnd type="none"/>
          </a:ln>
        </p:spPr>
      </p:sp>
      <p:sp>
        <p:nvSpPr>
          <p:cNvPr id="207" name="Shape 205"/>
          <p:cNvSpPr/>
          <p:nvPr/>
        </p:nvSpPr>
        <p:spPr>
          <a:xfrm>
            <a:off x="4581144" y="2317795"/>
            <a:ext cx="0" cy="11496"/>
          </a:xfrm>
          <a:prstGeom prst="line">
            <a:avLst/>
          </a:prstGeom>
          <a:noFill/>
          <a:ln w="15875">
            <a:solidFill>
              <a:srgbClr val="168B83">
                <a:alpha val="76000"/>
              </a:srgbClr>
            </a:solidFill>
            <a:prstDash val="dash"/>
            <a:headEnd type="none"/>
            <a:tailEnd type="none"/>
          </a:ln>
        </p:spPr>
      </p:sp>
      <p:sp>
        <p:nvSpPr>
          <p:cNvPr id="208" name="Shape 206"/>
          <p:cNvSpPr/>
          <p:nvPr/>
        </p:nvSpPr>
        <p:spPr>
          <a:xfrm>
            <a:off x="4581144" y="2320539"/>
            <a:ext cx="127407" cy="0"/>
          </a:xfrm>
          <a:prstGeom prst="line">
            <a:avLst/>
          </a:prstGeom>
          <a:noFill/>
          <a:ln w="15875">
            <a:solidFill>
              <a:srgbClr val="168B83">
                <a:alpha val="76000"/>
              </a:srgbClr>
            </a:solidFill>
            <a:prstDash val="dash"/>
            <a:headEnd type="none"/>
            <a:tailEnd type="none"/>
          </a:ln>
        </p:spPr>
      </p:sp>
      <p:sp>
        <p:nvSpPr>
          <p:cNvPr id="209" name="Shape 207"/>
          <p:cNvSpPr/>
          <p:nvPr/>
        </p:nvSpPr>
        <p:spPr>
          <a:xfrm>
            <a:off x="4705807" y="2315480"/>
            <a:ext cx="0" cy="7802"/>
          </a:xfrm>
          <a:prstGeom prst="line">
            <a:avLst/>
          </a:prstGeom>
          <a:noFill/>
          <a:ln w="15875">
            <a:solidFill>
              <a:srgbClr val="168B83">
                <a:alpha val="76000"/>
              </a:srgbClr>
            </a:solidFill>
            <a:prstDash val="dash"/>
            <a:headEnd type="none"/>
            <a:tailEnd type="none"/>
          </a:ln>
        </p:spPr>
      </p:sp>
      <p:sp>
        <p:nvSpPr>
          <p:cNvPr id="210" name="Shape 208"/>
          <p:cNvSpPr/>
          <p:nvPr/>
        </p:nvSpPr>
        <p:spPr>
          <a:xfrm>
            <a:off x="4705807" y="2318223"/>
            <a:ext cx="127406" cy="0"/>
          </a:xfrm>
          <a:prstGeom prst="line">
            <a:avLst/>
          </a:prstGeom>
          <a:noFill/>
          <a:ln w="15875">
            <a:solidFill>
              <a:srgbClr val="168B83">
                <a:alpha val="76000"/>
              </a:srgbClr>
            </a:solidFill>
            <a:prstDash val="dash"/>
            <a:headEnd type="none"/>
            <a:tailEnd type="none"/>
          </a:ln>
        </p:spPr>
      </p:sp>
      <p:sp>
        <p:nvSpPr>
          <p:cNvPr id="211" name="Shape 209"/>
          <p:cNvSpPr/>
          <p:nvPr/>
        </p:nvSpPr>
        <p:spPr>
          <a:xfrm>
            <a:off x="4830470" y="2315480"/>
            <a:ext cx="0" cy="5712"/>
          </a:xfrm>
          <a:prstGeom prst="line">
            <a:avLst/>
          </a:prstGeom>
          <a:noFill/>
          <a:ln w="15875">
            <a:solidFill>
              <a:srgbClr val="168B83">
                <a:alpha val="76000"/>
              </a:srgbClr>
            </a:solidFill>
            <a:prstDash val="dash"/>
            <a:headEnd type="none"/>
            <a:tailEnd type="none"/>
          </a:ln>
        </p:spPr>
      </p:sp>
      <p:sp>
        <p:nvSpPr>
          <p:cNvPr id="212" name="Shape 210"/>
          <p:cNvSpPr/>
          <p:nvPr/>
        </p:nvSpPr>
        <p:spPr>
          <a:xfrm>
            <a:off x="4830470" y="2318449"/>
            <a:ext cx="127407" cy="0"/>
          </a:xfrm>
          <a:prstGeom prst="line">
            <a:avLst/>
          </a:prstGeom>
          <a:noFill/>
          <a:ln w="15875">
            <a:solidFill>
              <a:srgbClr val="168B83">
                <a:alpha val="76000"/>
              </a:srgbClr>
            </a:solidFill>
            <a:prstDash val="dash"/>
            <a:headEnd type="none"/>
            <a:tailEnd type="none"/>
          </a:ln>
        </p:spPr>
      </p:sp>
      <p:sp>
        <p:nvSpPr>
          <p:cNvPr id="213" name="Shape 211"/>
          <p:cNvSpPr/>
          <p:nvPr/>
        </p:nvSpPr>
        <p:spPr>
          <a:xfrm>
            <a:off x="4955134" y="2315706"/>
            <a:ext cx="0" cy="5835"/>
          </a:xfrm>
          <a:prstGeom prst="line">
            <a:avLst/>
          </a:prstGeom>
          <a:noFill/>
          <a:ln w="15875">
            <a:solidFill>
              <a:srgbClr val="168B83">
                <a:alpha val="76000"/>
              </a:srgbClr>
            </a:solidFill>
            <a:prstDash val="dash"/>
            <a:headEnd type="none"/>
            <a:tailEnd type="none"/>
          </a:ln>
        </p:spPr>
      </p:sp>
      <p:sp>
        <p:nvSpPr>
          <p:cNvPr id="214" name="Shape 212"/>
          <p:cNvSpPr/>
          <p:nvPr/>
        </p:nvSpPr>
        <p:spPr>
          <a:xfrm>
            <a:off x="4955134" y="2318797"/>
            <a:ext cx="127407" cy="0"/>
          </a:xfrm>
          <a:prstGeom prst="line">
            <a:avLst/>
          </a:prstGeom>
          <a:noFill/>
          <a:ln w="15875">
            <a:solidFill>
              <a:srgbClr val="168B83">
                <a:alpha val="76000"/>
              </a:srgbClr>
            </a:solidFill>
            <a:prstDash val="dash"/>
            <a:headEnd type="none"/>
            <a:tailEnd type="none"/>
          </a:ln>
        </p:spPr>
      </p:sp>
      <p:sp>
        <p:nvSpPr>
          <p:cNvPr id="215" name="Shape 213"/>
          <p:cNvSpPr/>
          <p:nvPr/>
        </p:nvSpPr>
        <p:spPr>
          <a:xfrm>
            <a:off x="5079797" y="2315001"/>
            <a:ext cx="0" cy="6539"/>
          </a:xfrm>
          <a:prstGeom prst="line">
            <a:avLst/>
          </a:prstGeom>
          <a:noFill/>
          <a:ln w="15875">
            <a:solidFill>
              <a:srgbClr val="168B83">
                <a:alpha val="76000"/>
              </a:srgbClr>
            </a:solidFill>
            <a:prstDash val="dash"/>
            <a:headEnd type="none"/>
            <a:tailEnd type="none"/>
          </a:ln>
        </p:spPr>
      </p:sp>
      <p:sp>
        <p:nvSpPr>
          <p:cNvPr id="216" name="Shape 214"/>
          <p:cNvSpPr/>
          <p:nvPr/>
        </p:nvSpPr>
        <p:spPr>
          <a:xfrm>
            <a:off x="5079797" y="2317744"/>
            <a:ext cx="127406" cy="0"/>
          </a:xfrm>
          <a:prstGeom prst="line">
            <a:avLst/>
          </a:prstGeom>
          <a:noFill/>
          <a:ln w="15875">
            <a:solidFill>
              <a:srgbClr val="168B83">
                <a:alpha val="76000"/>
              </a:srgbClr>
            </a:solidFill>
            <a:prstDash val="dash"/>
            <a:headEnd type="none"/>
            <a:tailEnd type="none"/>
          </a:ln>
        </p:spPr>
      </p:sp>
      <p:sp>
        <p:nvSpPr>
          <p:cNvPr id="217" name="Shape 215"/>
          <p:cNvSpPr/>
          <p:nvPr/>
        </p:nvSpPr>
        <p:spPr>
          <a:xfrm>
            <a:off x="5204460" y="2312265"/>
            <a:ext cx="0" cy="8222"/>
          </a:xfrm>
          <a:prstGeom prst="line">
            <a:avLst/>
          </a:prstGeom>
          <a:noFill/>
          <a:ln w="15875">
            <a:solidFill>
              <a:srgbClr val="168B83">
                <a:alpha val="76000"/>
              </a:srgbClr>
            </a:solidFill>
            <a:prstDash val="dash"/>
            <a:headEnd type="none"/>
            <a:tailEnd type="none"/>
          </a:ln>
        </p:spPr>
      </p:sp>
      <p:sp>
        <p:nvSpPr>
          <p:cNvPr id="218" name="Shape 216"/>
          <p:cNvSpPr/>
          <p:nvPr/>
        </p:nvSpPr>
        <p:spPr>
          <a:xfrm>
            <a:off x="5204460" y="2315008"/>
            <a:ext cx="127407" cy="0"/>
          </a:xfrm>
          <a:prstGeom prst="line">
            <a:avLst/>
          </a:prstGeom>
          <a:noFill/>
          <a:ln w="15875">
            <a:solidFill>
              <a:srgbClr val="168B83">
                <a:alpha val="76000"/>
              </a:srgbClr>
            </a:solidFill>
            <a:prstDash val="dash"/>
            <a:headEnd type="none"/>
            <a:tailEnd type="none"/>
          </a:ln>
        </p:spPr>
      </p:sp>
      <p:sp>
        <p:nvSpPr>
          <p:cNvPr id="219" name="Shape 217"/>
          <p:cNvSpPr/>
          <p:nvPr/>
        </p:nvSpPr>
        <p:spPr>
          <a:xfrm>
            <a:off x="5329123" y="2307306"/>
            <a:ext cx="0" cy="10446"/>
          </a:xfrm>
          <a:prstGeom prst="line">
            <a:avLst/>
          </a:prstGeom>
          <a:noFill/>
          <a:ln w="15875">
            <a:solidFill>
              <a:srgbClr val="168B83">
                <a:alpha val="76000"/>
              </a:srgbClr>
            </a:solidFill>
            <a:prstDash val="dash"/>
            <a:headEnd type="none"/>
            <a:tailEnd type="none"/>
          </a:ln>
        </p:spPr>
      </p:sp>
      <p:sp>
        <p:nvSpPr>
          <p:cNvPr id="220" name="Shape 218"/>
          <p:cNvSpPr/>
          <p:nvPr/>
        </p:nvSpPr>
        <p:spPr>
          <a:xfrm>
            <a:off x="5329123" y="2310049"/>
            <a:ext cx="127407" cy="0"/>
          </a:xfrm>
          <a:prstGeom prst="line">
            <a:avLst/>
          </a:prstGeom>
          <a:noFill/>
          <a:ln w="15875">
            <a:solidFill>
              <a:srgbClr val="168B83">
                <a:alpha val="76000"/>
              </a:srgbClr>
            </a:solidFill>
            <a:prstDash val="dash"/>
            <a:headEnd type="none"/>
            <a:tailEnd type="none"/>
          </a:ln>
        </p:spPr>
      </p:sp>
      <p:sp>
        <p:nvSpPr>
          <p:cNvPr id="221" name="Shape 219"/>
          <p:cNvSpPr/>
          <p:nvPr/>
        </p:nvSpPr>
        <p:spPr>
          <a:xfrm>
            <a:off x="5453787" y="2307306"/>
            <a:ext cx="0" cy="57489"/>
          </a:xfrm>
          <a:prstGeom prst="line">
            <a:avLst/>
          </a:prstGeom>
          <a:noFill/>
          <a:ln w="15875">
            <a:solidFill>
              <a:srgbClr val="168B83">
                <a:alpha val="76000"/>
              </a:srgbClr>
            </a:solidFill>
            <a:prstDash val="dash"/>
            <a:headEnd type="none"/>
            <a:tailEnd type="none"/>
          </a:ln>
        </p:spPr>
      </p:sp>
      <p:sp>
        <p:nvSpPr>
          <p:cNvPr id="222" name="Shape 220"/>
          <p:cNvSpPr/>
          <p:nvPr/>
        </p:nvSpPr>
        <p:spPr>
          <a:xfrm>
            <a:off x="5453787" y="2362052"/>
            <a:ext cx="127406" cy="0"/>
          </a:xfrm>
          <a:prstGeom prst="line">
            <a:avLst/>
          </a:prstGeom>
          <a:noFill/>
          <a:ln w="15875">
            <a:solidFill>
              <a:srgbClr val="168B83">
                <a:alpha val="76000"/>
              </a:srgbClr>
            </a:solidFill>
            <a:prstDash val="dash"/>
            <a:headEnd type="none"/>
            <a:tailEnd type="none"/>
          </a:ln>
        </p:spPr>
      </p:sp>
      <p:sp>
        <p:nvSpPr>
          <p:cNvPr id="223" name="Shape 221"/>
          <p:cNvSpPr/>
          <p:nvPr/>
        </p:nvSpPr>
        <p:spPr>
          <a:xfrm>
            <a:off x="5578449" y="2351475"/>
            <a:ext cx="0" cy="13320"/>
          </a:xfrm>
          <a:prstGeom prst="line">
            <a:avLst/>
          </a:prstGeom>
          <a:noFill/>
          <a:ln w="15875">
            <a:solidFill>
              <a:srgbClr val="168B83">
                <a:alpha val="76000"/>
              </a:srgbClr>
            </a:solidFill>
            <a:prstDash val="dash"/>
            <a:headEnd type="none"/>
            <a:tailEnd type="none"/>
          </a:ln>
        </p:spPr>
      </p:sp>
      <p:sp>
        <p:nvSpPr>
          <p:cNvPr id="224" name="Shape 222"/>
          <p:cNvSpPr/>
          <p:nvPr/>
        </p:nvSpPr>
        <p:spPr>
          <a:xfrm>
            <a:off x="5578449" y="2354218"/>
            <a:ext cx="127407" cy="0"/>
          </a:xfrm>
          <a:prstGeom prst="line">
            <a:avLst/>
          </a:prstGeom>
          <a:noFill/>
          <a:ln w="15875">
            <a:solidFill>
              <a:srgbClr val="168B83">
                <a:alpha val="76000"/>
              </a:srgbClr>
            </a:solidFill>
            <a:prstDash val="dash"/>
            <a:headEnd type="none"/>
            <a:tailEnd type="none"/>
          </a:ln>
        </p:spPr>
      </p:sp>
      <p:sp>
        <p:nvSpPr>
          <p:cNvPr id="225" name="Shape 223"/>
          <p:cNvSpPr/>
          <p:nvPr/>
        </p:nvSpPr>
        <p:spPr>
          <a:xfrm>
            <a:off x="5703113" y="2343599"/>
            <a:ext cx="0" cy="13363"/>
          </a:xfrm>
          <a:prstGeom prst="line">
            <a:avLst/>
          </a:prstGeom>
          <a:noFill/>
          <a:ln w="15875">
            <a:solidFill>
              <a:srgbClr val="168B83">
                <a:alpha val="76000"/>
              </a:srgbClr>
            </a:solidFill>
            <a:prstDash val="dash"/>
            <a:headEnd type="none"/>
            <a:tailEnd type="none"/>
          </a:ln>
        </p:spPr>
      </p:sp>
      <p:sp>
        <p:nvSpPr>
          <p:cNvPr id="226" name="Shape 224"/>
          <p:cNvSpPr/>
          <p:nvPr/>
        </p:nvSpPr>
        <p:spPr>
          <a:xfrm>
            <a:off x="5703113" y="2346342"/>
            <a:ext cx="127407" cy="0"/>
          </a:xfrm>
          <a:prstGeom prst="line">
            <a:avLst/>
          </a:prstGeom>
          <a:noFill/>
          <a:ln w="15875">
            <a:solidFill>
              <a:srgbClr val="168B83">
                <a:alpha val="76000"/>
              </a:srgbClr>
            </a:solidFill>
            <a:prstDash val="dash"/>
            <a:headEnd type="none"/>
            <a:tailEnd type="none"/>
          </a:ln>
        </p:spPr>
      </p:sp>
      <p:sp>
        <p:nvSpPr>
          <p:cNvPr id="227" name="Shape 225"/>
          <p:cNvSpPr/>
          <p:nvPr/>
        </p:nvSpPr>
        <p:spPr>
          <a:xfrm>
            <a:off x="5827776" y="2335423"/>
            <a:ext cx="0" cy="13662"/>
          </a:xfrm>
          <a:prstGeom prst="line">
            <a:avLst/>
          </a:prstGeom>
          <a:noFill/>
          <a:ln w="15875">
            <a:solidFill>
              <a:srgbClr val="168B83">
                <a:alpha val="76000"/>
              </a:srgbClr>
            </a:solidFill>
            <a:prstDash val="dash"/>
            <a:headEnd type="none"/>
            <a:tailEnd type="none"/>
          </a:ln>
        </p:spPr>
      </p:sp>
      <p:sp>
        <p:nvSpPr>
          <p:cNvPr id="228" name="Shape 226"/>
          <p:cNvSpPr/>
          <p:nvPr/>
        </p:nvSpPr>
        <p:spPr>
          <a:xfrm>
            <a:off x="5827776" y="2338167"/>
            <a:ext cx="127406" cy="0"/>
          </a:xfrm>
          <a:prstGeom prst="line">
            <a:avLst/>
          </a:prstGeom>
          <a:noFill/>
          <a:ln w="15875">
            <a:solidFill>
              <a:srgbClr val="168B83">
                <a:alpha val="76000"/>
              </a:srgbClr>
            </a:solidFill>
            <a:prstDash val="dash"/>
            <a:headEnd type="none"/>
            <a:tailEnd type="none"/>
          </a:ln>
        </p:spPr>
      </p:sp>
      <p:sp>
        <p:nvSpPr>
          <p:cNvPr id="229" name="Shape 227"/>
          <p:cNvSpPr/>
          <p:nvPr/>
        </p:nvSpPr>
        <p:spPr>
          <a:xfrm>
            <a:off x="5952439" y="2327084"/>
            <a:ext cx="0" cy="13826"/>
          </a:xfrm>
          <a:prstGeom prst="line">
            <a:avLst/>
          </a:prstGeom>
          <a:noFill/>
          <a:ln w="15875">
            <a:solidFill>
              <a:srgbClr val="168B83">
                <a:alpha val="76000"/>
              </a:srgbClr>
            </a:solidFill>
            <a:prstDash val="dash"/>
            <a:headEnd type="none"/>
            <a:tailEnd type="none"/>
          </a:ln>
        </p:spPr>
      </p:sp>
      <p:sp>
        <p:nvSpPr>
          <p:cNvPr id="230" name="Shape 228"/>
          <p:cNvSpPr/>
          <p:nvPr/>
        </p:nvSpPr>
        <p:spPr>
          <a:xfrm>
            <a:off x="5952439" y="2329827"/>
            <a:ext cx="127407" cy="0"/>
          </a:xfrm>
          <a:prstGeom prst="line">
            <a:avLst/>
          </a:prstGeom>
          <a:noFill/>
          <a:ln w="15875">
            <a:solidFill>
              <a:srgbClr val="168B83">
                <a:alpha val="76000"/>
              </a:srgbClr>
            </a:solidFill>
            <a:prstDash val="dash"/>
            <a:headEnd type="none"/>
            <a:tailEnd type="none"/>
          </a:ln>
        </p:spPr>
      </p:sp>
      <p:sp>
        <p:nvSpPr>
          <p:cNvPr id="231" name="Shape 229"/>
          <p:cNvSpPr/>
          <p:nvPr/>
        </p:nvSpPr>
        <p:spPr>
          <a:xfrm>
            <a:off x="6077102" y="2319325"/>
            <a:ext cx="0" cy="13245"/>
          </a:xfrm>
          <a:prstGeom prst="line">
            <a:avLst/>
          </a:prstGeom>
          <a:noFill/>
          <a:ln w="15875">
            <a:solidFill>
              <a:srgbClr val="168B83">
                <a:alpha val="76000"/>
              </a:srgbClr>
            </a:solidFill>
            <a:prstDash val="dash"/>
            <a:headEnd type="none"/>
            <a:tailEnd type="none"/>
          </a:ln>
        </p:spPr>
      </p:sp>
      <p:sp>
        <p:nvSpPr>
          <p:cNvPr id="232" name="Shape 230"/>
          <p:cNvSpPr/>
          <p:nvPr/>
        </p:nvSpPr>
        <p:spPr>
          <a:xfrm>
            <a:off x="6077102" y="2322068"/>
            <a:ext cx="127407" cy="0"/>
          </a:xfrm>
          <a:prstGeom prst="line">
            <a:avLst/>
          </a:prstGeom>
          <a:noFill/>
          <a:ln w="15875">
            <a:solidFill>
              <a:srgbClr val="168B83">
                <a:alpha val="76000"/>
              </a:srgbClr>
            </a:solidFill>
            <a:prstDash val="dash"/>
            <a:headEnd type="none"/>
            <a:tailEnd type="none"/>
          </a:ln>
        </p:spPr>
      </p:sp>
      <p:sp>
        <p:nvSpPr>
          <p:cNvPr id="233" name="Shape 231"/>
          <p:cNvSpPr/>
          <p:nvPr/>
        </p:nvSpPr>
        <p:spPr>
          <a:xfrm>
            <a:off x="6201766" y="2313139"/>
            <a:ext cx="0" cy="11672"/>
          </a:xfrm>
          <a:prstGeom prst="line">
            <a:avLst/>
          </a:prstGeom>
          <a:noFill/>
          <a:ln w="15875">
            <a:solidFill>
              <a:srgbClr val="168B83">
                <a:alpha val="76000"/>
              </a:srgbClr>
            </a:solidFill>
            <a:prstDash val="dash"/>
            <a:headEnd type="none"/>
            <a:tailEnd type="none"/>
          </a:ln>
        </p:spPr>
      </p:sp>
      <p:sp>
        <p:nvSpPr>
          <p:cNvPr id="234" name="Shape 232"/>
          <p:cNvSpPr/>
          <p:nvPr/>
        </p:nvSpPr>
        <p:spPr>
          <a:xfrm>
            <a:off x="6201766" y="2315882"/>
            <a:ext cx="127406" cy="0"/>
          </a:xfrm>
          <a:prstGeom prst="line">
            <a:avLst/>
          </a:prstGeom>
          <a:noFill/>
          <a:ln w="15875">
            <a:solidFill>
              <a:srgbClr val="168B83">
                <a:alpha val="76000"/>
              </a:srgbClr>
            </a:solidFill>
            <a:prstDash val="dash"/>
            <a:headEnd type="none"/>
            <a:tailEnd type="none"/>
          </a:ln>
        </p:spPr>
      </p:sp>
      <p:sp>
        <p:nvSpPr>
          <p:cNvPr id="235" name="Shape 233"/>
          <p:cNvSpPr/>
          <p:nvPr/>
        </p:nvSpPr>
        <p:spPr>
          <a:xfrm>
            <a:off x="6326429" y="2308364"/>
            <a:ext cx="0" cy="10261"/>
          </a:xfrm>
          <a:prstGeom prst="line">
            <a:avLst/>
          </a:prstGeom>
          <a:noFill/>
          <a:ln w="15875">
            <a:solidFill>
              <a:srgbClr val="168B83">
                <a:alpha val="76000"/>
              </a:srgbClr>
            </a:solidFill>
            <a:prstDash val="dash"/>
            <a:headEnd type="none"/>
            <a:tailEnd type="none"/>
          </a:ln>
        </p:spPr>
      </p:sp>
      <p:sp>
        <p:nvSpPr>
          <p:cNvPr id="236" name="Shape 234"/>
          <p:cNvSpPr/>
          <p:nvPr/>
        </p:nvSpPr>
        <p:spPr>
          <a:xfrm>
            <a:off x="6326429" y="2311107"/>
            <a:ext cx="127407" cy="0"/>
          </a:xfrm>
          <a:prstGeom prst="line">
            <a:avLst/>
          </a:prstGeom>
          <a:noFill/>
          <a:ln w="15875">
            <a:solidFill>
              <a:srgbClr val="168B83">
                <a:alpha val="76000"/>
              </a:srgbClr>
            </a:solidFill>
            <a:prstDash val="dash"/>
            <a:headEnd type="none"/>
            <a:tailEnd type="none"/>
          </a:ln>
        </p:spPr>
      </p:sp>
      <p:sp>
        <p:nvSpPr>
          <p:cNvPr id="237" name="Shape 235"/>
          <p:cNvSpPr/>
          <p:nvPr/>
        </p:nvSpPr>
        <p:spPr>
          <a:xfrm>
            <a:off x="6451092" y="2304200"/>
            <a:ext cx="0" cy="9650"/>
          </a:xfrm>
          <a:prstGeom prst="line">
            <a:avLst/>
          </a:prstGeom>
          <a:noFill/>
          <a:ln w="15875">
            <a:solidFill>
              <a:srgbClr val="168B83">
                <a:alpha val="76000"/>
              </a:srgbClr>
            </a:solidFill>
            <a:prstDash val="dash"/>
            <a:headEnd type="none"/>
            <a:tailEnd type="none"/>
          </a:ln>
        </p:spPr>
      </p:sp>
      <p:sp>
        <p:nvSpPr>
          <p:cNvPr id="238" name="Shape 236"/>
          <p:cNvSpPr/>
          <p:nvPr/>
        </p:nvSpPr>
        <p:spPr>
          <a:xfrm>
            <a:off x="6451092" y="2306944"/>
            <a:ext cx="127407" cy="0"/>
          </a:xfrm>
          <a:prstGeom prst="line">
            <a:avLst/>
          </a:prstGeom>
          <a:noFill/>
          <a:ln w="15875">
            <a:solidFill>
              <a:srgbClr val="168B83">
                <a:alpha val="76000"/>
              </a:srgbClr>
            </a:solidFill>
            <a:prstDash val="dash"/>
            <a:headEnd type="none"/>
            <a:tailEnd type="none"/>
          </a:ln>
        </p:spPr>
      </p:sp>
      <p:sp>
        <p:nvSpPr>
          <p:cNvPr id="239" name="Shape 237"/>
          <p:cNvSpPr/>
          <p:nvPr/>
        </p:nvSpPr>
        <p:spPr>
          <a:xfrm>
            <a:off x="6575755" y="2300051"/>
            <a:ext cx="0" cy="9635"/>
          </a:xfrm>
          <a:prstGeom prst="line">
            <a:avLst/>
          </a:prstGeom>
          <a:noFill/>
          <a:ln w="15875">
            <a:solidFill>
              <a:srgbClr val="168B83">
                <a:alpha val="76000"/>
              </a:srgbClr>
            </a:solidFill>
            <a:prstDash val="dash"/>
            <a:headEnd type="none"/>
            <a:tailEnd type="none"/>
          </a:ln>
        </p:spPr>
      </p:sp>
      <p:sp>
        <p:nvSpPr>
          <p:cNvPr id="240" name="Shape 238"/>
          <p:cNvSpPr/>
          <p:nvPr/>
        </p:nvSpPr>
        <p:spPr>
          <a:xfrm>
            <a:off x="6575755" y="2302795"/>
            <a:ext cx="127406" cy="0"/>
          </a:xfrm>
          <a:prstGeom prst="line">
            <a:avLst/>
          </a:prstGeom>
          <a:noFill/>
          <a:ln w="15875">
            <a:solidFill>
              <a:srgbClr val="168B83">
                <a:alpha val="76000"/>
              </a:srgbClr>
            </a:solidFill>
            <a:prstDash val="dash"/>
            <a:headEnd type="none"/>
            <a:tailEnd type="none"/>
          </a:ln>
        </p:spPr>
      </p:sp>
      <p:sp>
        <p:nvSpPr>
          <p:cNvPr id="241" name="Shape 239"/>
          <p:cNvSpPr/>
          <p:nvPr/>
        </p:nvSpPr>
        <p:spPr>
          <a:xfrm>
            <a:off x="6700418" y="2296069"/>
            <a:ext cx="0" cy="9469"/>
          </a:xfrm>
          <a:prstGeom prst="line">
            <a:avLst/>
          </a:prstGeom>
          <a:noFill/>
          <a:ln w="15875">
            <a:solidFill>
              <a:srgbClr val="168B83">
                <a:alpha val="76000"/>
              </a:srgbClr>
            </a:solidFill>
            <a:prstDash val="dash"/>
            <a:headEnd type="none"/>
            <a:tailEnd type="none"/>
          </a:ln>
        </p:spPr>
      </p:sp>
      <p:sp>
        <p:nvSpPr>
          <p:cNvPr id="242" name="Shape 240"/>
          <p:cNvSpPr/>
          <p:nvPr/>
        </p:nvSpPr>
        <p:spPr>
          <a:xfrm>
            <a:off x="6700418" y="2298812"/>
            <a:ext cx="127407" cy="0"/>
          </a:xfrm>
          <a:prstGeom prst="line">
            <a:avLst/>
          </a:prstGeom>
          <a:noFill/>
          <a:ln w="15875">
            <a:solidFill>
              <a:srgbClr val="168B83">
                <a:alpha val="76000"/>
              </a:srgbClr>
            </a:solidFill>
            <a:prstDash val="dash"/>
            <a:headEnd type="none"/>
            <a:tailEnd type="none"/>
          </a:ln>
        </p:spPr>
      </p:sp>
      <p:sp>
        <p:nvSpPr>
          <p:cNvPr id="243" name="Shape 241"/>
          <p:cNvSpPr/>
          <p:nvPr/>
        </p:nvSpPr>
        <p:spPr>
          <a:xfrm>
            <a:off x="6825082" y="2292178"/>
            <a:ext cx="0" cy="9378"/>
          </a:xfrm>
          <a:prstGeom prst="line">
            <a:avLst/>
          </a:prstGeom>
          <a:noFill/>
          <a:ln w="15875">
            <a:solidFill>
              <a:srgbClr val="168B83">
                <a:alpha val="76000"/>
              </a:srgbClr>
            </a:solidFill>
            <a:prstDash val="dash"/>
            <a:headEnd type="none"/>
            <a:tailEnd type="none"/>
          </a:ln>
        </p:spPr>
      </p:sp>
      <p:sp>
        <p:nvSpPr>
          <p:cNvPr id="244" name="Shape 242"/>
          <p:cNvSpPr/>
          <p:nvPr/>
        </p:nvSpPr>
        <p:spPr>
          <a:xfrm>
            <a:off x="6825082" y="2294921"/>
            <a:ext cx="127407" cy="0"/>
          </a:xfrm>
          <a:prstGeom prst="line">
            <a:avLst/>
          </a:prstGeom>
          <a:noFill/>
          <a:ln w="15875">
            <a:solidFill>
              <a:srgbClr val="168B83">
                <a:alpha val="76000"/>
              </a:srgbClr>
            </a:solidFill>
            <a:prstDash val="dash"/>
            <a:headEnd type="none"/>
            <a:tailEnd type="none"/>
          </a:ln>
        </p:spPr>
      </p:sp>
      <p:sp>
        <p:nvSpPr>
          <p:cNvPr id="245" name="Shape 243"/>
          <p:cNvSpPr/>
          <p:nvPr/>
        </p:nvSpPr>
        <p:spPr>
          <a:xfrm>
            <a:off x="6949745" y="2292178"/>
            <a:ext cx="0" cy="54900"/>
          </a:xfrm>
          <a:prstGeom prst="line">
            <a:avLst/>
          </a:prstGeom>
          <a:noFill/>
          <a:ln w="15875">
            <a:solidFill>
              <a:srgbClr val="168B83">
                <a:alpha val="76000"/>
              </a:srgbClr>
            </a:solidFill>
            <a:prstDash val="dash"/>
            <a:headEnd type="none"/>
            <a:tailEnd type="none"/>
          </a:ln>
        </p:spPr>
      </p:sp>
      <p:sp>
        <p:nvSpPr>
          <p:cNvPr id="246" name="Shape 244"/>
          <p:cNvSpPr/>
          <p:nvPr/>
        </p:nvSpPr>
        <p:spPr>
          <a:xfrm>
            <a:off x="6949745" y="2344335"/>
            <a:ext cx="127406" cy="0"/>
          </a:xfrm>
          <a:prstGeom prst="line">
            <a:avLst/>
          </a:prstGeom>
          <a:noFill/>
          <a:ln w="15875">
            <a:solidFill>
              <a:srgbClr val="168B83">
                <a:alpha val="76000"/>
              </a:srgbClr>
            </a:solidFill>
            <a:prstDash val="dash"/>
            <a:headEnd type="none"/>
            <a:tailEnd type="none"/>
          </a:ln>
        </p:spPr>
      </p:sp>
      <p:sp>
        <p:nvSpPr>
          <p:cNvPr id="247" name="Shape 245"/>
          <p:cNvSpPr/>
          <p:nvPr/>
        </p:nvSpPr>
        <p:spPr>
          <a:xfrm>
            <a:off x="7074408" y="2337479"/>
            <a:ext cx="0" cy="9599"/>
          </a:xfrm>
          <a:prstGeom prst="line">
            <a:avLst/>
          </a:prstGeom>
          <a:noFill/>
          <a:ln w="15875">
            <a:solidFill>
              <a:srgbClr val="168B83">
                <a:alpha val="76000"/>
              </a:srgbClr>
            </a:solidFill>
            <a:prstDash val="dash"/>
            <a:headEnd type="none"/>
            <a:tailEnd type="none"/>
          </a:ln>
        </p:spPr>
      </p:sp>
      <p:sp>
        <p:nvSpPr>
          <p:cNvPr id="248" name="Shape 246"/>
          <p:cNvSpPr/>
          <p:nvPr/>
        </p:nvSpPr>
        <p:spPr>
          <a:xfrm>
            <a:off x="7074408" y="2340222"/>
            <a:ext cx="127407" cy="0"/>
          </a:xfrm>
          <a:prstGeom prst="line">
            <a:avLst/>
          </a:prstGeom>
          <a:noFill/>
          <a:ln w="15875">
            <a:solidFill>
              <a:srgbClr val="168B83">
                <a:alpha val="76000"/>
              </a:srgbClr>
            </a:solidFill>
            <a:prstDash val="dash"/>
            <a:headEnd type="none"/>
            <a:tailEnd type="none"/>
          </a:ln>
        </p:spPr>
      </p:sp>
      <p:sp>
        <p:nvSpPr>
          <p:cNvPr id="249" name="Shape 247"/>
          <p:cNvSpPr/>
          <p:nvPr/>
        </p:nvSpPr>
        <p:spPr>
          <a:xfrm>
            <a:off x="7199071" y="2331596"/>
            <a:ext cx="0" cy="11369"/>
          </a:xfrm>
          <a:prstGeom prst="line">
            <a:avLst/>
          </a:prstGeom>
          <a:noFill/>
          <a:ln w="15875">
            <a:solidFill>
              <a:srgbClr val="168B83">
                <a:alpha val="76000"/>
              </a:srgbClr>
            </a:solidFill>
            <a:prstDash val="dash"/>
            <a:headEnd type="none"/>
            <a:tailEnd type="none"/>
          </a:ln>
        </p:spPr>
      </p:sp>
      <p:sp>
        <p:nvSpPr>
          <p:cNvPr id="250" name="Shape 248"/>
          <p:cNvSpPr/>
          <p:nvPr/>
        </p:nvSpPr>
        <p:spPr>
          <a:xfrm>
            <a:off x="7199071" y="2334339"/>
            <a:ext cx="127407" cy="0"/>
          </a:xfrm>
          <a:prstGeom prst="line">
            <a:avLst/>
          </a:prstGeom>
          <a:noFill/>
          <a:ln w="15875">
            <a:solidFill>
              <a:srgbClr val="168B83">
                <a:alpha val="76000"/>
              </a:srgbClr>
            </a:solidFill>
            <a:prstDash val="dash"/>
            <a:headEnd type="none"/>
            <a:tailEnd type="none"/>
          </a:ln>
        </p:spPr>
      </p:sp>
      <p:sp>
        <p:nvSpPr>
          <p:cNvPr id="251" name="Shape 249"/>
          <p:cNvSpPr/>
          <p:nvPr/>
        </p:nvSpPr>
        <p:spPr>
          <a:xfrm>
            <a:off x="7323735" y="2324097"/>
            <a:ext cx="0" cy="12985"/>
          </a:xfrm>
          <a:prstGeom prst="line">
            <a:avLst/>
          </a:prstGeom>
          <a:noFill/>
          <a:ln w="15875">
            <a:solidFill>
              <a:srgbClr val="168B83">
                <a:alpha val="76000"/>
              </a:srgbClr>
            </a:solidFill>
            <a:prstDash val="dash"/>
            <a:headEnd type="none"/>
            <a:tailEnd type="none"/>
          </a:ln>
        </p:spPr>
      </p:sp>
      <p:sp>
        <p:nvSpPr>
          <p:cNvPr id="252" name="Shape 250"/>
          <p:cNvSpPr/>
          <p:nvPr/>
        </p:nvSpPr>
        <p:spPr>
          <a:xfrm>
            <a:off x="7323735" y="2326840"/>
            <a:ext cx="127406" cy="0"/>
          </a:xfrm>
          <a:prstGeom prst="line">
            <a:avLst/>
          </a:prstGeom>
          <a:noFill/>
          <a:ln w="15875">
            <a:solidFill>
              <a:srgbClr val="168B83">
                <a:alpha val="76000"/>
              </a:srgbClr>
            </a:solidFill>
            <a:prstDash val="dash"/>
            <a:headEnd type="none"/>
            <a:tailEnd type="none"/>
          </a:ln>
        </p:spPr>
      </p:sp>
      <p:sp>
        <p:nvSpPr>
          <p:cNvPr id="253" name="Shape 251"/>
          <p:cNvSpPr/>
          <p:nvPr/>
        </p:nvSpPr>
        <p:spPr>
          <a:xfrm>
            <a:off x="7448397" y="2315254"/>
            <a:ext cx="0" cy="14329"/>
          </a:xfrm>
          <a:prstGeom prst="line">
            <a:avLst/>
          </a:prstGeom>
          <a:noFill/>
          <a:ln w="15875">
            <a:solidFill>
              <a:srgbClr val="168B83">
                <a:alpha val="76000"/>
              </a:srgbClr>
            </a:solidFill>
            <a:prstDash val="dash"/>
            <a:headEnd type="none"/>
            <a:tailEnd type="none"/>
          </a:ln>
        </p:spPr>
      </p:sp>
      <p:sp>
        <p:nvSpPr>
          <p:cNvPr id="254" name="Shape 252"/>
          <p:cNvSpPr/>
          <p:nvPr/>
        </p:nvSpPr>
        <p:spPr>
          <a:xfrm>
            <a:off x="7448397" y="2317998"/>
            <a:ext cx="127407" cy="0"/>
          </a:xfrm>
          <a:prstGeom prst="line">
            <a:avLst/>
          </a:prstGeom>
          <a:noFill/>
          <a:ln w="15875">
            <a:solidFill>
              <a:srgbClr val="168B83">
                <a:alpha val="76000"/>
              </a:srgbClr>
            </a:solidFill>
            <a:prstDash val="dash"/>
            <a:headEnd type="none"/>
            <a:tailEnd type="none"/>
          </a:ln>
        </p:spPr>
      </p:sp>
      <p:sp>
        <p:nvSpPr>
          <p:cNvPr id="255" name="Shape 253"/>
          <p:cNvSpPr/>
          <p:nvPr/>
        </p:nvSpPr>
        <p:spPr>
          <a:xfrm>
            <a:off x="7573061" y="2304120"/>
            <a:ext cx="0" cy="16620"/>
          </a:xfrm>
          <a:prstGeom prst="line">
            <a:avLst/>
          </a:prstGeom>
          <a:noFill/>
          <a:ln w="15875">
            <a:solidFill>
              <a:srgbClr val="168B83">
                <a:alpha val="76000"/>
              </a:srgbClr>
            </a:solidFill>
            <a:prstDash val="dash"/>
            <a:headEnd type="none"/>
            <a:tailEnd type="none"/>
          </a:ln>
        </p:spPr>
      </p:sp>
      <p:sp>
        <p:nvSpPr>
          <p:cNvPr id="256" name="Shape 254"/>
          <p:cNvSpPr/>
          <p:nvPr/>
        </p:nvSpPr>
        <p:spPr>
          <a:xfrm>
            <a:off x="7573061" y="2306864"/>
            <a:ext cx="127407" cy="0"/>
          </a:xfrm>
          <a:prstGeom prst="line">
            <a:avLst/>
          </a:prstGeom>
          <a:noFill/>
          <a:ln w="15875">
            <a:solidFill>
              <a:srgbClr val="168B83">
                <a:alpha val="76000"/>
              </a:srgbClr>
            </a:solidFill>
            <a:prstDash val="dash"/>
            <a:headEnd type="none"/>
            <a:tailEnd type="none"/>
          </a:ln>
        </p:spPr>
      </p:sp>
      <p:sp>
        <p:nvSpPr>
          <p:cNvPr id="257" name="Shape 255"/>
          <p:cNvSpPr/>
          <p:nvPr/>
        </p:nvSpPr>
        <p:spPr>
          <a:xfrm>
            <a:off x="7697724" y="2290874"/>
            <a:ext cx="0" cy="18733"/>
          </a:xfrm>
          <a:prstGeom prst="line">
            <a:avLst/>
          </a:prstGeom>
          <a:noFill/>
          <a:ln w="15875">
            <a:solidFill>
              <a:srgbClr val="168B83">
                <a:alpha val="76000"/>
              </a:srgbClr>
            </a:solidFill>
            <a:prstDash val="dash"/>
            <a:headEnd type="none"/>
            <a:tailEnd type="none"/>
          </a:ln>
        </p:spPr>
      </p:sp>
      <p:sp>
        <p:nvSpPr>
          <p:cNvPr id="258" name="Shape 256"/>
          <p:cNvSpPr/>
          <p:nvPr/>
        </p:nvSpPr>
        <p:spPr>
          <a:xfrm>
            <a:off x="7697724" y="2293617"/>
            <a:ext cx="127406" cy="0"/>
          </a:xfrm>
          <a:prstGeom prst="line">
            <a:avLst/>
          </a:prstGeom>
          <a:noFill/>
          <a:ln w="15875">
            <a:solidFill>
              <a:srgbClr val="168B83">
                <a:alpha val="76000"/>
              </a:srgbClr>
            </a:solidFill>
            <a:prstDash val="dash"/>
            <a:headEnd type="none"/>
            <a:tailEnd type="none"/>
          </a:ln>
        </p:spPr>
      </p:sp>
      <p:sp>
        <p:nvSpPr>
          <p:cNvPr id="259" name="Shape 257"/>
          <p:cNvSpPr/>
          <p:nvPr/>
        </p:nvSpPr>
        <p:spPr>
          <a:xfrm>
            <a:off x="7822387" y="2276696"/>
            <a:ext cx="0" cy="19665"/>
          </a:xfrm>
          <a:prstGeom prst="line">
            <a:avLst/>
          </a:prstGeom>
          <a:noFill/>
          <a:ln w="15875">
            <a:solidFill>
              <a:srgbClr val="168B83">
                <a:alpha val="76000"/>
              </a:srgbClr>
            </a:solidFill>
            <a:prstDash val="dash"/>
            <a:headEnd type="none"/>
            <a:tailEnd type="none"/>
          </a:ln>
        </p:spPr>
      </p:sp>
      <p:sp>
        <p:nvSpPr>
          <p:cNvPr id="260" name="Shape 258"/>
          <p:cNvSpPr/>
          <p:nvPr/>
        </p:nvSpPr>
        <p:spPr>
          <a:xfrm>
            <a:off x="7822387" y="2279439"/>
            <a:ext cx="127407" cy="0"/>
          </a:xfrm>
          <a:prstGeom prst="line">
            <a:avLst/>
          </a:prstGeom>
          <a:noFill/>
          <a:ln w="15875">
            <a:solidFill>
              <a:srgbClr val="168B83">
                <a:alpha val="76000"/>
              </a:srgbClr>
            </a:solidFill>
            <a:prstDash val="dash"/>
            <a:headEnd type="none"/>
            <a:tailEnd type="none"/>
          </a:ln>
        </p:spPr>
      </p:sp>
      <p:sp>
        <p:nvSpPr>
          <p:cNvPr id="261" name="Shape 259"/>
          <p:cNvSpPr/>
          <p:nvPr/>
        </p:nvSpPr>
        <p:spPr>
          <a:xfrm>
            <a:off x="7947050" y="2262484"/>
            <a:ext cx="0" cy="19698"/>
          </a:xfrm>
          <a:prstGeom prst="line">
            <a:avLst/>
          </a:prstGeom>
          <a:noFill/>
          <a:ln w="15875">
            <a:solidFill>
              <a:srgbClr val="168B83">
                <a:alpha val="76000"/>
              </a:srgbClr>
            </a:solidFill>
            <a:prstDash val="dash"/>
            <a:headEnd type="none"/>
            <a:tailEnd type="none"/>
          </a:ln>
        </p:spPr>
      </p:sp>
      <p:sp>
        <p:nvSpPr>
          <p:cNvPr id="262" name="Shape 260"/>
          <p:cNvSpPr/>
          <p:nvPr/>
        </p:nvSpPr>
        <p:spPr>
          <a:xfrm>
            <a:off x="7947050" y="2265227"/>
            <a:ext cx="127407" cy="0"/>
          </a:xfrm>
          <a:prstGeom prst="line">
            <a:avLst/>
          </a:prstGeom>
          <a:noFill/>
          <a:ln w="15875">
            <a:solidFill>
              <a:srgbClr val="168B83">
                <a:alpha val="76000"/>
              </a:srgbClr>
            </a:solidFill>
            <a:prstDash val="dash"/>
            <a:headEnd type="none"/>
            <a:tailEnd type="none"/>
          </a:ln>
        </p:spPr>
      </p:sp>
      <p:sp>
        <p:nvSpPr>
          <p:cNvPr id="263" name="Shape 261"/>
          <p:cNvSpPr/>
          <p:nvPr/>
        </p:nvSpPr>
        <p:spPr>
          <a:xfrm>
            <a:off x="8071714" y="2250214"/>
            <a:ext cx="0" cy="17756"/>
          </a:xfrm>
          <a:prstGeom prst="line">
            <a:avLst/>
          </a:prstGeom>
          <a:noFill/>
          <a:ln w="15875">
            <a:solidFill>
              <a:srgbClr val="168B83">
                <a:alpha val="76000"/>
              </a:srgbClr>
            </a:solidFill>
            <a:prstDash val="dash"/>
            <a:headEnd type="none"/>
            <a:tailEnd type="none"/>
          </a:ln>
        </p:spPr>
      </p:sp>
      <p:sp>
        <p:nvSpPr>
          <p:cNvPr id="264" name="Shape 262"/>
          <p:cNvSpPr/>
          <p:nvPr/>
        </p:nvSpPr>
        <p:spPr>
          <a:xfrm>
            <a:off x="8071714" y="2252958"/>
            <a:ext cx="127406" cy="0"/>
          </a:xfrm>
          <a:prstGeom prst="line">
            <a:avLst/>
          </a:prstGeom>
          <a:noFill/>
          <a:ln w="15875">
            <a:solidFill>
              <a:srgbClr val="168B83">
                <a:alpha val="76000"/>
              </a:srgbClr>
            </a:solidFill>
            <a:prstDash val="dash"/>
            <a:headEnd type="none"/>
            <a:tailEnd type="none"/>
          </a:ln>
        </p:spPr>
      </p:sp>
      <p:sp>
        <p:nvSpPr>
          <p:cNvPr id="265" name="Shape 263"/>
          <p:cNvSpPr/>
          <p:nvPr/>
        </p:nvSpPr>
        <p:spPr>
          <a:xfrm>
            <a:off x="8196377" y="2240899"/>
            <a:ext cx="0" cy="14801"/>
          </a:xfrm>
          <a:prstGeom prst="line">
            <a:avLst/>
          </a:prstGeom>
          <a:noFill/>
          <a:ln w="15875">
            <a:solidFill>
              <a:srgbClr val="168B83">
                <a:alpha val="76000"/>
              </a:srgbClr>
            </a:solidFill>
            <a:prstDash val="dash"/>
            <a:headEnd type="none"/>
            <a:tailEnd type="none"/>
          </a:ln>
        </p:spPr>
      </p:sp>
      <p:sp>
        <p:nvSpPr>
          <p:cNvPr id="266" name="Shape 264"/>
          <p:cNvSpPr/>
          <p:nvPr/>
        </p:nvSpPr>
        <p:spPr>
          <a:xfrm>
            <a:off x="8196377" y="2243642"/>
            <a:ext cx="127407" cy="0"/>
          </a:xfrm>
          <a:prstGeom prst="line">
            <a:avLst/>
          </a:prstGeom>
          <a:noFill/>
          <a:ln w="15875">
            <a:solidFill>
              <a:srgbClr val="168B83">
                <a:alpha val="76000"/>
              </a:srgbClr>
            </a:solidFill>
            <a:prstDash val="dash"/>
            <a:headEnd type="none"/>
            <a:tailEnd type="none"/>
          </a:ln>
        </p:spPr>
      </p:sp>
      <p:sp>
        <p:nvSpPr>
          <p:cNvPr id="267" name="Shape 265"/>
          <p:cNvSpPr/>
          <p:nvPr/>
        </p:nvSpPr>
        <p:spPr>
          <a:xfrm>
            <a:off x="8321040" y="2233380"/>
            <a:ext cx="0" cy="13005"/>
          </a:xfrm>
          <a:prstGeom prst="line">
            <a:avLst/>
          </a:prstGeom>
          <a:noFill/>
          <a:ln w="15875">
            <a:solidFill>
              <a:srgbClr val="168B83">
                <a:alpha val="76000"/>
              </a:srgbClr>
            </a:solidFill>
            <a:prstDash val="dash"/>
            <a:headEnd type="none"/>
            <a:tailEnd type="none"/>
          </a:ln>
        </p:spPr>
      </p:sp>
      <p:sp>
        <p:nvSpPr>
          <p:cNvPr id="268" name="Shape 266"/>
          <p:cNvSpPr/>
          <p:nvPr/>
        </p:nvSpPr>
        <p:spPr>
          <a:xfrm>
            <a:off x="841248" y="2240342"/>
            <a:ext cx="127407" cy="0"/>
          </a:xfrm>
          <a:prstGeom prst="line">
            <a:avLst/>
          </a:prstGeom>
          <a:noFill/>
          <a:ln w="15875">
            <a:solidFill>
              <a:srgbClr val="C44F4F">
                <a:alpha val="76000"/>
              </a:srgbClr>
            </a:solidFill>
            <a:prstDash val="dash"/>
            <a:headEnd type="none"/>
            <a:tailEnd type="none"/>
          </a:ln>
        </p:spPr>
      </p:sp>
      <p:sp>
        <p:nvSpPr>
          <p:cNvPr id="269" name="Shape 267"/>
          <p:cNvSpPr/>
          <p:nvPr/>
        </p:nvSpPr>
        <p:spPr>
          <a:xfrm>
            <a:off x="965911" y="2237599"/>
            <a:ext cx="0" cy="47070"/>
          </a:xfrm>
          <a:prstGeom prst="line">
            <a:avLst/>
          </a:prstGeom>
          <a:noFill/>
          <a:ln w="15875">
            <a:solidFill>
              <a:srgbClr val="C44F4F">
                <a:alpha val="76000"/>
              </a:srgbClr>
            </a:solidFill>
            <a:prstDash val="dash"/>
            <a:headEnd type="none"/>
            <a:tailEnd type="none"/>
          </a:ln>
        </p:spPr>
      </p:sp>
      <p:sp>
        <p:nvSpPr>
          <p:cNvPr id="270" name="Shape 268"/>
          <p:cNvSpPr/>
          <p:nvPr/>
        </p:nvSpPr>
        <p:spPr>
          <a:xfrm>
            <a:off x="965911" y="2281926"/>
            <a:ext cx="127406" cy="0"/>
          </a:xfrm>
          <a:prstGeom prst="line">
            <a:avLst/>
          </a:prstGeom>
          <a:noFill/>
          <a:ln w="15875">
            <a:solidFill>
              <a:srgbClr val="C44F4F">
                <a:alpha val="76000"/>
              </a:srgbClr>
            </a:solidFill>
            <a:prstDash val="dash"/>
            <a:headEnd type="none"/>
            <a:tailEnd type="none"/>
          </a:ln>
        </p:spPr>
      </p:sp>
      <p:sp>
        <p:nvSpPr>
          <p:cNvPr id="271" name="Shape 269"/>
          <p:cNvSpPr/>
          <p:nvPr/>
        </p:nvSpPr>
        <p:spPr>
          <a:xfrm>
            <a:off x="1090574" y="2279183"/>
            <a:ext cx="0" cy="97472"/>
          </a:xfrm>
          <a:prstGeom prst="line">
            <a:avLst/>
          </a:prstGeom>
          <a:noFill/>
          <a:ln w="15875">
            <a:solidFill>
              <a:srgbClr val="C44F4F">
                <a:alpha val="76000"/>
              </a:srgbClr>
            </a:solidFill>
            <a:prstDash val="dash"/>
            <a:headEnd type="none"/>
            <a:tailEnd type="none"/>
          </a:ln>
        </p:spPr>
      </p:sp>
      <p:sp>
        <p:nvSpPr>
          <p:cNvPr id="272" name="Shape 270"/>
          <p:cNvSpPr/>
          <p:nvPr/>
        </p:nvSpPr>
        <p:spPr>
          <a:xfrm>
            <a:off x="1090574" y="2373912"/>
            <a:ext cx="127407" cy="0"/>
          </a:xfrm>
          <a:prstGeom prst="line">
            <a:avLst/>
          </a:prstGeom>
          <a:noFill/>
          <a:ln w="15875">
            <a:solidFill>
              <a:srgbClr val="C44F4F">
                <a:alpha val="76000"/>
              </a:srgbClr>
            </a:solidFill>
            <a:prstDash val="dash"/>
            <a:headEnd type="none"/>
            <a:tailEnd type="none"/>
          </a:ln>
        </p:spPr>
      </p:sp>
      <p:sp>
        <p:nvSpPr>
          <p:cNvPr id="273" name="Shape 271"/>
          <p:cNvSpPr/>
          <p:nvPr/>
        </p:nvSpPr>
        <p:spPr>
          <a:xfrm>
            <a:off x="1215238" y="2371169"/>
            <a:ext cx="0" cy="57411"/>
          </a:xfrm>
          <a:prstGeom prst="line">
            <a:avLst/>
          </a:prstGeom>
          <a:noFill/>
          <a:ln w="15875">
            <a:solidFill>
              <a:srgbClr val="C44F4F">
                <a:alpha val="76000"/>
              </a:srgbClr>
            </a:solidFill>
            <a:prstDash val="dash"/>
            <a:headEnd type="none"/>
            <a:tailEnd type="none"/>
          </a:ln>
        </p:spPr>
      </p:sp>
      <p:sp>
        <p:nvSpPr>
          <p:cNvPr id="274" name="Shape 272"/>
          <p:cNvSpPr/>
          <p:nvPr/>
        </p:nvSpPr>
        <p:spPr>
          <a:xfrm>
            <a:off x="1215238" y="2425837"/>
            <a:ext cx="127407" cy="0"/>
          </a:xfrm>
          <a:prstGeom prst="line">
            <a:avLst/>
          </a:prstGeom>
          <a:noFill/>
          <a:ln w="15875">
            <a:solidFill>
              <a:srgbClr val="C44F4F">
                <a:alpha val="76000"/>
              </a:srgbClr>
            </a:solidFill>
            <a:prstDash val="dash"/>
            <a:headEnd type="none"/>
            <a:tailEnd type="none"/>
          </a:ln>
        </p:spPr>
      </p:sp>
      <p:sp>
        <p:nvSpPr>
          <p:cNvPr id="275" name="Shape 273"/>
          <p:cNvSpPr/>
          <p:nvPr/>
        </p:nvSpPr>
        <p:spPr>
          <a:xfrm>
            <a:off x="1339901" y="2423093"/>
            <a:ext cx="0" cy="56998"/>
          </a:xfrm>
          <a:prstGeom prst="line">
            <a:avLst/>
          </a:prstGeom>
          <a:noFill/>
          <a:ln w="15875">
            <a:solidFill>
              <a:srgbClr val="C44F4F">
                <a:alpha val="76000"/>
              </a:srgbClr>
            </a:solidFill>
            <a:prstDash val="dash"/>
            <a:headEnd type="none"/>
            <a:tailEnd type="none"/>
          </a:ln>
        </p:spPr>
      </p:sp>
      <p:sp>
        <p:nvSpPr>
          <p:cNvPr id="276" name="Shape 274"/>
          <p:cNvSpPr/>
          <p:nvPr/>
        </p:nvSpPr>
        <p:spPr>
          <a:xfrm>
            <a:off x="1339901" y="2477349"/>
            <a:ext cx="127406" cy="0"/>
          </a:xfrm>
          <a:prstGeom prst="line">
            <a:avLst/>
          </a:prstGeom>
          <a:noFill/>
          <a:ln w="15875">
            <a:solidFill>
              <a:srgbClr val="C44F4F">
                <a:alpha val="76000"/>
              </a:srgbClr>
            </a:solidFill>
            <a:prstDash val="dash"/>
            <a:headEnd type="none"/>
            <a:tailEnd type="none"/>
          </a:ln>
        </p:spPr>
      </p:sp>
      <p:sp>
        <p:nvSpPr>
          <p:cNvPr id="277" name="Shape 275"/>
          <p:cNvSpPr/>
          <p:nvPr/>
        </p:nvSpPr>
        <p:spPr>
          <a:xfrm>
            <a:off x="1464564" y="2474605"/>
            <a:ext cx="0" cy="58426"/>
          </a:xfrm>
          <a:prstGeom prst="line">
            <a:avLst/>
          </a:prstGeom>
          <a:noFill/>
          <a:ln w="15875">
            <a:solidFill>
              <a:srgbClr val="C44F4F">
                <a:alpha val="76000"/>
              </a:srgbClr>
            </a:solidFill>
            <a:prstDash val="dash"/>
            <a:headEnd type="none"/>
            <a:tailEnd type="none"/>
          </a:ln>
        </p:spPr>
      </p:sp>
      <p:sp>
        <p:nvSpPr>
          <p:cNvPr id="278" name="Shape 276"/>
          <p:cNvSpPr/>
          <p:nvPr/>
        </p:nvSpPr>
        <p:spPr>
          <a:xfrm>
            <a:off x="1464564" y="2530288"/>
            <a:ext cx="127407" cy="0"/>
          </a:xfrm>
          <a:prstGeom prst="line">
            <a:avLst/>
          </a:prstGeom>
          <a:noFill/>
          <a:ln w="15875">
            <a:solidFill>
              <a:srgbClr val="C44F4F">
                <a:alpha val="76000"/>
              </a:srgbClr>
            </a:solidFill>
            <a:prstDash val="dash"/>
            <a:headEnd type="none"/>
            <a:tailEnd type="none"/>
          </a:ln>
        </p:spPr>
      </p:sp>
      <p:sp>
        <p:nvSpPr>
          <p:cNvPr id="279" name="Shape 277"/>
          <p:cNvSpPr/>
          <p:nvPr/>
        </p:nvSpPr>
        <p:spPr>
          <a:xfrm>
            <a:off x="1589227" y="2527545"/>
            <a:ext cx="0" cy="59885"/>
          </a:xfrm>
          <a:prstGeom prst="line">
            <a:avLst/>
          </a:prstGeom>
          <a:noFill/>
          <a:ln w="15875">
            <a:solidFill>
              <a:srgbClr val="C44F4F">
                <a:alpha val="76000"/>
              </a:srgbClr>
            </a:solidFill>
            <a:prstDash val="dash"/>
            <a:headEnd type="none"/>
            <a:tailEnd type="none"/>
          </a:ln>
        </p:spPr>
      </p:sp>
      <p:sp>
        <p:nvSpPr>
          <p:cNvPr id="280" name="Shape 278"/>
          <p:cNvSpPr/>
          <p:nvPr/>
        </p:nvSpPr>
        <p:spPr>
          <a:xfrm>
            <a:off x="1589227" y="2584687"/>
            <a:ext cx="127407" cy="0"/>
          </a:xfrm>
          <a:prstGeom prst="line">
            <a:avLst/>
          </a:prstGeom>
          <a:noFill/>
          <a:ln w="15875">
            <a:solidFill>
              <a:srgbClr val="C44F4F">
                <a:alpha val="76000"/>
              </a:srgbClr>
            </a:solidFill>
            <a:prstDash val="dash"/>
            <a:headEnd type="none"/>
            <a:tailEnd type="none"/>
          </a:ln>
        </p:spPr>
      </p:sp>
      <p:sp>
        <p:nvSpPr>
          <p:cNvPr id="281" name="Shape 279"/>
          <p:cNvSpPr/>
          <p:nvPr/>
        </p:nvSpPr>
        <p:spPr>
          <a:xfrm>
            <a:off x="1713891" y="2581943"/>
            <a:ext cx="0" cy="61122"/>
          </a:xfrm>
          <a:prstGeom prst="line">
            <a:avLst/>
          </a:prstGeom>
          <a:noFill/>
          <a:ln w="15875">
            <a:solidFill>
              <a:srgbClr val="C44F4F">
                <a:alpha val="76000"/>
              </a:srgbClr>
            </a:solidFill>
            <a:prstDash val="dash"/>
            <a:headEnd type="none"/>
            <a:tailEnd type="none"/>
          </a:ln>
        </p:spPr>
      </p:sp>
      <p:sp>
        <p:nvSpPr>
          <p:cNvPr id="282" name="Shape 280"/>
          <p:cNvSpPr/>
          <p:nvPr/>
        </p:nvSpPr>
        <p:spPr>
          <a:xfrm>
            <a:off x="1713891" y="2640322"/>
            <a:ext cx="127406" cy="0"/>
          </a:xfrm>
          <a:prstGeom prst="line">
            <a:avLst/>
          </a:prstGeom>
          <a:noFill/>
          <a:ln w="15875">
            <a:solidFill>
              <a:srgbClr val="C44F4F">
                <a:alpha val="76000"/>
              </a:srgbClr>
            </a:solidFill>
            <a:prstDash val="dash"/>
            <a:headEnd type="none"/>
            <a:tailEnd type="none"/>
          </a:ln>
        </p:spPr>
      </p:sp>
      <p:sp>
        <p:nvSpPr>
          <p:cNvPr id="283" name="Shape 281"/>
          <p:cNvSpPr/>
          <p:nvPr/>
        </p:nvSpPr>
        <p:spPr>
          <a:xfrm>
            <a:off x="1838553" y="2637579"/>
            <a:ext cx="0" cy="65436"/>
          </a:xfrm>
          <a:prstGeom prst="line">
            <a:avLst/>
          </a:prstGeom>
          <a:noFill/>
          <a:ln w="15875">
            <a:solidFill>
              <a:srgbClr val="C44F4F">
                <a:alpha val="76000"/>
              </a:srgbClr>
            </a:solidFill>
            <a:prstDash val="dash"/>
            <a:headEnd type="none"/>
            <a:tailEnd type="none"/>
          </a:ln>
        </p:spPr>
      </p:sp>
      <p:sp>
        <p:nvSpPr>
          <p:cNvPr id="284" name="Shape 282"/>
          <p:cNvSpPr/>
          <p:nvPr/>
        </p:nvSpPr>
        <p:spPr>
          <a:xfrm>
            <a:off x="1838553" y="2700272"/>
            <a:ext cx="127407" cy="0"/>
          </a:xfrm>
          <a:prstGeom prst="line">
            <a:avLst/>
          </a:prstGeom>
          <a:noFill/>
          <a:ln w="15875">
            <a:solidFill>
              <a:srgbClr val="C44F4F">
                <a:alpha val="76000"/>
              </a:srgbClr>
            </a:solidFill>
            <a:prstDash val="dash"/>
            <a:headEnd type="none"/>
            <a:tailEnd type="none"/>
          </a:ln>
        </p:spPr>
      </p:sp>
      <p:sp>
        <p:nvSpPr>
          <p:cNvPr id="285" name="Shape 283"/>
          <p:cNvSpPr/>
          <p:nvPr/>
        </p:nvSpPr>
        <p:spPr>
          <a:xfrm>
            <a:off x="1963217" y="2697528"/>
            <a:ext cx="0" cy="69750"/>
          </a:xfrm>
          <a:prstGeom prst="line">
            <a:avLst/>
          </a:prstGeom>
          <a:noFill/>
          <a:ln w="15875">
            <a:solidFill>
              <a:srgbClr val="C44F4F">
                <a:alpha val="76000"/>
              </a:srgbClr>
            </a:solidFill>
            <a:prstDash val="dash"/>
            <a:headEnd type="none"/>
            <a:tailEnd type="none"/>
          </a:ln>
        </p:spPr>
      </p:sp>
      <p:sp>
        <p:nvSpPr>
          <p:cNvPr id="286" name="Shape 284"/>
          <p:cNvSpPr/>
          <p:nvPr/>
        </p:nvSpPr>
        <p:spPr>
          <a:xfrm>
            <a:off x="1963217" y="2764535"/>
            <a:ext cx="127407" cy="0"/>
          </a:xfrm>
          <a:prstGeom prst="line">
            <a:avLst/>
          </a:prstGeom>
          <a:noFill/>
          <a:ln w="15875">
            <a:solidFill>
              <a:srgbClr val="C44F4F">
                <a:alpha val="76000"/>
              </a:srgbClr>
            </a:solidFill>
            <a:prstDash val="dash"/>
            <a:headEnd type="none"/>
            <a:tailEnd type="none"/>
          </a:ln>
        </p:spPr>
      </p:sp>
      <p:sp>
        <p:nvSpPr>
          <p:cNvPr id="287" name="Shape 285"/>
          <p:cNvSpPr/>
          <p:nvPr/>
        </p:nvSpPr>
        <p:spPr>
          <a:xfrm>
            <a:off x="2087880" y="2761792"/>
            <a:ext cx="0" cy="68861"/>
          </a:xfrm>
          <a:prstGeom prst="line">
            <a:avLst/>
          </a:prstGeom>
          <a:noFill/>
          <a:ln w="15875">
            <a:solidFill>
              <a:srgbClr val="C44F4F">
                <a:alpha val="76000"/>
              </a:srgbClr>
            </a:solidFill>
            <a:prstDash val="dash"/>
            <a:headEnd type="none"/>
            <a:tailEnd type="none"/>
          </a:ln>
        </p:spPr>
      </p:sp>
      <p:sp>
        <p:nvSpPr>
          <p:cNvPr id="288" name="Shape 286"/>
          <p:cNvSpPr/>
          <p:nvPr/>
        </p:nvSpPr>
        <p:spPr>
          <a:xfrm>
            <a:off x="2087880" y="2827910"/>
            <a:ext cx="127406" cy="0"/>
          </a:xfrm>
          <a:prstGeom prst="line">
            <a:avLst/>
          </a:prstGeom>
          <a:noFill/>
          <a:ln w="15875">
            <a:solidFill>
              <a:srgbClr val="C44F4F">
                <a:alpha val="76000"/>
              </a:srgbClr>
            </a:solidFill>
            <a:prstDash val="dash"/>
            <a:headEnd type="none"/>
            <a:tailEnd type="none"/>
          </a:ln>
        </p:spPr>
      </p:sp>
      <p:sp>
        <p:nvSpPr>
          <p:cNvPr id="289" name="Shape 287"/>
          <p:cNvSpPr/>
          <p:nvPr/>
        </p:nvSpPr>
        <p:spPr>
          <a:xfrm>
            <a:off x="2212543" y="2825167"/>
            <a:ext cx="0" cy="65658"/>
          </a:xfrm>
          <a:prstGeom prst="line">
            <a:avLst/>
          </a:prstGeom>
          <a:noFill/>
          <a:ln w="15875">
            <a:solidFill>
              <a:srgbClr val="C44F4F">
                <a:alpha val="76000"/>
              </a:srgbClr>
            </a:solidFill>
            <a:prstDash val="dash"/>
            <a:headEnd type="none"/>
            <a:tailEnd type="none"/>
          </a:ln>
        </p:spPr>
      </p:sp>
      <p:sp>
        <p:nvSpPr>
          <p:cNvPr id="290" name="Shape 288"/>
          <p:cNvSpPr/>
          <p:nvPr/>
        </p:nvSpPr>
        <p:spPr>
          <a:xfrm>
            <a:off x="2212543" y="2888081"/>
            <a:ext cx="127407" cy="0"/>
          </a:xfrm>
          <a:prstGeom prst="line">
            <a:avLst/>
          </a:prstGeom>
          <a:noFill/>
          <a:ln w="15875">
            <a:solidFill>
              <a:srgbClr val="C44F4F">
                <a:alpha val="76000"/>
              </a:srgbClr>
            </a:solidFill>
            <a:prstDash val="dash"/>
            <a:headEnd type="none"/>
            <a:tailEnd type="none"/>
          </a:ln>
        </p:spPr>
      </p:sp>
      <p:sp>
        <p:nvSpPr>
          <p:cNvPr id="291" name="Shape 289"/>
          <p:cNvSpPr/>
          <p:nvPr/>
        </p:nvSpPr>
        <p:spPr>
          <a:xfrm>
            <a:off x="2337206" y="2885338"/>
            <a:ext cx="0" cy="62740"/>
          </a:xfrm>
          <a:prstGeom prst="line">
            <a:avLst/>
          </a:prstGeom>
          <a:noFill/>
          <a:ln w="15875">
            <a:solidFill>
              <a:srgbClr val="C44F4F">
                <a:alpha val="76000"/>
              </a:srgbClr>
            </a:solidFill>
            <a:prstDash val="dash"/>
            <a:headEnd type="none"/>
            <a:tailEnd type="none"/>
          </a:ln>
        </p:spPr>
      </p:sp>
      <p:sp>
        <p:nvSpPr>
          <p:cNvPr id="292" name="Shape 290"/>
          <p:cNvSpPr/>
          <p:nvPr/>
        </p:nvSpPr>
        <p:spPr>
          <a:xfrm>
            <a:off x="2337206" y="2945335"/>
            <a:ext cx="127407" cy="0"/>
          </a:xfrm>
          <a:prstGeom prst="line">
            <a:avLst/>
          </a:prstGeom>
          <a:noFill/>
          <a:ln w="15875">
            <a:solidFill>
              <a:srgbClr val="C44F4F">
                <a:alpha val="76000"/>
              </a:srgbClr>
            </a:solidFill>
            <a:prstDash val="dash"/>
            <a:headEnd type="none"/>
            <a:tailEnd type="none"/>
          </a:ln>
        </p:spPr>
      </p:sp>
      <p:sp>
        <p:nvSpPr>
          <p:cNvPr id="293" name="Shape 291"/>
          <p:cNvSpPr/>
          <p:nvPr/>
        </p:nvSpPr>
        <p:spPr>
          <a:xfrm>
            <a:off x="2461870" y="2942591"/>
            <a:ext cx="0" cy="59631"/>
          </a:xfrm>
          <a:prstGeom prst="line">
            <a:avLst/>
          </a:prstGeom>
          <a:noFill/>
          <a:ln w="15875">
            <a:solidFill>
              <a:srgbClr val="C44F4F">
                <a:alpha val="76000"/>
              </a:srgbClr>
            </a:solidFill>
            <a:prstDash val="dash"/>
            <a:headEnd type="none"/>
            <a:tailEnd type="none"/>
          </a:ln>
        </p:spPr>
      </p:sp>
      <p:sp>
        <p:nvSpPr>
          <p:cNvPr id="294" name="Shape 292"/>
          <p:cNvSpPr/>
          <p:nvPr/>
        </p:nvSpPr>
        <p:spPr>
          <a:xfrm>
            <a:off x="2461870" y="2999479"/>
            <a:ext cx="127406" cy="0"/>
          </a:xfrm>
          <a:prstGeom prst="line">
            <a:avLst/>
          </a:prstGeom>
          <a:noFill/>
          <a:ln w="15875">
            <a:solidFill>
              <a:srgbClr val="C44F4F">
                <a:alpha val="76000"/>
              </a:srgbClr>
            </a:solidFill>
            <a:prstDash val="dash"/>
            <a:headEnd type="none"/>
            <a:tailEnd type="none"/>
          </a:ln>
        </p:spPr>
      </p:sp>
      <p:sp>
        <p:nvSpPr>
          <p:cNvPr id="295" name="Shape 293"/>
          <p:cNvSpPr/>
          <p:nvPr/>
        </p:nvSpPr>
        <p:spPr>
          <a:xfrm>
            <a:off x="2586533" y="2996736"/>
            <a:ext cx="0" cy="58553"/>
          </a:xfrm>
          <a:prstGeom prst="line">
            <a:avLst/>
          </a:prstGeom>
          <a:noFill/>
          <a:ln w="15875">
            <a:solidFill>
              <a:srgbClr val="C44F4F">
                <a:alpha val="76000"/>
              </a:srgbClr>
            </a:solidFill>
            <a:prstDash val="dash"/>
            <a:headEnd type="none"/>
            <a:tailEnd type="none"/>
          </a:ln>
        </p:spPr>
      </p:sp>
      <p:sp>
        <p:nvSpPr>
          <p:cNvPr id="296" name="Shape 294"/>
          <p:cNvSpPr/>
          <p:nvPr/>
        </p:nvSpPr>
        <p:spPr>
          <a:xfrm>
            <a:off x="2586533" y="3052546"/>
            <a:ext cx="127407" cy="0"/>
          </a:xfrm>
          <a:prstGeom prst="line">
            <a:avLst/>
          </a:prstGeom>
          <a:noFill/>
          <a:ln w="15875">
            <a:solidFill>
              <a:srgbClr val="C44F4F">
                <a:alpha val="76000"/>
              </a:srgbClr>
            </a:solidFill>
            <a:prstDash val="dash"/>
            <a:headEnd type="none"/>
            <a:tailEnd type="none"/>
          </a:ln>
        </p:spPr>
      </p:sp>
      <p:sp>
        <p:nvSpPr>
          <p:cNvPr id="297" name="Shape 295"/>
          <p:cNvSpPr/>
          <p:nvPr/>
        </p:nvSpPr>
        <p:spPr>
          <a:xfrm>
            <a:off x="2711196" y="3049803"/>
            <a:ext cx="0" cy="54842"/>
          </a:xfrm>
          <a:prstGeom prst="line">
            <a:avLst/>
          </a:prstGeom>
          <a:noFill/>
          <a:ln w="15875">
            <a:solidFill>
              <a:srgbClr val="C44F4F">
                <a:alpha val="76000"/>
              </a:srgbClr>
            </a:solidFill>
            <a:prstDash val="dash"/>
            <a:headEnd type="none"/>
            <a:tailEnd type="none"/>
          </a:ln>
        </p:spPr>
      </p:sp>
      <p:sp>
        <p:nvSpPr>
          <p:cNvPr id="298" name="Shape 296"/>
          <p:cNvSpPr/>
          <p:nvPr/>
        </p:nvSpPr>
        <p:spPr>
          <a:xfrm>
            <a:off x="2711196" y="3101901"/>
            <a:ext cx="127407" cy="0"/>
          </a:xfrm>
          <a:prstGeom prst="line">
            <a:avLst/>
          </a:prstGeom>
          <a:noFill/>
          <a:ln w="15875">
            <a:solidFill>
              <a:srgbClr val="C44F4F">
                <a:alpha val="76000"/>
              </a:srgbClr>
            </a:solidFill>
            <a:prstDash val="dash"/>
            <a:headEnd type="none"/>
            <a:tailEnd type="none"/>
          </a:ln>
        </p:spPr>
      </p:sp>
      <p:sp>
        <p:nvSpPr>
          <p:cNvPr id="299" name="Shape 297"/>
          <p:cNvSpPr/>
          <p:nvPr/>
        </p:nvSpPr>
        <p:spPr>
          <a:xfrm>
            <a:off x="2835859" y="3099158"/>
            <a:ext cx="0" cy="54207"/>
          </a:xfrm>
          <a:prstGeom prst="line">
            <a:avLst/>
          </a:prstGeom>
          <a:noFill/>
          <a:ln w="15875">
            <a:solidFill>
              <a:srgbClr val="C44F4F">
                <a:alpha val="76000"/>
              </a:srgbClr>
            </a:solidFill>
            <a:prstDash val="dash"/>
            <a:headEnd type="none"/>
            <a:tailEnd type="none"/>
          </a:ln>
        </p:spPr>
      </p:sp>
      <p:sp>
        <p:nvSpPr>
          <p:cNvPr id="300" name="Shape 298"/>
          <p:cNvSpPr/>
          <p:nvPr/>
        </p:nvSpPr>
        <p:spPr>
          <a:xfrm>
            <a:off x="2835859" y="3150622"/>
            <a:ext cx="127406" cy="0"/>
          </a:xfrm>
          <a:prstGeom prst="line">
            <a:avLst/>
          </a:prstGeom>
          <a:noFill/>
          <a:ln w="15875">
            <a:solidFill>
              <a:srgbClr val="C44F4F">
                <a:alpha val="76000"/>
              </a:srgbClr>
            </a:solidFill>
            <a:prstDash val="dash"/>
            <a:headEnd type="none"/>
            <a:tailEnd type="none"/>
          </a:ln>
        </p:spPr>
      </p:sp>
      <p:sp>
        <p:nvSpPr>
          <p:cNvPr id="301" name="Shape 299"/>
          <p:cNvSpPr/>
          <p:nvPr/>
        </p:nvSpPr>
        <p:spPr>
          <a:xfrm>
            <a:off x="2960522" y="3147879"/>
            <a:ext cx="0" cy="55476"/>
          </a:xfrm>
          <a:prstGeom prst="line">
            <a:avLst/>
          </a:prstGeom>
          <a:noFill/>
          <a:ln w="15875">
            <a:solidFill>
              <a:srgbClr val="C44F4F">
                <a:alpha val="76000"/>
              </a:srgbClr>
            </a:solidFill>
            <a:prstDash val="dash"/>
            <a:headEnd type="none"/>
            <a:tailEnd type="none"/>
          </a:ln>
        </p:spPr>
      </p:sp>
      <p:sp>
        <p:nvSpPr>
          <p:cNvPr id="302" name="Shape 300"/>
          <p:cNvSpPr/>
          <p:nvPr/>
        </p:nvSpPr>
        <p:spPr>
          <a:xfrm>
            <a:off x="2960522" y="3200611"/>
            <a:ext cx="127407" cy="0"/>
          </a:xfrm>
          <a:prstGeom prst="line">
            <a:avLst/>
          </a:prstGeom>
          <a:noFill/>
          <a:ln w="15875">
            <a:solidFill>
              <a:srgbClr val="C44F4F">
                <a:alpha val="76000"/>
              </a:srgbClr>
            </a:solidFill>
            <a:prstDash val="dash"/>
            <a:headEnd type="none"/>
            <a:tailEnd type="none"/>
          </a:ln>
        </p:spPr>
      </p:sp>
      <p:sp>
        <p:nvSpPr>
          <p:cNvPr id="303" name="Shape 301"/>
          <p:cNvSpPr/>
          <p:nvPr/>
        </p:nvSpPr>
        <p:spPr>
          <a:xfrm>
            <a:off x="3085186" y="3197868"/>
            <a:ext cx="0" cy="56428"/>
          </a:xfrm>
          <a:prstGeom prst="line">
            <a:avLst/>
          </a:prstGeom>
          <a:noFill/>
          <a:ln w="15875">
            <a:solidFill>
              <a:srgbClr val="C44F4F">
                <a:alpha val="76000"/>
              </a:srgbClr>
            </a:solidFill>
            <a:prstDash val="dash"/>
            <a:headEnd type="none"/>
            <a:tailEnd type="none"/>
          </a:ln>
        </p:spPr>
      </p:sp>
      <p:sp>
        <p:nvSpPr>
          <p:cNvPr id="304" name="Shape 302"/>
          <p:cNvSpPr/>
          <p:nvPr/>
        </p:nvSpPr>
        <p:spPr>
          <a:xfrm>
            <a:off x="3085186" y="3251552"/>
            <a:ext cx="127407" cy="0"/>
          </a:xfrm>
          <a:prstGeom prst="line">
            <a:avLst/>
          </a:prstGeom>
          <a:noFill/>
          <a:ln w="15875">
            <a:solidFill>
              <a:srgbClr val="C44F4F">
                <a:alpha val="76000"/>
              </a:srgbClr>
            </a:solidFill>
            <a:prstDash val="dash"/>
            <a:headEnd type="none"/>
            <a:tailEnd type="none"/>
          </a:ln>
        </p:spPr>
      </p:sp>
      <p:sp>
        <p:nvSpPr>
          <p:cNvPr id="305" name="Shape 303"/>
          <p:cNvSpPr/>
          <p:nvPr/>
        </p:nvSpPr>
        <p:spPr>
          <a:xfrm>
            <a:off x="3209849" y="3248809"/>
            <a:ext cx="0" cy="58616"/>
          </a:xfrm>
          <a:prstGeom prst="line">
            <a:avLst/>
          </a:prstGeom>
          <a:noFill/>
          <a:ln w="15875">
            <a:solidFill>
              <a:srgbClr val="C44F4F">
                <a:alpha val="76000"/>
              </a:srgbClr>
            </a:solidFill>
            <a:prstDash val="dash"/>
            <a:headEnd type="none"/>
            <a:tailEnd type="none"/>
          </a:ln>
        </p:spPr>
      </p:sp>
      <p:sp>
        <p:nvSpPr>
          <p:cNvPr id="306" name="Shape 304"/>
          <p:cNvSpPr/>
          <p:nvPr/>
        </p:nvSpPr>
        <p:spPr>
          <a:xfrm>
            <a:off x="3209849" y="3304682"/>
            <a:ext cx="127406" cy="0"/>
          </a:xfrm>
          <a:prstGeom prst="line">
            <a:avLst/>
          </a:prstGeom>
          <a:noFill/>
          <a:ln w="15875">
            <a:solidFill>
              <a:srgbClr val="C44F4F">
                <a:alpha val="76000"/>
              </a:srgbClr>
            </a:solidFill>
            <a:prstDash val="dash"/>
            <a:headEnd type="none"/>
            <a:tailEnd type="none"/>
          </a:ln>
        </p:spPr>
      </p:sp>
      <p:sp>
        <p:nvSpPr>
          <p:cNvPr id="307" name="Shape 305"/>
          <p:cNvSpPr/>
          <p:nvPr/>
        </p:nvSpPr>
        <p:spPr>
          <a:xfrm>
            <a:off x="3334512" y="3301939"/>
            <a:ext cx="0" cy="59124"/>
          </a:xfrm>
          <a:prstGeom prst="line">
            <a:avLst/>
          </a:prstGeom>
          <a:noFill/>
          <a:ln w="15875">
            <a:solidFill>
              <a:srgbClr val="C44F4F">
                <a:alpha val="76000"/>
              </a:srgbClr>
            </a:solidFill>
            <a:prstDash val="dash"/>
            <a:headEnd type="none"/>
            <a:tailEnd type="none"/>
          </a:ln>
        </p:spPr>
      </p:sp>
      <p:sp>
        <p:nvSpPr>
          <p:cNvPr id="308" name="Shape 306"/>
          <p:cNvSpPr/>
          <p:nvPr/>
        </p:nvSpPr>
        <p:spPr>
          <a:xfrm>
            <a:off x="3334512" y="3358320"/>
            <a:ext cx="127407" cy="0"/>
          </a:xfrm>
          <a:prstGeom prst="line">
            <a:avLst/>
          </a:prstGeom>
          <a:noFill/>
          <a:ln w="15875">
            <a:solidFill>
              <a:srgbClr val="C44F4F">
                <a:alpha val="76000"/>
              </a:srgbClr>
            </a:solidFill>
            <a:prstDash val="dash"/>
            <a:headEnd type="none"/>
            <a:tailEnd type="none"/>
          </a:ln>
        </p:spPr>
      </p:sp>
      <p:sp>
        <p:nvSpPr>
          <p:cNvPr id="309" name="Shape 307"/>
          <p:cNvSpPr/>
          <p:nvPr/>
        </p:nvSpPr>
        <p:spPr>
          <a:xfrm>
            <a:off x="3459175" y="3355576"/>
            <a:ext cx="0" cy="60995"/>
          </a:xfrm>
          <a:prstGeom prst="line">
            <a:avLst/>
          </a:prstGeom>
          <a:noFill/>
          <a:ln w="15875">
            <a:solidFill>
              <a:srgbClr val="C44F4F">
                <a:alpha val="76000"/>
              </a:srgbClr>
            </a:solidFill>
            <a:prstDash val="dash"/>
            <a:headEnd type="none"/>
            <a:tailEnd type="none"/>
          </a:ln>
        </p:spPr>
      </p:sp>
      <p:sp>
        <p:nvSpPr>
          <p:cNvPr id="310" name="Shape 308"/>
          <p:cNvSpPr/>
          <p:nvPr/>
        </p:nvSpPr>
        <p:spPr>
          <a:xfrm>
            <a:off x="3459175" y="3413828"/>
            <a:ext cx="127407" cy="0"/>
          </a:xfrm>
          <a:prstGeom prst="line">
            <a:avLst/>
          </a:prstGeom>
          <a:noFill/>
          <a:ln w="15875">
            <a:solidFill>
              <a:srgbClr val="C44F4F">
                <a:alpha val="76000"/>
              </a:srgbClr>
            </a:solidFill>
            <a:prstDash val="dash"/>
            <a:headEnd type="none"/>
            <a:tailEnd type="none"/>
          </a:ln>
        </p:spPr>
      </p:sp>
      <p:sp>
        <p:nvSpPr>
          <p:cNvPr id="311" name="Shape 309"/>
          <p:cNvSpPr/>
          <p:nvPr/>
        </p:nvSpPr>
        <p:spPr>
          <a:xfrm>
            <a:off x="3583839" y="3411085"/>
            <a:ext cx="0" cy="55888"/>
          </a:xfrm>
          <a:prstGeom prst="line">
            <a:avLst/>
          </a:prstGeom>
          <a:noFill/>
          <a:ln w="15875">
            <a:solidFill>
              <a:srgbClr val="C44F4F">
                <a:alpha val="76000"/>
              </a:srgbClr>
            </a:solidFill>
            <a:prstDash val="dash"/>
            <a:headEnd type="none"/>
            <a:tailEnd type="none"/>
          </a:ln>
        </p:spPr>
      </p:sp>
      <p:sp>
        <p:nvSpPr>
          <p:cNvPr id="312" name="Shape 310"/>
          <p:cNvSpPr/>
          <p:nvPr/>
        </p:nvSpPr>
        <p:spPr>
          <a:xfrm>
            <a:off x="3583839" y="3464230"/>
            <a:ext cx="127406" cy="0"/>
          </a:xfrm>
          <a:prstGeom prst="line">
            <a:avLst/>
          </a:prstGeom>
          <a:noFill/>
          <a:ln w="15875">
            <a:solidFill>
              <a:srgbClr val="C44F4F">
                <a:alpha val="76000"/>
              </a:srgbClr>
            </a:solidFill>
            <a:prstDash val="dash"/>
            <a:headEnd type="none"/>
            <a:tailEnd type="none"/>
          </a:ln>
        </p:spPr>
      </p:sp>
      <p:sp>
        <p:nvSpPr>
          <p:cNvPr id="313" name="Shape 311"/>
          <p:cNvSpPr/>
          <p:nvPr/>
        </p:nvSpPr>
        <p:spPr>
          <a:xfrm>
            <a:off x="3708501" y="3461487"/>
            <a:ext cx="0" cy="57474"/>
          </a:xfrm>
          <a:prstGeom prst="line">
            <a:avLst/>
          </a:prstGeom>
          <a:noFill/>
          <a:ln w="15875">
            <a:solidFill>
              <a:srgbClr val="C44F4F">
                <a:alpha val="76000"/>
              </a:srgbClr>
            </a:solidFill>
            <a:prstDash val="dash"/>
            <a:headEnd type="none"/>
            <a:tailEnd type="none"/>
          </a:ln>
        </p:spPr>
      </p:sp>
      <p:sp>
        <p:nvSpPr>
          <p:cNvPr id="314" name="Shape 312"/>
          <p:cNvSpPr/>
          <p:nvPr/>
        </p:nvSpPr>
        <p:spPr>
          <a:xfrm>
            <a:off x="3708501" y="3516218"/>
            <a:ext cx="127407" cy="0"/>
          </a:xfrm>
          <a:prstGeom prst="line">
            <a:avLst/>
          </a:prstGeom>
          <a:noFill/>
          <a:ln w="15875">
            <a:solidFill>
              <a:srgbClr val="C44F4F">
                <a:alpha val="76000"/>
              </a:srgbClr>
            </a:solidFill>
            <a:prstDash val="dash"/>
            <a:headEnd type="none"/>
            <a:tailEnd type="none"/>
          </a:ln>
        </p:spPr>
      </p:sp>
      <p:sp>
        <p:nvSpPr>
          <p:cNvPr id="315" name="Shape 313"/>
          <p:cNvSpPr/>
          <p:nvPr/>
        </p:nvSpPr>
        <p:spPr>
          <a:xfrm>
            <a:off x="3833165" y="3513475"/>
            <a:ext cx="0" cy="55761"/>
          </a:xfrm>
          <a:prstGeom prst="line">
            <a:avLst/>
          </a:prstGeom>
          <a:noFill/>
          <a:ln w="15875">
            <a:solidFill>
              <a:srgbClr val="C44F4F">
                <a:alpha val="76000"/>
              </a:srgbClr>
            </a:solidFill>
            <a:prstDash val="dash"/>
            <a:headEnd type="none"/>
            <a:tailEnd type="none"/>
          </a:ln>
        </p:spPr>
      </p:sp>
      <p:sp>
        <p:nvSpPr>
          <p:cNvPr id="316" name="Shape 314"/>
          <p:cNvSpPr/>
          <p:nvPr/>
        </p:nvSpPr>
        <p:spPr>
          <a:xfrm>
            <a:off x="3833165" y="3566493"/>
            <a:ext cx="127407" cy="0"/>
          </a:xfrm>
          <a:prstGeom prst="line">
            <a:avLst/>
          </a:prstGeom>
          <a:noFill/>
          <a:ln w="15875">
            <a:solidFill>
              <a:srgbClr val="C44F4F">
                <a:alpha val="76000"/>
              </a:srgbClr>
            </a:solidFill>
            <a:prstDash val="dash"/>
            <a:headEnd type="none"/>
            <a:tailEnd type="none"/>
          </a:ln>
        </p:spPr>
      </p:sp>
      <p:sp>
        <p:nvSpPr>
          <p:cNvPr id="317" name="Shape 315"/>
          <p:cNvSpPr/>
          <p:nvPr/>
        </p:nvSpPr>
        <p:spPr>
          <a:xfrm>
            <a:off x="3957828" y="3563750"/>
            <a:ext cx="0" cy="59948"/>
          </a:xfrm>
          <a:prstGeom prst="line">
            <a:avLst/>
          </a:prstGeom>
          <a:noFill/>
          <a:ln w="15875">
            <a:solidFill>
              <a:srgbClr val="C44F4F">
                <a:alpha val="76000"/>
              </a:srgbClr>
            </a:solidFill>
            <a:prstDash val="dash"/>
            <a:headEnd type="none"/>
            <a:tailEnd type="none"/>
          </a:ln>
        </p:spPr>
      </p:sp>
      <p:sp>
        <p:nvSpPr>
          <p:cNvPr id="318" name="Shape 316"/>
          <p:cNvSpPr/>
          <p:nvPr/>
        </p:nvSpPr>
        <p:spPr>
          <a:xfrm>
            <a:off x="3957828" y="3620955"/>
            <a:ext cx="127406" cy="0"/>
          </a:xfrm>
          <a:prstGeom prst="line">
            <a:avLst/>
          </a:prstGeom>
          <a:noFill/>
          <a:ln w="15875">
            <a:solidFill>
              <a:srgbClr val="C44F4F">
                <a:alpha val="76000"/>
              </a:srgbClr>
            </a:solidFill>
            <a:prstDash val="dash"/>
            <a:headEnd type="none"/>
            <a:tailEnd type="none"/>
          </a:ln>
        </p:spPr>
      </p:sp>
      <p:sp>
        <p:nvSpPr>
          <p:cNvPr id="319" name="Shape 317"/>
          <p:cNvSpPr/>
          <p:nvPr/>
        </p:nvSpPr>
        <p:spPr>
          <a:xfrm>
            <a:off x="4082491" y="3618212"/>
            <a:ext cx="0" cy="59504"/>
          </a:xfrm>
          <a:prstGeom prst="line">
            <a:avLst/>
          </a:prstGeom>
          <a:noFill/>
          <a:ln w="15875">
            <a:solidFill>
              <a:srgbClr val="C44F4F">
                <a:alpha val="76000"/>
              </a:srgbClr>
            </a:solidFill>
            <a:prstDash val="dash"/>
            <a:headEnd type="none"/>
            <a:tailEnd type="none"/>
          </a:ln>
        </p:spPr>
      </p:sp>
      <p:sp>
        <p:nvSpPr>
          <p:cNvPr id="320" name="Shape 318"/>
          <p:cNvSpPr/>
          <p:nvPr/>
        </p:nvSpPr>
        <p:spPr>
          <a:xfrm>
            <a:off x="4082491" y="3674973"/>
            <a:ext cx="127407" cy="0"/>
          </a:xfrm>
          <a:prstGeom prst="line">
            <a:avLst/>
          </a:prstGeom>
          <a:noFill/>
          <a:ln w="15875">
            <a:solidFill>
              <a:srgbClr val="C44F4F">
                <a:alpha val="76000"/>
              </a:srgbClr>
            </a:solidFill>
            <a:prstDash val="dash"/>
            <a:headEnd type="none"/>
            <a:tailEnd type="none"/>
          </a:ln>
        </p:spPr>
      </p:sp>
      <p:sp>
        <p:nvSpPr>
          <p:cNvPr id="321" name="Shape 319"/>
          <p:cNvSpPr/>
          <p:nvPr/>
        </p:nvSpPr>
        <p:spPr>
          <a:xfrm>
            <a:off x="4207154" y="3672230"/>
            <a:ext cx="0" cy="61122"/>
          </a:xfrm>
          <a:prstGeom prst="line">
            <a:avLst/>
          </a:prstGeom>
          <a:noFill/>
          <a:ln w="15875">
            <a:solidFill>
              <a:srgbClr val="C44F4F">
                <a:alpha val="76000"/>
              </a:srgbClr>
            </a:solidFill>
            <a:prstDash val="dash"/>
            <a:headEnd type="none"/>
            <a:tailEnd type="none"/>
          </a:ln>
        </p:spPr>
      </p:sp>
      <p:sp>
        <p:nvSpPr>
          <p:cNvPr id="322" name="Shape 320"/>
          <p:cNvSpPr/>
          <p:nvPr/>
        </p:nvSpPr>
        <p:spPr>
          <a:xfrm>
            <a:off x="4207154" y="3730609"/>
            <a:ext cx="127407" cy="0"/>
          </a:xfrm>
          <a:prstGeom prst="line">
            <a:avLst/>
          </a:prstGeom>
          <a:noFill/>
          <a:ln w="15875">
            <a:solidFill>
              <a:srgbClr val="C44F4F">
                <a:alpha val="76000"/>
              </a:srgbClr>
            </a:solidFill>
            <a:prstDash val="dash"/>
            <a:headEnd type="none"/>
            <a:tailEnd type="none"/>
          </a:ln>
        </p:spPr>
      </p:sp>
      <p:sp>
        <p:nvSpPr>
          <p:cNvPr id="323" name="Shape 321"/>
          <p:cNvSpPr/>
          <p:nvPr/>
        </p:nvSpPr>
        <p:spPr>
          <a:xfrm>
            <a:off x="4331818" y="3727865"/>
            <a:ext cx="0" cy="60266"/>
          </a:xfrm>
          <a:prstGeom prst="line">
            <a:avLst/>
          </a:prstGeom>
          <a:noFill/>
          <a:ln w="15875">
            <a:solidFill>
              <a:srgbClr val="C44F4F">
                <a:alpha val="76000"/>
              </a:srgbClr>
            </a:solidFill>
            <a:prstDash val="dash"/>
            <a:headEnd type="none"/>
            <a:tailEnd type="none"/>
          </a:ln>
        </p:spPr>
      </p:sp>
      <p:sp>
        <p:nvSpPr>
          <p:cNvPr id="324" name="Shape 322"/>
          <p:cNvSpPr/>
          <p:nvPr/>
        </p:nvSpPr>
        <p:spPr>
          <a:xfrm>
            <a:off x="4331818" y="3785388"/>
            <a:ext cx="127406" cy="0"/>
          </a:xfrm>
          <a:prstGeom prst="line">
            <a:avLst/>
          </a:prstGeom>
          <a:noFill/>
          <a:ln w="15875">
            <a:solidFill>
              <a:srgbClr val="C44F4F">
                <a:alpha val="76000"/>
              </a:srgbClr>
            </a:solidFill>
            <a:prstDash val="dash"/>
            <a:headEnd type="none"/>
            <a:tailEnd type="none"/>
          </a:ln>
        </p:spPr>
      </p:sp>
      <p:sp>
        <p:nvSpPr>
          <p:cNvPr id="325" name="Shape 323"/>
          <p:cNvSpPr/>
          <p:nvPr/>
        </p:nvSpPr>
        <p:spPr>
          <a:xfrm>
            <a:off x="4456481" y="3782645"/>
            <a:ext cx="0" cy="61376"/>
          </a:xfrm>
          <a:prstGeom prst="line">
            <a:avLst/>
          </a:prstGeom>
          <a:noFill/>
          <a:ln w="15875">
            <a:solidFill>
              <a:srgbClr val="C44F4F">
                <a:alpha val="76000"/>
              </a:srgbClr>
            </a:solidFill>
            <a:prstDash val="dash"/>
            <a:headEnd type="none"/>
            <a:tailEnd type="none"/>
          </a:ln>
        </p:spPr>
      </p:sp>
      <p:sp>
        <p:nvSpPr>
          <p:cNvPr id="326" name="Shape 324"/>
          <p:cNvSpPr/>
          <p:nvPr/>
        </p:nvSpPr>
        <p:spPr>
          <a:xfrm>
            <a:off x="4456481" y="3841277"/>
            <a:ext cx="127407" cy="0"/>
          </a:xfrm>
          <a:prstGeom prst="line">
            <a:avLst/>
          </a:prstGeom>
          <a:noFill/>
          <a:ln w="15875">
            <a:solidFill>
              <a:srgbClr val="C44F4F">
                <a:alpha val="76000"/>
              </a:srgbClr>
            </a:solidFill>
            <a:prstDash val="dash"/>
            <a:headEnd type="none"/>
            <a:tailEnd type="none"/>
          </a:ln>
        </p:spPr>
      </p:sp>
      <p:sp>
        <p:nvSpPr>
          <p:cNvPr id="327" name="Shape 325"/>
          <p:cNvSpPr/>
          <p:nvPr/>
        </p:nvSpPr>
        <p:spPr>
          <a:xfrm>
            <a:off x="4581144" y="3838534"/>
            <a:ext cx="0" cy="55888"/>
          </a:xfrm>
          <a:prstGeom prst="line">
            <a:avLst/>
          </a:prstGeom>
          <a:noFill/>
          <a:ln w="15875">
            <a:solidFill>
              <a:srgbClr val="C44F4F">
                <a:alpha val="76000"/>
              </a:srgbClr>
            </a:solidFill>
            <a:prstDash val="dash"/>
            <a:headEnd type="none"/>
            <a:tailEnd type="none"/>
          </a:ln>
        </p:spPr>
      </p:sp>
      <p:sp>
        <p:nvSpPr>
          <p:cNvPr id="328" name="Shape 326"/>
          <p:cNvSpPr/>
          <p:nvPr/>
        </p:nvSpPr>
        <p:spPr>
          <a:xfrm>
            <a:off x="4581144" y="3891679"/>
            <a:ext cx="127407" cy="0"/>
          </a:xfrm>
          <a:prstGeom prst="line">
            <a:avLst/>
          </a:prstGeom>
          <a:noFill/>
          <a:ln w="15875">
            <a:solidFill>
              <a:srgbClr val="C44F4F">
                <a:alpha val="76000"/>
              </a:srgbClr>
            </a:solidFill>
            <a:prstDash val="dash"/>
            <a:headEnd type="none"/>
            <a:tailEnd type="none"/>
          </a:ln>
        </p:spPr>
      </p:sp>
      <p:sp>
        <p:nvSpPr>
          <p:cNvPr id="329" name="Shape 327"/>
          <p:cNvSpPr/>
          <p:nvPr/>
        </p:nvSpPr>
        <p:spPr>
          <a:xfrm>
            <a:off x="4705807" y="3888936"/>
            <a:ext cx="0" cy="53034"/>
          </a:xfrm>
          <a:prstGeom prst="line">
            <a:avLst/>
          </a:prstGeom>
          <a:noFill/>
          <a:ln w="15875">
            <a:solidFill>
              <a:srgbClr val="C44F4F">
                <a:alpha val="76000"/>
              </a:srgbClr>
            </a:solidFill>
            <a:prstDash val="dash"/>
            <a:headEnd type="none"/>
            <a:tailEnd type="none"/>
          </a:ln>
        </p:spPr>
      </p:sp>
      <p:sp>
        <p:nvSpPr>
          <p:cNvPr id="330" name="Shape 328"/>
          <p:cNvSpPr/>
          <p:nvPr/>
        </p:nvSpPr>
        <p:spPr>
          <a:xfrm>
            <a:off x="4705807" y="3939226"/>
            <a:ext cx="127406" cy="0"/>
          </a:xfrm>
          <a:prstGeom prst="line">
            <a:avLst/>
          </a:prstGeom>
          <a:noFill/>
          <a:ln w="15875">
            <a:solidFill>
              <a:srgbClr val="C44F4F">
                <a:alpha val="76000"/>
              </a:srgbClr>
            </a:solidFill>
            <a:prstDash val="dash"/>
            <a:headEnd type="none"/>
            <a:tailEnd type="none"/>
          </a:ln>
        </p:spPr>
      </p:sp>
      <p:sp>
        <p:nvSpPr>
          <p:cNvPr id="331" name="Shape 329"/>
          <p:cNvSpPr/>
          <p:nvPr/>
        </p:nvSpPr>
        <p:spPr>
          <a:xfrm>
            <a:off x="4830470" y="3936483"/>
            <a:ext cx="0" cy="47610"/>
          </a:xfrm>
          <a:prstGeom prst="line">
            <a:avLst/>
          </a:prstGeom>
          <a:noFill/>
          <a:ln w="15875">
            <a:solidFill>
              <a:srgbClr val="C44F4F">
                <a:alpha val="76000"/>
              </a:srgbClr>
            </a:solidFill>
            <a:prstDash val="dash"/>
            <a:headEnd type="none"/>
            <a:tailEnd type="none"/>
          </a:ln>
        </p:spPr>
      </p:sp>
      <p:sp>
        <p:nvSpPr>
          <p:cNvPr id="332" name="Shape 330"/>
          <p:cNvSpPr/>
          <p:nvPr/>
        </p:nvSpPr>
        <p:spPr>
          <a:xfrm>
            <a:off x="4830470" y="3981349"/>
            <a:ext cx="127407" cy="0"/>
          </a:xfrm>
          <a:prstGeom prst="line">
            <a:avLst/>
          </a:prstGeom>
          <a:noFill/>
          <a:ln w="15875">
            <a:solidFill>
              <a:srgbClr val="C44F4F">
                <a:alpha val="76000"/>
              </a:srgbClr>
            </a:solidFill>
            <a:prstDash val="dash"/>
            <a:headEnd type="none"/>
            <a:tailEnd type="none"/>
          </a:ln>
        </p:spPr>
      </p:sp>
      <p:sp>
        <p:nvSpPr>
          <p:cNvPr id="333" name="Shape 331"/>
          <p:cNvSpPr/>
          <p:nvPr/>
        </p:nvSpPr>
        <p:spPr>
          <a:xfrm>
            <a:off x="4955134" y="3978606"/>
            <a:ext cx="0" cy="48434"/>
          </a:xfrm>
          <a:prstGeom prst="line">
            <a:avLst/>
          </a:prstGeom>
          <a:noFill/>
          <a:ln w="15875">
            <a:solidFill>
              <a:srgbClr val="C44F4F">
                <a:alpha val="76000"/>
              </a:srgbClr>
            </a:solidFill>
            <a:prstDash val="dash"/>
            <a:headEnd type="none"/>
            <a:tailEnd type="none"/>
          </a:ln>
        </p:spPr>
      </p:sp>
      <p:sp>
        <p:nvSpPr>
          <p:cNvPr id="334" name="Shape 332"/>
          <p:cNvSpPr/>
          <p:nvPr/>
        </p:nvSpPr>
        <p:spPr>
          <a:xfrm>
            <a:off x="4955134" y="4024297"/>
            <a:ext cx="127407" cy="0"/>
          </a:xfrm>
          <a:prstGeom prst="line">
            <a:avLst/>
          </a:prstGeom>
          <a:noFill/>
          <a:ln w="15875">
            <a:solidFill>
              <a:srgbClr val="C44F4F">
                <a:alpha val="76000"/>
              </a:srgbClr>
            </a:solidFill>
            <a:prstDash val="dash"/>
            <a:headEnd type="none"/>
            <a:tailEnd type="none"/>
          </a:ln>
        </p:spPr>
      </p:sp>
      <p:sp>
        <p:nvSpPr>
          <p:cNvPr id="335" name="Shape 333"/>
          <p:cNvSpPr/>
          <p:nvPr/>
        </p:nvSpPr>
        <p:spPr>
          <a:xfrm>
            <a:off x="5079797" y="4021554"/>
            <a:ext cx="0" cy="47958"/>
          </a:xfrm>
          <a:prstGeom prst="line">
            <a:avLst/>
          </a:prstGeom>
          <a:noFill/>
          <a:ln w="15875">
            <a:solidFill>
              <a:srgbClr val="C44F4F">
                <a:alpha val="76000"/>
              </a:srgbClr>
            </a:solidFill>
            <a:prstDash val="dash"/>
            <a:headEnd type="none"/>
            <a:tailEnd type="none"/>
          </a:ln>
        </p:spPr>
      </p:sp>
      <p:sp>
        <p:nvSpPr>
          <p:cNvPr id="336" name="Shape 334"/>
          <p:cNvSpPr/>
          <p:nvPr/>
        </p:nvSpPr>
        <p:spPr>
          <a:xfrm>
            <a:off x="5079797" y="4066769"/>
            <a:ext cx="127406" cy="0"/>
          </a:xfrm>
          <a:prstGeom prst="line">
            <a:avLst/>
          </a:prstGeom>
          <a:noFill/>
          <a:ln w="15875">
            <a:solidFill>
              <a:srgbClr val="C44F4F">
                <a:alpha val="76000"/>
              </a:srgbClr>
            </a:solidFill>
            <a:prstDash val="dash"/>
            <a:headEnd type="none"/>
            <a:tailEnd type="none"/>
          </a:ln>
        </p:spPr>
      </p:sp>
      <p:sp>
        <p:nvSpPr>
          <p:cNvPr id="337" name="Shape 335"/>
          <p:cNvSpPr/>
          <p:nvPr/>
        </p:nvSpPr>
        <p:spPr>
          <a:xfrm>
            <a:off x="5204460" y="4064026"/>
            <a:ext cx="0" cy="47419"/>
          </a:xfrm>
          <a:prstGeom prst="line">
            <a:avLst/>
          </a:prstGeom>
          <a:noFill/>
          <a:ln w="15875">
            <a:solidFill>
              <a:srgbClr val="C44F4F">
                <a:alpha val="76000"/>
              </a:srgbClr>
            </a:solidFill>
            <a:prstDash val="dash"/>
            <a:headEnd type="none"/>
            <a:tailEnd type="none"/>
          </a:ln>
        </p:spPr>
      </p:sp>
      <p:sp>
        <p:nvSpPr>
          <p:cNvPr id="338" name="Shape 336"/>
          <p:cNvSpPr/>
          <p:nvPr/>
        </p:nvSpPr>
        <p:spPr>
          <a:xfrm>
            <a:off x="5204460" y="4108702"/>
            <a:ext cx="127407" cy="0"/>
          </a:xfrm>
          <a:prstGeom prst="line">
            <a:avLst/>
          </a:prstGeom>
          <a:noFill/>
          <a:ln w="15875">
            <a:solidFill>
              <a:srgbClr val="C44F4F">
                <a:alpha val="76000"/>
              </a:srgbClr>
            </a:solidFill>
            <a:prstDash val="dash"/>
            <a:headEnd type="none"/>
            <a:tailEnd type="none"/>
          </a:ln>
        </p:spPr>
      </p:sp>
      <p:sp>
        <p:nvSpPr>
          <p:cNvPr id="339" name="Shape 337"/>
          <p:cNvSpPr/>
          <p:nvPr/>
        </p:nvSpPr>
        <p:spPr>
          <a:xfrm>
            <a:off x="5329123" y="4105959"/>
            <a:ext cx="0" cy="51987"/>
          </a:xfrm>
          <a:prstGeom prst="line">
            <a:avLst/>
          </a:prstGeom>
          <a:noFill/>
          <a:ln w="15875">
            <a:solidFill>
              <a:srgbClr val="C44F4F">
                <a:alpha val="76000"/>
              </a:srgbClr>
            </a:solidFill>
            <a:prstDash val="dash"/>
            <a:headEnd type="none"/>
            <a:tailEnd type="none"/>
          </a:ln>
        </p:spPr>
      </p:sp>
      <p:sp>
        <p:nvSpPr>
          <p:cNvPr id="340" name="Shape 338"/>
          <p:cNvSpPr/>
          <p:nvPr/>
        </p:nvSpPr>
        <p:spPr>
          <a:xfrm>
            <a:off x="5329123" y="4155203"/>
            <a:ext cx="127407" cy="0"/>
          </a:xfrm>
          <a:prstGeom prst="line">
            <a:avLst/>
          </a:prstGeom>
          <a:noFill/>
          <a:ln w="15875">
            <a:solidFill>
              <a:srgbClr val="C44F4F">
                <a:alpha val="76000"/>
              </a:srgbClr>
            </a:solidFill>
            <a:prstDash val="dash"/>
            <a:headEnd type="none"/>
            <a:tailEnd type="none"/>
          </a:ln>
        </p:spPr>
      </p:sp>
      <p:sp>
        <p:nvSpPr>
          <p:cNvPr id="341" name="Shape 339"/>
          <p:cNvSpPr/>
          <p:nvPr/>
        </p:nvSpPr>
        <p:spPr>
          <a:xfrm>
            <a:off x="5453787" y="4152459"/>
            <a:ext cx="0" cy="52780"/>
          </a:xfrm>
          <a:prstGeom prst="line">
            <a:avLst/>
          </a:prstGeom>
          <a:noFill/>
          <a:ln w="15875">
            <a:solidFill>
              <a:srgbClr val="C44F4F">
                <a:alpha val="76000"/>
              </a:srgbClr>
            </a:solidFill>
            <a:prstDash val="dash"/>
            <a:headEnd type="none"/>
            <a:tailEnd type="none"/>
          </a:ln>
        </p:spPr>
      </p:sp>
      <p:sp>
        <p:nvSpPr>
          <p:cNvPr id="342" name="Shape 340"/>
          <p:cNvSpPr/>
          <p:nvPr/>
        </p:nvSpPr>
        <p:spPr>
          <a:xfrm>
            <a:off x="5453787" y="4202496"/>
            <a:ext cx="127406" cy="0"/>
          </a:xfrm>
          <a:prstGeom prst="line">
            <a:avLst/>
          </a:prstGeom>
          <a:noFill/>
          <a:ln w="15875">
            <a:solidFill>
              <a:srgbClr val="C44F4F">
                <a:alpha val="76000"/>
              </a:srgbClr>
            </a:solidFill>
            <a:prstDash val="dash"/>
            <a:headEnd type="none"/>
            <a:tailEnd type="none"/>
          </a:ln>
        </p:spPr>
      </p:sp>
      <p:sp>
        <p:nvSpPr>
          <p:cNvPr id="343" name="Shape 341"/>
          <p:cNvSpPr/>
          <p:nvPr/>
        </p:nvSpPr>
        <p:spPr>
          <a:xfrm>
            <a:off x="5578449" y="4199753"/>
            <a:ext cx="0" cy="53446"/>
          </a:xfrm>
          <a:prstGeom prst="line">
            <a:avLst/>
          </a:prstGeom>
          <a:noFill/>
          <a:ln w="15875">
            <a:solidFill>
              <a:srgbClr val="C44F4F">
                <a:alpha val="76000"/>
              </a:srgbClr>
            </a:solidFill>
            <a:prstDash val="dash"/>
            <a:headEnd type="none"/>
            <a:tailEnd type="none"/>
          </a:ln>
        </p:spPr>
      </p:sp>
      <p:sp>
        <p:nvSpPr>
          <p:cNvPr id="344" name="Shape 342"/>
          <p:cNvSpPr/>
          <p:nvPr/>
        </p:nvSpPr>
        <p:spPr>
          <a:xfrm>
            <a:off x="5578449" y="4250456"/>
            <a:ext cx="127407" cy="0"/>
          </a:xfrm>
          <a:prstGeom prst="line">
            <a:avLst/>
          </a:prstGeom>
          <a:noFill/>
          <a:ln w="15875">
            <a:solidFill>
              <a:srgbClr val="C44F4F">
                <a:alpha val="76000"/>
              </a:srgbClr>
            </a:solidFill>
            <a:prstDash val="dash"/>
            <a:headEnd type="none"/>
            <a:tailEnd type="none"/>
          </a:ln>
        </p:spPr>
      </p:sp>
      <p:sp>
        <p:nvSpPr>
          <p:cNvPr id="345" name="Shape 343"/>
          <p:cNvSpPr/>
          <p:nvPr/>
        </p:nvSpPr>
        <p:spPr>
          <a:xfrm>
            <a:off x="5703113" y="4247712"/>
            <a:ext cx="0" cy="50845"/>
          </a:xfrm>
          <a:prstGeom prst="line">
            <a:avLst/>
          </a:prstGeom>
          <a:noFill/>
          <a:ln w="15875">
            <a:solidFill>
              <a:srgbClr val="C44F4F">
                <a:alpha val="76000"/>
              </a:srgbClr>
            </a:solidFill>
            <a:prstDash val="dash"/>
            <a:headEnd type="none"/>
            <a:tailEnd type="none"/>
          </a:ln>
        </p:spPr>
      </p:sp>
      <p:sp>
        <p:nvSpPr>
          <p:cNvPr id="346" name="Shape 344"/>
          <p:cNvSpPr/>
          <p:nvPr/>
        </p:nvSpPr>
        <p:spPr>
          <a:xfrm>
            <a:off x="5703113" y="4295814"/>
            <a:ext cx="127407" cy="0"/>
          </a:xfrm>
          <a:prstGeom prst="line">
            <a:avLst/>
          </a:prstGeom>
          <a:noFill/>
          <a:ln w="15875">
            <a:solidFill>
              <a:srgbClr val="C44F4F">
                <a:alpha val="76000"/>
              </a:srgbClr>
            </a:solidFill>
            <a:prstDash val="dash"/>
            <a:headEnd type="none"/>
            <a:tailEnd type="none"/>
          </a:ln>
        </p:spPr>
      </p:sp>
      <p:sp>
        <p:nvSpPr>
          <p:cNvPr id="347" name="Shape 345"/>
          <p:cNvSpPr/>
          <p:nvPr/>
        </p:nvSpPr>
        <p:spPr>
          <a:xfrm>
            <a:off x="5827776" y="4293071"/>
            <a:ext cx="0" cy="52019"/>
          </a:xfrm>
          <a:prstGeom prst="line">
            <a:avLst/>
          </a:prstGeom>
          <a:noFill/>
          <a:ln w="15875">
            <a:solidFill>
              <a:srgbClr val="C44F4F">
                <a:alpha val="76000"/>
              </a:srgbClr>
            </a:solidFill>
            <a:prstDash val="dash"/>
            <a:headEnd type="none"/>
            <a:tailEnd type="none"/>
          </a:ln>
        </p:spPr>
      </p:sp>
      <p:sp>
        <p:nvSpPr>
          <p:cNvPr id="348" name="Shape 346"/>
          <p:cNvSpPr/>
          <p:nvPr/>
        </p:nvSpPr>
        <p:spPr>
          <a:xfrm>
            <a:off x="5827776" y="4342346"/>
            <a:ext cx="127406" cy="0"/>
          </a:xfrm>
          <a:prstGeom prst="line">
            <a:avLst/>
          </a:prstGeom>
          <a:noFill/>
          <a:ln w="15875">
            <a:solidFill>
              <a:srgbClr val="C44F4F">
                <a:alpha val="76000"/>
              </a:srgbClr>
            </a:solidFill>
            <a:prstDash val="dash"/>
            <a:headEnd type="none"/>
            <a:tailEnd type="none"/>
          </a:ln>
        </p:spPr>
      </p:sp>
      <p:sp>
        <p:nvSpPr>
          <p:cNvPr id="349" name="Shape 347"/>
          <p:cNvSpPr/>
          <p:nvPr/>
        </p:nvSpPr>
        <p:spPr>
          <a:xfrm>
            <a:off x="5952439" y="4339603"/>
            <a:ext cx="0" cy="53192"/>
          </a:xfrm>
          <a:prstGeom prst="line">
            <a:avLst/>
          </a:prstGeom>
          <a:noFill/>
          <a:ln w="15875">
            <a:solidFill>
              <a:srgbClr val="C44F4F">
                <a:alpha val="76000"/>
              </a:srgbClr>
            </a:solidFill>
            <a:prstDash val="dash"/>
            <a:headEnd type="none"/>
            <a:tailEnd type="none"/>
          </a:ln>
        </p:spPr>
      </p:sp>
      <p:sp>
        <p:nvSpPr>
          <p:cNvPr id="350" name="Shape 348"/>
          <p:cNvSpPr/>
          <p:nvPr/>
        </p:nvSpPr>
        <p:spPr>
          <a:xfrm>
            <a:off x="5952439" y="4390052"/>
            <a:ext cx="127407" cy="0"/>
          </a:xfrm>
          <a:prstGeom prst="line">
            <a:avLst/>
          </a:prstGeom>
          <a:noFill/>
          <a:ln w="15875">
            <a:solidFill>
              <a:srgbClr val="C44F4F">
                <a:alpha val="76000"/>
              </a:srgbClr>
            </a:solidFill>
            <a:prstDash val="dash"/>
            <a:headEnd type="none"/>
            <a:tailEnd type="none"/>
          </a:ln>
        </p:spPr>
      </p:sp>
      <p:sp>
        <p:nvSpPr>
          <p:cNvPr id="351" name="Shape 349"/>
          <p:cNvSpPr/>
          <p:nvPr/>
        </p:nvSpPr>
        <p:spPr>
          <a:xfrm>
            <a:off x="6077102" y="4387309"/>
            <a:ext cx="0" cy="52590"/>
          </a:xfrm>
          <a:prstGeom prst="line">
            <a:avLst/>
          </a:prstGeom>
          <a:noFill/>
          <a:ln w="15875">
            <a:solidFill>
              <a:srgbClr val="C44F4F">
                <a:alpha val="76000"/>
              </a:srgbClr>
            </a:solidFill>
            <a:prstDash val="dash"/>
            <a:headEnd type="none"/>
            <a:tailEnd type="none"/>
          </a:ln>
        </p:spPr>
      </p:sp>
      <p:sp>
        <p:nvSpPr>
          <p:cNvPr id="352" name="Shape 350"/>
          <p:cNvSpPr/>
          <p:nvPr/>
        </p:nvSpPr>
        <p:spPr>
          <a:xfrm>
            <a:off x="6077102" y="4437155"/>
            <a:ext cx="127407" cy="0"/>
          </a:xfrm>
          <a:prstGeom prst="line">
            <a:avLst/>
          </a:prstGeom>
          <a:noFill/>
          <a:ln w="15875">
            <a:solidFill>
              <a:srgbClr val="C44F4F">
                <a:alpha val="76000"/>
              </a:srgbClr>
            </a:solidFill>
            <a:prstDash val="dash"/>
            <a:headEnd type="none"/>
            <a:tailEnd type="none"/>
          </a:ln>
        </p:spPr>
      </p:sp>
      <p:sp>
        <p:nvSpPr>
          <p:cNvPr id="353" name="Shape 351"/>
          <p:cNvSpPr/>
          <p:nvPr/>
        </p:nvSpPr>
        <p:spPr>
          <a:xfrm>
            <a:off x="6201766" y="4434412"/>
            <a:ext cx="0" cy="48403"/>
          </a:xfrm>
          <a:prstGeom prst="line">
            <a:avLst/>
          </a:prstGeom>
          <a:noFill/>
          <a:ln w="15875">
            <a:solidFill>
              <a:srgbClr val="C44F4F">
                <a:alpha val="76000"/>
              </a:srgbClr>
            </a:solidFill>
            <a:prstDash val="dash"/>
            <a:headEnd type="none"/>
            <a:tailEnd type="none"/>
          </a:ln>
        </p:spPr>
      </p:sp>
      <p:sp>
        <p:nvSpPr>
          <p:cNvPr id="354" name="Shape 352"/>
          <p:cNvSpPr/>
          <p:nvPr/>
        </p:nvSpPr>
        <p:spPr>
          <a:xfrm>
            <a:off x="6201766" y="4480071"/>
            <a:ext cx="127406" cy="0"/>
          </a:xfrm>
          <a:prstGeom prst="line">
            <a:avLst/>
          </a:prstGeom>
          <a:noFill/>
          <a:ln w="15875">
            <a:solidFill>
              <a:srgbClr val="C44F4F">
                <a:alpha val="76000"/>
              </a:srgbClr>
            </a:solidFill>
            <a:prstDash val="dash"/>
            <a:headEnd type="none"/>
            <a:tailEnd type="none"/>
          </a:ln>
        </p:spPr>
      </p:sp>
      <p:sp>
        <p:nvSpPr>
          <p:cNvPr id="355" name="Shape 353"/>
          <p:cNvSpPr/>
          <p:nvPr/>
        </p:nvSpPr>
        <p:spPr>
          <a:xfrm>
            <a:off x="6326429" y="4477328"/>
            <a:ext cx="0" cy="47451"/>
          </a:xfrm>
          <a:prstGeom prst="line">
            <a:avLst/>
          </a:prstGeom>
          <a:noFill/>
          <a:ln w="15875">
            <a:solidFill>
              <a:srgbClr val="C44F4F">
                <a:alpha val="76000"/>
              </a:srgbClr>
            </a:solidFill>
            <a:prstDash val="dash"/>
            <a:headEnd type="none"/>
            <a:tailEnd type="none"/>
          </a:ln>
        </p:spPr>
      </p:sp>
      <p:sp>
        <p:nvSpPr>
          <p:cNvPr id="356" name="Shape 354"/>
          <p:cNvSpPr/>
          <p:nvPr/>
        </p:nvSpPr>
        <p:spPr>
          <a:xfrm>
            <a:off x="6326429" y="4522036"/>
            <a:ext cx="127407" cy="0"/>
          </a:xfrm>
          <a:prstGeom prst="line">
            <a:avLst/>
          </a:prstGeom>
          <a:noFill/>
          <a:ln w="15875">
            <a:solidFill>
              <a:srgbClr val="C44F4F">
                <a:alpha val="76000"/>
              </a:srgbClr>
            </a:solidFill>
            <a:prstDash val="dash"/>
            <a:headEnd type="none"/>
            <a:tailEnd type="none"/>
          </a:ln>
        </p:spPr>
      </p:sp>
      <p:sp>
        <p:nvSpPr>
          <p:cNvPr id="357" name="Shape 355"/>
          <p:cNvSpPr/>
          <p:nvPr/>
        </p:nvSpPr>
        <p:spPr>
          <a:xfrm>
            <a:off x="6451092" y="4519293"/>
            <a:ext cx="0" cy="47419"/>
          </a:xfrm>
          <a:prstGeom prst="line">
            <a:avLst/>
          </a:prstGeom>
          <a:noFill/>
          <a:ln w="15875">
            <a:solidFill>
              <a:srgbClr val="C44F4F">
                <a:alpha val="76000"/>
              </a:srgbClr>
            </a:solidFill>
            <a:prstDash val="dash"/>
            <a:headEnd type="none"/>
            <a:tailEnd type="none"/>
          </a:ln>
        </p:spPr>
      </p:sp>
      <p:sp>
        <p:nvSpPr>
          <p:cNvPr id="358" name="Shape 356"/>
          <p:cNvSpPr/>
          <p:nvPr/>
        </p:nvSpPr>
        <p:spPr>
          <a:xfrm>
            <a:off x="6451092" y="4563969"/>
            <a:ext cx="127407" cy="0"/>
          </a:xfrm>
          <a:prstGeom prst="line">
            <a:avLst/>
          </a:prstGeom>
          <a:noFill/>
          <a:ln w="15875">
            <a:solidFill>
              <a:srgbClr val="C44F4F">
                <a:alpha val="76000"/>
              </a:srgbClr>
            </a:solidFill>
            <a:prstDash val="dash"/>
            <a:headEnd type="none"/>
            <a:tailEnd type="none"/>
          </a:ln>
        </p:spPr>
      </p:sp>
      <p:sp>
        <p:nvSpPr>
          <p:cNvPr id="359" name="Shape 357"/>
          <p:cNvSpPr/>
          <p:nvPr/>
        </p:nvSpPr>
        <p:spPr>
          <a:xfrm>
            <a:off x="6575755" y="4561226"/>
            <a:ext cx="0" cy="48434"/>
          </a:xfrm>
          <a:prstGeom prst="line">
            <a:avLst/>
          </a:prstGeom>
          <a:noFill/>
          <a:ln w="15875">
            <a:solidFill>
              <a:srgbClr val="C44F4F">
                <a:alpha val="76000"/>
              </a:srgbClr>
            </a:solidFill>
            <a:prstDash val="dash"/>
            <a:headEnd type="none"/>
            <a:tailEnd type="none"/>
          </a:ln>
        </p:spPr>
      </p:sp>
      <p:sp>
        <p:nvSpPr>
          <p:cNvPr id="360" name="Shape 358"/>
          <p:cNvSpPr/>
          <p:nvPr/>
        </p:nvSpPr>
        <p:spPr>
          <a:xfrm>
            <a:off x="6575755" y="4606917"/>
            <a:ext cx="127406" cy="0"/>
          </a:xfrm>
          <a:prstGeom prst="line">
            <a:avLst/>
          </a:prstGeom>
          <a:noFill/>
          <a:ln w="15875">
            <a:solidFill>
              <a:srgbClr val="C44F4F">
                <a:alpha val="76000"/>
              </a:srgbClr>
            </a:solidFill>
            <a:prstDash val="dash"/>
            <a:headEnd type="none"/>
            <a:tailEnd type="none"/>
          </a:ln>
        </p:spPr>
      </p:sp>
      <p:sp>
        <p:nvSpPr>
          <p:cNvPr id="361" name="Shape 359"/>
          <p:cNvSpPr/>
          <p:nvPr/>
        </p:nvSpPr>
        <p:spPr>
          <a:xfrm>
            <a:off x="6700418" y="4604173"/>
            <a:ext cx="0" cy="46912"/>
          </a:xfrm>
          <a:prstGeom prst="line">
            <a:avLst/>
          </a:prstGeom>
          <a:noFill/>
          <a:ln w="15875">
            <a:solidFill>
              <a:srgbClr val="C44F4F">
                <a:alpha val="76000"/>
              </a:srgbClr>
            </a:solidFill>
            <a:prstDash val="dash"/>
            <a:headEnd type="none"/>
            <a:tailEnd type="none"/>
          </a:ln>
        </p:spPr>
      </p:sp>
      <p:sp>
        <p:nvSpPr>
          <p:cNvPr id="362" name="Shape 360"/>
          <p:cNvSpPr/>
          <p:nvPr/>
        </p:nvSpPr>
        <p:spPr>
          <a:xfrm>
            <a:off x="6700418" y="4648342"/>
            <a:ext cx="127407" cy="0"/>
          </a:xfrm>
          <a:prstGeom prst="line">
            <a:avLst/>
          </a:prstGeom>
          <a:noFill/>
          <a:ln w="15875">
            <a:solidFill>
              <a:srgbClr val="C44F4F">
                <a:alpha val="76000"/>
              </a:srgbClr>
            </a:solidFill>
            <a:prstDash val="dash"/>
            <a:headEnd type="none"/>
            <a:tailEnd type="none"/>
          </a:ln>
        </p:spPr>
      </p:sp>
      <p:sp>
        <p:nvSpPr>
          <p:cNvPr id="363" name="Shape 361"/>
          <p:cNvSpPr/>
          <p:nvPr/>
        </p:nvSpPr>
        <p:spPr>
          <a:xfrm>
            <a:off x="6825082" y="4645599"/>
            <a:ext cx="0" cy="45231"/>
          </a:xfrm>
          <a:prstGeom prst="line">
            <a:avLst/>
          </a:prstGeom>
          <a:noFill/>
          <a:ln w="15875">
            <a:solidFill>
              <a:srgbClr val="C44F4F">
                <a:alpha val="76000"/>
              </a:srgbClr>
            </a:solidFill>
            <a:prstDash val="dash"/>
            <a:headEnd type="none"/>
            <a:tailEnd type="none"/>
          </a:ln>
        </p:spPr>
      </p:sp>
      <p:sp>
        <p:nvSpPr>
          <p:cNvPr id="364" name="Shape 362"/>
          <p:cNvSpPr/>
          <p:nvPr/>
        </p:nvSpPr>
        <p:spPr>
          <a:xfrm>
            <a:off x="6825082" y="4688086"/>
            <a:ext cx="127407" cy="0"/>
          </a:xfrm>
          <a:prstGeom prst="line">
            <a:avLst/>
          </a:prstGeom>
          <a:noFill/>
          <a:ln w="15875">
            <a:solidFill>
              <a:srgbClr val="C44F4F">
                <a:alpha val="76000"/>
              </a:srgbClr>
            </a:solidFill>
            <a:prstDash val="dash"/>
            <a:headEnd type="none"/>
            <a:tailEnd type="none"/>
          </a:ln>
        </p:spPr>
      </p:sp>
      <p:sp>
        <p:nvSpPr>
          <p:cNvPr id="365" name="Shape 363"/>
          <p:cNvSpPr/>
          <p:nvPr/>
        </p:nvSpPr>
        <p:spPr>
          <a:xfrm>
            <a:off x="6949745" y="4685343"/>
            <a:ext cx="0" cy="45358"/>
          </a:xfrm>
          <a:prstGeom prst="line">
            <a:avLst/>
          </a:prstGeom>
          <a:noFill/>
          <a:ln w="15875">
            <a:solidFill>
              <a:srgbClr val="C44F4F">
                <a:alpha val="76000"/>
              </a:srgbClr>
            </a:solidFill>
            <a:prstDash val="dash"/>
            <a:headEnd type="none"/>
            <a:tailEnd type="none"/>
          </a:ln>
        </p:spPr>
      </p:sp>
      <p:sp>
        <p:nvSpPr>
          <p:cNvPr id="366" name="Shape 364"/>
          <p:cNvSpPr/>
          <p:nvPr/>
        </p:nvSpPr>
        <p:spPr>
          <a:xfrm>
            <a:off x="6949745" y="4727957"/>
            <a:ext cx="127406" cy="0"/>
          </a:xfrm>
          <a:prstGeom prst="line">
            <a:avLst/>
          </a:prstGeom>
          <a:noFill/>
          <a:ln w="15875">
            <a:solidFill>
              <a:srgbClr val="C44F4F">
                <a:alpha val="76000"/>
              </a:srgbClr>
            </a:solidFill>
            <a:prstDash val="dash"/>
            <a:headEnd type="none"/>
            <a:tailEnd type="none"/>
          </a:ln>
        </p:spPr>
      </p:sp>
      <p:sp>
        <p:nvSpPr>
          <p:cNvPr id="367" name="Shape 365"/>
          <p:cNvSpPr/>
          <p:nvPr/>
        </p:nvSpPr>
        <p:spPr>
          <a:xfrm>
            <a:off x="7074408" y="4725214"/>
            <a:ext cx="0" cy="44469"/>
          </a:xfrm>
          <a:prstGeom prst="line">
            <a:avLst/>
          </a:prstGeom>
          <a:noFill/>
          <a:ln w="15875">
            <a:solidFill>
              <a:srgbClr val="C44F4F">
                <a:alpha val="76000"/>
              </a:srgbClr>
            </a:solidFill>
            <a:prstDash val="dash"/>
            <a:headEnd type="none"/>
            <a:tailEnd type="none"/>
          </a:ln>
        </p:spPr>
      </p:sp>
      <p:sp>
        <p:nvSpPr>
          <p:cNvPr id="368" name="Shape 366"/>
          <p:cNvSpPr/>
          <p:nvPr/>
        </p:nvSpPr>
        <p:spPr>
          <a:xfrm>
            <a:off x="7074408" y="4766940"/>
            <a:ext cx="127407" cy="0"/>
          </a:xfrm>
          <a:prstGeom prst="line">
            <a:avLst/>
          </a:prstGeom>
          <a:noFill/>
          <a:ln w="15875">
            <a:solidFill>
              <a:srgbClr val="C44F4F">
                <a:alpha val="76000"/>
              </a:srgbClr>
            </a:solidFill>
            <a:prstDash val="dash"/>
            <a:headEnd type="none"/>
            <a:tailEnd type="none"/>
          </a:ln>
        </p:spPr>
      </p:sp>
      <p:sp>
        <p:nvSpPr>
          <p:cNvPr id="369" name="Shape 367"/>
          <p:cNvSpPr/>
          <p:nvPr/>
        </p:nvSpPr>
        <p:spPr>
          <a:xfrm>
            <a:off x="7199071" y="4764197"/>
            <a:ext cx="0" cy="45770"/>
          </a:xfrm>
          <a:prstGeom prst="line">
            <a:avLst/>
          </a:prstGeom>
          <a:noFill/>
          <a:ln w="15875">
            <a:solidFill>
              <a:srgbClr val="C44F4F">
                <a:alpha val="76000"/>
              </a:srgbClr>
            </a:solidFill>
            <a:prstDash val="dash"/>
            <a:headEnd type="none"/>
            <a:tailEnd type="none"/>
          </a:ln>
        </p:spPr>
      </p:sp>
      <p:sp>
        <p:nvSpPr>
          <p:cNvPr id="370" name="Shape 368"/>
          <p:cNvSpPr/>
          <p:nvPr/>
        </p:nvSpPr>
        <p:spPr>
          <a:xfrm>
            <a:off x="7199071" y="4807224"/>
            <a:ext cx="127407" cy="0"/>
          </a:xfrm>
          <a:prstGeom prst="line">
            <a:avLst/>
          </a:prstGeom>
          <a:noFill/>
          <a:ln w="15875">
            <a:solidFill>
              <a:srgbClr val="C44F4F">
                <a:alpha val="76000"/>
              </a:srgbClr>
            </a:solidFill>
            <a:prstDash val="dash"/>
            <a:headEnd type="none"/>
            <a:tailEnd type="none"/>
          </a:ln>
        </p:spPr>
      </p:sp>
      <p:sp>
        <p:nvSpPr>
          <p:cNvPr id="371" name="Shape 369"/>
          <p:cNvSpPr/>
          <p:nvPr/>
        </p:nvSpPr>
        <p:spPr>
          <a:xfrm>
            <a:off x="7323735" y="4804481"/>
            <a:ext cx="0" cy="44279"/>
          </a:xfrm>
          <a:prstGeom prst="line">
            <a:avLst/>
          </a:prstGeom>
          <a:noFill/>
          <a:ln w="15875">
            <a:solidFill>
              <a:srgbClr val="C44F4F">
                <a:alpha val="76000"/>
              </a:srgbClr>
            </a:solidFill>
            <a:prstDash val="dash"/>
            <a:headEnd type="none"/>
            <a:tailEnd type="none"/>
          </a:ln>
        </p:spPr>
      </p:sp>
      <p:sp>
        <p:nvSpPr>
          <p:cNvPr id="372" name="Shape 370"/>
          <p:cNvSpPr/>
          <p:nvPr/>
        </p:nvSpPr>
        <p:spPr>
          <a:xfrm>
            <a:off x="7323735" y="4846016"/>
            <a:ext cx="127406" cy="0"/>
          </a:xfrm>
          <a:prstGeom prst="line">
            <a:avLst/>
          </a:prstGeom>
          <a:noFill/>
          <a:ln w="15875">
            <a:solidFill>
              <a:srgbClr val="C44F4F">
                <a:alpha val="76000"/>
              </a:srgbClr>
            </a:solidFill>
            <a:prstDash val="dash"/>
            <a:headEnd type="none"/>
            <a:tailEnd type="none"/>
          </a:ln>
        </p:spPr>
      </p:sp>
      <p:sp>
        <p:nvSpPr>
          <p:cNvPr id="373" name="Shape 371"/>
          <p:cNvSpPr/>
          <p:nvPr/>
        </p:nvSpPr>
        <p:spPr>
          <a:xfrm>
            <a:off x="7448397" y="4843273"/>
            <a:ext cx="0" cy="36793"/>
          </a:xfrm>
          <a:prstGeom prst="line">
            <a:avLst/>
          </a:prstGeom>
          <a:noFill/>
          <a:ln w="15875">
            <a:solidFill>
              <a:srgbClr val="C44F4F">
                <a:alpha val="76000"/>
              </a:srgbClr>
            </a:solidFill>
            <a:prstDash val="dash"/>
            <a:headEnd type="none"/>
            <a:tailEnd type="none"/>
          </a:ln>
        </p:spPr>
      </p:sp>
      <p:sp>
        <p:nvSpPr>
          <p:cNvPr id="374" name="Shape 372"/>
          <p:cNvSpPr/>
          <p:nvPr/>
        </p:nvSpPr>
        <p:spPr>
          <a:xfrm>
            <a:off x="7448397" y="4877323"/>
            <a:ext cx="127407" cy="0"/>
          </a:xfrm>
          <a:prstGeom prst="line">
            <a:avLst/>
          </a:prstGeom>
          <a:noFill/>
          <a:ln w="15875">
            <a:solidFill>
              <a:srgbClr val="C44F4F">
                <a:alpha val="76000"/>
              </a:srgbClr>
            </a:solidFill>
            <a:prstDash val="dash"/>
            <a:headEnd type="none"/>
            <a:tailEnd type="none"/>
          </a:ln>
        </p:spPr>
      </p:sp>
      <p:sp>
        <p:nvSpPr>
          <p:cNvPr id="375" name="Shape 373"/>
          <p:cNvSpPr/>
          <p:nvPr/>
        </p:nvSpPr>
        <p:spPr>
          <a:xfrm>
            <a:off x="7573061" y="4874580"/>
            <a:ext cx="0" cy="21790"/>
          </a:xfrm>
          <a:prstGeom prst="line">
            <a:avLst/>
          </a:prstGeom>
          <a:noFill/>
          <a:ln w="15875">
            <a:solidFill>
              <a:srgbClr val="C44F4F">
                <a:alpha val="76000"/>
              </a:srgbClr>
            </a:solidFill>
            <a:prstDash val="dash"/>
            <a:headEnd type="none"/>
            <a:tailEnd type="none"/>
          </a:ln>
        </p:spPr>
      </p:sp>
      <p:sp>
        <p:nvSpPr>
          <p:cNvPr id="376" name="Shape 374"/>
          <p:cNvSpPr/>
          <p:nvPr/>
        </p:nvSpPr>
        <p:spPr>
          <a:xfrm>
            <a:off x="7573061" y="4893627"/>
            <a:ext cx="127407" cy="0"/>
          </a:xfrm>
          <a:prstGeom prst="line">
            <a:avLst/>
          </a:prstGeom>
          <a:noFill/>
          <a:ln w="15875">
            <a:solidFill>
              <a:srgbClr val="C44F4F">
                <a:alpha val="76000"/>
              </a:srgbClr>
            </a:solidFill>
            <a:prstDash val="dash"/>
            <a:headEnd type="none"/>
            <a:tailEnd type="none"/>
          </a:ln>
        </p:spPr>
      </p:sp>
      <p:sp>
        <p:nvSpPr>
          <p:cNvPr id="377" name="Shape 375"/>
          <p:cNvSpPr/>
          <p:nvPr/>
        </p:nvSpPr>
        <p:spPr>
          <a:xfrm>
            <a:off x="7697724" y="4890884"/>
            <a:ext cx="0" cy="6819"/>
          </a:xfrm>
          <a:prstGeom prst="line">
            <a:avLst/>
          </a:prstGeom>
          <a:noFill/>
          <a:ln w="15875">
            <a:solidFill>
              <a:srgbClr val="C44F4F">
                <a:alpha val="76000"/>
              </a:srgbClr>
            </a:solidFill>
            <a:prstDash val="dash"/>
            <a:headEnd type="none"/>
            <a:tailEnd type="none"/>
          </a:ln>
        </p:spPr>
      </p:sp>
      <p:sp>
        <p:nvSpPr>
          <p:cNvPr id="378" name="Shape 376"/>
          <p:cNvSpPr/>
          <p:nvPr/>
        </p:nvSpPr>
        <p:spPr>
          <a:xfrm>
            <a:off x="7697724" y="4894959"/>
            <a:ext cx="127406" cy="0"/>
          </a:xfrm>
          <a:prstGeom prst="line">
            <a:avLst/>
          </a:prstGeom>
          <a:noFill/>
          <a:ln w="15875">
            <a:solidFill>
              <a:srgbClr val="C44F4F">
                <a:alpha val="76000"/>
              </a:srgbClr>
            </a:solidFill>
            <a:prstDash val="dash"/>
            <a:headEnd type="none"/>
            <a:tailEnd type="none"/>
          </a:ln>
        </p:spPr>
      </p:sp>
      <p:sp>
        <p:nvSpPr>
          <p:cNvPr id="379" name="Shape 377"/>
          <p:cNvSpPr/>
          <p:nvPr/>
        </p:nvSpPr>
        <p:spPr>
          <a:xfrm>
            <a:off x="7822387" y="4882415"/>
            <a:ext cx="0" cy="15288"/>
          </a:xfrm>
          <a:prstGeom prst="line">
            <a:avLst/>
          </a:prstGeom>
          <a:noFill/>
          <a:ln w="15875">
            <a:solidFill>
              <a:srgbClr val="C44F4F">
                <a:alpha val="76000"/>
              </a:srgbClr>
            </a:solidFill>
            <a:prstDash val="dash"/>
            <a:headEnd type="none"/>
            <a:tailEnd type="none"/>
          </a:ln>
        </p:spPr>
      </p:sp>
      <p:sp>
        <p:nvSpPr>
          <p:cNvPr id="380" name="Shape 378"/>
          <p:cNvSpPr/>
          <p:nvPr/>
        </p:nvSpPr>
        <p:spPr>
          <a:xfrm>
            <a:off x="7822387" y="4885158"/>
            <a:ext cx="127407" cy="0"/>
          </a:xfrm>
          <a:prstGeom prst="line">
            <a:avLst/>
          </a:prstGeom>
          <a:noFill/>
          <a:ln w="15875">
            <a:solidFill>
              <a:srgbClr val="C44F4F">
                <a:alpha val="76000"/>
              </a:srgbClr>
            </a:solidFill>
            <a:prstDash val="dash"/>
            <a:headEnd type="none"/>
            <a:tailEnd type="none"/>
          </a:ln>
        </p:spPr>
      </p:sp>
      <p:sp>
        <p:nvSpPr>
          <p:cNvPr id="381" name="Shape 379"/>
          <p:cNvSpPr/>
          <p:nvPr/>
        </p:nvSpPr>
        <p:spPr>
          <a:xfrm>
            <a:off x="7947050" y="4866587"/>
            <a:ext cx="0" cy="21314"/>
          </a:xfrm>
          <a:prstGeom prst="line">
            <a:avLst/>
          </a:prstGeom>
          <a:noFill/>
          <a:ln w="15875">
            <a:solidFill>
              <a:srgbClr val="C44F4F">
                <a:alpha val="76000"/>
              </a:srgbClr>
            </a:solidFill>
            <a:prstDash val="dash"/>
            <a:headEnd type="none"/>
            <a:tailEnd type="none"/>
          </a:ln>
        </p:spPr>
      </p:sp>
      <p:sp>
        <p:nvSpPr>
          <p:cNvPr id="382" name="Shape 380"/>
          <p:cNvSpPr/>
          <p:nvPr/>
        </p:nvSpPr>
        <p:spPr>
          <a:xfrm>
            <a:off x="7947050" y="4869330"/>
            <a:ext cx="127407" cy="0"/>
          </a:xfrm>
          <a:prstGeom prst="line">
            <a:avLst/>
          </a:prstGeom>
          <a:noFill/>
          <a:ln w="15875">
            <a:solidFill>
              <a:srgbClr val="C44F4F">
                <a:alpha val="76000"/>
              </a:srgbClr>
            </a:solidFill>
            <a:prstDash val="dash"/>
            <a:headEnd type="none"/>
            <a:tailEnd type="none"/>
          </a:ln>
        </p:spPr>
      </p:sp>
      <p:sp>
        <p:nvSpPr>
          <p:cNvPr id="383" name="Shape 381"/>
          <p:cNvSpPr/>
          <p:nvPr/>
        </p:nvSpPr>
        <p:spPr>
          <a:xfrm>
            <a:off x="8071714" y="4845938"/>
            <a:ext cx="0" cy="26136"/>
          </a:xfrm>
          <a:prstGeom prst="line">
            <a:avLst/>
          </a:prstGeom>
          <a:noFill/>
          <a:ln w="15875">
            <a:solidFill>
              <a:srgbClr val="C44F4F">
                <a:alpha val="76000"/>
              </a:srgbClr>
            </a:solidFill>
            <a:prstDash val="dash"/>
            <a:headEnd type="none"/>
            <a:tailEnd type="none"/>
          </a:ln>
        </p:spPr>
      </p:sp>
      <p:sp>
        <p:nvSpPr>
          <p:cNvPr id="384" name="Shape 382"/>
          <p:cNvSpPr/>
          <p:nvPr/>
        </p:nvSpPr>
        <p:spPr>
          <a:xfrm>
            <a:off x="8071714" y="4848681"/>
            <a:ext cx="127406" cy="0"/>
          </a:xfrm>
          <a:prstGeom prst="line">
            <a:avLst/>
          </a:prstGeom>
          <a:noFill/>
          <a:ln w="15875">
            <a:solidFill>
              <a:srgbClr val="C44F4F">
                <a:alpha val="76000"/>
              </a:srgbClr>
            </a:solidFill>
            <a:prstDash val="dash"/>
            <a:headEnd type="none"/>
            <a:tailEnd type="none"/>
          </a:ln>
        </p:spPr>
      </p:sp>
      <p:sp>
        <p:nvSpPr>
          <p:cNvPr id="385" name="Shape 383"/>
          <p:cNvSpPr/>
          <p:nvPr/>
        </p:nvSpPr>
        <p:spPr>
          <a:xfrm>
            <a:off x="8196377" y="4829095"/>
            <a:ext cx="0" cy="22329"/>
          </a:xfrm>
          <a:prstGeom prst="line">
            <a:avLst/>
          </a:prstGeom>
          <a:noFill/>
          <a:ln w="15875">
            <a:solidFill>
              <a:srgbClr val="C44F4F">
                <a:alpha val="76000"/>
              </a:srgbClr>
            </a:solidFill>
            <a:prstDash val="dash"/>
            <a:headEnd type="none"/>
            <a:tailEnd type="none"/>
          </a:ln>
        </p:spPr>
      </p:sp>
      <p:sp>
        <p:nvSpPr>
          <p:cNvPr id="386" name="Shape 384"/>
          <p:cNvSpPr/>
          <p:nvPr/>
        </p:nvSpPr>
        <p:spPr>
          <a:xfrm>
            <a:off x="8196377" y="4831838"/>
            <a:ext cx="127407" cy="0"/>
          </a:xfrm>
          <a:prstGeom prst="line">
            <a:avLst/>
          </a:prstGeom>
          <a:noFill/>
          <a:ln w="15875">
            <a:solidFill>
              <a:srgbClr val="C44F4F">
                <a:alpha val="76000"/>
              </a:srgbClr>
            </a:solidFill>
            <a:prstDash val="dash"/>
            <a:headEnd type="none"/>
            <a:tailEnd type="none"/>
          </a:ln>
        </p:spPr>
      </p:sp>
      <p:sp>
        <p:nvSpPr>
          <p:cNvPr id="387" name="Shape 385"/>
          <p:cNvSpPr/>
          <p:nvPr/>
        </p:nvSpPr>
        <p:spPr>
          <a:xfrm>
            <a:off x="8321040" y="4819642"/>
            <a:ext cx="0" cy="14939"/>
          </a:xfrm>
          <a:prstGeom prst="line">
            <a:avLst/>
          </a:prstGeom>
          <a:noFill/>
          <a:ln w="15875">
            <a:solidFill>
              <a:srgbClr val="C44F4F">
                <a:alpha val="76000"/>
              </a:srgbClr>
            </a:solidFill>
            <a:prstDash val="dash"/>
            <a:headEnd type="none"/>
            <a:tailEnd type="none"/>
          </a:ln>
        </p:spPr>
      </p:sp>
      <p:sp>
        <p:nvSpPr>
          <p:cNvPr id="388" name="Shape 386"/>
          <p:cNvSpPr/>
          <p:nvPr/>
        </p:nvSpPr>
        <p:spPr>
          <a:xfrm>
            <a:off x="841248" y="2246659"/>
            <a:ext cx="127407" cy="0"/>
          </a:xfrm>
          <a:prstGeom prst="line">
            <a:avLst/>
          </a:prstGeom>
          <a:noFill/>
          <a:ln w="15875">
            <a:solidFill>
              <a:srgbClr val="2F7F93">
                <a:alpha val="76000"/>
              </a:srgbClr>
            </a:solidFill>
            <a:prstDash val="dash"/>
            <a:headEnd type="none"/>
            <a:tailEnd type="none"/>
          </a:ln>
        </p:spPr>
      </p:sp>
      <p:sp>
        <p:nvSpPr>
          <p:cNvPr id="389" name="Shape 387"/>
          <p:cNvSpPr/>
          <p:nvPr/>
        </p:nvSpPr>
        <p:spPr>
          <a:xfrm>
            <a:off x="965911" y="2243916"/>
            <a:ext cx="0" cy="64334"/>
          </a:xfrm>
          <a:prstGeom prst="line">
            <a:avLst/>
          </a:prstGeom>
          <a:noFill/>
          <a:ln w="15875">
            <a:solidFill>
              <a:srgbClr val="2F7F93">
                <a:alpha val="76000"/>
              </a:srgbClr>
            </a:solidFill>
            <a:prstDash val="dash"/>
            <a:headEnd type="none"/>
            <a:tailEnd type="none"/>
          </a:ln>
        </p:spPr>
      </p:sp>
      <p:sp>
        <p:nvSpPr>
          <p:cNvPr id="390" name="Shape 388"/>
          <p:cNvSpPr/>
          <p:nvPr/>
        </p:nvSpPr>
        <p:spPr>
          <a:xfrm>
            <a:off x="965911" y="2305506"/>
            <a:ext cx="127406" cy="0"/>
          </a:xfrm>
          <a:prstGeom prst="line">
            <a:avLst/>
          </a:prstGeom>
          <a:noFill/>
          <a:ln w="15875">
            <a:solidFill>
              <a:srgbClr val="2F7F93">
                <a:alpha val="76000"/>
              </a:srgbClr>
            </a:solidFill>
            <a:prstDash val="dash"/>
            <a:headEnd type="none"/>
            <a:tailEnd type="none"/>
          </a:ln>
        </p:spPr>
      </p:sp>
      <p:sp>
        <p:nvSpPr>
          <p:cNvPr id="391" name="Shape 389"/>
          <p:cNvSpPr/>
          <p:nvPr/>
        </p:nvSpPr>
        <p:spPr>
          <a:xfrm>
            <a:off x="1090574" y="2302763"/>
            <a:ext cx="0" cy="325673"/>
          </a:xfrm>
          <a:prstGeom prst="line">
            <a:avLst/>
          </a:prstGeom>
          <a:noFill/>
          <a:ln w="15875">
            <a:solidFill>
              <a:srgbClr val="2F7F93">
                <a:alpha val="76000"/>
              </a:srgbClr>
            </a:solidFill>
            <a:prstDash val="dash"/>
            <a:headEnd type="none"/>
            <a:tailEnd type="none"/>
          </a:ln>
        </p:spPr>
      </p:sp>
      <p:sp>
        <p:nvSpPr>
          <p:cNvPr id="392" name="Shape 390"/>
          <p:cNvSpPr/>
          <p:nvPr/>
        </p:nvSpPr>
        <p:spPr>
          <a:xfrm>
            <a:off x="1090574" y="2625693"/>
            <a:ext cx="127407" cy="0"/>
          </a:xfrm>
          <a:prstGeom prst="line">
            <a:avLst/>
          </a:prstGeom>
          <a:noFill/>
          <a:ln w="15875">
            <a:solidFill>
              <a:srgbClr val="2F7F93">
                <a:alpha val="76000"/>
              </a:srgbClr>
            </a:solidFill>
            <a:prstDash val="dash"/>
            <a:headEnd type="none"/>
            <a:tailEnd type="none"/>
          </a:ln>
        </p:spPr>
      </p:sp>
      <p:sp>
        <p:nvSpPr>
          <p:cNvPr id="393" name="Shape 391"/>
          <p:cNvSpPr/>
          <p:nvPr/>
        </p:nvSpPr>
        <p:spPr>
          <a:xfrm>
            <a:off x="1215238" y="2622950"/>
            <a:ext cx="0" cy="353662"/>
          </a:xfrm>
          <a:prstGeom prst="line">
            <a:avLst/>
          </a:prstGeom>
          <a:noFill/>
          <a:ln w="15875">
            <a:solidFill>
              <a:srgbClr val="2F7F93">
                <a:alpha val="76000"/>
              </a:srgbClr>
            </a:solidFill>
            <a:prstDash val="dash"/>
            <a:headEnd type="none"/>
            <a:tailEnd type="none"/>
          </a:ln>
        </p:spPr>
      </p:sp>
      <p:sp>
        <p:nvSpPr>
          <p:cNvPr id="394" name="Shape 392"/>
          <p:cNvSpPr/>
          <p:nvPr/>
        </p:nvSpPr>
        <p:spPr>
          <a:xfrm>
            <a:off x="1215238" y="2973869"/>
            <a:ext cx="127407" cy="0"/>
          </a:xfrm>
          <a:prstGeom prst="line">
            <a:avLst/>
          </a:prstGeom>
          <a:noFill/>
          <a:ln w="15875">
            <a:solidFill>
              <a:srgbClr val="2F7F93">
                <a:alpha val="76000"/>
              </a:srgbClr>
            </a:solidFill>
            <a:prstDash val="dash"/>
            <a:headEnd type="none"/>
            <a:tailEnd type="none"/>
          </a:ln>
        </p:spPr>
      </p:sp>
      <p:sp>
        <p:nvSpPr>
          <p:cNvPr id="395" name="Shape 393"/>
          <p:cNvSpPr/>
          <p:nvPr/>
        </p:nvSpPr>
        <p:spPr>
          <a:xfrm>
            <a:off x="1339901" y="2971125"/>
            <a:ext cx="0" cy="374445"/>
          </a:xfrm>
          <a:prstGeom prst="line">
            <a:avLst/>
          </a:prstGeom>
          <a:noFill/>
          <a:ln w="15875">
            <a:solidFill>
              <a:srgbClr val="2F7F93">
                <a:alpha val="76000"/>
              </a:srgbClr>
            </a:solidFill>
            <a:prstDash val="dash"/>
            <a:headEnd type="none"/>
            <a:tailEnd type="none"/>
          </a:ln>
        </p:spPr>
      </p:sp>
      <p:sp>
        <p:nvSpPr>
          <p:cNvPr id="396" name="Shape 394"/>
          <p:cNvSpPr/>
          <p:nvPr/>
        </p:nvSpPr>
        <p:spPr>
          <a:xfrm>
            <a:off x="1339901" y="3342827"/>
            <a:ext cx="127406" cy="0"/>
          </a:xfrm>
          <a:prstGeom prst="line">
            <a:avLst/>
          </a:prstGeom>
          <a:noFill/>
          <a:ln w="15875">
            <a:solidFill>
              <a:srgbClr val="2F7F93">
                <a:alpha val="76000"/>
              </a:srgbClr>
            </a:solidFill>
            <a:prstDash val="dash"/>
            <a:headEnd type="none"/>
            <a:tailEnd type="none"/>
          </a:ln>
        </p:spPr>
      </p:sp>
      <p:sp>
        <p:nvSpPr>
          <p:cNvPr id="397" name="Shape 395"/>
          <p:cNvSpPr/>
          <p:nvPr/>
        </p:nvSpPr>
        <p:spPr>
          <a:xfrm>
            <a:off x="1464564" y="3340084"/>
            <a:ext cx="0" cy="332218"/>
          </a:xfrm>
          <a:prstGeom prst="line">
            <a:avLst/>
          </a:prstGeom>
          <a:noFill/>
          <a:ln w="15875">
            <a:solidFill>
              <a:srgbClr val="2F7F93">
                <a:alpha val="76000"/>
              </a:srgbClr>
            </a:solidFill>
            <a:prstDash val="dash"/>
            <a:headEnd type="none"/>
            <a:tailEnd type="none"/>
          </a:ln>
        </p:spPr>
      </p:sp>
      <p:sp>
        <p:nvSpPr>
          <p:cNvPr id="398" name="Shape 396"/>
          <p:cNvSpPr/>
          <p:nvPr/>
        </p:nvSpPr>
        <p:spPr>
          <a:xfrm>
            <a:off x="1464564" y="3669559"/>
            <a:ext cx="127407" cy="0"/>
          </a:xfrm>
          <a:prstGeom prst="line">
            <a:avLst/>
          </a:prstGeom>
          <a:noFill/>
          <a:ln w="15875">
            <a:solidFill>
              <a:srgbClr val="2F7F93">
                <a:alpha val="76000"/>
              </a:srgbClr>
            </a:solidFill>
            <a:prstDash val="dash"/>
            <a:headEnd type="none"/>
            <a:tailEnd type="none"/>
          </a:ln>
        </p:spPr>
      </p:sp>
      <p:sp>
        <p:nvSpPr>
          <p:cNvPr id="399" name="Shape 397"/>
          <p:cNvSpPr/>
          <p:nvPr/>
        </p:nvSpPr>
        <p:spPr>
          <a:xfrm>
            <a:off x="1589227" y="3666816"/>
            <a:ext cx="0" cy="255258"/>
          </a:xfrm>
          <a:prstGeom prst="line">
            <a:avLst/>
          </a:prstGeom>
          <a:noFill/>
          <a:ln w="15875">
            <a:solidFill>
              <a:srgbClr val="2F7F93">
                <a:alpha val="76000"/>
              </a:srgbClr>
            </a:solidFill>
            <a:prstDash val="dash"/>
            <a:headEnd type="none"/>
            <a:tailEnd type="none"/>
          </a:ln>
        </p:spPr>
      </p:sp>
      <p:sp>
        <p:nvSpPr>
          <p:cNvPr id="400" name="Shape 398"/>
          <p:cNvSpPr/>
          <p:nvPr/>
        </p:nvSpPr>
        <p:spPr>
          <a:xfrm>
            <a:off x="1589227" y="3919330"/>
            <a:ext cx="127407" cy="0"/>
          </a:xfrm>
          <a:prstGeom prst="line">
            <a:avLst/>
          </a:prstGeom>
          <a:noFill/>
          <a:ln w="15875">
            <a:solidFill>
              <a:srgbClr val="2F7F93">
                <a:alpha val="76000"/>
              </a:srgbClr>
            </a:solidFill>
            <a:prstDash val="dash"/>
            <a:headEnd type="none"/>
            <a:tailEnd type="none"/>
          </a:ln>
        </p:spPr>
      </p:sp>
      <p:sp>
        <p:nvSpPr>
          <p:cNvPr id="401" name="Shape 399"/>
          <p:cNvSpPr/>
          <p:nvPr/>
        </p:nvSpPr>
        <p:spPr>
          <a:xfrm>
            <a:off x="1713891" y="3916587"/>
            <a:ext cx="0" cy="171321"/>
          </a:xfrm>
          <a:prstGeom prst="line">
            <a:avLst/>
          </a:prstGeom>
          <a:noFill/>
          <a:ln w="15875">
            <a:solidFill>
              <a:srgbClr val="2F7F93">
                <a:alpha val="76000"/>
              </a:srgbClr>
            </a:solidFill>
            <a:prstDash val="dash"/>
            <a:headEnd type="none"/>
            <a:tailEnd type="none"/>
          </a:ln>
        </p:spPr>
      </p:sp>
      <p:sp>
        <p:nvSpPr>
          <p:cNvPr id="402" name="Shape 400"/>
          <p:cNvSpPr/>
          <p:nvPr/>
        </p:nvSpPr>
        <p:spPr>
          <a:xfrm>
            <a:off x="1713891" y="4085165"/>
            <a:ext cx="127406" cy="0"/>
          </a:xfrm>
          <a:prstGeom prst="line">
            <a:avLst/>
          </a:prstGeom>
          <a:noFill/>
          <a:ln w="15875">
            <a:solidFill>
              <a:srgbClr val="2F7F93">
                <a:alpha val="76000"/>
              </a:srgbClr>
            </a:solidFill>
            <a:prstDash val="dash"/>
            <a:headEnd type="none"/>
            <a:tailEnd type="none"/>
          </a:ln>
        </p:spPr>
      </p:sp>
      <p:sp>
        <p:nvSpPr>
          <p:cNvPr id="403" name="Shape 401"/>
          <p:cNvSpPr/>
          <p:nvPr/>
        </p:nvSpPr>
        <p:spPr>
          <a:xfrm>
            <a:off x="1838553" y="4082422"/>
            <a:ext cx="0" cy="99527"/>
          </a:xfrm>
          <a:prstGeom prst="line">
            <a:avLst/>
          </a:prstGeom>
          <a:noFill/>
          <a:ln w="15875">
            <a:solidFill>
              <a:srgbClr val="2F7F93">
                <a:alpha val="76000"/>
              </a:srgbClr>
            </a:solidFill>
            <a:prstDash val="dash"/>
            <a:headEnd type="none"/>
            <a:tailEnd type="none"/>
          </a:ln>
        </p:spPr>
      </p:sp>
      <p:sp>
        <p:nvSpPr>
          <p:cNvPr id="404" name="Shape 402"/>
          <p:cNvSpPr/>
          <p:nvPr/>
        </p:nvSpPr>
        <p:spPr>
          <a:xfrm>
            <a:off x="1838553" y="4179206"/>
            <a:ext cx="127407" cy="0"/>
          </a:xfrm>
          <a:prstGeom prst="line">
            <a:avLst/>
          </a:prstGeom>
          <a:noFill/>
          <a:ln w="15875">
            <a:solidFill>
              <a:srgbClr val="2F7F93">
                <a:alpha val="76000"/>
              </a:srgbClr>
            </a:solidFill>
            <a:prstDash val="dash"/>
            <a:headEnd type="none"/>
            <a:tailEnd type="none"/>
          </a:ln>
        </p:spPr>
      </p:sp>
      <p:sp>
        <p:nvSpPr>
          <p:cNvPr id="405" name="Shape 403"/>
          <p:cNvSpPr/>
          <p:nvPr/>
        </p:nvSpPr>
        <p:spPr>
          <a:xfrm>
            <a:off x="1963217" y="4176463"/>
            <a:ext cx="0" cy="41685"/>
          </a:xfrm>
          <a:prstGeom prst="line">
            <a:avLst/>
          </a:prstGeom>
          <a:noFill/>
          <a:ln w="15875">
            <a:solidFill>
              <a:srgbClr val="2F7F93">
                <a:alpha val="76000"/>
              </a:srgbClr>
            </a:solidFill>
            <a:prstDash val="dash"/>
            <a:headEnd type="none"/>
            <a:tailEnd type="none"/>
          </a:ln>
        </p:spPr>
      </p:sp>
      <p:sp>
        <p:nvSpPr>
          <p:cNvPr id="406" name="Shape 404"/>
          <p:cNvSpPr/>
          <p:nvPr/>
        </p:nvSpPr>
        <p:spPr>
          <a:xfrm>
            <a:off x="1963217" y="4215404"/>
            <a:ext cx="127407" cy="0"/>
          </a:xfrm>
          <a:prstGeom prst="line">
            <a:avLst/>
          </a:prstGeom>
          <a:noFill/>
          <a:ln w="15875">
            <a:solidFill>
              <a:srgbClr val="2F7F93">
                <a:alpha val="76000"/>
              </a:srgbClr>
            </a:solidFill>
            <a:prstDash val="dash"/>
            <a:headEnd type="none"/>
            <a:tailEnd type="none"/>
          </a:ln>
        </p:spPr>
      </p:sp>
      <p:sp>
        <p:nvSpPr>
          <p:cNvPr id="407" name="Shape 405"/>
          <p:cNvSpPr/>
          <p:nvPr/>
        </p:nvSpPr>
        <p:spPr>
          <a:xfrm>
            <a:off x="2087880" y="4202097"/>
            <a:ext cx="0" cy="16050"/>
          </a:xfrm>
          <a:prstGeom prst="line">
            <a:avLst/>
          </a:prstGeom>
          <a:noFill/>
          <a:ln w="15875">
            <a:solidFill>
              <a:srgbClr val="2F7F93">
                <a:alpha val="76000"/>
              </a:srgbClr>
            </a:solidFill>
            <a:prstDash val="dash"/>
            <a:headEnd type="none"/>
            <a:tailEnd type="none"/>
          </a:ln>
        </p:spPr>
      </p:sp>
      <p:sp>
        <p:nvSpPr>
          <p:cNvPr id="408" name="Shape 406"/>
          <p:cNvSpPr/>
          <p:nvPr/>
        </p:nvSpPr>
        <p:spPr>
          <a:xfrm>
            <a:off x="2087880" y="4204840"/>
            <a:ext cx="127406" cy="0"/>
          </a:xfrm>
          <a:prstGeom prst="line">
            <a:avLst/>
          </a:prstGeom>
          <a:noFill/>
          <a:ln w="15875">
            <a:solidFill>
              <a:srgbClr val="2F7F93">
                <a:alpha val="76000"/>
              </a:srgbClr>
            </a:solidFill>
            <a:prstDash val="dash"/>
            <a:headEnd type="none"/>
            <a:tailEnd type="none"/>
          </a:ln>
        </p:spPr>
      </p:sp>
      <p:sp>
        <p:nvSpPr>
          <p:cNvPr id="409" name="Shape 407"/>
          <p:cNvSpPr/>
          <p:nvPr/>
        </p:nvSpPr>
        <p:spPr>
          <a:xfrm>
            <a:off x="2212543" y="4165095"/>
            <a:ext cx="0" cy="42488"/>
          </a:xfrm>
          <a:prstGeom prst="line">
            <a:avLst/>
          </a:prstGeom>
          <a:noFill/>
          <a:ln w="15875">
            <a:solidFill>
              <a:srgbClr val="2F7F93">
                <a:alpha val="76000"/>
              </a:srgbClr>
            </a:solidFill>
            <a:prstDash val="dash"/>
            <a:headEnd type="none"/>
            <a:tailEnd type="none"/>
          </a:ln>
        </p:spPr>
      </p:sp>
      <p:sp>
        <p:nvSpPr>
          <p:cNvPr id="410" name="Shape 408"/>
          <p:cNvSpPr/>
          <p:nvPr/>
        </p:nvSpPr>
        <p:spPr>
          <a:xfrm>
            <a:off x="2212543" y="4167838"/>
            <a:ext cx="127407" cy="0"/>
          </a:xfrm>
          <a:prstGeom prst="line">
            <a:avLst/>
          </a:prstGeom>
          <a:noFill/>
          <a:ln w="15875">
            <a:solidFill>
              <a:srgbClr val="2F7F93">
                <a:alpha val="76000"/>
              </a:srgbClr>
            </a:solidFill>
            <a:prstDash val="dash"/>
            <a:headEnd type="none"/>
            <a:tailEnd type="none"/>
          </a:ln>
        </p:spPr>
      </p:sp>
      <p:sp>
        <p:nvSpPr>
          <p:cNvPr id="411" name="Shape 409"/>
          <p:cNvSpPr/>
          <p:nvPr/>
        </p:nvSpPr>
        <p:spPr>
          <a:xfrm>
            <a:off x="2337206" y="4119797"/>
            <a:ext cx="0" cy="50785"/>
          </a:xfrm>
          <a:prstGeom prst="line">
            <a:avLst/>
          </a:prstGeom>
          <a:noFill/>
          <a:ln w="15875">
            <a:solidFill>
              <a:srgbClr val="2F7F93">
                <a:alpha val="76000"/>
              </a:srgbClr>
            </a:solidFill>
            <a:prstDash val="dash"/>
            <a:headEnd type="none"/>
            <a:tailEnd type="none"/>
          </a:ln>
        </p:spPr>
      </p:sp>
      <p:sp>
        <p:nvSpPr>
          <p:cNvPr id="412" name="Shape 410"/>
          <p:cNvSpPr/>
          <p:nvPr/>
        </p:nvSpPr>
        <p:spPr>
          <a:xfrm>
            <a:off x="2337206" y="4122540"/>
            <a:ext cx="127407" cy="0"/>
          </a:xfrm>
          <a:prstGeom prst="line">
            <a:avLst/>
          </a:prstGeom>
          <a:noFill/>
          <a:ln w="15875">
            <a:solidFill>
              <a:srgbClr val="2F7F93">
                <a:alpha val="76000"/>
              </a:srgbClr>
            </a:solidFill>
            <a:prstDash val="dash"/>
            <a:headEnd type="none"/>
            <a:tailEnd type="none"/>
          </a:ln>
        </p:spPr>
      </p:sp>
      <p:sp>
        <p:nvSpPr>
          <p:cNvPr id="413" name="Shape 411"/>
          <p:cNvSpPr/>
          <p:nvPr/>
        </p:nvSpPr>
        <p:spPr>
          <a:xfrm>
            <a:off x="2461870" y="4079264"/>
            <a:ext cx="0" cy="46019"/>
          </a:xfrm>
          <a:prstGeom prst="line">
            <a:avLst/>
          </a:prstGeom>
          <a:noFill/>
          <a:ln w="15875">
            <a:solidFill>
              <a:srgbClr val="2F7F93">
                <a:alpha val="76000"/>
              </a:srgbClr>
            </a:solidFill>
            <a:prstDash val="dash"/>
            <a:headEnd type="none"/>
            <a:tailEnd type="none"/>
          </a:ln>
        </p:spPr>
      </p:sp>
      <p:sp>
        <p:nvSpPr>
          <p:cNvPr id="414" name="Shape 412"/>
          <p:cNvSpPr/>
          <p:nvPr/>
        </p:nvSpPr>
        <p:spPr>
          <a:xfrm>
            <a:off x="2461870" y="4082007"/>
            <a:ext cx="127406" cy="0"/>
          </a:xfrm>
          <a:prstGeom prst="line">
            <a:avLst/>
          </a:prstGeom>
          <a:noFill/>
          <a:ln w="15875">
            <a:solidFill>
              <a:srgbClr val="2F7F93">
                <a:alpha val="76000"/>
              </a:srgbClr>
            </a:solidFill>
            <a:prstDash val="dash"/>
            <a:headEnd type="none"/>
            <a:tailEnd type="none"/>
          </a:ln>
        </p:spPr>
      </p:sp>
      <p:sp>
        <p:nvSpPr>
          <p:cNvPr id="415" name="Shape 413"/>
          <p:cNvSpPr/>
          <p:nvPr/>
        </p:nvSpPr>
        <p:spPr>
          <a:xfrm>
            <a:off x="2586533" y="4053170"/>
            <a:ext cx="0" cy="31580"/>
          </a:xfrm>
          <a:prstGeom prst="line">
            <a:avLst/>
          </a:prstGeom>
          <a:noFill/>
          <a:ln w="15875">
            <a:solidFill>
              <a:srgbClr val="2F7F93">
                <a:alpha val="76000"/>
              </a:srgbClr>
            </a:solidFill>
            <a:prstDash val="dash"/>
            <a:headEnd type="none"/>
            <a:tailEnd type="none"/>
          </a:ln>
        </p:spPr>
      </p:sp>
      <p:sp>
        <p:nvSpPr>
          <p:cNvPr id="416" name="Shape 414"/>
          <p:cNvSpPr/>
          <p:nvPr/>
        </p:nvSpPr>
        <p:spPr>
          <a:xfrm>
            <a:off x="2586533" y="4055914"/>
            <a:ext cx="127407" cy="0"/>
          </a:xfrm>
          <a:prstGeom prst="line">
            <a:avLst/>
          </a:prstGeom>
          <a:noFill/>
          <a:ln w="15875">
            <a:solidFill>
              <a:srgbClr val="2F7F93">
                <a:alpha val="76000"/>
              </a:srgbClr>
            </a:solidFill>
            <a:prstDash val="dash"/>
            <a:headEnd type="none"/>
            <a:tailEnd type="none"/>
          </a:ln>
        </p:spPr>
      </p:sp>
      <p:sp>
        <p:nvSpPr>
          <p:cNvPr id="417" name="Shape 415"/>
          <p:cNvSpPr/>
          <p:nvPr/>
        </p:nvSpPr>
        <p:spPr>
          <a:xfrm>
            <a:off x="2711196" y="4037583"/>
            <a:ext cx="0" cy="21074"/>
          </a:xfrm>
          <a:prstGeom prst="line">
            <a:avLst/>
          </a:prstGeom>
          <a:noFill/>
          <a:ln w="15875">
            <a:solidFill>
              <a:srgbClr val="2F7F93">
                <a:alpha val="76000"/>
              </a:srgbClr>
            </a:solidFill>
            <a:prstDash val="dash"/>
            <a:headEnd type="none"/>
            <a:tailEnd type="none"/>
          </a:ln>
        </p:spPr>
      </p:sp>
      <p:sp>
        <p:nvSpPr>
          <p:cNvPr id="418" name="Shape 416"/>
          <p:cNvSpPr/>
          <p:nvPr/>
        </p:nvSpPr>
        <p:spPr>
          <a:xfrm>
            <a:off x="2711196" y="4040326"/>
            <a:ext cx="127407" cy="0"/>
          </a:xfrm>
          <a:prstGeom prst="line">
            <a:avLst/>
          </a:prstGeom>
          <a:noFill/>
          <a:ln w="15875">
            <a:solidFill>
              <a:srgbClr val="2F7F93">
                <a:alpha val="76000"/>
              </a:srgbClr>
            </a:solidFill>
            <a:prstDash val="dash"/>
            <a:headEnd type="none"/>
            <a:tailEnd type="none"/>
          </a:ln>
        </p:spPr>
      </p:sp>
      <p:sp>
        <p:nvSpPr>
          <p:cNvPr id="419" name="Shape 417"/>
          <p:cNvSpPr/>
          <p:nvPr/>
        </p:nvSpPr>
        <p:spPr>
          <a:xfrm>
            <a:off x="2835859" y="4037583"/>
            <a:ext cx="0" cy="6836"/>
          </a:xfrm>
          <a:prstGeom prst="line">
            <a:avLst/>
          </a:prstGeom>
          <a:noFill/>
          <a:ln w="15875">
            <a:solidFill>
              <a:srgbClr val="2F7F93">
                <a:alpha val="76000"/>
              </a:srgbClr>
            </a:solidFill>
            <a:prstDash val="dash"/>
            <a:headEnd type="none"/>
            <a:tailEnd type="none"/>
          </a:ln>
        </p:spPr>
      </p:sp>
      <p:sp>
        <p:nvSpPr>
          <p:cNvPr id="420" name="Shape 418"/>
          <p:cNvSpPr/>
          <p:nvPr/>
        </p:nvSpPr>
        <p:spPr>
          <a:xfrm>
            <a:off x="2835859" y="4041675"/>
            <a:ext cx="127406" cy="0"/>
          </a:xfrm>
          <a:prstGeom prst="line">
            <a:avLst/>
          </a:prstGeom>
          <a:noFill/>
          <a:ln w="15875">
            <a:solidFill>
              <a:srgbClr val="2F7F93">
                <a:alpha val="76000"/>
              </a:srgbClr>
            </a:solidFill>
            <a:prstDash val="dash"/>
            <a:headEnd type="none"/>
            <a:tailEnd type="none"/>
          </a:ln>
        </p:spPr>
      </p:sp>
      <p:sp>
        <p:nvSpPr>
          <p:cNvPr id="421" name="Shape 419"/>
          <p:cNvSpPr/>
          <p:nvPr/>
        </p:nvSpPr>
        <p:spPr>
          <a:xfrm>
            <a:off x="2960522" y="4038932"/>
            <a:ext cx="0" cy="20902"/>
          </a:xfrm>
          <a:prstGeom prst="line">
            <a:avLst/>
          </a:prstGeom>
          <a:noFill/>
          <a:ln w="15875">
            <a:solidFill>
              <a:srgbClr val="2F7F93">
                <a:alpha val="76000"/>
              </a:srgbClr>
            </a:solidFill>
            <a:prstDash val="dash"/>
            <a:headEnd type="none"/>
            <a:tailEnd type="none"/>
          </a:ln>
        </p:spPr>
      </p:sp>
      <p:sp>
        <p:nvSpPr>
          <p:cNvPr id="422" name="Shape 420"/>
          <p:cNvSpPr/>
          <p:nvPr/>
        </p:nvSpPr>
        <p:spPr>
          <a:xfrm>
            <a:off x="2960522" y="4057090"/>
            <a:ext cx="127407" cy="0"/>
          </a:xfrm>
          <a:prstGeom prst="line">
            <a:avLst/>
          </a:prstGeom>
          <a:noFill/>
          <a:ln w="15875">
            <a:solidFill>
              <a:srgbClr val="2F7F93">
                <a:alpha val="76000"/>
              </a:srgbClr>
            </a:solidFill>
            <a:prstDash val="dash"/>
            <a:headEnd type="none"/>
            <a:tailEnd type="none"/>
          </a:ln>
        </p:spPr>
      </p:sp>
      <p:sp>
        <p:nvSpPr>
          <p:cNvPr id="423" name="Shape 421"/>
          <p:cNvSpPr/>
          <p:nvPr/>
        </p:nvSpPr>
        <p:spPr>
          <a:xfrm>
            <a:off x="3085186" y="4054347"/>
            <a:ext cx="0" cy="27159"/>
          </a:xfrm>
          <a:prstGeom prst="line">
            <a:avLst/>
          </a:prstGeom>
          <a:noFill/>
          <a:ln w="15875">
            <a:solidFill>
              <a:srgbClr val="2F7F93">
                <a:alpha val="76000"/>
              </a:srgbClr>
            </a:solidFill>
            <a:prstDash val="dash"/>
            <a:headEnd type="none"/>
            <a:tailEnd type="none"/>
          </a:ln>
        </p:spPr>
      </p:sp>
      <p:sp>
        <p:nvSpPr>
          <p:cNvPr id="424" name="Shape 422"/>
          <p:cNvSpPr/>
          <p:nvPr/>
        </p:nvSpPr>
        <p:spPr>
          <a:xfrm>
            <a:off x="3085186" y="4078764"/>
            <a:ext cx="127407" cy="0"/>
          </a:xfrm>
          <a:prstGeom prst="line">
            <a:avLst/>
          </a:prstGeom>
          <a:noFill/>
          <a:ln w="15875">
            <a:solidFill>
              <a:srgbClr val="2F7F93">
                <a:alpha val="76000"/>
              </a:srgbClr>
            </a:solidFill>
            <a:prstDash val="dash"/>
            <a:headEnd type="none"/>
            <a:tailEnd type="none"/>
          </a:ln>
        </p:spPr>
      </p:sp>
      <p:sp>
        <p:nvSpPr>
          <p:cNvPr id="425" name="Shape 423"/>
          <p:cNvSpPr/>
          <p:nvPr/>
        </p:nvSpPr>
        <p:spPr>
          <a:xfrm>
            <a:off x="3209849" y="4076020"/>
            <a:ext cx="0" cy="31867"/>
          </a:xfrm>
          <a:prstGeom prst="line">
            <a:avLst/>
          </a:prstGeom>
          <a:noFill/>
          <a:ln w="15875">
            <a:solidFill>
              <a:srgbClr val="2F7F93">
                <a:alpha val="76000"/>
              </a:srgbClr>
            </a:solidFill>
            <a:prstDash val="dash"/>
            <a:headEnd type="none"/>
            <a:tailEnd type="none"/>
          </a:ln>
        </p:spPr>
      </p:sp>
      <p:sp>
        <p:nvSpPr>
          <p:cNvPr id="426" name="Shape 424"/>
          <p:cNvSpPr/>
          <p:nvPr/>
        </p:nvSpPr>
        <p:spPr>
          <a:xfrm>
            <a:off x="3209849" y="4105144"/>
            <a:ext cx="127406" cy="0"/>
          </a:xfrm>
          <a:prstGeom prst="line">
            <a:avLst/>
          </a:prstGeom>
          <a:noFill/>
          <a:ln w="15875">
            <a:solidFill>
              <a:srgbClr val="2F7F93">
                <a:alpha val="76000"/>
              </a:srgbClr>
            </a:solidFill>
            <a:prstDash val="dash"/>
            <a:headEnd type="none"/>
            <a:tailEnd type="none"/>
          </a:ln>
        </p:spPr>
      </p:sp>
      <p:sp>
        <p:nvSpPr>
          <p:cNvPr id="427" name="Shape 425"/>
          <p:cNvSpPr/>
          <p:nvPr/>
        </p:nvSpPr>
        <p:spPr>
          <a:xfrm>
            <a:off x="3334512" y="4102401"/>
            <a:ext cx="0" cy="30375"/>
          </a:xfrm>
          <a:prstGeom prst="line">
            <a:avLst/>
          </a:prstGeom>
          <a:noFill/>
          <a:ln w="15875">
            <a:solidFill>
              <a:srgbClr val="2F7F93">
                <a:alpha val="76000"/>
              </a:srgbClr>
            </a:solidFill>
            <a:prstDash val="dash"/>
            <a:headEnd type="none"/>
            <a:tailEnd type="none"/>
          </a:ln>
        </p:spPr>
      </p:sp>
      <p:sp>
        <p:nvSpPr>
          <p:cNvPr id="428" name="Shape 426"/>
          <p:cNvSpPr/>
          <p:nvPr/>
        </p:nvSpPr>
        <p:spPr>
          <a:xfrm>
            <a:off x="3334512" y="4130032"/>
            <a:ext cx="127407" cy="0"/>
          </a:xfrm>
          <a:prstGeom prst="line">
            <a:avLst/>
          </a:prstGeom>
          <a:noFill/>
          <a:ln w="15875">
            <a:solidFill>
              <a:srgbClr val="2F7F93">
                <a:alpha val="76000"/>
              </a:srgbClr>
            </a:solidFill>
            <a:prstDash val="dash"/>
            <a:headEnd type="none"/>
            <a:tailEnd type="none"/>
          </a:ln>
        </p:spPr>
      </p:sp>
      <p:sp>
        <p:nvSpPr>
          <p:cNvPr id="429" name="Shape 427"/>
          <p:cNvSpPr/>
          <p:nvPr/>
        </p:nvSpPr>
        <p:spPr>
          <a:xfrm>
            <a:off x="3459175" y="4127289"/>
            <a:ext cx="0" cy="30317"/>
          </a:xfrm>
          <a:prstGeom prst="line">
            <a:avLst/>
          </a:prstGeom>
          <a:noFill/>
          <a:ln w="15875">
            <a:solidFill>
              <a:srgbClr val="2F7F93">
                <a:alpha val="76000"/>
              </a:srgbClr>
            </a:solidFill>
            <a:prstDash val="dash"/>
            <a:headEnd type="none"/>
            <a:tailEnd type="none"/>
          </a:ln>
        </p:spPr>
      </p:sp>
      <p:sp>
        <p:nvSpPr>
          <p:cNvPr id="430" name="Shape 428"/>
          <p:cNvSpPr/>
          <p:nvPr/>
        </p:nvSpPr>
        <p:spPr>
          <a:xfrm>
            <a:off x="3459175" y="4154863"/>
            <a:ext cx="127407" cy="0"/>
          </a:xfrm>
          <a:prstGeom prst="line">
            <a:avLst/>
          </a:prstGeom>
          <a:noFill/>
          <a:ln w="15875">
            <a:solidFill>
              <a:srgbClr val="2F7F93">
                <a:alpha val="76000"/>
              </a:srgbClr>
            </a:solidFill>
            <a:prstDash val="dash"/>
            <a:headEnd type="none"/>
            <a:tailEnd type="none"/>
          </a:ln>
        </p:spPr>
      </p:sp>
      <p:sp>
        <p:nvSpPr>
          <p:cNvPr id="431" name="Shape 429"/>
          <p:cNvSpPr/>
          <p:nvPr/>
        </p:nvSpPr>
        <p:spPr>
          <a:xfrm>
            <a:off x="3583839" y="4152120"/>
            <a:ext cx="0" cy="18289"/>
          </a:xfrm>
          <a:prstGeom prst="line">
            <a:avLst/>
          </a:prstGeom>
          <a:noFill/>
          <a:ln w="15875">
            <a:solidFill>
              <a:srgbClr val="2F7F93">
                <a:alpha val="76000"/>
              </a:srgbClr>
            </a:solidFill>
            <a:prstDash val="dash"/>
            <a:headEnd type="none"/>
            <a:tailEnd type="none"/>
          </a:ln>
        </p:spPr>
      </p:sp>
      <p:sp>
        <p:nvSpPr>
          <p:cNvPr id="432" name="Shape 430"/>
          <p:cNvSpPr/>
          <p:nvPr/>
        </p:nvSpPr>
        <p:spPr>
          <a:xfrm>
            <a:off x="3583839" y="4167666"/>
            <a:ext cx="127406" cy="0"/>
          </a:xfrm>
          <a:prstGeom prst="line">
            <a:avLst/>
          </a:prstGeom>
          <a:noFill/>
          <a:ln w="15875">
            <a:solidFill>
              <a:srgbClr val="2F7F93">
                <a:alpha val="76000"/>
              </a:srgbClr>
            </a:solidFill>
            <a:prstDash val="dash"/>
            <a:headEnd type="none"/>
            <a:tailEnd type="none"/>
          </a:ln>
        </p:spPr>
      </p:sp>
      <p:sp>
        <p:nvSpPr>
          <p:cNvPr id="433" name="Shape 431"/>
          <p:cNvSpPr/>
          <p:nvPr/>
        </p:nvSpPr>
        <p:spPr>
          <a:xfrm>
            <a:off x="3708501" y="4164923"/>
            <a:ext cx="0" cy="22940"/>
          </a:xfrm>
          <a:prstGeom prst="line">
            <a:avLst/>
          </a:prstGeom>
          <a:noFill/>
          <a:ln w="15875">
            <a:solidFill>
              <a:srgbClr val="2F7F93">
                <a:alpha val="76000"/>
              </a:srgbClr>
            </a:solidFill>
            <a:prstDash val="dash"/>
            <a:headEnd type="none"/>
            <a:tailEnd type="none"/>
          </a:ln>
        </p:spPr>
      </p:sp>
      <p:sp>
        <p:nvSpPr>
          <p:cNvPr id="434" name="Shape 432"/>
          <p:cNvSpPr/>
          <p:nvPr/>
        </p:nvSpPr>
        <p:spPr>
          <a:xfrm>
            <a:off x="3708501" y="4185119"/>
            <a:ext cx="127407" cy="0"/>
          </a:xfrm>
          <a:prstGeom prst="line">
            <a:avLst/>
          </a:prstGeom>
          <a:noFill/>
          <a:ln w="15875">
            <a:solidFill>
              <a:srgbClr val="2F7F93">
                <a:alpha val="76000"/>
              </a:srgbClr>
            </a:solidFill>
            <a:prstDash val="dash"/>
            <a:headEnd type="none"/>
            <a:tailEnd type="none"/>
          </a:ln>
        </p:spPr>
      </p:sp>
      <p:sp>
        <p:nvSpPr>
          <p:cNvPr id="435" name="Shape 433"/>
          <p:cNvSpPr/>
          <p:nvPr/>
        </p:nvSpPr>
        <p:spPr>
          <a:xfrm>
            <a:off x="3833165" y="4182376"/>
            <a:ext cx="0" cy="21246"/>
          </a:xfrm>
          <a:prstGeom prst="line">
            <a:avLst/>
          </a:prstGeom>
          <a:noFill/>
          <a:ln w="15875">
            <a:solidFill>
              <a:srgbClr val="2F7F93">
                <a:alpha val="76000"/>
              </a:srgbClr>
            </a:solidFill>
            <a:prstDash val="dash"/>
            <a:headEnd type="none"/>
            <a:tailEnd type="none"/>
          </a:ln>
        </p:spPr>
      </p:sp>
      <p:sp>
        <p:nvSpPr>
          <p:cNvPr id="436" name="Shape 434"/>
          <p:cNvSpPr/>
          <p:nvPr/>
        </p:nvSpPr>
        <p:spPr>
          <a:xfrm>
            <a:off x="3833165" y="4200879"/>
            <a:ext cx="127407" cy="0"/>
          </a:xfrm>
          <a:prstGeom prst="line">
            <a:avLst/>
          </a:prstGeom>
          <a:noFill/>
          <a:ln w="15875">
            <a:solidFill>
              <a:srgbClr val="2F7F93">
                <a:alpha val="76000"/>
              </a:srgbClr>
            </a:solidFill>
            <a:prstDash val="dash"/>
            <a:headEnd type="none"/>
            <a:tailEnd type="none"/>
          </a:ln>
        </p:spPr>
      </p:sp>
      <p:sp>
        <p:nvSpPr>
          <p:cNvPr id="437" name="Shape 435"/>
          <p:cNvSpPr/>
          <p:nvPr/>
        </p:nvSpPr>
        <p:spPr>
          <a:xfrm>
            <a:off x="3957828" y="4198136"/>
            <a:ext cx="0" cy="26987"/>
          </a:xfrm>
          <a:prstGeom prst="line">
            <a:avLst/>
          </a:prstGeom>
          <a:noFill/>
          <a:ln w="15875">
            <a:solidFill>
              <a:srgbClr val="2F7F93">
                <a:alpha val="76000"/>
              </a:srgbClr>
            </a:solidFill>
            <a:prstDash val="dash"/>
            <a:headEnd type="none"/>
            <a:tailEnd type="none"/>
          </a:ln>
        </p:spPr>
      </p:sp>
      <p:sp>
        <p:nvSpPr>
          <p:cNvPr id="438" name="Shape 436"/>
          <p:cNvSpPr/>
          <p:nvPr/>
        </p:nvSpPr>
        <p:spPr>
          <a:xfrm>
            <a:off x="3957828" y="4222380"/>
            <a:ext cx="127406" cy="0"/>
          </a:xfrm>
          <a:prstGeom prst="line">
            <a:avLst/>
          </a:prstGeom>
          <a:noFill/>
          <a:ln w="15875">
            <a:solidFill>
              <a:srgbClr val="2F7F93">
                <a:alpha val="76000"/>
              </a:srgbClr>
            </a:solidFill>
            <a:prstDash val="dash"/>
            <a:headEnd type="none"/>
            <a:tailEnd type="none"/>
          </a:ln>
        </p:spPr>
      </p:sp>
      <p:sp>
        <p:nvSpPr>
          <p:cNvPr id="439" name="Shape 437"/>
          <p:cNvSpPr/>
          <p:nvPr/>
        </p:nvSpPr>
        <p:spPr>
          <a:xfrm>
            <a:off x="4082491" y="4219637"/>
            <a:ext cx="0" cy="16366"/>
          </a:xfrm>
          <a:prstGeom prst="line">
            <a:avLst/>
          </a:prstGeom>
          <a:noFill/>
          <a:ln w="15875">
            <a:solidFill>
              <a:srgbClr val="2F7F93">
                <a:alpha val="76000"/>
              </a:srgbClr>
            </a:solidFill>
            <a:prstDash val="dash"/>
            <a:headEnd type="none"/>
            <a:tailEnd type="none"/>
          </a:ln>
        </p:spPr>
      </p:sp>
      <p:sp>
        <p:nvSpPr>
          <p:cNvPr id="440" name="Shape 438"/>
          <p:cNvSpPr/>
          <p:nvPr/>
        </p:nvSpPr>
        <p:spPr>
          <a:xfrm>
            <a:off x="4082491" y="4233259"/>
            <a:ext cx="127407" cy="0"/>
          </a:xfrm>
          <a:prstGeom prst="line">
            <a:avLst/>
          </a:prstGeom>
          <a:noFill/>
          <a:ln w="15875">
            <a:solidFill>
              <a:srgbClr val="2F7F93">
                <a:alpha val="76000"/>
              </a:srgbClr>
            </a:solidFill>
            <a:prstDash val="dash"/>
            <a:headEnd type="none"/>
            <a:tailEnd type="none"/>
          </a:ln>
        </p:spPr>
      </p:sp>
      <p:sp>
        <p:nvSpPr>
          <p:cNvPr id="441" name="Shape 439"/>
          <p:cNvSpPr/>
          <p:nvPr/>
        </p:nvSpPr>
        <p:spPr>
          <a:xfrm>
            <a:off x="4207154" y="4230516"/>
            <a:ext cx="0" cy="12519"/>
          </a:xfrm>
          <a:prstGeom prst="line">
            <a:avLst/>
          </a:prstGeom>
          <a:noFill/>
          <a:ln w="15875">
            <a:solidFill>
              <a:srgbClr val="2F7F93">
                <a:alpha val="76000"/>
              </a:srgbClr>
            </a:solidFill>
            <a:prstDash val="dash"/>
            <a:headEnd type="none"/>
            <a:tailEnd type="none"/>
          </a:ln>
        </p:spPr>
      </p:sp>
      <p:sp>
        <p:nvSpPr>
          <p:cNvPr id="442" name="Shape 440"/>
          <p:cNvSpPr/>
          <p:nvPr/>
        </p:nvSpPr>
        <p:spPr>
          <a:xfrm>
            <a:off x="4207154" y="4240292"/>
            <a:ext cx="127407" cy="0"/>
          </a:xfrm>
          <a:prstGeom prst="line">
            <a:avLst/>
          </a:prstGeom>
          <a:noFill/>
          <a:ln w="15875">
            <a:solidFill>
              <a:srgbClr val="2F7F93">
                <a:alpha val="76000"/>
              </a:srgbClr>
            </a:solidFill>
            <a:prstDash val="dash"/>
            <a:headEnd type="none"/>
            <a:tailEnd type="none"/>
          </a:ln>
        </p:spPr>
      </p:sp>
      <p:sp>
        <p:nvSpPr>
          <p:cNvPr id="443" name="Shape 441"/>
          <p:cNvSpPr/>
          <p:nvPr/>
        </p:nvSpPr>
        <p:spPr>
          <a:xfrm>
            <a:off x="4331818" y="4237549"/>
            <a:ext cx="0" cy="9792"/>
          </a:xfrm>
          <a:prstGeom prst="line">
            <a:avLst/>
          </a:prstGeom>
          <a:noFill/>
          <a:ln w="15875">
            <a:solidFill>
              <a:srgbClr val="2F7F93">
                <a:alpha val="76000"/>
              </a:srgbClr>
            </a:solidFill>
            <a:prstDash val="dash"/>
            <a:headEnd type="none"/>
            <a:tailEnd type="none"/>
          </a:ln>
        </p:spPr>
      </p:sp>
      <p:sp>
        <p:nvSpPr>
          <p:cNvPr id="444" name="Shape 442"/>
          <p:cNvSpPr/>
          <p:nvPr/>
        </p:nvSpPr>
        <p:spPr>
          <a:xfrm>
            <a:off x="4331818" y="4244598"/>
            <a:ext cx="127406" cy="0"/>
          </a:xfrm>
          <a:prstGeom prst="line">
            <a:avLst/>
          </a:prstGeom>
          <a:noFill/>
          <a:ln w="15875">
            <a:solidFill>
              <a:srgbClr val="2F7F93">
                <a:alpha val="76000"/>
              </a:srgbClr>
            </a:solidFill>
            <a:prstDash val="dash"/>
            <a:headEnd type="none"/>
            <a:tailEnd type="none"/>
          </a:ln>
        </p:spPr>
      </p:sp>
      <p:sp>
        <p:nvSpPr>
          <p:cNvPr id="445" name="Shape 443"/>
          <p:cNvSpPr/>
          <p:nvPr/>
        </p:nvSpPr>
        <p:spPr>
          <a:xfrm>
            <a:off x="4456481" y="4241855"/>
            <a:ext cx="0" cy="13409"/>
          </a:xfrm>
          <a:prstGeom prst="line">
            <a:avLst/>
          </a:prstGeom>
          <a:noFill/>
          <a:ln w="15875">
            <a:solidFill>
              <a:srgbClr val="2F7F93">
                <a:alpha val="76000"/>
              </a:srgbClr>
            </a:solidFill>
            <a:prstDash val="dash"/>
            <a:headEnd type="none"/>
            <a:tailEnd type="none"/>
          </a:ln>
        </p:spPr>
      </p:sp>
      <p:sp>
        <p:nvSpPr>
          <p:cNvPr id="446" name="Shape 444"/>
          <p:cNvSpPr/>
          <p:nvPr/>
        </p:nvSpPr>
        <p:spPr>
          <a:xfrm>
            <a:off x="4456481" y="4252521"/>
            <a:ext cx="127407" cy="0"/>
          </a:xfrm>
          <a:prstGeom prst="line">
            <a:avLst/>
          </a:prstGeom>
          <a:noFill/>
          <a:ln w="15875">
            <a:solidFill>
              <a:srgbClr val="2F7F93">
                <a:alpha val="76000"/>
              </a:srgbClr>
            </a:solidFill>
            <a:prstDash val="dash"/>
            <a:headEnd type="none"/>
            <a:tailEnd type="none"/>
          </a:ln>
        </p:spPr>
      </p:sp>
      <p:sp>
        <p:nvSpPr>
          <p:cNvPr id="447" name="Shape 445"/>
          <p:cNvSpPr/>
          <p:nvPr/>
        </p:nvSpPr>
        <p:spPr>
          <a:xfrm>
            <a:off x="4581144" y="4249778"/>
            <a:ext cx="0" cy="7639"/>
          </a:xfrm>
          <a:prstGeom prst="line">
            <a:avLst/>
          </a:prstGeom>
          <a:noFill/>
          <a:ln w="15875">
            <a:solidFill>
              <a:srgbClr val="2F7F93">
                <a:alpha val="76000"/>
              </a:srgbClr>
            </a:solidFill>
            <a:prstDash val="dash"/>
            <a:headEnd type="none"/>
            <a:tailEnd type="none"/>
          </a:ln>
        </p:spPr>
      </p:sp>
      <p:sp>
        <p:nvSpPr>
          <p:cNvPr id="448" name="Shape 446"/>
          <p:cNvSpPr/>
          <p:nvPr/>
        </p:nvSpPr>
        <p:spPr>
          <a:xfrm>
            <a:off x="4581144" y="4254674"/>
            <a:ext cx="127407" cy="0"/>
          </a:xfrm>
          <a:prstGeom prst="line">
            <a:avLst/>
          </a:prstGeom>
          <a:noFill/>
          <a:ln w="15875">
            <a:solidFill>
              <a:srgbClr val="2F7F93">
                <a:alpha val="76000"/>
              </a:srgbClr>
            </a:solidFill>
            <a:prstDash val="dash"/>
            <a:headEnd type="none"/>
            <a:tailEnd type="none"/>
          </a:ln>
        </p:spPr>
      </p:sp>
      <p:sp>
        <p:nvSpPr>
          <p:cNvPr id="449" name="Shape 447"/>
          <p:cNvSpPr/>
          <p:nvPr/>
        </p:nvSpPr>
        <p:spPr>
          <a:xfrm>
            <a:off x="4705807" y="4251931"/>
            <a:ext cx="0" cy="12893"/>
          </a:xfrm>
          <a:prstGeom prst="line">
            <a:avLst/>
          </a:prstGeom>
          <a:noFill/>
          <a:ln w="15875">
            <a:solidFill>
              <a:srgbClr val="2F7F93">
                <a:alpha val="76000"/>
              </a:srgbClr>
            </a:solidFill>
            <a:prstDash val="dash"/>
            <a:headEnd type="none"/>
            <a:tailEnd type="none"/>
          </a:ln>
        </p:spPr>
      </p:sp>
      <p:sp>
        <p:nvSpPr>
          <p:cNvPr id="450" name="Shape 448"/>
          <p:cNvSpPr/>
          <p:nvPr/>
        </p:nvSpPr>
        <p:spPr>
          <a:xfrm>
            <a:off x="4705807" y="4262080"/>
            <a:ext cx="127406" cy="0"/>
          </a:xfrm>
          <a:prstGeom prst="line">
            <a:avLst/>
          </a:prstGeom>
          <a:noFill/>
          <a:ln w="15875">
            <a:solidFill>
              <a:srgbClr val="2F7F93">
                <a:alpha val="76000"/>
              </a:srgbClr>
            </a:solidFill>
            <a:prstDash val="dash"/>
            <a:headEnd type="none"/>
            <a:tailEnd type="none"/>
          </a:ln>
        </p:spPr>
      </p:sp>
      <p:sp>
        <p:nvSpPr>
          <p:cNvPr id="451" name="Shape 449"/>
          <p:cNvSpPr/>
          <p:nvPr/>
        </p:nvSpPr>
        <p:spPr>
          <a:xfrm>
            <a:off x="4830470" y="4259337"/>
            <a:ext cx="0" cy="16337"/>
          </a:xfrm>
          <a:prstGeom prst="line">
            <a:avLst/>
          </a:prstGeom>
          <a:noFill/>
          <a:ln w="15875">
            <a:solidFill>
              <a:srgbClr val="2F7F93">
                <a:alpha val="76000"/>
              </a:srgbClr>
            </a:solidFill>
            <a:prstDash val="dash"/>
            <a:headEnd type="none"/>
            <a:tailEnd type="none"/>
          </a:ln>
        </p:spPr>
      </p:sp>
      <p:sp>
        <p:nvSpPr>
          <p:cNvPr id="452" name="Shape 450"/>
          <p:cNvSpPr/>
          <p:nvPr/>
        </p:nvSpPr>
        <p:spPr>
          <a:xfrm>
            <a:off x="4830470" y="4272931"/>
            <a:ext cx="127407" cy="0"/>
          </a:xfrm>
          <a:prstGeom prst="line">
            <a:avLst/>
          </a:prstGeom>
          <a:noFill/>
          <a:ln w="15875">
            <a:solidFill>
              <a:srgbClr val="2F7F93">
                <a:alpha val="76000"/>
              </a:srgbClr>
            </a:solidFill>
            <a:prstDash val="dash"/>
            <a:headEnd type="none"/>
            <a:tailEnd type="none"/>
          </a:ln>
        </p:spPr>
      </p:sp>
      <p:sp>
        <p:nvSpPr>
          <p:cNvPr id="453" name="Shape 451"/>
          <p:cNvSpPr/>
          <p:nvPr/>
        </p:nvSpPr>
        <p:spPr>
          <a:xfrm>
            <a:off x="4955134" y="4270188"/>
            <a:ext cx="0" cy="30575"/>
          </a:xfrm>
          <a:prstGeom prst="line">
            <a:avLst/>
          </a:prstGeom>
          <a:noFill/>
          <a:ln w="15875">
            <a:solidFill>
              <a:srgbClr val="2F7F93">
                <a:alpha val="76000"/>
              </a:srgbClr>
            </a:solidFill>
            <a:prstDash val="dash"/>
            <a:headEnd type="none"/>
            <a:tailEnd type="none"/>
          </a:ln>
        </p:spPr>
      </p:sp>
      <p:sp>
        <p:nvSpPr>
          <p:cNvPr id="454" name="Shape 452"/>
          <p:cNvSpPr/>
          <p:nvPr/>
        </p:nvSpPr>
        <p:spPr>
          <a:xfrm>
            <a:off x="4955134" y="4298020"/>
            <a:ext cx="127407" cy="0"/>
          </a:xfrm>
          <a:prstGeom prst="line">
            <a:avLst/>
          </a:prstGeom>
          <a:noFill/>
          <a:ln w="15875">
            <a:solidFill>
              <a:srgbClr val="2F7F93">
                <a:alpha val="76000"/>
              </a:srgbClr>
            </a:solidFill>
            <a:prstDash val="dash"/>
            <a:headEnd type="none"/>
            <a:tailEnd type="none"/>
          </a:ln>
        </p:spPr>
      </p:sp>
      <p:sp>
        <p:nvSpPr>
          <p:cNvPr id="455" name="Shape 453"/>
          <p:cNvSpPr/>
          <p:nvPr/>
        </p:nvSpPr>
        <p:spPr>
          <a:xfrm>
            <a:off x="5079797" y="4295277"/>
            <a:ext cx="0" cy="35255"/>
          </a:xfrm>
          <a:prstGeom prst="line">
            <a:avLst/>
          </a:prstGeom>
          <a:noFill/>
          <a:ln w="15875">
            <a:solidFill>
              <a:srgbClr val="2F7F93">
                <a:alpha val="76000"/>
              </a:srgbClr>
            </a:solidFill>
            <a:prstDash val="dash"/>
            <a:headEnd type="none"/>
            <a:tailEnd type="none"/>
          </a:ln>
        </p:spPr>
      </p:sp>
      <p:sp>
        <p:nvSpPr>
          <p:cNvPr id="456" name="Shape 454"/>
          <p:cNvSpPr/>
          <p:nvPr/>
        </p:nvSpPr>
        <p:spPr>
          <a:xfrm>
            <a:off x="5079797" y="4327788"/>
            <a:ext cx="127406" cy="0"/>
          </a:xfrm>
          <a:prstGeom prst="line">
            <a:avLst/>
          </a:prstGeom>
          <a:noFill/>
          <a:ln w="15875">
            <a:solidFill>
              <a:srgbClr val="2F7F93">
                <a:alpha val="76000"/>
              </a:srgbClr>
            </a:solidFill>
            <a:prstDash val="dash"/>
            <a:headEnd type="none"/>
            <a:tailEnd type="none"/>
          </a:ln>
        </p:spPr>
      </p:sp>
      <p:sp>
        <p:nvSpPr>
          <p:cNvPr id="457" name="Shape 455"/>
          <p:cNvSpPr/>
          <p:nvPr/>
        </p:nvSpPr>
        <p:spPr>
          <a:xfrm>
            <a:off x="5204460" y="4325045"/>
            <a:ext cx="0" cy="37379"/>
          </a:xfrm>
          <a:prstGeom prst="line">
            <a:avLst/>
          </a:prstGeom>
          <a:noFill/>
          <a:ln w="15875">
            <a:solidFill>
              <a:srgbClr val="2F7F93">
                <a:alpha val="76000"/>
              </a:srgbClr>
            </a:solidFill>
            <a:prstDash val="dash"/>
            <a:headEnd type="none"/>
            <a:tailEnd type="none"/>
          </a:ln>
        </p:spPr>
      </p:sp>
      <p:sp>
        <p:nvSpPr>
          <p:cNvPr id="458" name="Shape 456"/>
          <p:cNvSpPr/>
          <p:nvPr/>
        </p:nvSpPr>
        <p:spPr>
          <a:xfrm>
            <a:off x="5204460" y="4359681"/>
            <a:ext cx="127407" cy="0"/>
          </a:xfrm>
          <a:prstGeom prst="line">
            <a:avLst/>
          </a:prstGeom>
          <a:noFill/>
          <a:ln w="15875">
            <a:solidFill>
              <a:srgbClr val="2F7F93">
                <a:alpha val="76000"/>
              </a:srgbClr>
            </a:solidFill>
            <a:prstDash val="dash"/>
            <a:headEnd type="none"/>
            <a:tailEnd type="none"/>
          </a:ln>
        </p:spPr>
      </p:sp>
      <p:sp>
        <p:nvSpPr>
          <p:cNvPr id="459" name="Shape 457"/>
          <p:cNvSpPr/>
          <p:nvPr/>
        </p:nvSpPr>
        <p:spPr>
          <a:xfrm>
            <a:off x="5329123" y="4356938"/>
            <a:ext cx="0" cy="45560"/>
          </a:xfrm>
          <a:prstGeom prst="line">
            <a:avLst/>
          </a:prstGeom>
          <a:noFill/>
          <a:ln w="15875">
            <a:solidFill>
              <a:srgbClr val="2F7F93">
                <a:alpha val="76000"/>
              </a:srgbClr>
            </a:solidFill>
            <a:prstDash val="dash"/>
            <a:headEnd type="none"/>
            <a:tailEnd type="none"/>
          </a:ln>
        </p:spPr>
      </p:sp>
      <p:sp>
        <p:nvSpPr>
          <p:cNvPr id="460" name="Shape 458"/>
          <p:cNvSpPr/>
          <p:nvPr/>
        </p:nvSpPr>
        <p:spPr>
          <a:xfrm>
            <a:off x="5329123" y="4399754"/>
            <a:ext cx="127407" cy="0"/>
          </a:xfrm>
          <a:prstGeom prst="line">
            <a:avLst/>
          </a:prstGeom>
          <a:noFill/>
          <a:ln w="15875">
            <a:solidFill>
              <a:srgbClr val="2F7F93">
                <a:alpha val="76000"/>
              </a:srgbClr>
            </a:solidFill>
            <a:prstDash val="dash"/>
            <a:headEnd type="none"/>
            <a:tailEnd type="none"/>
          </a:ln>
        </p:spPr>
      </p:sp>
      <p:sp>
        <p:nvSpPr>
          <p:cNvPr id="461" name="Shape 459"/>
          <p:cNvSpPr/>
          <p:nvPr/>
        </p:nvSpPr>
        <p:spPr>
          <a:xfrm>
            <a:off x="5453787" y="4397011"/>
            <a:ext cx="0" cy="39962"/>
          </a:xfrm>
          <a:prstGeom prst="line">
            <a:avLst/>
          </a:prstGeom>
          <a:noFill/>
          <a:ln w="15875">
            <a:solidFill>
              <a:srgbClr val="2F7F93">
                <a:alpha val="76000"/>
              </a:srgbClr>
            </a:solidFill>
            <a:prstDash val="dash"/>
            <a:headEnd type="none"/>
            <a:tailEnd type="none"/>
          </a:ln>
        </p:spPr>
      </p:sp>
      <p:sp>
        <p:nvSpPr>
          <p:cNvPr id="462" name="Shape 460"/>
          <p:cNvSpPr/>
          <p:nvPr/>
        </p:nvSpPr>
        <p:spPr>
          <a:xfrm>
            <a:off x="5453787" y="4434230"/>
            <a:ext cx="127406" cy="0"/>
          </a:xfrm>
          <a:prstGeom prst="line">
            <a:avLst/>
          </a:prstGeom>
          <a:noFill/>
          <a:ln w="15875">
            <a:solidFill>
              <a:srgbClr val="2F7F93">
                <a:alpha val="76000"/>
              </a:srgbClr>
            </a:solidFill>
            <a:prstDash val="dash"/>
            <a:headEnd type="none"/>
            <a:tailEnd type="none"/>
          </a:ln>
        </p:spPr>
      </p:sp>
      <p:sp>
        <p:nvSpPr>
          <p:cNvPr id="463" name="Shape 461"/>
          <p:cNvSpPr/>
          <p:nvPr/>
        </p:nvSpPr>
        <p:spPr>
          <a:xfrm>
            <a:off x="5578449" y="4431487"/>
            <a:ext cx="0" cy="38728"/>
          </a:xfrm>
          <a:prstGeom prst="line">
            <a:avLst/>
          </a:prstGeom>
          <a:noFill/>
          <a:ln w="15875">
            <a:solidFill>
              <a:srgbClr val="2F7F93">
                <a:alpha val="76000"/>
              </a:srgbClr>
            </a:solidFill>
            <a:prstDash val="dash"/>
            <a:headEnd type="none"/>
            <a:tailEnd type="none"/>
          </a:ln>
        </p:spPr>
      </p:sp>
      <p:sp>
        <p:nvSpPr>
          <p:cNvPr id="464" name="Shape 462"/>
          <p:cNvSpPr/>
          <p:nvPr/>
        </p:nvSpPr>
        <p:spPr>
          <a:xfrm>
            <a:off x="5578449" y="4467472"/>
            <a:ext cx="127407" cy="0"/>
          </a:xfrm>
          <a:prstGeom prst="line">
            <a:avLst/>
          </a:prstGeom>
          <a:noFill/>
          <a:ln w="15875">
            <a:solidFill>
              <a:srgbClr val="2F7F93">
                <a:alpha val="76000"/>
              </a:srgbClr>
            </a:solidFill>
            <a:prstDash val="dash"/>
            <a:headEnd type="none"/>
            <a:tailEnd type="none"/>
          </a:ln>
        </p:spPr>
      </p:sp>
      <p:sp>
        <p:nvSpPr>
          <p:cNvPr id="465" name="Shape 463"/>
          <p:cNvSpPr/>
          <p:nvPr/>
        </p:nvSpPr>
        <p:spPr>
          <a:xfrm>
            <a:off x="5703113" y="4464729"/>
            <a:ext cx="0" cy="32556"/>
          </a:xfrm>
          <a:prstGeom prst="line">
            <a:avLst/>
          </a:prstGeom>
          <a:noFill/>
          <a:ln w="15875">
            <a:solidFill>
              <a:srgbClr val="2F7F93">
                <a:alpha val="76000"/>
              </a:srgbClr>
            </a:solidFill>
            <a:prstDash val="dash"/>
            <a:headEnd type="none"/>
            <a:tailEnd type="none"/>
          </a:ln>
        </p:spPr>
      </p:sp>
      <p:sp>
        <p:nvSpPr>
          <p:cNvPr id="466" name="Shape 464"/>
          <p:cNvSpPr/>
          <p:nvPr/>
        </p:nvSpPr>
        <p:spPr>
          <a:xfrm>
            <a:off x="5703113" y="4494542"/>
            <a:ext cx="127407" cy="0"/>
          </a:xfrm>
          <a:prstGeom prst="line">
            <a:avLst/>
          </a:prstGeom>
          <a:noFill/>
          <a:ln w="15875">
            <a:solidFill>
              <a:srgbClr val="2F7F93">
                <a:alpha val="76000"/>
              </a:srgbClr>
            </a:solidFill>
            <a:prstDash val="dash"/>
            <a:headEnd type="none"/>
            <a:tailEnd type="none"/>
          </a:ln>
        </p:spPr>
      </p:sp>
      <p:sp>
        <p:nvSpPr>
          <p:cNvPr id="467" name="Shape 465"/>
          <p:cNvSpPr/>
          <p:nvPr/>
        </p:nvSpPr>
        <p:spPr>
          <a:xfrm>
            <a:off x="5827776" y="4491798"/>
            <a:ext cx="0" cy="34135"/>
          </a:xfrm>
          <a:prstGeom prst="line">
            <a:avLst/>
          </a:prstGeom>
          <a:noFill/>
          <a:ln w="15875">
            <a:solidFill>
              <a:srgbClr val="2F7F93">
                <a:alpha val="76000"/>
              </a:srgbClr>
            </a:solidFill>
            <a:prstDash val="dash"/>
            <a:headEnd type="none"/>
            <a:tailEnd type="none"/>
          </a:ln>
        </p:spPr>
      </p:sp>
      <p:sp>
        <p:nvSpPr>
          <p:cNvPr id="468" name="Shape 466"/>
          <p:cNvSpPr/>
          <p:nvPr/>
        </p:nvSpPr>
        <p:spPr>
          <a:xfrm>
            <a:off x="5827776" y="4523190"/>
            <a:ext cx="127406" cy="0"/>
          </a:xfrm>
          <a:prstGeom prst="line">
            <a:avLst/>
          </a:prstGeom>
          <a:noFill/>
          <a:ln w="15875">
            <a:solidFill>
              <a:srgbClr val="2F7F93">
                <a:alpha val="76000"/>
              </a:srgbClr>
            </a:solidFill>
            <a:prstDash val="dash"/>
            <a:headEnd type="none"/>
            <a:tailEnd type="none"/>
          </a:ln>
        </p:spPr>
      </p:sp>
      <p:sp>
        <p:nvSpPr>
          <p:cNvPr id="469" name="Shape 467"/>
          <p:cNvSpPr/>
          <p:nvPr/>
        </p:nvSpPr>
        <p:spPr>
          <a:xfrm>
            <a:off x="5952439" y="4520447"/>
            <a:ext cx="0" cy="33417"/>
          </a:xfrm>
          <a:prstGeom prst="line">
            <a:avLst/>
          </a:prstGeom>
          <a:noFill/>
          <a:ln w="15875">
            <a:solidFill>
              <a:srgbClr val="2F7F93">
                <a:alpha val="76000"/>
              </a:srgbClr>
            </a:solidFill>
            <a:prstDash val="dash"/>
            <a:headEnd type="none"/>
            <a:tailEnd type="none"/>
          </a:ln>
        </p:spPr>
      </p:sp>
      <p:sp>
        <p:nvSpPr>
          <p:cNvPr id="470" name="Shape 468"/>
          <p:cNvSpPr/>
          <p:nvPr/>
        </p:nvSpPr>
        <p:spPr>
          <a:xfrm>
            <a:off x="5952439" y="4551121"/>
            <a:ext cx="127407" cy="0"/>
          </a:xfrm>
          <a:prstGeom prst="line">
            <a:avLst/>
          </a:prstGeom>
          <a:noFill/>
          <a:ln w="15875">
            <a:solidFill>
              <a:srgbClr val="2F7F93">
                <a:alpha val="76000"/>
              </a:srgbClr>
            </a:solidFill>
            <a:prstDash val="dash"/>
            <a:headEnd type="none"/>
            <a:tailEnd type="none"/>
          </a:ln>
        </p:spPr>
      </p:sp>
      <p:sp>
        <p:nvSpPr>
          <p:cNvPr id="471" name="Shape 469"/>
          <p:cNvSpPr/>
          <p:nvPr/>
        </p:nvSpPr>
        <p:spPr>
          <a:xfrm>
            <a:off x="6077102" y="4548378"/>
            <a:ext cx="0" cy="28623"/>
          </a:xfrm>
          <a:prstGeom prst="line">
            <a:avLst/>
          </a:prstGeom>
          <a:noFill/>
          <a:ln w="15875">
            <a:solidFill>
              <a:srgbClr val="2F7F93">
                <a:alpha val="76000"/>
              </a:srgbClr>
            </a:solidFill>
            <a:prstDash val="dash"/>
            <a:headEnd type="none"/>
            <a:tailEnd type="none"/>
          </a:ln>
        </p:spPr>
      </p:sp>
      <p:sp>
        <p:nvSpPr>
          <p:cNvPr id="472" name="Shape 470"/>
          <p:cNvSpPr/>
          <p:nvPr/>
        </p:nvSpPr>
        <p:spPr>
          <a:xfrm>
            <a:off x="6077102" y="4574258"/>
            <a:ext cx="127407" cy="0"/>
          </a:xfrm>
          <a:prstGeom prst="line">
            <a:avLst/>
          </a:prstGeom>
          <a:noFill/>
          <a:ln w="15875">
            <a:solidFill>
              <a:srgbClr val="2F7F93">
                <a:alpha val="76000"/>
              </a:srgbClr>
            </a:solidFill>
            <a:prstDash val="dash"/>
            <a:headEnd type="none"/>
            <a:tailEnd type="none"/>
          </a:ln>
        </p:spPr>
      </p:sp>
      <p:sp>
        <p:nvSpPr>
          <p:cNvPr id="473" name="Shape 471"/>
          <p:cNvSpPr/>
          <p:nvPr/>
        </p:nvSpPr>
        <p:spPr>
          <a:xfrm>
            <a:off x="6201766" y="4571515"/>
            <a:ext cx="0" cy="20500"/>
          </a:xfrm>
          <a:prstGeom prst="line">
            <a:avLst/>
          </a:prstGeom>
          <a:noFill/>
          <a:ln w="15875">
            <a:solidFill>
              <a:srgbClr val="2F7F93">
                <a:alpha val="76000"/>
              </a:srgbClr>
            </a:solidFill>
            <a:prstDash val="dash"/>
            <a:headEnd type="none"/>
            <a:tailEnd type="none"/>
          </a:ln>
        </p:spPr>
      </p:sp>
      <p:sp>
        <p:nvSpPr>
          <p:cNvPr id="474" name="Shape 472"/>
          <p:cNvSpPr/>
          <p:nvPr/>
        </p:nvSpPr>
        <p:spPr>
          <a:xfrm>
            <a:off x="6201766" y="4589272"/>
            <a:ext cx="127406" cy="0"/>
          </a:xfrm>
          <a:prstGeom prst="line">
            <a:avLst/>
          </a:prstGeom>
          <a:noFill/>
          <a:ln w="15875">
            <a:solidFill>
              <a:srgbClr val="2F7F93">
                <a:alpha val="76000"/>
              </a:srgbClr>
            </a:solidFill>
            <a:prstDash val="dash"/>
            <a:headEnd type="none"/>
            <a:tailEnd type="none"/>
          </a:ln>
        </p:spPr>
      </p:sp>
      <p:sp>
        <p:nvSpPr>
          <p:cNvPr id="475" name="Shape 473"/>
          <p:cNvSpPr/>
          <p:nvPr/>
        </p:nvSpPr>
        <p:spPr>
          <a:xfrm>
            <a:off x="6326429" y="4586528"/>
            <a:ext cx="0" cy="23054"/>
          </a:xfrm>
          <a:prstGeom prst="line">
            <a:avLst/>
          </a:prstGeom>
          <a:noFill/>
          <a:ln w="15875">
            <a:solidFill>
              <a:srgbClr val="2F7F93">
                <a:alpha val="76000"/>
              </a:srgbClr>
            </a:solidFill>
            <a:prstDash val="dash"/>
            <a:headEnd type="none"/>
            <a:tailEnd type="none"/>
          </a:ln>
        </p:spPr>
      </p:sp>
      <p:sp>
        <p:nvSpPr>
          <p:cNvPr id="476" name="Shape 474"/>
          <p:cNvSpPr/>
          <p:nvPr/>
        </p:nvSpPr>
        <p:spPr>
          <a:xfrm>
            <a:off x="6326429" y="4606840"/>
            <a:ext cx="127407" cy="0"/>
          </a:xfrm>
          <a:prstGeom prst="line">
            <a:avLst/>
          </a:prstGeom>
          <a:noFill/>
          <a:ln w="15875">
            <a:solidFill>
              <a:srgbClr val="2F7F93">
                <a:alpha val="76000"/>
              </a:srgbClr>
            </a:solidFill>
            <a:prstDash val="dash"/>
            <a:headEnd type="none"/>
            <a:tailEnd type="none"/>
          </a:ln>
        </p:spPr>
      </p:sp>
      <p:sp>
        <p:nvSpPr>
          <p:cNvPr id="477" name="Shape 475"/>
          <p:cNvSpPr/>
          <p:nvPr/>
        </p:nvSpPr>
        <p:spPr>
          <a:xfrm>
            <a:off x="6451092" y="4604096"/>
            <a:ext cx="0" cy="26356"/>
          </a:xfrm>
          <a:prstGeom prst="line">
            <a:avLst/>
          </a:prstGeom>
          <a:noFill/>
          <a:ln w="15875">
            <a:solidFill>
              <a:srgbClr val="2F7F93">
                <a:alpha val="76000"/>
              </a:srgbClr>
            </a:solidFill>
            <a:prstDash val="dash"/>
            <a:headEnd type="none"/>
            <a:tailEnd type="none"/>
          </a:ln>
        </p:spPr>
      </p:sp>
      <p:sp>
        <p:nvSpPr>
          <p:cNvPr id="478" name="Shape 476"/>
          <p:cNvSpPr/>
          <p:nvPr/>
        </p:nvSpPr>
        <p:spPr>
          <a:xfrm>
            <a:off x="6451092" y="4627709"/>
            <a:ext cx="127407" cy="0"/>
          </a:xfrm>
          <a:prstGeom prst="line">
            <a:avLst/>
          </a:prstGeom>
          <a:noFill/>
          <a:ln w="15875">
            <a:solidFill>
              <a:srgbClr val="2F7F93">
                <a:alpha val="76000"/>
              </a:srgbClr>
            </a:solidFill>
            <a:prstDash val="dash"/>
            <a:headEnd type="none"/>
            <a:tailEnd type="none"/>
          </a:ln>
        </p:spPr>
      </p:sp>
      <p:sp>
        <p:nvSpPr>
          <p:cNvPr id="479" name="Shape 477"/>
          <p:cNvSpPr/>
          <p:nvPr/>
        </p:nvSpPr>
        <p:spPr>
          <a:xfrm>
            <a:off x="6575755" y="4624966"/>
            <a:ext cx="0" cy="30690"/>
          </a:xfrm>
          <a:prstGeom prst="line">
            <a:avLst/>
          </a:prstGeom>
          <a:noFill/>
          <a:ln w="15875">
            <a:solidFill>
              <a:srgbClr val="2F7F93">
                <a:alpha val="76000"/>
              </a:srgbClr>
            </a:solidFill>
            <a:prstDash val="dash"/>
            <a:headEnd type="none"/>
            <a:tailEnd type="none"/>
          </a:ln>
        </p:spPr>
      </p:sp>
      <p:sp>
        <p:nvSpPr>
          <p:cNvPr id="480" name="Shape 478"/>
          <p:cNvSpPr/>
          <p:nvPr/>
        </p:nvSpPr>
        <p:spPr>
          <a:xfrm>
            <a:off x="6575755" y="4652913"/>
            <a:ext cx="127406" cy="0"/>
          </a:xfrm>
          <a:prstGeom prst="line">
            <a:avLst/>
          </a:prstGeom>
          <a:noFill/>
          <a:ln w="15875">
            <a:solidFill>
              <a:srgbClr val="2F7F93">
                <a:alpha val="76000"/>
              </a:srgbClr>
            </a:solidFill>
            <a:prstDash val="dash"/>
            <a:headEnd type="none"/>
            <a:tailEnd type="none"/>
          </a:ln>
        </p:spPr>
      </p:sp>
      <p:sp>
        <p:nvSpPr>
          <p:cNvPr id="481" name="Shape 479"/>
          <p:cNvSpPr/>
          <p:nvPr/>
        </p:nvSpPr>
        <p:spPr>
          <a:xfrm>
            <a:off x="6700418" y="4650170"/>
            <a:ext cx="0" cy="28423"/>
          </a:xfrm>
          <a:prstGeom prst="line">
            <a:avLst/>
          </a:prstGeom>
          <a:noFill/>
          <a:ln w="15875">
            <a:solidFill>
              <a:srgbClr val="2F7F93">
                <a:alpha val="76000"/>
              </a:srgbClr>
            </a:solidFill>
            <a:prstDash val="dash"/>
            <a:headEnd type="none"/>
            <a:tailEnd type="none"/>
          </a:ln>
        </p:spPr>
      </p:sp>
      <p:sp>
        <p:nvSpPr>
          <p:cNvPr id="482" name="Shape 480"/>
          <p:cNvSpPr/>
          <p:nvPr/>
        </p:nvSpPr>
        <p:spPr>
          <a:xfrm>
            <a:off x="6700418" y="4675849"/>
            <a:ext cx="127407" cy="0"/>
          </a:xfrm>
          <a:prstGeom prst="line">
            <a:avLst/>
          </a:prstGeom>
          <a:noFill/>
          <a:ln w="15875">
            <a:solidFill>
              <a:srgbClr val="2F7F93">
                <a:alpha val="76000"/>
              </a:srgbClr>
            </a:solidFill>
            <a:prstDash val="dash"/>
            <a:headEnd type="none"/>
            <a:tailEnd type="none"/>
          </a:ln>
        </p:spPr>
      </p:sp>
      <p:sp>
        <p:nvSpPr>
          <p:cNvPr id="483" name="Shape 481"/>
          <p:cNvSpPr/>
          <p:nvPr/>
        </p:nvSpPr>
        <p:spPr>
          <a:xfrm>
            <a:off x="6825082" y="4673106"/>
            <a:ext cx="0" cy="26327"/>
          </a:xfrm>
          <a:prstGeom prst="line">
            <a:avLst/>
          </a:prstGeom>
          <a:noFill/>
          <a:ln w="15875">
            <a:solidFill>
              <a:srgbClr val="2F7F93">
                <a:alpha val="76000"/>
              </a:srgbClr>
            </a:solidFill>
            <a:prstDash val="dash"/>
            <a:headEnd type="none"/>
            <a:tailEnd type="none"/>
          </a:ln>
        </p:spPr>
      </p:sp>
      <p:sp>
        <p:nvSpPr>
          <p:cNvPr id="484" name="Shape 482"/>
          <p:cNvSpPr/>
          <p:nvPr/>
        </p:nvSpPr>
        <p:spPr>
          <a:xfrm>
            <a:off x="6825082" y="4696689"/>
            <a:ext cx="127407" cy="0"/>
          </a:xfrm>
          <a:prstGeom prst="line">
            <a:avLst/>
          </a:prstGeom>
          <a:noFill/>
          <a:ln w="15875">
            <a:solidFill>
              <a:srgbClr val="2F7F93">
                <a:alpha val="76000"/>
              </a:srgbClr>
            </a:solidFill>
            <a:prstDash val="dash"/>
            <a:headEnd type="none"/>
            <a:tailEnd type="none"/>
          </a:ln>
        </p:spPr>
      </p:sp>
      <p:sp>
        <p:nvSpPr>
          <p:cNvPr id="485" name="Shape 483"/>
          <p:cNvSpPr/>
          <p:nvPr/>
        </p:nvSpPr>
        <p:spPr>
          <a:xfrm>
            <a:off x="6949745" y="4693946"/>
            <a:ext cx="0" cy="29743"/>
          </a:xfrm>
          <a:prstGeom prst="line">
            <a:avLst/>
          </a:prstGeom>
          <a:noFill/>
          <a:ln w="15875">
            <a:solidFill>
              <a:srgbClr val="2F7F93">
                <a:alpha val="76000"/>
              </a:srgbClr>
            </a:solidFill>
            <a:prstDash val="dash"/>
            <a:headEnd type="none"/>
            <a:tailEnd type="none"/>
          </a:ln>
        </p:spPr>
      </p:sp>
      <p:sp>
        <p:nvSpPr>
          <p:cNvPr id="486" name="Shape 484"/>
          <p:cNvSpPr/>
          <p:nvPr/>
        </p:nvSpPr>
        <p:spPr>
          <a:xfrm>
            <a:off x="6949745" y="4720946"/>
            <a:ext cx="127406" cy="0"/>
          </a:xfrm>
          <a:prstGeom prst="line">
            <a:avLst/>
          </a:prstGeom>
          <a:noFill/>
          <a:ln w="15875">
            <a:solidFill>
              <a:srgbClr val="2F7F93">
                <a:alpha val="76000"/>
              </a:srgbClr>
            </a:solidFill>
            <a:prstDash val="dash"/>
            <a:headEnd type="none"/>
            <a:tailEnd type="none"/>
          </a:ln>
        </p:spPr>
      </p:sp>
      <p:sp>
        <p:nvSpPr>
          <p:cNvPr id="487" name="Shape 485"/>
          <p:cNvSpPr/>
          <p:nvPr/>
        </p:nvSpPr>
        <p:spPr>
          <a:xfrm>
            <a:off x="7074408" y="4718203"/>
            <a:ext cx="0" cy="34049"/>
          </a:xfrm>
          <a:prstGeom prst="line">
            <a:avLst/>
          </a:prstGeom>
          <a:noFill/>
          <a:ln w="15875">
            <a:solidFill>
              <a:srgbClr val="2F7F93">
                <a:alpha val="76000"/>
              </a:srgbClr>
            </a:solidFill>
            <a:prstDash val="dash"/>
            <a:headEnd type="none"/>
            <a:tailEnd type="none"/>
          </a:ln>
        </p:spPr>
      </p:sp>
      <p:sp>
        <p:nvSpPr>
          <p:cNvPr id="488" name="Shape 486"/>
          <p:cNvSpPr/>
          <p:nvPr/>
        </p:nvSpPr>
        <p:spPr>
          <a:xfrm>
            <a:off x="7074408" y="4749509"/>
            <a:ext cx="127407" cy="0"/>
          </a:xfrm>
          <a:prstGeom prst="line">
            <a:avLst/>
          </a:prstGeom>
          <a:noFill/>
          <a:ln w="15875">
            <a:solidFill>
              <a:srgbClr val="2F7F93">
                <a:alpha val="76000"/>
              </a:srgbClr>
            </a:solidFill>
            <a:prstDash val="dash"/>
            <a:headEnd type="none"/>
            <a:tailEnd type="none"/>
          </a:ln>
        </p:spPr>
      </p:sp>
      <p:sp>
        <p:nvSpPr>
          <p:cNvPr id="489" name="Shape 487"/>
          <p:cNvSpPr/>
          <p:nvPr/>
        </p:nvSpPr>
        <p:spPr>
          <a:xfrm>
            <a:off x="7199071" y="4746765"/>
            <a:ext cx="0" cy="39532"/>
          </a:xfrm>
          <a:prstGeom prst="line">
            <a:avLst/>
          </a:prstGeom>
          <a:noFill/>
          <a:ln w="15875">
            <a:solidFill>
              <a:srgbClr val="2F7F93">
                <a:alpha val="76000"/>
              </a:srgbClr>
            </a:solidFill>
            <a:prstDash val="dash"/>
            <a:headEnd type="none"/>
            <a:tailEnd type="none"/>
          </a:ln>
        </p:spPr>
      </p:sp>
      <p:sp>
        <p:nvSpPr>
          <p:cNvPr id="490" name="Shape 488"/>
          <p:cNvSpPr/>
          <p:nvPr/>
        </p:nvSpPr>
        <p:spPr>
          <a:xfrm>
            <a:off x="7199071" y="4783554"/>
            <a:ext cx="127407" cy="0"/>
          </a:xfrm>
          <a:prstGeom prst="line">
            <a:avLst/>
          </a:prstGeom>
          <a:noFill/>
          <a:ln w="15875">
            <a:solidFill>
              <a:srgbClr val="2F7F93">
                <a:alpha val="76000"/>
              </a:srgbClr>
            </a:solidFill>
            <a:prstDash val="dash"/>
            <a:headEnd type="none"/>
            <a:tailEnd type="none"/>
          </a:ln>
        </p:spPr>
      </p:sp>
      <p:sp>
        <p:nvSpPr>
          <p:cNvPr id="491" name="Shape 489"/>
          <p:cNvSpPr/>
          <p:nvPr/>
        </p:nvSpPr>
        <p:spPr>
          <a:xfrm>
            <a:off x="7323735" y="4780811"/>
            <a:ext cx="0" cy="36489"/>
          </a:xfrm>
          <a:prstGeom prst="line">
            <a:avLst/>
          </a:prstGeom>
          <a:noFill/>
          <a:ln w="15875">
            <a:solidFill>
              <a:srgbClr val="2F7F93">
                <a:alpha val="76000"/>
              </a:srgbClr>
            </a:solidFill>
            <a:prstDash val="dash"/>
            <a:headEnd type="none"/>
            <a:tailEnd type="none"/>
          </a:ln>
        </p:spPr>
      </p:sp>
      <p:sp>
        <p:nvSpPr>
          <p:cNvPr id="492" name="Shape 490"/>
          <p:cNvSpPr/>
          <p:nvPr/>
        </p:nvSpPr>
        <p:spPr>
          <a:xfrm>
            <a:off x="7323735" y="4814556"/>
            <a:ext cx="127406" cy="0"/>
          </a:xfrm>
          <a:prstGeom prst="line">
            <a:avLst/>
          </a:prstGeom>
          <a:noFill/>
          <a:ln w="15875">
            <a:solidFill>
              <a:srgbClr val="2F7F93">
                <a:alpha val="76000"/>
              </a:srgbClr>
            </a:solidFill>
            <a:prstDash val="dash"/>
            <a:headEnd type="none"/>
            <a:tailEnd type="none"/>
          </a:ln>
        </p:spPr>
      </p:sp>
      <p:sp>
        <p:nvSpPr>
          <p:cNvPr id="493" name="Shape 491"/>
          <p:cNvSpPr/>
          <p:nvPr/>
        </p:nvSpPr>
        <p:spPr>
          <a:xfrm>
            <a:off x="7448397" y="4811813"/>
            <a:ext cx="0" cy="36690"/>
          </a:xfrm>
          <a:prstGeom prst="line">
            <a:avLst/>
          </a:prstGeom>
          <a:noFill/>
          <a:ln w="15875">
            <a:solidFill>
              <a:srgbClr val="2F7F93">
                <a:alpha val="76000"/>
              </a:srgbClr>
            </a:solidFill>
            <a:prstDash val="dash"/>
            <a:headEnd type="none"/>
            <a:tailEnd type="none"/>
          </a:ln>
        </p:spPr>
      </p:sp>
      <p:sp>
        <p:nvSpPr>
          <p:cNvPr id="494" name="Shape 492"/>
          <p:cNvSpPr/>
          <p:nvPr/>
        </p:nvSpPr>
        <p:spPr>
          <a:xfrm>
            <a:off x="7448397" y="4845760"/>
            <a:ext cx="127407" cy="0"/>
          </a:xfrm>
          <a:prstGeom prst="line">
            <a:avLst/>
          </a:prstGeom>
          <a:noFill/>
          <a:ln w="15875">
            <a:solidFill>
              <a:srgbClr val="2F7F93">
                <a:alpha val="76000"/>
              </a:srgbClr>
            </a:solidFill>
            <a:prstDash val="dash"/>
            <a:headEnd type="none"/>
            <a:tailEnd type="none"/>
          </a:ln>
        </p:spPr>
      </p:sp>
      <p:sp>
        <p:nvSpPr>
          <p:cNvPr id="495" name="Shape 493"/>
          <p:cNvSpPr/>
          <p:nvPr/>
        </p:nvSpPr>
        <p:spPr>
          <a:xfrm>
            <a:off x="7573061" y="4843017"/>
            <a:ext cx="0" cy="32413"/>
          </a:xfrm>
          <a:prstGeom prst="line">
            <a:avLst/>
          </a:prstGeom>
          <a:noFill/>
          <a:ln w="15875">
            <a:solidFill>
              <a:srgbClr val="2F7F93">
                <a:alpha val="76000"/>
              </a:srgbClr>
            </a:solidFill>
            <a:prstDash val="dash"/>
            <a:headEnd type="none"/>
            <a:tailEnd type="none"/>
          </a:ln>
        </p:spPr>
      </p:sp>
      <p:sp>
        <p:nvSpPr>
          <p:cNvPr id="496" name="Shape 494"/>
          <p:cNvSpPr/>
          <p:nvPr/>
        </p:nvSpPr>
        <p:spPr>
          <a:xfrm>
            <a:off x="7573061" y="4872686"/>
            <a:ext cx="127407" cy="0"/>
          </a:xfrm>
          <a:prstGeom prst="line">
            <a:avLst/>
          </a:prstGeom>
          <a:noFill/>
          <a:ln w="15875">
            <a:solidFill>
              <a:srgbClr val="2F7F93">
                <a:alpha val="76000"/>
              </a:srgbClr>
            </a:solidFill>
            <a:prstDash val="dash"/>
            <a:headEnd type="none"/>
            <a:tailEnd type="none"/>
          </a:ln>
        </p:spPr>
      </p:sp>
      <p:sp>
        <p:nvSpPr>
          <p:cNvPr id="497" name="Shape 495"/>
          <p:cNvSpPr/>
          <p:nvPr/>
        </p:nvSpPr>
        <p:spPr>
          <a:xfrm>
            <a:off x="7697724" y="4869943"/>
            <a:ext cx="0" cy="23083"/>
          </a:xfrm>
          <a:prstGeom prst="line">
            <a:avLst/>
          </a:prstGeom>
          <a:noFill/>
          <a:ln w="15875">
            <a:solidFill>
              <a:srgbClr val="2F7F93">
                <a:alpha val="76000"/>
              </a:srgbClr>
            </a:solidFill>
            <a:prstDash val="dash"/>
            <a:headEnd type="none"/>
            <a:tailEnd type="none"/>
          </a:ln>
        </p:spPr>
      </p:sp>
      <p:sp>
        <p:nvSpPr>
          <p:cNvPr id="498" name="Shape 496"/>
          <p:cNvSpPr/>
          <p:nvPr/>
        </p:nvSpPr>
        <p:spPr>
          <a:xfrm>
            <a:off x="7697724" y="4890283"/>
            <a:ext cx="127406" cy="0"/>
          </a:xfrm>
          <a:prstGeom prst="line">
            <a:avLst/>
          </a:prstGeom>
          <a:noFill/>
          <a:ln w="15875">
            <a:solidFill>
              <a:srgbClr val="2F7F93">
                <a:alpha val="76000"/>
              </a:srgbClr>
            </a:solidFill>
            <a:prstDash val="dash"/>
            <a:headEnd type="none"/>
            <a:tailEnd type="none"/>
          </a:ln>
        </p:spPr>
      </p:sp>
      <p:sp>
        <p:nvSpPr>
          <p:cNvPr id="499" name="Shape 497"/>
          <p:cNvSpPr/>
          <p:nvPr/>
        </p:nvSpPr>
        <p:spPr>
          <a:xfrm>
            <a:off x="7822387" y="4887540"/>
            <a:ext cx="0" cy="11027"/>
          </a:xfrm>
          <a:prstGeom prst="line">
            <a:avLst/>
          </a:prstGeom>
          <a:noFill/>
          <a:ln w="15875">
            <a:solidFill>
              <a:srgbClr val="2F7F93">
                <a:alpha val="76000"/>
              </a:srgbClr>
            </a:solidFill>
            <a:prstDash val="dash"/>
            <a:headEnd type="none"/>
            <a:tailEnd type="none"/>
          </a:ln>
        </p:spPr>
      </p:sp>
      <p:sp>
        <p:nvSpPr>
          <p:cNvPr id="500" name="Shape 498"/>
          <p:cNvSpPr/>
          <p:nvPr/>
        </p:nvSpPr>
        <p:spPr>
          <a:xfrm>
            <a:off x="7822387" y="4895823"/>
            <a:ext cx="127407" cy="0"/>
          </a:xfrm>
          <a:prstGeom prst="line">
            <a:avLst/>
          </a:prstGeom>
          <a:noFill/>
          <a:ln w="15875">
            <a:solidFill>
              <a:srgbClr val="2F7F93">
                <a:alpha val="76000"/>
              </a:srgbClr>
            </a:solidFill>
            <a:prstDash val="dash"/>
            <a:headEnd type="none"/>
            <a:tailEnd type="none"/>
          </a:ln>
        </p:spPr>
      </p:sp>
      <p:sp>
        <p:nvSpPr>
          <p:cNvPr id="501" name="Shape 499"/>
          <p:cNvSpPr/>
          <p:nvPr/>
        </p:nvSpPr>
        <p:spPr>
          <a:xfrm>
            <a:off x="7947050" y="4887855"/>
            <a:ext cx="0" cy="10711"/>
          </a:xfrm>
          <a:prstGeom prst="line">
            <a:avLst/>
          </a:prstGeom>
          <a:noFill/>
          <a:ln w="15875">
            <a:solidFill>
              <a:srgbClr val="2F7F93">
                <a:alpha val="76000"/>
              </a:srgbClr>
            </a:solidFill>
            <a:prstDash val="dash"/>
            <a:headEnd type="none"/>
            <a:tailEnd type="none"/>
          </a:ln>
        </p:spPr>
      </p:sp>
      <p:sp>
        <p:nvSpPr>
          <p:cNvPr id="502" name="Shape 500"/>
          <p:cNvSpPr/>
          <p:nvPr/>
        </p:nvSpPr>
        <p:spPr>
          <a:xfrm>
            <a:off x="7947050" y="4890599"/>
            <a:ext cx="127407" cy="0"/>
          </a:xfrm>
          <a:prstGeom prst="line">
            <a:avLst/>
          </a:prstGeom>
          <a:noFill/>
          <a:ln w="15875">
            <a:solidFill>
              <a:srgbClr val="2F7F93">
                <a:alpha val="76000"/>
              </a:srgbClr>
            </a:solidFill>
            <a:prstDash val="dash"/>
            <a:headEnd type="none"/>
            <a:tailEnd type="none"/>
          </a:ln>
        </p:spPr>
      </p:sp>
      <p:sp>
        <p:nvSpPr>
          <p:cNvPr id="503" name="Shape 501"/>
          <p:cNvSpPr/>
          <p:nvPr/>
        </p:nvSpPr>
        <p:spPr>
          <a:xfrm>
            <a:off x="8071714" y="4868134"/>
            <a:ext cx="0" cy="25207"/>
          </a:xfrm>
          <a:prstGeom prst="line">
            <a:avLst/>
          </a:prstGeom>
          <a:noFill/>
          <a:ln w="15875">
            <a:solidFill>
              <a:srgbClr val="2F7F93">
                <a:alpha val="76000"/>
              </a:srgbClr>
            </a:solidFill>
            <a:prstDash val="dash"/>
            <a:headEnd type="none"/>
            <a:tailEnd type="none"/>
          </a:ln>
        </p:spPr>
      </p:sp>
      <p:sp>
        <p:nvSpPr>
          <p:cNvPr id="504" name="Shape 502"/>
          <p:cNvSpPr/>
          <p:nvPr/>
        </p:nvSpPr>
        <p:spPr>
          <a:xfrm>
            <a:off x="8071714" y="4870878"/>
            <a:ext cx="127406" cy="0"/>
          </a:xfrm>
          <a:prstGeom prst="line">
            <a:avLst/>
          </a:prstGeom>
          <a:noFill/>
          <a:ln w="15875">
            <a:solidFill>
              <a:srgbClr val="2F7F93">
                <a:alpha val="76000"/>
              </a:srgbClr>
            </a:solidFill>
            <a:prstDash val="dash"/>
            <a:headEnd type="none"/>
            <a:tailEnd type="none"/>
          </a:ln>
        </p:spPr>
      </p:sp>
      <p:sp>
        <p:nvSpPr>
          <p:cNvPr id="505" name="Shape 503"/>
          <p:cNvSpPr/>
          <p:nvPr/>
        </p:nvSpPr>
        <p:spPr>
          <a:xfrm>
            <a:off x="8196377" y="4849160"/>
            <a:ext cx="0" cy="24461"/>
          </a:xfrm>
          <a:prstGeom prst="line">
            <a:avLst/>
          </a:prstGeom>
          <a:noFill/>
          <a:ln w="15875">
            <a:solidFill>
              <a:srgbClr val="2F7F93">
                <a:alpha val="76000"/>
              </a:srgbClr>
            </a:solidFill>
            <a:prstDash val="dash"/>
            <a:headEnd type="none"/>
            <a:tailEnd type="none"/>
          </a:ln>
        </p:spPr>
      </p:sp>
      <p:sp>
        <p:nvSpPr>
          <p:cNvPr id="506" name="Shape 504"/>
          <p:cNvSpPr/>
          <p:nvPr/>
        </p:nvSpPr>
        <p:spPr>
          <a:xfrm>
            <a:off x="8196377" y="4851903"/>
            <a:ext cx="127407" cy="0"/>
          </a:xfrm>
          <a:prstGeom prst="line">
            <a:avLst/>
          </a:prstGeom>
          <a:noFill/>
          <a:ln w="15875">
            <a:solidFill>
              <a:srgbClr val="2F7F93">
                <a:alpha val="76000"/>
              </a:srgbClr>
            </a:solidFill>
            <a:prstDash val="dash"/>
            <a:headEnd type="none"/>
            <a:tailEnd type="none"/>
          </a:ln>
        </p:spPr>
      </p:sp>
      <p:sp>
        <p:nvSpPr>
          <p:cNvPr id="507" name="Shape 505"/>
          <p:cNvSpPr/>
          <p:nvPr/>
        </p:nvSpPr>
        <p:spPr>
          <a:xfrm>
            <a:off x="8321040" y="4840146"/>
            <a:ext cx="0" cy="14500"/>
          </a:xfrm>
          <a:prstGeom prst="line">
            <a:avLst/>
          </a:prstGeom>
          <a:noFill/>
          <a:ln w="15875">
            <a:solidFill>
              <a:srgbClr val="2F7F93">
                <a:alpha val="76000"/>
              </a:srgbClr>
            </a:solidFill>
            <a:prstDash val="dash"/>
            <a:headEnd type="none"/>
            <a:tailEnd type="none"/>
          </a:ln>
        </p:spPr>
      </p:sp>
      <p:sp>
        <p:nvSpPr>
          <p:cNvPr id="508" name="Shape 506"/>
          <p:cNvSpPr/>
          <p:nvPr/>
        </p:nvSpPr>
        <p:spPr>
          <a:xfrm>
            <a:off x="841248" y="2935562"/>
            <a:ext cx="127407" cy="0"/>
          </a:xfrm>
          <a:prstGeom prst="line">
            <a:avLst/>
          </a:prstGeom>
          <a:noFill/>
          <a:ln w="15875">
            <a:solidFill>
              <a:srgbClr val="D87932">
                <a:alpha val="76000"/>
              </a:srgbClr>
            </a:solidFill>
            <a:prstDash val="dash"/>
            <a:headEnd type="none"/>
            <a:tailEnd type="none"/>
          </a:ln>
        </p:spPr>
      </p:sp>
      <p:sp>
        <p:nvSpPr>
          <p:cNvPr id="509" name="Shape 507"/>
          <p:cNvSpPr/>
          <p:nvPr/>
        </p:nvSpPr>
        <p:spPr>
          <a:xfrm>
            <a:off x="965911" y="2932819"/>
            <a:ext cx="0" cy="864120"/>
          </a:xfrm>
          <a:prstGeom prst="line">
            <a:avLst/>
          </a:prstGeom>
          <a:noFill/>
          <a:ln w="15875">
            <a:solidFill>
              <a:srgbClr val="D87932">
                <a:alpha val="76000"/>
              </a:srgbClr>
            </a:solidFill>
            <a:prstDash val="dash"/>
            <a:headEnd type="none"/>
            <a:tailEnd type="none"/>
          </a:ln>
        </p:spPr>
      </p:sp>
      <p:sp>
        <p:nvSpPr>
          <p:cNvPr id="510" name="Shape 508"/>
          <p:cNvSpPr/>
          <p:nvPr/>
        </p:nvSpPr>
        <p:spPr>
          <a:xfrm>
            <a:off x="965911" y="3794196"/>
            <a:ext cx="127406" cy="0"/>
          </a:xfrm>
          <a:prstGeom prst="line">
            <a:avLst/>
          </a:prstGeom>
          <a:noFill/>
          <a:ln w="15875">
            <a:solidFill>
              <a:srgbClr val="D87932">
                <a:alpha val="76000"/>
              </a:srgbClr>
            </a:solidFill>
            <a:prstDash val="dash"/>
            <a:headEnd type="none"/>
            <a:tailEnd type="none"/>
          </a:ln>
        </p:spPr>
      </p:sp>
      <p:sp>
        <p:nvSpPr>
          <p:cNvPr id="511" name="Shape 509"/>
          <p:cNvSpPr/>
          <p:nvPr/>
        </p:nvSpPr>
        <p:spPr>
          <a:xfrm>
            <a:off x="1090574" y="3695883"/>
            <a:ext cx="0" cy="101056"/>
          </a:xfrm>
          <a:prstGeom prst="line">
            <a:avLst/>
          </a:prstGeom>
          <a:noFill/>
          <a:ln w="15875">
            <a:solidFill>
              <a:srgbClr val="D87932">
                <a:alpha val="76000"/>
              </a:srgbClr>
            </a:solidFill>
            <a:prstDash val="dash"/>
            <a:headEnd type="none"/>
            <a:tailEnd type="none"/>
          </a:ln>
        </p:spPr>
      </p:sp>
      <p:sp>
        <p:nvSpPr>
          <p:cNvPr id="512" name="Shape 510"/>
          <p:cNvSpPr/>
          <p:nvPr/>
        </p:nvSpPr>
        <p:spPr>
          <a:xfrm>
            <a:off x="1090574" y="3698626"/>
            <a:ext cx="127407" cy="0"/>
          </a:xfrm>
          <a:prstGeom prst="line">
            <a:avLst/>
          </a:prstGeom>
          <a:noFill/>
          <a:ln w="15875">
            <a:solidFill>
              <a:srgbClr val="D87932">
                <a:alpha val="76000"/>
              </a:srgbClr>
            </a:solidFill>
            <a:prstDash val="dash"/>
            <a:headEnd type="none"/>
            <a:tailEnd type="none"/>
          </a:ln>
        </p:spPr>
      </p:sp>
      <p:sp>
        <p:nvSpPr>
          <p:cNvPr id="513" name="Shape 511"/>
          <p:cNvSpPr/>
          <p:nvPr/>
        </p:nvSpPr>
        <p:spPr>
          <a:xfrm>
            <a:off x="1215238" y="3695883"/>
            <a:ext cx="0" cy="326293"/>
          </a:xfrm>
          <a:prstGeom prst="line">
            <a:avLst/>
          </a:prstGeom>
          <a:noFill/>
          <a:ln w="15875">
            <a:solidFill>
              <a:srgbClr val="D87932">
                <a:alpha val="76000"/>
              </a:srgbClr>
            </a:solidFill>
            <a:prstDash val="dash"/>
            <a:headEnd type="none"/>
            <a:tailEnd type="none"/>
          </a:ln>
        </p:spPr>
      </p:sp>
      <p:sp>
        <p:nvSpPr>
          <p:cNvPr id="514" name="Shape 512"/>
          <p:cNvSpPr/>
          <p:nvPr/>
        </p:nvSpPr>
        <p:spPr>
          <a:xfrm>
            <a:off x="1215238" y="4019433"/>
            <a:ext cx="127407" cy="0"/>
          </a:xfrm>
          <a:prstGeom prst="line">
            <a:avLst/>
          </a:prstGeom>
          <a:noFill/>
          <a:ln w="15875">
            <a:solidFill>
              <a:srgbClr val="D87932">
                <a:alpha val="76000"/>
              </a:srgbClr>
            </a:solidFill>
            <a:prstDash val="dash"/>
            <a:headEnd type="none"/>
            <a:tailEnd type="none"/>
          </a:ln>
        </p:spPr>
      </p:sp>
      <p:sp>
        <p:nvSpPr>
          <p:cNvPr id="515" name="Shape 513"/>
          <p:cNvSpPr/>
          <p:nvPr/>
        </p:nvSpPr>
        <p:spPr>
          <a:xfrm>
            <a:off x="1339901" y="4016690"/>
            <a:ext cx="0" cy="312744"/>
          </a:xfrm>
          <a:prstGeom prst="line">
            <a:avLst/>
          </a:prstGeom>
          <a:noFill/>
          <a:ln w="15875">
            <a:solidFill>
              <a:srgbClr val="D87932">
                <a:alpha val="76000"/>
              </a:srgbClr>
            </a:solidFill>
            <a:prstDash val="dash"/>
            <a:headEnd type="none"/>
            <a:tailEnd type="none"/>
          </a:ln>
        </p:spPr>
      </p:sp>
      <p:sp>
        <p:nvSpPr>
          <p:cNvPr id="516" name="Shape 514"/>
          <p:cNvSpPr/>
          <p:nvPr/>
        </p:nvSpPr>
        <p:spPr>
          <a:xfrm>
            <a:off x="1339901" y="4326691"/>
            <a:ext cx="127406" cy="0"/>
          </a:xfrm>
          <a:prstGeom prst="line">
            <a:avLst/>
          </a:prstGeom>
          <a:noFill/>
          <a:ln w="15875">
            <a:solidFill>
              <a:srgbClr val="D87932">
                <a:alpha val="76000"/>
              </a:srgbClr>
            </a:solidFill>
            <a:prstDash val="dash"/>
            <a:headEnd type="none"/>
            <a:tailEnd type="none"/>
          </a:ln>
        </p:spPr>
      </p:sp>
      <p:sp>
        <p:nvSpPr>
          <p:cNvPr id="517" name="Shape 515"/>
          <p:cNvSpPr/>
          <p:nvPr/>
        </p:nvSpPr>
        <p:spPr>
          <a:xfrm>
            <a:off x="1464564" y="4323947"/>
            <a:ext cx="0" cy="251465"/>
          </a:xfrm>
          <a:prstGeom prst="line">
            <a:avLst/>
          </a:prstGeom>
          <a:noFill/>
          <a:ln w="15875">
            <a:solidFill>
              <a:srgbClr val="D87932">
                <a:alpha val="76000"/>
              </a:srgbClr>
            </a:solidFill>
            <a:prstDash val="dash"/>
            <a:headEnd type="none"/>
            <a:tailEnd type="none"/>
          </a:ln>
        </p:spPr>
      </p:sp>
      <p:sp>
        <p:nvSpPr>
          <p:cNvPr id="518" name="Shape 516"/>
          <p:cNvSpPr/>
          <p:nvPr/>
        </p:nvSpPr>
        <p:spPr>
          <a:xfrm>
            <a:off x="1464564" y="4572669"/>
            <a:ext cx="127407" cy="0"/>
          </a:xfrm>
          <a:prstGeom prst="line">
            <a:avLst/>
          </a:prstGeom>
          <a:noFill/>
          <a:ln w="15875">
            <a:solidFill>
              <a:srgbClr val="D87932">
                <a:alpha val="76000"/>
              </a:srgbClr>
            </a:solidFill>
            <a:prstDash val="dash"/>
            <a:headEnd type="none"/>
            <a:tailEnd type="none"/>
          </a:ln>
        </p:spPr>
      </p:sp>
      <p:sp>
        <p:nvSpPr>
          <p:cNvPr id="519" name="Shape 517"/>
          <p:cNvSpPr/>
          <p:nvPr/>
        </p:nvSpPr>
        <p:spPr>
          <a:xfrm>
            <a:off x="1589227" y="4569926"/>
            <a:ext cx="0" cy="165627"/>
          </a:xfrm>
          <a:prstGeom prst="line">
            <a:avLst/>
          </a:prstGeom>
          <a:noFill/>
          <a:ln w="15875">
            <a:solidFill>
              <a:srgbClr val="D87932">
                <a:alpha val="76000"/>
              </a:srgbClr>
            </a:solidFill>
            <a:prstDash val="dash"/>
            <a:headEnd type="none"/>
            <a:tailEnd type="none"/>
          </a:ln>
        </p:spPr>
      </p:sp>
      <p:sp>
        <p:nvSpPr>
          <p:cNvPr id="520" name="Shape 518"/>
          <p:cNvSpPr/>
          <p:nvPr/>
        </p:nvSpPr>
        <p:spPr>
          <a:xfrm>
            <a:off x="1589227" y="4732810"/>
            <a:ext cx="127407" cy="0"/>
          </a:xfrm>
          <a:prstGeom prst="line">
            <a:avLst/>
          </a:prstGeom>
          <a:noFill/>
          <a:ln w="15875">
            <a:solidFill>
              <a:srgbClr val="D87932">
                <a:alpha val="76000"/>
              </a:srgbClr>
            </a:solidFill>
            <a:prstDash val="dash"/>
            <a:headEnd type="none"/>
            <a:tailEnd type="none"/>
          </a:ln>
        </p:spPr>
      </p:sp>
      <p:sp>
        <p:nvSpPr>
          <p:cNvPr id="521" name="Shape 519"/>
          <p:cNvSpPr/>
          <p:nvPr/>
        </p:nvSpPr>
        <p:spPr>
          <a:xfrm>
            <a:off x="1713891" y="4730067"/>
            <a:ext cx="0" cy="93764"/>
          </a:xfrm>
          <a:prstGeom prst="line">
            <a:avLst/>
          </a:prstGeom>
          <a:noFill/>
          <a:ln w="15875">
            <a:solidFill>
              <a:srgbClr val="D87932">
                <a:alpha val="76000"/>
              </a:srgbClr>
            </a:solidFill>
            <a:prstDash val="dash"/>
            <a:headEnd type="none"/>
            <a:tailEnd type="none"/>
          </a:ln>
        </p:spPr>
      </p:sp>
      <p:sp>
        <p:nvSpPr>
          <p:cNvPr id="522" name="Shape 520"/>
          <p:cNvSpPr/>
          <p:nvPr/>
        </p:nvSpPr>
        <p:spPr>
          <a:xfrm>
            <a:off x="1713891" y="4821088"/>
            <a:ext cx="127406" cy="0"/>
          </a:xfrm>
          <a:prstGeom prst="line">
            <a:avLst/>
          </a:prstGeom>
          <a:noFill/>
          <a:ln w="15875">
            <a:solidFill>
              <a:srgbClr val="D87932">
                <a:alpha val="76000"/>
              </a:srgbClr>
            </a:solidFill>
            <a:prstDash val="dash"/>
            <a:headEnd type="none"/>
            <a:tailEnd type="none"/>
          </a:ln>
        </p:spPr>
      </p:sp>
      <p:sp>
        <p:nvSpPr>
          <p:cNvPr id="523" name="Shape 521"/>
          <p:cNvSpPr/>
          <p:nvPr/>
        </p:nvSpPr>
        <p:spPr>
          <a:xfrm>
            <a:off x="1838553" y="4766132"/>
            <a:ext cx="0" cy="57700"/>
          </a:xfrm>
          <a:prstGeom prst="line">
            <a:avLst/>
          </a:prstGeom>
          <a:noFill/>
          <a:ln w="15875">
            <a:solidFill>
              <a:srgbClr val="D87932">
                <a:alpha val="76000"/>
              </a:srgbClr>
            </a:solidFill>
            <a:prstDash val="dash"/>
            <a:headEnd type="none"/>
            <a:tailEnd type="none"/>
          </a:ln>
        </p:spPr>
      </p:sp>
      <p:sp>
        <p:nvSpPr>
          <p:cNvPr id="524" name="Shape 522"/>
          <p:cNvSpPr/>
          <p:nvPr/>
        </p:nvSpPr>
        <p:spPr>
          <a:xfrm>
            <a:off x="1838553" y="4768875"/>
            <a:ext cx="127407" cy="0"/>
          </a:xfrm>
          <a:prstGeom prst="line">
            <a:avLst/>
          </a:prstGeom>
          <a:noFill/>
          <a:ln w="15875">
            <a:solidFill>
              <a:srgbClr val="D87932">
                <a:alpha val="76000"/>
              </a:srgbClr>
            </a:solidFill>
            <a:prstDash val="dash"/>
            <a:headEnd type="none"/>
            <a:tailEnd type="none"/>
          </a:ln>
        </p:spPr>
      </p:sp>
      <p:sp>
        <p:nvSpPr>
          <p:cNvPr id="525" name="Shape 523"/>
          <p:cNvSpPr/>
          <p:nvPr/>
        </p:nvSpPr>
        <p:spPr>
          <a:xfrm>
            <a:off x="1963217" y="4407414"/>
            <a:ext cx="0" cy="364204"/>
          </a:xfrm>
          <a:prstGeom prst="line">
            <a:avLst/>
          </a:prstGeom>
          <a:noFill/>
          <a:ln w="15875">
            <a:solidFill>
              <a:srgbClr val="D87932">
                <a:alpha val="76000"/>
              </a:srgbClr>
            </a:solidFill>
            <a:prstDash val="dash"/>
            <a:headEnd type="none"/>
            <a:tailEnd type="none"/>
          </a:ln>
        </p:spPr>
      </p:sp>
      <p:sp>
        <p:nvSpPr>
          <p:cNvPr id="526" name="Shape 524"/>
          <p:cNvSpPr/>
          <p:nvPr/>
        </p:nvSpPr>
        <p:spPr>
          <a:xfrm>
            <a:off x="1963217" y="4410157"/>
            <a:ext cx="127407" cy="0"/>
          </a:xfrm>
          <a:prstGeom prst="line">
            <a:avLst/>
          </a:prstGeom>
          <a:noFill/>
          <a:ln w="15875">
            <a:solidFill>
              <a:srgbClr val="D87932">
                <a:alpha val="76000"/>
              </a:srgbClr>
            </a:solidFill>
            <a:prstDash val="dash"/>
            <a:headEnd type="none"/>
            <a:tailEnd type="none"/>
          </a:ln>
        </p:spPr>
      </p:sp>
      <p:sp>
        <p:nvSpPr>
          <p:cNvPr id="527" name="Shape 525"/>
          <p:cNvSpPr/>
          <p:nvPr/>
        </p:nvSpPr>
        <p:spPr>
          <a:xfrm>
            <a:off x="2087880" y="4070076"/>
            <a:ext cx="0" cy="342824"/>
          </a:xfrm>
          <a:prstGeom prst="line">
            <a:avLst/>
          </a:prstGeom>
          <a:noFill/>
          <a:ln w="15875">
            <a:solidFill>
              <a:srgbClr val="D87932">
                <a:alpha val="76000"/>
              </a:srgbClr>
            </a:solidFill>
            <a:prstDash val="dash"/>
            <a:headEnd type="none"/>
            <a:tailEnd type="none"/>
          </a:ln>
        </p:spPr>
      </p:sp>
      <p:sp>
        <p:nvSpPr>
          <p:cNvPr id="528" name="Shape 526"/>
          <p:cNvSpPr/>
          <p:nvPr/>
        </p:nvSpPr>
        <p:spPr>
          <a:xfrm>
            <a:off x="2087880" y="4072819"/>
            <a:ext cx="127406" cy="0"/>
          </a:xfrm>
          <a:prstGeom prst="line">
            <a:avLst/>
          </a:prstGeom>
          <a:noFill/>
          <a:ln w="15875">
            <a:solidFill>
              <a:srgbClr val="D87932">
                <a:alpha val="76000"/>
              </a:srgbClr>
            </a:solidFill>
            <a:prstDash val="dash"/>
            <a:headEnd type="none"/>
            <a:tailEnd type="none"/>
          </a:ln>
        </p:spPr>
      </p:sp>
      <p:sp>
        <p:nvSpPr>
          <p:cNvPr id="529" name="Shape 527"/>
          <p:cNvSpPr/>
          <p:nvPr/>
        </p:nvSpPr>
        <p:spPr>
          <a:xfrm>
            <a:off x="2212543" y="3816449"/>
            <a:ext cx="0" cy="259114"/>
          </a:xfrm>
          <a:prstGeom prst="line">
            <a:avLst/>
          </a:prstGeom>
          <a:noFill/>
          <a:ln w="15875">
            <a:solidFill>
              <a:srgbClr val="D87932">
                <a:alpha val="76000"/>
              </a:srgbClr>
            </a:solidFill>
            <a:prstDash val="dash"/>
            <a:headEnd type="none"/>
            <a:tailEnd type="none"/>
          </a:ln>
        </p:spPr>
      </p:sp>
      <p:sp>
        <p:nvSpPr>
          <p:cNvPr id="530" name="Shape 528"/>
          <p:cNvSpPr/>
          <p:nvPr/>
        </p:nvSpPr>
        <p:spPr>
          <a:xfrm>
            <a:off x="2212543" y="3819192"/>
            <a:ext cx="127407" cy="0"/>
          </a:xfrm>
          <a:prstGeom prst="line">
            <a:avLst/>
          </a:prstGeom>
          <a:noFill/>
          <a:ln w="15875">
            <a:solidFill>
              <a:srgbClr val="D87932">
                <a:alpha val="76000"/>
              </a:srgbClr>
            </a:solidFill>
            <a:prstDash val="dash"/>
            <a:headEnd type="none"/>
            <a:tailEnd type="none"/>
          </a:ln>
        </p:spPr>
      </p:sp>
      <p:sp>
        <p:nvSpPr>
          <p:cNvPr id="531" name="Shape 529"/>
          <p:cNvSpPr/>
          <p:nvPr/>
        </p:nvSpPr>
        <p:spPr>
          <a:xfrm>
            <a:off x="2337206" y="3730090"/>
            <a:ext cx="0" cy="91845"/>
          </a:xfrm>
          <a:prstGeom prst="line">
            <a:avLst/>
          </a:prstGeom>
          <a:noFill/>
          <a:ln w="15875">
            <a:solidFill>
              <a:srgbClr val="D87932">
                <a:alpha val="76000"/>
              </a:srgbClr>
            </a:solidFill>
            <a:prstDash val="dash"/>
            <a:headEnd type="none"/>
            <a:tailEnd type="none"/>
          </a:ln>
        </p:spPr>
      </p:sp>
      <p:sp>
        <p:nvSpPr>
          <p:cNvPr id="532" name="Shape 530"/>
          <p:cNvSpPr/>
          <p:nvPr/>
        </p:nvSpPr>
        <p:spPr>
          <a:xfrm>
            <a:off x="2337206" y="3732833"/>
            <a:ext cx="127407" cy="0"/>
          </a:xfrm>
          <a:prstGeom prst="line">
            <a:avLst/>
          </a:prstGeom>
          <a:noFill/>
          <a:ln w="15875">
            <a:solidFill>
              <a:srgbClr val="D87932">
                <a:alpha val="76000"/>
              </a:srgbClr>
            </a:solidFill>
            <a:prstDash val="dash"/>
            <a:headEnd type="none"/>
            <a:tailEnd type="none"/>
          </a:ln>
        </p:spPr>
      </p:sp>
      <p:sp>
        <p:nvSpPr>
          <p:cNvPr id="533" name="Shape 531"/>
          <p:cNvSpPr/>
          <p:nvPr/>
        </p:nvSpPr>
        <p:spPr>
          <a:xfrm>
            <a:off x="2461870" y="3706606"/>
            <a:ext cx="0" cy="28971"/>
          </a:xfrm>
          <a:prstGeom prst="line">
            <a:avLst/>
          </a:prstGeom>
          <a:noFill/>
          <a:ln w="15875">
            <a:solidFill>
              <a:srgbClr val="D87932">
                <a:alpha val="76000"/>
              </a:srgbClr>
            </a:solidFill>
            <a:prstDash val="dash"/>
            <a:headEnd type="none"/>
            <a:tailEnd type="none"/>
          </a:ln>
        </p:spPr>
      </p:sp>
      <p:sp>
        <p:nvSpPr>
          <p:cNvPr id="534" name="Shape 532"/>
          <p:cNvSpPr/>
          <p:nvPr/>
        </p:nvSpPr>
        <p:spPr>
          <a:xfrm>
            <a:off x="2461870" y="3709349"/>
            <a:ext cx="127406" cy="0"/>
          </a:xfrm>
          <a:prstGeom prst="line">
            <a:avLst/>
          </a:prstGeom>
          <a:noFill/>
          <a:ln w="15875">
            <a:solidFill>
              <a:srgbClr val="D87932">
                <a:alpha val="76000"/>
              </a:srgbClr>
            </a:solidFill>
            <a:prstDash val="dash"/>
            <a:headEnd type="none"/>
            <a:tailEnd type="none"/>
          </a:ln>
        </p:spPr>
      </p:sp>
      <p:sp>
        <p:nvSpPr>
          <p:cNvPr id="535" name="Shape 533"/>
          <p:cNvSpPr/>
          <p:nvPr/>
        </p:nvSpPr>
        <p:spPr>
          <a:xfrm>
            <a:off x="2586533" y="3706606"/>
            <a:ext cx="0" cy="45963"/>
          </a:xfrm>
          <a:prstGeom prst="line">
            <a:avLst/>
          </a:prstGeom>
          <a:noFill/>
          <a:ln w="15875">
            <a:solidFill>
              <a:srgbClr val="D87932">
                <a:alpha val="76000"/>
              </a:srgbClr>
            </a:solidFill>
            <a:prstDash val="dash"/>
            <a:headEnd type="none"/>
            <a:tailEnd type="none"/>
          </a:ln>
        </p:spPr>
      </p:sp>
      <p:sp>
        <p:nvSpPr>
          <p:cNvPr id="536" name="Shape 534"/>
          <p:cNvSpPr/>
          <p:nvPr/>
        </p:nvSpPr>
        <p:spPr>
          <a:xfrm>
            <a:off x="2586533" y="3749825"/>
            <a:ext cx="127407" cy="0"/>
          </a:xfrm>
          <a:prstGeom prst="line">
            <a:avLst/>
          </a:prstGeom>
          <a:noFill/>
          <a:ln w="15875">
            <a:solidFill>
              <a:srgbClr val="D87932">
                <a:alpha val="76000"/>
              </a:srgbClr>
            </a:solidFill>
            <a:prstDash val="dash"/>
            <a:headEnd type="none"/>
            <a:tailEnd type="none"/>
          </a:ln>
        </p:spPr>
      </p:sp>
      <p:sp>
        <p:nvSpPr>
          <p:cNvPr id="537" name="Shape 535"/>
          <p:cNvSpPr/>
          <p:nvPr/>
        </p:nvSpPr>
        <p:spPr>
          <a:xfrm>
            <a:off x="2711196" y="3747082"/>
            <a:ext cx="0" cy="193124"/>
          </a:xfrm>
          <a:prstGeom prst="line">
            <a:avLst/>
          </a:prstGeom>
          <a:noFill/>
          <a:ln w="15875">
            <a:solidFill>
              <a:srgbClr val="D87932">
                <a:alpha val="76000"/>
              </a:srgbClr>
            </a:solidFill>
            <a:prstDash val="dash"/>
            <a:headEnd type="none"/>
            <a:tailEnd type="none"/>
          </a:ln>
        </p:spPr>
      </p:sp>
      <p:sp>
        <p:nvSpPr>
          <p:cNvPr id="538" name="Shape 536"/>
          <p:cNvSpPr/>
          <p:nvPr/>
        </p:nvSpPr>
        <p:spPr>
          <a:xfrm>
            <a:off x="2711196" y="3937463"/>
            <a:ext cx="127407" cy="0"/>
          </a:xfrm>
          <a:prstGeom prst="line">
            <a:avLst/>
          </a:prstGeom>
          <a:noFill/>
          <a:ln w="15875">
            <a:solidFill>
              <a:srgbClr val="D87932">
                <a:alpha val="76000"/>
              </a:srgbClr>
            </a:solidFill>
            <a:prstDash val="dash"/>
            <a:headEnd type="none"/>
            <a:tailEnd type="none"/>
          </a:ln>
        </p:spPr>
      </p:sp>
      <p:sp>
        <p:nvSpPr>
          <p:cNvPr id="539" name="Shape 537"/>
          <p:cNvSpPr/>
          <p:nvPr/>
        </p:nvSpPr>
        <p:spPr>
          <a:xfrm>
            <a:off x="2835859" y="3934720"/>
            <a:ext cx="0" cy="271854"/>
          </a:xfrm>
          <a:prstGeom prst="line">
            <a:avLst/>
          </a:prstGeom>
          <a:noFill/>
          <a:ln w="15875">
            <a:solidFill>
              <a:srgbClr val="D87932">
                <a:alpha val="76000"/>
              </a:srgbClr>
            </a:solidFill>
            <a:prstDash val="dash"/>
            <a:headEnd type="none"/>
            <a:tailEnd type="none"/>
          </a:ln>
        </p:spPr>
      </p:sp>
      <p:sp>
        <p:nvSpPr>
          <p:cNvPr id="540" name="Shape 538"/>
          <p:cNvSpPr/>
          <p:nvPr/>
        </p:nvSpPr>
        <p:spPr>
          <a:xfrm>
            <a:off x="2835859" y="4203831"/>
            <a:ext cx="127406" cy="0"/>
          </a:xfrm>
          <a:prstGeom prst="line">
            <a:avLst/>
          </a:prstGeom>
          <a:noFill/>
          <a:ln w="15875">
            <a:solidFill>
              <a:srgbClr val="D87932">
                <a:alpha val="76000"/>
              </a:srgbClr>
            </a:solidFill>
            <a:prstDash val="dash"/>
            <a:headEnd type="none"/>
            <a:tailEnd type="none"/>
          </a:ln>
        </p:spPr>
      </p:sp>
      <p:sp>
        <p:nvSpPr>
          <p:cNvPr id="541" name="Shape 539"/>
          <p:cNvSpPr/>
          <p:nvPr/>
        </p:nvSpPr>
        <p:spPr>
          <a:xfrm>
            <a:off x="2960522" y="4201088"/>
            <a:ext cx="0" cy="200606"/>
          </a:xfrm>
          <a:prstGeom prst="line">
            <a:avLst/>
          </a:prstGeom>
          <a:noFill/>
          <a:ln w="15875">
            <a:solidFill>
              <a:srgbClr val="D87932">
                <a:alpha val="76000"/>
              </a:srgbClr>
            </a:solidFill>
            <a:prstDash val="dash"/>
            <a:headEnd type="none"/>
            <a:tailEnd type="none"/>
          </a:ln>
        </p:spPr>
      </p:sp>
      <p:sp>
        <p:nvSpPr>
          <p:cNvPr id="542" name="Shape 540"/>
          <p:cNvSpPr/>
          <p:nvPr/>
        </p:nvSpPr>
        <p:spPr>
          <a:xfrm>
            <a:off x="2960522" y="4398950"/>
            <a:ext cx="127407" cy="0"/>
          </a:xfrm>
          <a:prstGeom prst="line">
            <a:avLst/>
          </a:prstGeom>
          <a:noFill/>
          <a:ln w="15875">
            <a:solidFill>
              <a:srgbClr val="D87932">
                <a:alpha val="76000"/>
              </a:srgbClr>
            </a:solidFill>
            <a:prstDash val="dash"/>
            <a:headEnd type="none"/>
            <a:tailEnd type="none"/>
          </a:ln>
        </p:spPr>
      </p:sp>
      <p:sp>
        <p:nvSpPr>
          <p:cNvPr id="543" name="Shape 541"/>
          <p:cNvSpPr/>
          <p:nvPr/>
        </p:nvSpPr>
        <p:spPr>
          <a:xfrm>
            <a:off x="3085186" y="4396207"/>
            <a:ext cx="0" cy="102303"/>
          </a:xfrm>
          <a:prstGeom prst="line">
            <a:avLst/>
          </a:prstGeom>
          <a:noFill/>
          <a:ln w="15875">
            <a:solidFill>
              <a:srgbClr val="D87932">
                <a:alpha val="76000"/>
              </a:srgbClr>
            </a:solidFill>
            <a:prstDash val="dash"/>
            <a:headEnd type="none"/>
            <a:tailEnd type="none"/>
          </a:ln>
        </p:spPr>
      </p:sp>
      <p:sp>
        <p:nvSpPr>
          <p:cNvPr id="544" name="Shape 542"/>
          <p:cNvSpPr/>
          <p:nvPr/>
        </p:nvSpPr>
        <p:spPr>
          <a:xfrm>
            <a:off x="3085186" y="4495767"/>
            <a:ext cx="127407" cy="0"/>
          </a:xfrm>
          <a:prstGeom prst="line">
            <a:avLst/>
          </a:prstGeom>
          <a:noFill/>
          <a:ln w="15875">
            <a:solidFill>
              <a:srgbClr val="D87932">
                <a:alpha val="76000"/>
              </a:srgbClr>
            </a:solidFill>
            <a:prstDash val="dash"/>
            <a:headEnd type="none"/>
            <a:tailEnd type="none"/>
          </a:ln>
        </p:spPr>
      </p:sp>
      <p:sp>
        <p:nvSpPr>
          <p:cNvPr id="545" name="Shape 543"/>
          <p:cNvSpPr/>
          <p:nvPr/>
        </p:nvSpPr>
        <p:spPr>
          <a:xfrm>
            <a:off x="3209849" y="4480712"/>
            <a:ext cx="0" cy="17797"/>
          </a:xfrm>
          <a:prstGeom prst="line">
            <a:avLst/>
          </a:prstGeom>
          <a:noFill/>
          <a:ln w="15875">
            <a:solidFill>
              <a:srgbClr val="D87932">
                <a:alpha val="76000"/>
              </a:srgbClr>
            </a:solidFill>
            <a:prstDash val="dash"/>
            <a:headEnd type="none"/>
            <a:tailEnd type="none"/>
          </a:ln>
        </p:spPr>
      </p:sp>
      <p:sp>
        <p:nvSpPr>
          <p:cNvPr id="546" name="Shape 544"/>
          <p:cNvSpPr/>
          <p:nvPr/>
        </p:nvSpPr>
        <p:spPr>
          <a:xfrm>
            <a:off x="3209849" y="4483456"/>
            <a:ext cx="127406" cy="0"/>
          </a:xfrm>
          <a:prstGeom prst="line">
            <a:avLst/>
          </a:prstGeom>
          <a:noFill/>
          <a:ln w="15875">
            <a:solidFill>
              <a:srgbClr val="D87932">
                <a:alpha val="76000"/>
              </a:srgbClr>
            </a:solidFill>
            <a:prstDash val="dash"/>
            <a:headEnd type="none"/>
            <a:tailEnd type="none"/>
          </a:ln>
        </p:spPr>
      </p:sp>
      <p:sp>
        <p:nvSpPr>
          <p:cNvPr id="547" name="Shape 545"/>
          <p:cNvSpPr/>
          <p:nvPr/>
        </p:nvSpPr>
        <p:spPr>
          <a:xfrm>
            <a:off x="3334512" y="4402692"/>
            <a:ext cx="0" cy="83507"/>
          </a:xfrm>
          <a:prstGeom prst="line">
            <a:avLst/>
          </a:prstGeom>
          <a:noFill/>
          <a:ln w="15875">
            <a:solidFill>
              <a:srgbClr val="D87932">
                <a:alpha val="76000"/>
              </a:srgbClr>
            </a:solidFill>
            <a:prstDash val="dash"/>
            <a:headEnd type="none"/>
            <a:tailEnd type="none"/>
          </a:ln>
        </p:spPr>
      </p:sp>
      <p:sp>
        <p:nvSpPr>
          <p:cNvPr id="548" name="Shape 546"/>
          <p:cNvSpPr/>
          <p:nvPr/>
        </p:nvSpPr>
        <p:spPr>
          <a:xfrm>
            <a:off x="3334512" y="4405435"/>
            <a:ext cx="127407" cy="0"/>
          </a:xfrm>
          <a:prstGeom prst="line">
            <a:avLst/>
          </a:prstGeom>
          <a:noFill/>
          <a:ln w="15875">
            <a:solidFill>
              <a:srgbClr val="D87932">
                <a:alpha val="76000"/>
              </a:srgbClr>
            </a:solidFill>
            <a:prstDash val="dash"/>
            <a:headEnd type="none"/>
            <a:tailEnd type="none"/>
          </a:ln>
        </p:spPr>
      </p:sp>
      <p:sp>
        <p:nvSpPr>
          <p:cNvPr id="549" name="Shape 547"/>
          <p:cNvSpPr/>
          <p:nvPr/>
        </p:nvSpPr>
        <p:spPr>
          <a:xfrm>
            <a:off x="3459175" y="4232196"/>
            <a:ext cx="0" cy="175982"/>
          </a:xfrm>
          <a:prstGeom prst="line">
            <a:avLst/>
          </a:prstGeom>
          <a:noFill/>
          <a:ln w="15875">
            <a:solidFill>
              <a:srgbClr val="D87932">
                <a:alpha val="76000"/>
              </a:srgbClr>
            </a:solidFill>
            <a:prstDash val="dash"/>
            <a:headEnd type="none"/>
            <a:tailEnd type="none"/>
          </a:ln>
        </p:spPr>
      </p:sp>
      <p:sp>
        <p:nvSpPr>
          <p:cNvPr id="550" name="Shape 548"/>
          <p:cNvSpPr/>
          <p:nvPr/>
        </p:nvSpPr>
        <p:spPr>
          <a:xfrm>
            <a:off x="3459175" y="4234939"/>
            <a:ext cx="127407" cy="0"/>
          </a:xfrm>
          <a:prstGeom prst="line">
            <a:avLst/>
          </a:prstGeom>
          <a:noFill/>
          <a:ln w="15875">
            <a:solidFill>
              <a:srgbClr val="D87932">
                <a:alpha val="76000"/>
              </a:srgbClr>
            </a:solidFill>
            <a:prstDash val="dash"/>
            <a:headEnd type="none"/>
            <a:tailEnd type="none"/>
          </a:ln>
        </p:spPr>
      </p:sp>
      <p:sp>
        <p:nvSpPr>
          <p:cNvPr id="551" name="Shape 549"/>
          <p:cNvSpPr/>
          <p:nvPr/>
        </p:nvSpPr>
        <p:spPr>
          <a:xfrm>
            <a:off x="3583839" y="4232196"/>
            <a:ext cx="0" cy="73837"/>
          </a:xfrm>
          <a:prstGeom prst="line">
            <a:avLst/>
          </a:prstGeom>
          <a:noFill/>
          <a:ln w="15875">
            <a:solidFill>
              <a:srgbClr val="D87932">
                <a:alpha val="76000"/>
              </a:srgbClr>
            </a:solidFill>
            <a:prstDash val="dash"/>
            <a:headEnd type="none"/>
            <a:tailEnd type="none"/>
          </a:ln>
        </p:spPr>
      </p:sp>
      <p:sp>
        <p:nvSpPr>
          <p:cNvPr id="552" name="Shape 550"/>
          <p:cNvSpPr/>
          <p:nvPr/>
        </p:nvSpPr>
        <p:spPr>
          <a:xfrm>
            <a:off x="3583839" y="4303290"/>
            <a:ext cx="127406" cy="0"/>
          </a:xfrm>
          <a:prstGeom prst="line">
            <a:avLst/>
          </a:prstGeom>
          <a:noFill/>
          <a:ln w="15875">
            <a:solidFill>
              <a:srgbClr val="D87932">
                <a:alpha val="76000"/>
              </a:srgbClr>
            </a:solidFill>
            <a:prstDash val="dash"/>
            <a:headEnd type="none"/>
            <a:tailEnd type="none"/>
          </a:ln>
        </p:spPr>
      </p:sp>
      <p:sp>
        <p:nvSpPr>
          <p:cNvPr id="553" name="Shape 551"/>
          <p:cNvSpPr/>
          <p:nvPr/>
        </p:nvSpPr>
        <p:spPr>
          <a:xfrm>
            <a:off x="3708501" y="4296127"/>
            <a:ext cx="0" cy="9906"/>
          </a:xfrm>
          <a:prstGeom prst="line">
            <a:avLst/>
          </a:prstGeom>
          <a:noFill/>
          <a:ln w="15875">
            <a:solidFill>
              <a:srgbClr val="D87932">
                <a:alpha val="76000"/>
              </a:srgbClr>
            </a:solidFill>
            <a:prstDash val="dash"/>
            <a:headEnd type="none"/>
            <a:tailEnd type="none"/>
          </a:ln>
        </p:spPr>
      </p:sp>
      <p:sp>
        <p:nvSpPr>
          <p:cNvPr id="554" name="Shape 552"/>
          <p:cNvSpPr/>
          <p:nvPr/>
        </p:nvSpPr>
        <p:spPr>
          <a:xfrm>
            <a:off x="3708501" y="4298870"/>
            <a:ext cx="127407" cy="0"/>
          </a:xfrm>
          <a:prstGeom prst="line">
            <a:avLst/>
          </a:prstGeom>
          <a:noFill/>
          <a:ln w="15875">
            <a:solidFill>
              <a:srgbClr val="D87932">
                <a:alpha val="76000"/>
              </a:srgbClr>
            </a:solidFill>
            <a:prstDash val="dash"/>
            <a:headEnd type="none"/>
            <a:tailEnd type="none"/>
          </a:ln>
        </p:spPr>
      </p:sp>
      <p:sp>
        <p:nvSpPr>
          <p:cNvPr id="555" name="Shape 553"/>
          <p:cNvSpPr/>
          <p:nvPr/>
        </p:nvSpPr>
        <p:spPr>
          <a:xfrm>
            <a:off x="3833165" y="4290479"/>
            <a:ext cx="0" cy="11134"/>
          </a:xfrm>
          <a:prstGeom prst="line">
            <a:avLst/>
          </a:prstGeom>
          <a:noFill/>
          <a:ln w="15875">
            <a:solidFill>
              <a:srgbClr val="D87932">
                <a:alpha val="76000"/>
              </a:srgbClr>
            </a:solidFill>
            <a:prstDash val="dash"/>
            <a:headEnd type="none"/>
            <a:tailEnd type="none"/>
          </a:ln>
        </p:spPr>
      </p:sp>
      <p:sp>
        <p:nvSpPr>
          <p:cNvPr id="556" name="Shape 554"/>
          <p:cNvSpPr/>
          <p:nvPr/>
        </p:nvSpPr>
        <p:spPr>
          <a:xfrm>
            <a:off x="3833165" y="4293223"/>
            <a:ext cx="127407" cy="0"/>
          </a:xfrm>
          <a:prstGeom prst="line">
            <a:avLst/>
          </a:prstGeom>
          <a:noFill/>
          <a:ln w="15875">
            <a:solidFill>
              <a:srgbClr val="D87932">
                <a:alpha val="76000"/>
              </a:srgbClr>
            </a:solidFill>
            <a:prstDash val="dash"/>
            <a:headEnd type="none"/>
            <a:tailEnd type="none"/>
          </a:ln>
        </p:spPr>
      </p:sp>
      <p:sp>
        <p:nvSpPr>
          <p:cNvPr id="557" name="Shape 555"/>
          <p:cNvSpPr/>
          <p:nvPr/>
        </p:nvSpPr>
        <p:spPr>
          <a:xfrm>
            <a:off x="3957828" y="4096745"/>
            <a:ext cx="0" cy="199221"/>
          </a:xfrm>
          <a:prstGeom prst="line">
            <a:avLst/>
          </a:prstGeom>
          <a:noFill/>
          <a:ln w="15875">
            <a:solidFill>
              <a:srgbClr val="D87932">
                <a:alpha val="76000"/>
              </a:srgbClr>
            </a:solidFill>
            <a:prstDash val="dash"/>
            <a:headEnd type="none"/>
            <a:tailEnd type="none"/>
          </a:ln>
        </p:spPr>
      </p:sp>
      <p:sp>
        <p:nvSpPr>
          <p:cNvPr id="558" name="Shape 556"/>
          <p:cNvSpPr/>
          <p:nvPr/>
        </p:nvSpPr>
        <p:spPr>
          <a:xfrm>
            <a:off x="3957828" y="4099489"/>
            <a:ext cx="127406" cy="0"/>
          </a:xfrm>
          <a:prstGeom prst="line">
            <a:avLst/>
          </a:prstGeom>
          <a:noFill/>
          <a:ln w="15875">
            <a:solidFill>
              <a:srgbClr val="D87932">
                <a:alpha val="76000"/>
              </a:srgbClr>
            </a:solidFill>
            <a:prstDash val="dash"/>
            <a:headEnd type="none"/>
            <a:tailEnd type="none"/>
          </a:ln>
        </p:spPr>
      </p:sp>
      <p:sp>
        <p:nvSpPr>
          <p:cNvPr id="559" name="Shape 557"/>
          <p:cNvSpPr/>
          <p:nvPr/>
        </p:nvSpPr>
        <p:spPr>
          <a:xfrm>
            <a:off x="4082491" y="3923967"/>
            <a:ext cx="0" cy="178265"/>
          </a:xfrm>
          <a:prstGeom prst="line">
            <a:avLst/>
          </a:prstGeom>
          <a:noFill/>
          <a:ln w="15875">
            <a:solidFill>
              <a:srgbClr val="D87932">
                <a:alpha val="76000"/>
              </a:srgbClr>
            </a:solidFill>
            <a:prstDash val="dash"/>
            <a:headEnd type="none"/>
            <a:tailEnd type="none"/>
          </a:ln>
        </p:spPr>
      </p:sp>
      <p:sp>
        <p:nvSpPr>
          <p:cNvPr id="560" name="Shape 558"/>
          <p:cNvSpPr/>
          <p:nvPr/>
        </p:nvSpPr>
        <p:spPr>
          <a:xfrm>
            <a:off x="4082491" y="3926710"/>
            <a:ext cx="127407" cy="0"/>
          </a:xfrm>
          <a:prstGeom prst="line">
            <a:avLst/>
          </a:prstGeom>
          <a:noFill/>
          <a:ln w="15875">
            <a:solidFill>
              <a:srgbClr val="D87932">
                <a:alpha val="76000"/>
              </a:srgbClr>
            </a:solidFill>
            <a:prstDash val="dash"/>
            <a:headEnd type="none"/>
            <a:tailEnd type="none"/>
          </a:ln>
        </p:spPr>
      </p:sp>
      <p:sp>
        <p:nvSpPr>
          <p:cNvPr id="561" name="Shape 559"/>
          <p:cNvSpPr/>
          <p:nvPr/>
        </p:nvSpPr>
        <p:spPr>
          <a:xfrm>
            <a:off x="4207154" y="3609524"/>
            <a:ext cx="0" cy="319929"/>
          </a:xfrm>
          <a:prstGeom prst="line">
            <a:avLst/>
          </a:prstGeom>
          <a:noFill/>
          <a:ln w="15875">
            <a:solidFill>
              <a:srgbClr val="D87932">
                <a:alpha val="76000"/>
              </a:srgbClr>
            </a:solidFill>
            <a:prstDash val="dash"/>
            <a:headEnd type="none"/>
            <a:tailEnd type="none"/>
          </a:ln>
        </p:spPr>
      </p:sp>
      <p:sp>
        <p:nvSpPr>
          <p:cNvPr id="562" name="Shape 560"/>
          <p:cNvSpPr/>
          <p:nvPr/>
        </p:nvSpPr>
        <p:spPr>
          <a:xfrm>
            <a:off x="4207154" y="3612267"/>
            <a:ext cx="127407" cy="0"/>
          </a:xfrm>
          <a:prstGeom prst="line">
            <a:avLst/>
          </a:prstGeom>
          <a:noFill/>
          <a:ln w="15875">
            <a:solidFill>
              <a:srgbClr val="D87932">
                <a:alpha val="76000"/>
              </a:srgbClr>
            </a:solidFill>
            <a:prstDash val="dash"/>
            <a:headEnd type="none"/>
            <a:tailEnd type="none"/>
          </a:ln>
        </p:spPr>
      </p:sp>
      <p:sp>
        <p:nvSpPr>
          <p:cNvPr id="563" name="Shape 561"/>
          <p:cNvSpPr/>
          <p:nvPr/>
        </p:nvSpPr>
        <p:spPr>
          <a:xfrm>
            <a:off x="4331818" y="3266701"/>
            <a:ext cx="0" cy="348309"/>
          </a:xfrm>
          <a:prstGeom prst="line">
            <a:avLst/>
          </a:prstGeom>
          <a:noFill/>
          <a:ln w="15875">
            <a:solidFill>
              <a:srgbClr val="D87932">
                <a:alpha val="76000"/>
              </a:srgbClr>
            </a:solidFill>
            <a:prstDash val="dash"/>
            <a:headEnd type="none"/>
            <a:tailEnd type="none"/>
          </a:ln>
        </p:spPr>
      </p:sp>
      <p:sp>
        <p:nvSpPr>
          <p:cNvPr id="564" name="Shape 562"/>
          <p:cNvSpPr/>
          <p:nvPr/>
        </p:nvSpPr>
        <p:spPr>
          <a:xfrm>
            <a:off x="4331818" y="3269444"/>
            <a:ext cx="127406" cy="0"/>
          </a:xfrm>
          <a:prstGeom prst="line">
            <a:avLst/>
          </a:prstGeom>
          <a:noFill/>
          <a:ln w="15875">
            <a:solidFill>
              <a:srgbClr val="D87932">
                <a:alpha val="76000"/>
              </a:srgbClr>
            </a:solidFill>
            <a:prstDash val="dash"/>
            <a:headEnd type="none"/>
            <a:tailEnd type="none"/>
          </a:ln>
        </p:spPr>
      </p:sp>
      <p:sp>
        <p:nvSpPr>
          <p:cNvPr id="565" name="Shape 563"/>
          <p:cNvSpPr/>
          <p:nvPr/>
        </p:nvSpPr>
        <p:spPr>
          <a:xfrm>
            <a:off x="4456481" y="2854998"/>
            <a:ext cx="0" cy="417189"/>
          </a:xfrm>
          <a:prstGeom prst="line">
            <a:avLst/>
          </a:prstGeom>
          <a:noFill/>
          <a:ln w="15875">
            <a:solidFill>
              <a:srgbClr val="D87932">
                <a:alpha val="76000"/>
              </a:srgbClr>
            </a:solidFill>
            <a:prstDash val="dash"/>
            <a:headEnd type="none"/>
            <a:tailEnd type="none"/>
          </a:ln>
        </p:spPr>
      </p:sp>
      <p:sp>
        <p:nvSpPr>
          <p:cNvPr id="566" name="Shape 564"/>
          <p:cNvSpPr/>
          <p:nvPr/>
        </p:nvSpPr>
        <p:spPr>
          <a:xfrm>
            <a:off x="4456481" y="2857741"/>
            <a:ext cx="127407" cy="0"/>
          </a:xfrm>
          <a:prstGeom prst="line">
            <a:avLst/>
          </a:prstGeom>
          <a:noFill/>
          <a:ln w="15875">
            <a:solidFill>
              <a:srgbClr val="D87932">
                <a:alpha val="76000"/>
              </a:srgbClr>
            </a:solidFill>
            <a:prstDash val="dash"/>
            <a:headEnd type="none"/>
            <a:tailEnd type="none"/>
          </a:ln>
        </p:spPr>
      </p:sp>
      <p:sp>
        <p:nvSpPr>
          <p:cNvPr id="567" name="Shape 565"/>
          <p:cNvSpPr/>
          <p:nvPr/>
        </p:nvSpPr>
        <p:spPr>
          <a:xfrm>
            <a:off x="4581144" y="2736321"/>
            <a:ext cx="0" cy="124164"/>
          </a:xfrm>
          <a:prstGeom prst="line">
            <a:avLst/>
          </a:prstGeom>
          <a:noFill/>
          <a:ln w="15875">
            <a:solidFill>
              <a:srgbClr val="D87932">
                <a:alpha val="76000"/>
              </a:srgbClr>
            </a:solidFill>
            <a:prstDash val="dash"/>
            <a:headEnd type="none"/>
            <a:tailEnd type="none"/>
          </a:ln>
        </p:spPr>
      </p:sp>
      <p:sp>
        <p:nvSpPr>
          <p:cNvPr id="568" name="Shape 566"/>
          <p:cNvSpPr/>
          <p:nvPr/>
        </p:nvSpPr>
        <p:spPr>
          <a:xfrm>
            <a:off x="4581144" y="2739064"/>
            <a:ext cx="127407" cy="0"/>
          </a:xfrm>
          <a:prstGeom prst="line">
            <a:avLst/>
          </a:prstGeom>
          <a:noFill/>
          <a:ln w="15875">
            <a:solidFill>
              <a:srgbClr val="D87932">
                <a:alpha val="76000"/>
              </a:srgbClr>
            </a:solidFill>
            <a:prstDash val="dash"/>
            <a:headEnd type="none"/>
            <a:tailEnd type="none"/>
          </a:ln>
        </p:spPr>
      </p:sp>
      <p:sp>
        <p:nvSpPr>
          <p:cNvPr id="569" name="Shape 567"/>
          <p:cNvSpPr/>
          <p:nvPr/>
        </p:nvSpPr>
        <p:spPr>
          <a:xfrm>
            <a:off x="4705807" y="2705183"/>
            <a:ext cx="0" cy="36625"/>
          </a:xfrm>
          <a:prstGeom prst="line">
            <a:avLst/>
          </a:prstGeom>
          <a:noFill/>
          <a:ln w="15875">
            <a:solidFill>
              <a:srgbClr val="D87932">
                <a:alpha val="76000"/>
              </a:srgbClr>
            </a:solidFill>
            <a:prstDash val="dash"/>
            <a:headEnd type="none"/>
            <a:tailEnd type="none"/>
          </a:ln>
        </p:spPr>
      </p:sp>
      <p:sp>
        <p:nvSpPr>
          <p:cNvPr id="570" name="Shape 568"/>
          <p:cNvSpPr/>
          <p:nvPr/>
        </p:nvSpPr>
        <p:spPr>
          <a:xfrm>
            <a:off x="4705807" y="2707926"/>
            <a:ext cx="127406" cy="0"/>
          </a:xfrm>
          <a:prstGeom prst="line">
            <a:avLst/>
          </a:prstGeom>
          <a:noFill/>
          <a:ln w="15875">
            <a:solidFill>
              <a:srgbClr val="D87932">
                <a:alpha val="76000"/>
              </a:srgbClr>
            </a:solidFill>
            <a:prstDash val="dash"/>
            <a:headEnd type="none"/>
            <a:tailEnd type="none"/>
          </a:ln>
        </p:spPr>
      </p:sp>
      <p:sp>
        <p:nvSpPr>
          <p:cNvPr id="571" name="Shape 569"/>
          <p:cNvSpPr/>
          <p:nvPr/>
        </p:nvSpPr>
        <p:spPr>
          <a:xfrm>
            <a:off x="4830470" y="2705183"/>
            <a:ext cx="0" cy="296304"/>
          </a:xfrm>
          <a:prstGeom prst="line">
            <a:avLst/>
          </a:prstGeom>
          <a:noFill/>
          <a:ln w="15875">
            <a:solidFill>
              <a:srgbClr val="D87932">
                <a:alpha val="76000"/>
              </a:srgbClr>
            </a:solidFill>
            <a:prstDash val="dash"/>
            <a:headEnd type="none"/>
            <a:tailEnd type="none"/>
          </a:ln>
        </p:spPr>
      </p:sp>
      <p:sp>
        <p:nvSpPr>
          <p:cNvPr id="572" name="Shape 570"/>
          <p:cNvSpPr/>
          <p:nvPr/>
        </p:nvSpPr>
        <p:spPr>
          <a:xfrm>
            <a:off x="4830470" y="2998744"/>
            <a:ext cx="127407" cy="0"/>
          </a:xfrm>
          <a:prstGeom prst="line">
            <a:avLst/>
          </a:prstGeom>
          <a:noFill/>
          <a:ln w="15875">
            <a:solidFill>
              <a:srgbClr val="D87932">
                <a:alpha val="76000"/>
              </a:srgbClr>
            </a:solidFill>
            <a:prstDash val="dash"/>
            <a:headEnd type="none"/>
            <a:tailEnd type="none"/>
          </a:ln>
        </p:spPr>
      </p:sp>
      <p:sp>
        <p:nvSpPr>
          <p:cNvPr id="573" name="Shape 571"/>
          <p:cNvSpPr/>
          <p:nvPr/>
        </p:nvSpPr>
        <p:spPr>
          <a:xfrm>
            <a:off x="4955134" y="2996001"/>
            <a:ext cx="0" cy="261784"/>
          </a:xfrm>
          <a:prstGeom prst="line">
            <a:avLst/>
          </a:prstGeom>
          <a:noFill/>
          <a:ln w="15875">
            <a:solidFill>
              <a:srgbClr val="D87932">
                <a:alpha val="76000"/>
              </a:srgbClr>
            </a:solidFill>
            <a:prstDash val="dash"/>
            <a:headEnd type="none"/>
            <a:tailEnd type="none"/>
          </a:ln>
        </p:spPr>
      </p:sp>
      <p:sp>
        <p:nvSpPr>
          <p:cNvPr id="574" name="Shape 572"/>
          <p:cNvSpPr/>
          <p:nvPr/>
        </p:nvSpPr>
        <p:spPr>
          <a:xfrm>
            <a:off x="4955134" y="3255041"/>
            <a:ext cx="127407" cy="0"/>
          </a:xfrm>
          <a:prstGeom prst="line">
            <a:avLst/>
          </a:prstGeom>
          <a:noFill/>
          <a:ln w="15875">
            <a:solidFill>
              <a:srgbClr val="D87932">
                <a:alpha val="76000"/>
              </a:srgbClr>
            </a:solidFill>
            <a:prstDash val="dash"/>
            <a:headEnd type="none"/>
            <a:tailEnd type="none"/>
          </a:ln>
        </p:spPr>
      </p:sp>
      <p:sp>
        <p:nvSpPr>
          <p:cNvPr id="575" name="Shape 573"/>
          <p:cNvSpPr/>
          <p:nvPr/>
        </p:nvSpPr>
        <p:spPr>
          <a:xfrm>
            <a:off x="5079797" y="3252298"/>
            <a:ext cx="0" cy="243143"/>
          </a:xfrm>
          <a:prstGeom prst="line">
            <a:avLst/>
          </a:prstGeom>
          <a:noFill/>
          <a:ln w="15875">
            <a:solidFill>
              <a:srgbClr val="D87932">
                <a:alpha val="76000"/>
              </a:srgbClr>
            </a:solidFill>
            <a:prstDash val="dash"/>
            <a:headEnd type="none"/>
            <a:tailEnd type="none"/>
          </a:ln>
        </p:spPr>
      </p:sp>
      <p:sp>
        <p:nvSpPr>
          <p:cNvPr id="576" name="Shape 574"/>
          <p:cNvSpPr/>
          <p:nvPr/>
        </p:nvSpPr>
        <p:spPr>
          <a:xfrm>
            <a:off x="5079797" y="3492697"/>
            <a:ext cx="127406" cy="0"/>
          </a:xfrm>
          <a:prstGeom prst="line">
            <a:avLst/>
          </a:prstGeom>
          <a:noFill/>
          <a:ln w="15875">
            <a:solidFill>
              <a:srgbClr val="D87932">
                <a:alpha val="76000"/>
              </a:srgbClr>
            </a:solidFill>
            <a:prstDash val="dash"/>
            <a:headEnd type="none"/>
            <a:tailEnd type="none"/>
          </a:ln>
        </p:spPr>
      </p:sp>
      <p:sp>
        <p:nvSpPr>
          <p:cNvPr id="577" name="Shape 575"/>
          <p:cNvSpPr/>
          <p:nvPr/>
        </p:nvSpPr>
        <p:spPr>
          <a:xfrm>
            <a:off x="5204460" y="3489954"/>
            <a:ext cx="0" cy="331758"/>
          </a:xfrm>
          <a:prstGeom prst="line">
            <a:avLst/>
          </a:prstGeom>
          <a:noFill/>
          <a:ln w="15875">
            <a:solidFill>
              <a:srgbClr val="D87932">
                <a:alpha val="76000"/>
              </a:srgbClr>
            </a:solidFill>
            <a:prstDash val="dash"/>
            <a:headEnd type="none"/>
            <a:tailEnd type="none"/>
          </a:ln>
        </p:spPr>
      </p:sp>
      <p:sp>
        <p:nvSpPr>
          <p:cNvPr id="578" name="Shape 576"/>
          <p:cNvSpPr/>
          <p:nvPr/>
        </p:nvSpPr>
        <p:spPr>
          <a:xfrm>
            <a:off x="5204460" y="3818969"/>
            <a:ext cx="127407" cy="0"/>
          </a:xfrm>
          <a:prstGeom prst="line">
            <a:avLst/>
          </a:prstGeom>
          <a:noFill/>
          <a:ln w="15875">
            <a:solidFill>
              <a:srgbClr val="D87932">
                <a:alpha val="76000"/>
              </a:srgbClr>
            </a:solidFill>
            <a:prstDash val="dash"/>
            <a:headEnd type="none"/>
            <a:tailEnd type="none"/>
          </a:ln>
        </p:spPr>
      </p:sp>
      <p:sp>
        <p:nvSpPr>
          <p:cNvPr id="579" name="Shape 577"/>
          <p:cNvSpPr/>
          <p:nvPr/>
        </p:nvSpPr>
        <p:spPr>
          <a:xfrm>
            <a:off x="5329123" y="3816226"/>
            <a:ext cx="0" cy="18139"/>
          </a:xfrm>
          <a:prstGeom prst="line">
            <a:avLst/>
          </a:prstGeom>
          <a:noFill/>
          <a:ln w="15875">
            <a:solidFill>
              <a:srgbClr val="D87932">
                <a:alpha val="76000"/>
              </a:srgbClr>
            </a:solidFill>
            <a:prstDash val="dash"/>
            <a:headEnd type="none"/>
            <a:tailEnd type="none"/>
          </a:ln>
        </p:spPr>
      </p:sp>
      <p:sp>
        <p:nvSpPr>
          <p:cNvPr id="580" name="Shape 578"/>
          <p:cNvSpPr/>
          <p:nvPr/>
        </p:nvSpPr>
        <p:spPr>
          <a:xfrm>
            <a:off x="5329123" y="3831622"/>
            <a:ext cx="127407" cy="0"/>
          </a:xfrm>
          <a:prstGeom prst="line">
            <a:avLst/>
          </a:prstGeom>
          <a:noFill/>
          <a:ln w="15875">
            <a:solidFill>
              <a:srgbClr val="D87932">
                <a:alpha val="76000"/>
              </a:srgbClr>
            </a:solidFill>
            <a:prstDash val="dash"/>
            <a:headEnd type="none"/>
            <a:tailEnd type="none"/>
          </a:ln>
        </p:spPr>
      </p:sp>
      <p:sp>
        <p:nvSpPr>
          <p:cNvPr id="581" name="Shape 579"/>
          <p:cNvSpPr/>
          <p:nvPr/>
        </p:nvSpPr>
        <p:spPr>
          <a:xfrm>
            <a:off x="5453787" y="3751580"/>
            <a:ext cx="0" cy="82786"/>
          </a:xfrm>
          <a:prstGeom prst="line">
            <a:avLst/>
          </a:prstGeom>
          <a:noFill/>
          <a:ln w="15875">
            <a:solidFill>
              <a:srgbClr val="D87932">
                <a:alpha val="76000"/>
              </a:srgbClr>
            </a:solidFill>
            <a:prstDash val="dash"/>
            <a:headEnd type="none"/>
            <a:tailEnd type="none"/>
          </a:ln>
        </p:spPr>
      </p:sp>
      <p:sp>
        <p:nvSpPr>
          <p:cNvPr id="582" name="Shape 580"/>
          <p:cNvSpPr/>
          <p:nvPr/>
        </p:nvSpPr>
        <p:spPr>
          <a:xfrm>
            <a:off x="5453787" y="3754323"/>
            <a:ext cx="127406" cy="0"/>
          </a:xfrm>
          <a:prstGeom prst="line">
            <a:avLst/>
          </a:prstGeom>
          <a:noFill/>
          <a:ln w="15875">
            <a:solidFill>
              <a:srgbClr val="D87932">
                <a:alpha val="76000"/>
              </a:srgbClr>
            </a:solidFill>
            <a:prstDash val="dash"/>
            <a:headEnd type="none"/>
            <a:tailEnd type="none"/>
          </a:ln>
        </p:spPr>
      </p:sp>
      <p:sp>
        <p:nvSpPr>
          <p:cNvPr id="583" name="Shape 581"/>
          <p:cNvSpPr/>
          <p:nvPr/>
        </p:nvSpPr>
        <p:spPr>
          <a:xfrm>
            <a:off x="5578449" y="3633101"/>
            <a:ext cx="0" cy="123965"/>
          </a:xfrm>
          <a:prstGeom prst="line">
            <a:avLst/>
          </a:prstGeom>
          <a:noFill/>
          <a:ln w="15875">
            <a:solidFill>
              <a:srgbClr val="D87932">
                <a:alpha val="76000"/>
              </a:srgbClr>
            </a:solidFill>
            <a:prstDash val="dash"/>
            <a:headEnd type="none"/>
            <a:tailEnd type="none"/>
          </a:ln>
        </p:spPr>
      </p:sp>
      <p:sp>
        <p:nvSpPr>
          <p:cNvPr id="584" name="Shape 582"/>
          <p:cNvSpPr/>
          <p:nvPr/>
        </p:nvSpPr>
        <p:spPr>
          <a:xfrm>
            <a:off x="5578449" y="3635844"/>
            <a:ext cx="127407" cy="0"/>
          </a:xfrm>
          <a:prstGeom prst="line">
            <a:avLst/>
          </a:prstGeom>
          <a:noFill/>
          <a:ln w="15875">
            <a:solidFill>
              <a:srgbClr val="D87932">
                <a:alpha val="76000"/>
              </a:srgbClr>
            </a:solidFill>
            <a:prstDash val="dash"/>
            <a:headEnd type="none"/>
            <a:tailEnd type="none"/>
          </a:ln>
        </p:spPr>
      </p:sp>
      <p:sp>
        <p:nvSpPr>
          <p:cNvPr id="585" name="Shape 583"/>
          <p:cNvSpPr/>
          <p:nvPr/>
        </p:nvSpPr>
        <p:spPr>
          <a:xfrm>
            <a:off x="5703113" y="3633101"/>
            <a:ext cx="0" cy="30464"/>
          </a:xfrm>
          <a:prstGeom prst="line">
            <a:avLst/>
          </a:prstGeom>
          <a:noFill/>
          <a:ln w="15875">
            <a:solidFill>
              <a:srgbClr val="D87932">
                <a:alpha val="76000"/>
              </a:srgbClr>
            </a:solidFill>
            <a:prstDash val="dash"/>
            <a:headEnd type="none"/>
            <a:tailEnd type="none"/>
          </a:ln>
        </p:spPr>
      </p:sp>
      <p:sp>
        <p:nvSpPr>
          <p:cNvPr id="586" name="Shape 584"/>
          <p:cNvSpPr/>
          <p:nvPr/>
        </p:nvSpPr>
        <p:spPr>
          <a:xfrm>
            <a:off x="5703113" y="3660821"/>
            <a:ext cx="127407" cy="0"/>
          </a:xfrm>
          <a:prstGeom prst="line">
            <a:avLst/>
          </a:prstGeom>
          <a:noFill/>
          <a:ln w="15875">
            <a:solidFill>
              <a:srgbClr val="D87932">
                <a:alpha val="76000"/>
              </a:srgbClr>
            </a:solidFill>
            <a:prstDash val="dash"/>
            <a:headEnd type="none"/>
            <a:tailEnd type="none"/>
          </a:ln>
        </p:spPr>
      </p:sp>
      <p:sp>
        <p:nvSpPr>
          <p:cNvPr id="587" name="Shape 585"/>
          <p:cNvSpPr/>
          <p:nvPr/>
        </p:nvSpPr>
        <p:spPr>
          <a:xfrm>
            <a:off x="5827776" y="3580228"/>
            <a:ext cx="0" cy="83336"/>
          </a:xfrm>
          <a:prstGeom prst="line">
            <a:avLst/>
          </a:prstGeom>
          <a:noFill/>
          <a:ln w="15875">
            <a:solidFill>
              <a:srgbClr val="D87932">
                <a:alpha val="76000"/>
              </a:srgbClr>
            </a:solidFill>
            <a:prstDash val="dash"/>
            <a:headEnd type="none"/>
            <a:tailEnd type="none"/>
          </a:ln>
        </p:spPr>
      </p:sp>
      <p:sp>
        <p:nvSpPr>
          <p:cNvPr id="588" name="Shape 586"/>
          <p:cNvSpPr/>
          <p:nvPr/>
        </p:nvSpPr>
        <p:spPr>
          <a:xfrm>
            <a:off x="5827776" y="3582971"/>
            <a:ext cx="127406" cy="0"/>
          </a:xfrm>
          <a:prstGeom prst="line">
            <a:avLst/>
          </a:prstGeom>
          <a:noFill/>
          <a:ln w="15875">
            <a:solidFill>
              <a:srgbClr val="D87932">
                <a:alpha val="76000"/>
              </a:srgbClr>
            </a:solidFill>
            <a:prstDash val="dash"/>
            <a:headEnd type="none"/>
            <a:tailEnd type="none"/>
          </a:ln>
        </p:spPr>
      </p:sp>
      <p:sp>
        <p:nvSpPr>
          <p:cNvPr id="589" name="Shape 587"/>
          <p:cNvSpPr/>
          <p:nvPr/>
        </p:nvSpPr>
        <p:spPr>
          <a:xfrm>
            <a:off x="5952439" y="3363040"/>
            <a:ext cx="0" cy="222675"/>
          </a:xfrm>
          <a:prstGeom prst="line">
            <a:avLst/>
          </a:prstGeom>
          <a:noFill/>
          <a:ln w="15875">
            <a:solidFill>
              <a:srgbClr val="D87932">
                <a:alpha val="76000"/>
              </a:srgbClr>
            </a:solidFill>
            <a:prstDash val="dash"/>
            <a:headEnd type="none"/>
            <a:tailEnd type="none"/>
          </a:ln>
        </p:spPr>
      </p:sp>
      <p:sp>
        <p:nvSpPr>
          <p:cNvPr id="590" name="Shape 588"/>
          <p:cNvSpPr/>
          <p:nvPr/>
        </p:nvSpPr>
        <p:spPr>
          <a:xfrm>
            <a:off x="5952439" y="3365783"/>
            <a:ext cx="127407" cy="0"/>
          </a:xfrm>
          <a:prstGeom prst="line">
            <a:avLst/>
          </a:prstGeom>
          <a:noFill/>
          <a:ln w="15875">
            <a:solidFill>
              <a:srgbClr val="D87932">
                <a:alpha val="76000"/>
              </a:srgbClr>
            </a:solidFill>
            <a:prstDash val="dash"/>
            <a:headEnd type="none"/>
            <a:tailEnd type="none"/>
          </a:ln>
        </p:spPr>
      </p:sp>
      <p:sp>
        <p:nvSpPr>
          <p:cNvPr id="591" name="Shape 589"/>
          <p:cNvSpPr/>
          <p:nvPr/>
        </p:nvSpPr>
        <p:spPr>
          <a:xfrm>
            <a:off x="6077102" y="3196756"/>
            <a:ext cx="0" cy="171770"/>
          </a:xfrm>
          <a:prstGeom prst="line">
            <a:avLst/>
          </a:prstGeom>
          <a:noFill/>
          <a:ln w="15875">
            <a:solidFill>
              <a:srgbClr val="D87932">
                <a:alpha val="76000"/>
              </a:srgbClr>
            </a:solidFill>
            <a:prstDash val="dash"/>
            <a:headEnd type="none"/>
            <a:tailEnd type="none"/>
          </a:ln>
        </p:spPr>
      </p:sp>
      <p:sp>
        <p:nvSpPr>
          <p:cNvPr id="592" name="Shape 590"/>
          <p:cNvSpPr/>
          <p:nvPr/>
        </p:nvSpPr>
        <p:spPr>
          <a:xfrm>
            <a:off x="6077102" y="3199499"/>
            <a:ext cx="127407" cy="0"/>
          </a:xfrm>
          <a:prstGeom prst="line">
            <a:avLst/>
          </a:prstGeom>
          <a:noFill/>
          <a:ln w="15875">
            <a:solidFill>
              <a:srgbClr val="D87932">
                <a:alpha val="76000"/>
              </a:srgbClr>
            </a:solidFill>
            <a:prstDash val="dash"/>
            <a:headEnd type="none"/>
            <a:tailEnd type="none"/>
          </a:ln>
        </p:spPr>
      </p:sp>
      <p:sp>
        <p:nvSpPr>
          <p:cNvPr id="593" name="Shape 591"/>
          <p:cNvSpPr/>
          <p:nvPr/>
        </p:nvSpPr>
        <p:spPr>
          <a:xfrm>
            <a:off x="6201766" y="3196756"/>
            <a:ext cx="0" cy="61433"/>
          </a:xfrm>
          <a:prstGeom prst="line">
            <a:avLst/>
          </a:prstGeom>
          <a:noFill/>
          <a:ln w="15875">
            <a:solidFill>
              <a:srgbClr val="D87932">
                <a:alpha val="76000"/>
              </a:srgbClr>
            </a:solidFill>
            <a:prstDash val="dash"/>
            <a:headEnd type="none"/>
            <a:tailEnd type="none"/>
          </a:ln>
        </p:spPr>
      </p:sp>
      <p:sp>
        <p:nvSpPr>
          <p:cNvPr id="594" name="Shape 592"/>
          <p:cNvSpPr/>
          <p:nvPr/>
        </p:nvSpPr>
        <p:spPr>
          <a:xfrm>
            <a:off x="6201766" y="3255446"/>
            <a:ext cx="127406" cy="0"/>
          </a:xfrm>
          <a:prstGeom prst="line">
            <a:avLst/>
          </a:prstGeom>
          <a:noFill/>
          <a:ln w="15875">
            <a:solidFill>
              <a:srgbClr val="D87932">
                <a:alpha val="76000"/>
              </a:srgbClr>
            </a:solidFill>
            <a:prstDash val="dash"/>
            <a:headEnd type="none"/>
            <a:tailEnd type="none"/>
          </a:ln>
        </p:spPr>
      </p:sp>
      <p:sp>
        <p:nvSpPr>
          <p:cNvPr id="595" name="Shape 593"/>
          <p:cNvSpPr/>
          <p:nvPr/>
        </p:nvSpPr>
        <p:spPr>
          <a:xfrm>
            <a:off x="6326429" y="3252703"/>
            <a:ext cx="0" cy="137622"/>
          </a:xfrm>
          <a:prstGeom prst="line">
            <a:avLst/>
          </a:prstGeom>
          <a:noFill/>
          <a:ln w="15875">
            <a:solidFill>
              <a:srgbClr val="D87932">
                <a:alpha val="76000"/>
              </a:srgbClr>
            </a:solidFill>
            <a:prstDash val="dash"/>
            <a:headEnd type="none"/>
            <a:tailEnd type="none"/>
          </a:ln>
        </p:spPr>
      </p:sp>
      <p:sp>
        <p:nvSpPr>
          <p:cNvPr id="596" name="Shape 594"/>
          <p:cNvSpPr/>
          <p:nvPr/>
        </p:nvSpPr>
        <p:spPr>
          <a:xfrm>
            <a:off x="6326429" y="3387582"/>
            <a:ext cx="127407" cy="0"/>
          </a:xfrm>
          <a:prstGeom prst="line">
            <a:avLst/>
          </a:prstGeom>
          <a:noFill/>
          <a:ln w="15875">
            <a:solidFill>
              <a:srgbClr val="D87932">
                <a:alpha val="76000"/>
              </a:srgbClr>
            </a:solidFill>
            <a:prstDash val="dash"/>
            <a:headEnd type="none"/>
            <a:tailEnd type="none"/>
          </a:ln>
        </p:spPr>
      </p:sp>
      <p:sp>
        <p:nvSpPr>
          <p:cNvPr id="597" name="Shape 595"/>
          <p:cNvSpPr/>
          <p:nvPr/>
        </p:nvSpPr>
        <p:spPr>
          <a:xfrm>
            <a:off x="6451092" y="3384839"/>
            <a:ext cx="0" cy="50427"/>
          </a:xfrm>
          <a:prstGeom prst="line">
            <a:avLst/>
          </a:prstGeom>
          <a:noFill/>
          <a:ln w="15875">
            <a:solidFill>
              <a:srgbClr val="D87932">
                <a:alpha val="76000"/>
              </a:srgbClr>
            </a:solidFill>
            <a:prstDash val="dash"/>
            <a:headEnd type="none"/>
            <a:tailEnd type="none"/>
          </a:ln>
        </p:spPr>
      </p:sp>
      <p:sp>
        <p:nvSpPr>
          <p:cNvPr id="598" name="Shape 596"/>
          <p:cNvSpPr/>
          <p:nvPr/>
        </p:nvSpPr>
        <p:spPr>
          <a:xfrm>
            <a:off x="6451092" y="3432522"/>
            <a:ext cx="127407" cy="0"/>
          </a:xfrm>
          <a:prstGeom prst="line">
            <a:avLst/>
          </a:prstGeom>
          <a:noFill/>
          <a:ln w="15875">
            <a:solidFill>
              <a:srgbClr val="D87932">
                <a:alpha val="76000"/>
              </a:srgbClr>
            </a:solidFill>
            <a:prstDash val="dash"/>
            <a:headEnd type="none"/>
            <a:tailEnd type="none"/>
          </a:ln>
        </p:spPr>
      </p:sp>
      <p:sp>
        <p:nvSpPr>
          <p:cNvPr id="599" name="Shape 597"/>
          <p:cNvSpPr/>
          <p:nvPr/>
        </p:nvSpPr>
        <p:spPr>
          <a:xfrm>
            <a:off x="6575755" y="3429779"/>
            <a:ext cx="0" cy="46678"/>
          </a:xfrm>
          <a:prstGeom prst="line">
            <a:avLst/>
          </a:prstGeom>
          <a:noFill/>
          <a:ln w="15875">
            <a:solidFill>
              <a:srgbClr val="D87932">
                <a:alpha val="76000"/>
              </a:srgbClr>
            </a:solidFill>
            <a:prstDash val="dash"/>
            <a:headEnd type="none"/>
            <a:tailEnd type="none"/>
          </a:ln>
        </p:spPr>
      </p:sp>
      <p:sp>
        <p:nvSpPr>
          <p:cNvPr id="600" name="Shape 598"/>
          <p:cNvSpPr/>
          <p:nvPr/>
        </p:nvSpPr>
        <p:spPr>
          <a:xfrm>
            <a:off x="6575755" y="3473714"/>
            <a:ext cx="127406" cy="0"/>
          </a:xfrm>
          <a:prstGeom prst="line">
            <a:avLst/>
          </a:prstGeom>
          <a:noFill/>
          <a:ln w="15875">
            <a:solidFill>
              <a:srgbClr val="D87932">
                <a:alpha val="76000"/>
              </a:srgbClr>
            </a:solidFill>
            <a:prstDash val="dash"/>
            <a:headEnd type="none"/>
            <a:tailEnd type="none"/>
          </a:ln>
        </p:spPr>
      </p:sp>
      <p:sp>
        <p:nvSpPr>
          <p:cNvPr id="601" name="Shape 599"/>
          <p:cNvSpPr/>
          <p:nvPr/>
        </p:nvSpPr>
        <p:spPr>
          <a:xfrm>
            <a:off x="6700418" y="3470971"/>
            <a:ext cx="0" cy="62447"/>
          </a:xfrm>
          <a:prstGeom prst="line">
            <a:avLst/>
          </a:prstGeom>
          <a:noFill/>
          <a:ln w="15875">
            <a:solidFill>
              <a:srgbClr val="D87932">
                <a:alpha val="76000"/>
              </a:srgbClr>
            </a:solidFill>
            <a:prstDash val="dash"/>
            <a:headEnd type="none"/>
            <a:tailEnd type="none"/>
          </a:ln>
        </p:spPr>
      </p:sp>
      <p:sp>
        <p:nvSpPr>
          <p:cNvPr id="602" name="Shape 600"/>
          <p:cNvSpPr/>
          <p:nvPr/>
        </p:nvSpPr>
        <p:spPr>
          <a:xfrm>
            <a:off x="6700418" y="3530675"/>
            <a:ext cx="127407" cy="0"/>
          </a:xfrm>
          <a:prstGeom prst="line">
            <a:avLst/>
          </a:prstGeom>
          <a:noFill/>
          <a:ln w="15875">
            <a:solidFill>
              <a:srgbClr val="D87932">
                <a:alpha val="76000"/>
              </a:srgbClr>
            </a:solidFill>
            <a:prstDash val="dash"/>
            <a:headEnd type="none"/>
            <a:tailEnd type="none"/>
          </a:ln>
        </p:spPr>
      </p:sp>
      <p:sp>
        <p:nvSpPr>
          <p:cNvPr id="603" name="Shape 601"/>
          <p:cNvSpPr/>
          <p:nvPr/>
        </p:nvSpPr>
        <p:spPr>
          <a:xfrm>
            <a:off x="6825082" y="3527932"/>
            <a:ext cx="0" cy="166508"/>
          </a:xfrm>
          <a:prstGeom prst="line">
            <a:avLst/>
          </a:prstGeom>
          <a:noFill/>
          <a:ln w="15875">
            <a:solidFill>
              <a:srgbClr val="D87932">
                <a:alpha val="76000"/>
              </a:srgbClr>
            </a:solidFill>
            <a:prstDash val="dash"/>
            <a:headEnd type="none"/>
            <a:tailEnd type="none"/>
          </a:ln>
        </p:spPr>
      </p:sp>
      <p:sp>
        <p:nvSpPr>
          <p:cNvPr id="604" name="Shape 602"/>
          <p:cNvSpPr/>
          <p:nvPr/>
        </p:nvSpPr>
        <p:spPr>
          <a:xfrm>
            <a:off x="6825082" y="3691696"/>
            <a:ext cx="127407" cy="0"/>
          </a:xfrm>
          <a:prstGeom prst="line">
            <a:avLst/>
          </a:prstGeom>
          <a:noFill/>
          <a:ln w="15875">
            <a:solidFill>
              <a:srgbClr val="D87932">
                <a:alpha val="76000"/>
              </a:srgbClr>
            </a:solidFill>
            <a:prstDash val="dash"/>
            <a:headEnd type="none"/>
            <a:tailEnd type="none"/>
          </a:ln>
        </p:spPr>
      </p:sp>
      <p:sp>
        <p:nvSpPr>
          <p:cNvPr id="605" name="Shape 603"/>
          <p:cNvSpPr/>
          <p:nvPr/>
        </p:nvSpPr>
        <p:spPr>
          <a:xfrm>
            <a:off x="6949745" y="3688953"/>
            <a:ext cx="0" cy="169963"/>
          </a:xfrm>
          <a:prstGeom prst="line">
            <a:avLst/>
          </a:prstGeom>
          <a:noFill/>
          <a:ln w="15875">
            <a:solidFill>
              <a:srgbClr val="D87932">
                <a:alpha val="76000"/>
              </a:srgbClr>
            </a:solidFill>
            <a:prstDash val="dash"/>
            <a:headEnd type="none"/>
            <a:tailEnd type="none"/>
          </a:ln>
        </p:spPr>
      </p:sp>
      <p:sp>
        <p:nvSpPr>
          <p:cNvPr id="606" name="Shape 604"/>
          <p:cNvSpPr/>
          <p:nvPr/>
        </p:nvSpPr>
        <p:spPr>
          <a:xfrm>
            <a:off x="6949745" y="3856173"/>
            <a:ext cx="127406" cy="0"/>
          </a:xfrm>
          <a:prstGeom prst="line">
            <a:avLst/>
          </a:prstGeom>
          <a:noFill/>
          <a:ln w="15875">
            <a:solidFill>
              <a:srgbClr val="D87932">
                <a:alpha val="76000"/>
              </a:srgbClr>
            </a:solidFill>
            <a:prstDash val="dash"/>
            <a:headEnd type="none"/>
            <a:tailEnd type="none"/>
          </a:ln>
        </p:spPr>
      </p:sp>
      <p:sp>
        <p:nvSpPr>
          <p:cNvPr id="607" name="Shape 605"/>
          <p:cNvSpPr/>
          <p:nvPr/>
        </p:nvSpPr>
        <p:spPr>
          <a:xfrm>
            <a:off x="7074408" y="3853429"/>
            <a:ext cx="0" cy="130473"/>
          </a:xfrm>
          <a:prstGeom prst="line">
            <a:avLst/>
          </a:prstGeom>
          <a:noFill/>
          <a:ln w="15875">
            <a:solidFill>
              <a:srgbClr val="D87932">
                <a:alpha val="76000"/>
              </a:srgbClr>
            </a:solidFill>
            <a:prstDash val="dash"/>
            <a:headEnd type="none"/>
            <a:tailEnd type="none"/>
          </a:ln>
        </p:spPr>
      </p:sp>
      <p:sp>
        <p:nvSpPr>
          <p:cNvPr id="608" name="Shape 606"/>
          <p:cNvSpPr/>
          <p:nvPr/>
        </p:nvSpPr>
        <p:spPr>
          <a:xfrm>
            <a:off x="7074408" y="3981160"/>
            <a:ext cx="127407" cy="0"/>
          </a:xfrm>
          <a:prstGeom prst="line">
            <a:avLst/>
          </a:prstGeom>
          <a:noFill/>
          <a:ln w="15875">
            <a:solidFill>
              <a:srgbClr val="D87932">
                <a:alpha val="76000"/>
              </a:srgbClr>
            </a:solidFill>
            <a:prstDash val="dash"/>
            <a:headEnd type="none"/>
            <a:tailEnd type="none"/>
          </a:ln>
        </p:spPr>
      </p:sp>
      <p:sp>
        <p:nvSpPr>
          <p:cNvPr id="609" name="Shape 607"/>
          <p:cNvSpPr/>
          <p:nvPr/>
        </p:nvSpPr>
        <p:spPr>
          <a:xfrm>
            <a:off x="7199071" y="3970027"/>
            <a:ext cx="0" cy="13876"/>
          </a:xfrm>
          <a:prstGeom prst="line">
            <a:avLst/>
          </a:prstGeom>
          <a:noFill/>
          <a:ln w="15875">
            <a:solidFill>
              <a:srgbClr val="D87932">
                <a:alpha val="76000"/>
              </a:srgbClr>
            </a:solidFill>
            <a:prstDash val="dash"/>
            <a:headEnd type="none"/>
            <a:tailEnd type="none"/>
          </a:ln>
        </p:spPr>
      </p:sp>
      <p:sp>
        <p:nvSpPr>
          <p:cNvPr id="610" name="Shape 608"/>
          <p:cNvSpPr/>
          <p:nvPr/>
        </p:nvSpPr>
        <p:spPr>
          <a:xfrm>
            <a:off x="7199071" y="3972770"/>
            <a:ext cx="127407" cy="0"/>
          </a:xfrm>
          <a:prstGeom prst="line">
            <a:avLst/>
          </a:prstGeom>
          <a:noFill/>
          <a:ln w="15875">
            <a:solidFill>
              <a:srgbClr val="D87932">
                <a:alpha val="76000"/>
              </a:srgbClr>
            </a:solidFill>
            <a:prstDash val="dash"/>
            <a:headEnd type="none"/>
            <a:tailEnd type="none"/>
          </a:ln>
        </p:spPr>
      </p:sp>
      <p:sp>
        <p:nvSpPr>
          <p:cNvPr id="611" name="Shape 609"/>
          <p:cNvSpPr/>
          <p:nvPr/>
        </p:nvSpPr>
        <p:spPr>
          <a:xfrm>
            <a:off x="7323735" y="3970027"/>
            <a:ext cx="0" cy="14348"/>
          </a:xfrm>
          <a:prstGeom prst="line">
            <a:avLst/>
          </a:prstGeom>
          <a:noFill/>
          <a:ln w="15875">
            <a:solidFill>
              <a:srgbClr val="D87932">
                <a:alpha val="76000"/>
              </a:srgbClr>
            </a:solidFill>
            <a:prstDash val="dash"/>
            <a:headEnd type="none"/>
            <a:tailEnd type="none"/>
          </a:ln>
        </p:spPr>
      </p:sp>
      <p:sp>
        <p:nvSpPr>
          <p:cNvPr id="612" name="Shape 610"/>
          <p:cNvSpPr/>
          <p:nvPr/>
        </p:nvSpPr>
        <p:spPr>
          <a:xfrm>
            <a:off x="7323735" y="3981631"/>
            <a:ext cx="127406" cy="0"/>
          </a:xfrm>
          <a:prstGeom prst="line">
            <a:avLst/>
          </a:prstGeom>
          <a:noFill/>
          <a:ln w="15875">
            <a:solidFill>
              <a:srgbClr val="D87932">
                <a:alpha val="76000"/>
              </a:srgbClr>
            </a:solidFill>
            <a:prstDash val="dash"/>
            <a:headEnd type="none"/>
            <a:tailEnd type="none"/>
          </a:ln>
        </p:spPr>
      </p:sp>
      <p:sp>
        <p:nvSpPr>
          <p:cNvPr id="613" name="Shape 611"/>
          <p:cNvSpPr/>
          <p:nvPr/>
        </p:nvSpPr>
        <p:spPr>
          <a:xfrm>
            <a:off x="7448397" y="3771241"/>
            <a:ext cx="0" cy="213134"/>
          </a:xfrm>
          <a:prstGeom prst="line">
            <a:avLst/>
          </a:prstGeom>
          <a:noFill/>
          <a:ln w="15875">
            <a:solidFill>
              <a:srgbClr val="D87932">
                <a:alpha val="76000"/>
              </a:srgbClr>
            </a:solidFill>
            <a:prstDash val="dash"/>
            <a:headEnd type="none"/>
            <a:tailEnd type="none"/>
          </a:ln>
        </p:spPr>
      </p:sp>
      <p:sp>
        <p:nvSpPr>
          <p:cNvPr id="614" name="Shape 612"/>
          <p:cNvSpPr/>
          <p:nvPr/>
        </p:nvSpPr>
        <p:spPr>
          <a:xfrm>
            <a:off x="7448397" y="3773984"/>
            <a:ext cx="127407" cy="0"/>
          </a:xfrm>
          <a:prstGeom prst="line">
            <a:avLst/>
          </a:prstGeom>
          <a:noFill/>
          <a:ln w="15875">
            <a:solidFill>
              <a:srgbClr val="D87932">
                <a:alpha val="76000"/>
              </a:srgbClr>
            </a:solidFill>
            <a:prstDash val="dash"/>
            <a:headEnd type="none"/>
            <a:tailEnd type="none"/>
          </a:ln>
        </p:spPr>
      </p:sp>
      <p:sp>
        <p:nvSpPr>
          <p:cNvPr id="615" name="Shape 613"/>
          <p:cNvSpPr/>
          <p:nvPr/>
        </p:nvSpPr>
        <p:spPr>
          <a:xfrm>
            <a:off x="7573061" y="3421021"/>
            <a:ext cx="0" cy="355707"/>
          </a:xfrm>
          <a:prstGeom prst="line">
            <a:avLst/>
          </a:prstGeom>
          <a:noFill/>
          <a:ln w="15875">
            <a:solidFill>
              <a:srgbClr val="D87932">
                <a:alpha val="76000"/>
              </a:srgbClr>
            </a:solidFill>
            <a:prstDash val="dash"/>
            <a:headEnd type="none"/>
            <a:tailEnd type="none"/>
          </a:ln>
        </p:spPr>
      </p:sp>
      <p:sp>
        <p:nvSpPr>
          <p:cNvPr id="616" name="Shape 614"/>
          <p:cNvSpPr/>
          <p:nvPr/>
        </p:nvSpPr>
        <p:spPr>
          <a:xfrm>
            <a:off x="7573061" y="3423764"/>
            <a:ext cx="127407" cy="0"/>
          </a:xfrm>
          <a:prstGeom prst="line">
            <a:avLst/>
          </a:prstGeom>
          <a:noFill/>
          <a:ln w="15875">
            <a:solidFill>
              <a:srgbClr val="D87932">
                <a:alpha val="76000"/>
              </a:srgbClr>
            </a:solidFill>
            <a:prstDash val="dash"/>
            <a:headEnd type="none"/>
            <a:tailEnd type="none"/>
          </a:ln>
        </p:spPr>
      </p:sp>
      <p:sp>
        <p:nvSpPr>
          <p:cNvPr id="617" name="Shape 615"/>
          <p:cNvSpPr/>
          <p:nvPr/>
        </p:nvSpPr>
        <p:spPr>
          <a:xfrm>
            <a:off x="7697724" y="2997605"/>
            <a:ext cx="0" cy="428902"/>
          </a:xfrm>
          <a:prstGeom prst="line">
            <a:avLst/>
          </a:prstGeom>
          <a:noFill/>
          <a:ln w="15875">
            <a:solidFill>
              <a:srgbClr val="D87932">
                <a:alpha val="76000"/>
              </a:srgbClr>
            </a:solidFill>
            <a:prstDash val="dash"/>
            <a:headEnd type="none"/>
            <a:tailEnd type="none"/>
          </a:ln>
        </p:spPr>
      </p:sp>
      <p:sp>
        <p:nvSpPr>
          <p:cNvPr id="618" name="Shape 616"/>
          <p:cNvSpPr/>
          <p:nvPr/>
        </p:nvSpPr>
        <p:spPr>
          <a:xfrm>
            <a:off x="7697724" y="3000348"/>
            <a:ext cx="127406" cy="0"/>
          </a:xfrm>
          <a:prstGeom prst="line">
            <a:avLst/>
          </a:prstGeom>
          <a:noFill/>
          <a:ln w="15875">
            <a:solidFill>
              <a:srgbClr val="D87932">
                <a:alpha val="76000"/>
              </a:srgbClr>
            </a:solidFill>
            <a:prstDash val="dash"/>
            <a:headEnd type="none"/>
            <a:tailEnd type="none"/>
          </a:ln>
        </p:spPr>
      </p:sp>
      <p:sp>
        <p:nvSpPr>
          <p:cNvPr id="619" name="Shape 617"/>
          <p:cNvSpPr/>
          <p:nvPr/>
        </p:nvSpPr>
        <p:spPr>
          <a:xfrm>
            <a:off x="7822387" y="2613437"/>
            <a:ext cx="0" cy="389654"/>
          </a:xfrm>
          <a:prstGeom prst="line">
            <a:avLst/>
          </a:prstGeom>
          <a:noFill/>
          <a:ln w="15875">
            <a:solidFill>
              <a:srgbClr val="D87932">
                <a:alpha val="76000"/>
              </a:srgbClr>
            </a:solidFill>
            <a:prstDash val="dash"/>
            <a:headEnd type="none"/>
            <a:tailEnd type="none"/>
          </a:ln>
        </p:spPr>
      </p:sp>
      <p:sp>
        <p:nvSpPr>
          <p:cNvPr id="620" name="Shape 618"/>
          <p:cNvSpPr/>
          <p:nvPr/>
        </p:nvSpPr>
        <p:spPr>
          <a:xfrm>
            <a:off x="7822387" y="2616180"/>
            <a:ext cx="127407" cy="0"/>
          </a:xfrm>
          <a:prstGeom prst="line">
            <a:avLst/>
          </a:prstGeom>
          <a:noFill/>
          <a:ln w="15875">
            <a:solidFill>
              <a:srgbClr val="D87932">
                <a:alpha val="76000"/>
              </a:srgbClr>
            </a:solidFill>
            <a:prstDash val="dash"/>
            <a:headEnd type="none"/>
            <a:tailEnd type="none"/>
          </a:ln>
        </p:spPr>
      </p:sp>
      <p:sp>
        <p:nvSpPr>
          <p:cNvPr id="621" name="Shape 619"/>
          <p:cNvSpPr/>
          <p:nvPr/>
        </p:nvSpPr>
        <p:spPr>
          <a:xfrm>
            <a:off x="7947050" y="2298921"/>
            <a:ext cx="0" cy="320003"/>
          </a:xfrm>
          <a:prstGeom prst="line">
            <a:avLst/>
          </a:prstGeom>
          <a:noFill/>
          <a:ln w="15875">
            <a:solidFill>
              <a:srgbClr val="D87932">
                <a:alpha val="76000"/>
              </a:srgbClr>
            </a:solidFill>
            <a:prstDash val="dash"/>
            <a:headEnd type="none"/>
            <a:tailEnd type="none"/>
          </a:ln>
        </p:spPr>
      </p:sp>
      <p:sp>
        <p:nvSpPr>
          <p:cNvPr id="622" name="Shape 620"/>
          <p:cNvSpPr/>
          <p:nvPr/>
        </p:nvSpPr>
        <p:spPr>
          <a:xfrm>
            <a:off x="7947050" y="2301664"/>
            <a:ext cx="127407" cy="0"/>
          </a:xfrm>
          <a:prstGeom prst="line">
            <a:avLst/>
          </a:prstGeom>
          <a:noFill/>
          <a:ln w="15875">
            <a:solidFill>
              <a:srgbClr val="D87932">
                <a:alpha val="76000"/>
              </a:srgbClr>
            </a:solidFill>
            <a:prstDash val="dash"/>
            <a:headEnd type="none"/>
            <a:tailEnd type="none"/>
          </a:ln>
        </p:spPr>
      </p:sp>
      <p:sp>
        <p:nvSpPr>
          <p:cNvPr id="623" name="Shape 621"/>
          <p:cNvSpPr/>
          <p:nvPr/>
        </p:nvSpPr>
        <p:spPr>
          <a:xfrm>
            <a:off x="8071714" y="2298921"/>
            <a:ext cx="0" cy="82072"/>
          </a:xfrm>
          <a:prstGeom prst="line">
            <a:avLst/>
          </a:prstGeom>
          <a:noFill/>
          <a:ln w="15875">
            <a:solidFill>
              <a:srgbClr val="D87932">
                <a:alpha val="76000"/>
              </a:srgbClr>
            </a:solidFill>
            <a:prstDash val="dash"/>
            <a:headEnd type="none"/>
            <a:tailEnd type="none"/>
          </a:ln>
        </p:spPr>
      </p:sp>
      <p:sp>
        <p:nvSpPr>
          <p:cNvPr id="624" name="Shape 622"/>
          <p:cNvSpPr/>
          <p:nvPr/>
        </p:nvSpPr>
        <p:spPr>
          <a:xfrm>
            <a:off x="8071714" y="2378250"/>
            <a:ext cx="127406" cy="0"/>
          </a:xfrm>
          <a:prstGeom prst="line">
            <a:avLst/>
          </a:prstGeom>
          <a:noFill/>
          <a:ln w="15875">
            <a:solidFill>
              <a:srgbClr val="D87932">
                <a:alpha val="76000"/>
              </a:srgbClr>
            </a:solidFill>
            <a:prstDash val="dash"/>
            <a:headEnd type="none"/>
            <a:tailEnd type="none"/>
          </a:ln>
        </p:spPr>
      </p:sp>
      <p:sp>
        <p:nvSpPr>
          <p:cNvPr id="625" name="Shape 623"/>
          <p:cNvSpPr/>
          <p:nvPr/>
        </p:nvSpPr>
        <p:spPr>
          <a:xfrm>
            <a:off x="8196377" y="2375507"/>
            <a:ext cx="0" cy="338451"/>
          </a:xfrm>
          <a:prstGeom prst="line">
            <a:avLst/>
          </a:prstGeom>
          <a:noFill/>
          <a:ln w="15875">
            <a:solidFill>
              <a:srgbClr val="D87932">
                <a:alpha val="76000"/>
              </a:srgbClr>
            </a:solidFill>
            <a:prstDash val="dash"/>
            <a:headEnd type="none"/>
            <a:tailEnd type="none"/>
          </a:ln>
        </p:spPr>
      </p:sp>
      <p:sp>
        <p:nvSpPr>
          <p:cNvPr id="626" name="Shape 624"/>
          <p:cNvSpPr/>
          <p:nvPr/>
        </p:nvSpPr>
        <p:spPr>
          <a:xfrm>
            <a:off x="8196377" y="2711214"/>
            <a:ext cx="127407" cy="0"/>
          </a:xfrm>
          <a:prstGeom prst="line">
            <a:avLst/>
          </a:prstGeom>
          <a:noFill/>
          <a:ln w="15875">
            <a:solidFill>
              <a:srgbClr val="D87932">
                <a:alpha val="76000"/>
              </a:srgbClr>
            </a:solidFill>
            <a:prstDash val="dash"/>
            <a:headEnd type="none"/>
            <a:tailEnd type="none"/>
          </a:ln>
        </p:spPr>
      </p:sp>
      <p:sp>
        <p:nvSpPr>
          <p:cNvPr id="627" name="Shape 625"/>
          <p:cNvSpPr/>
          <p:nvPr/>
        </p:nvSpPr>
        <p:spPr>
          <a:xfrm>
            <a:off x="8321040" y="2708471"/>
            <a:ext cx="0" cy="265847"/>
          </a:xfrm>
          <a:prstGeom prst="line">
            <a:avLst/>
          </a:prstGeom>
          <a:noFill/>
          <a:ln w="15875">
            <a:solidFill>
              <a:srgbClr val="D87932">
                <a:alpha val="76000"/>
              </a:srgbClr>
            </a:solidFill>
            <a:prstDash val="dash"/>
            <a:headEnd type="none"/>
            <a:tailEnd type="none"/>
          </a:ln>
        </p:spPr>
      </p:sp>
      <p:sp>
        <p:nvSpPr>
          <p:cNvPr id="628" name="Shape 626"/>
          <p:cNvSpPr/>
          <p:nvPr/>
        </p:nvSpPr>
        <p:spPr>
          <a:xfrm>
            <a:off x="841248" y="2296936"/>
            <a:ext cx="127407" cy="0"/>
          </a:xfrm>
          <a:prstGeom prst="line">
            <a:avLst/>
          </a:prstGeom>
          <a:noFill/>
          <a:ln w="15875">
            <a:solidFill>
              <a:srgbClr val="A64E8E">
                <a:alpha val="76000"/>
              </a:srgbClr>
            </a:solidFill>
            <a:prstDash val="dash"/>
            <a:headEnd type="none"/>
            <a:tailEnd type="none"/>
          </a:ln>
        </p:spPr>
      </p:sp>
      <p:sp>
        <p:nvSpPr>
          <p:cNvPr id="629" name="Shape 627"/>
          <p:cNvSpPr/>
          <p:nvPr/>
        </p:nvSpPr>
        <p:spPr>
          <a:xfrm>
            <a:off x="965911" y="2233380"/>
            <a:ext cx="0" cy="66298"/>
          </a:xfrm>
          <a:prstGeom prst="line">
            <a:avLst/>
          </a:prstGeom>
          <a:noFill/>
          <a:ln w="15875">
            <a:solidFill>
              <a:srgbClr val="A64E8E">
                <a:alpha val="76000"/>
              </a:srgbClr>
            </a:solidFill>
            <a:prstDash val="dash"/>
            <a:headEnd type="none"/>
            <a:tailEnd type="none"/>
          </a:ln>
        </p:spPr>
      </p:sp>
      <p:sp>
        <p:nvSpPr>
          <p:cNvPr id="630" name="Shape 628"/>
          <p:cNvSpPr/>
          <p:nvPr/>
        </p:nvSpPr>
        <p:spPr>
          <a:xfrm>
            <a:off x="965911" y="2236124"/>
            <a:ext cx="127406" cy="0"/>
          </a:xfrm>
          <a:prstGeom prst="line">
            <a:avLst/>
          </a:prstGeom>
          <a:noFill/>
          <a:ln w="15875">
            <a:solidFill>
              <a:srgbClr val="A64E8E">
                <a:alpha val="76000"/>
              </a:srgbClr>
            </a:solidFill>
            <a:prstDash val="dash"/>
            <a:headEnd type="none"/>
            <a:tailEnd type="none"/>
          </a:ln>
        </p:spPr>
      </p:sp>
      <p:sp>
        <p:nvSpPr>
          <p:cNvPr id="631" name="Shape 629"/>
          <p:cNvSpPr/>
          <p:nvPr/>
        </p:nvSpPr>
        <p:spPr>
          <a:xfrm>
            <a:off x="1090574" y="2233380"/>
            <a:ext cx="0" cy="164695"/>
          </a:xfrm>
          <a:prstGeom prst="line">
            <a:avLst/>
          </a:prstGeom>
          <a:noFill/>
          <a:ln w="15875">
            <a:solidFill>
              <a:srgbClr val="A64E8E">
                <a:alpha val="76000"/>
              </a:srgbClr>
            </a:solidFill>
            <a:prstDash val="dash"/>
            <a:headEnd type="none"/>
            <a:tailEnd type="none"/>
          </a:ln>
        </p:spPr>
      </p:sp>
      <p:sp>
        <p:nvSpPr>
          <p:cNvPr id="632" name="Shape 630"/>
          <p:cNvSpPr/>
          <p:nvPr/>
        </p:nvSpPr>
        <p:spPr>
          <a:xfrm>
            <a:off x="1090574" y="2395332"/>
            <a:ext cx="127407" cy="0"/>
          </a:xfrm>
          <a:prstGeom prst="line">
            <a:avLst/>
          </a:prstGeom>
          <a:noFill/>
          <a:ln w="15875">
            <a:solidFill>
              <a:srgbClr val="A64E8E">
                <a:alpha val="76000"/>
              </a:srgbClr>
            </a:solidFill>
            <a:prstDash val="dash"/>
            <a:headEnd type="none"/>
            <a:tailEnd type="none"/>
          </a:ln>
        </p:spPr>
      </p:sp>
      <p:sp>
        <p:nvSpPr>
          <p:cNvPr id="633" name="Shape 631"/>
          <p:cNvSpPr/>
          <p:nvPr/>
        </p:nvSpPr>
        <p:spPr>
          <a:xfrm>
            <a:off x="1215238" y="2392589"/>
            <a:ext cx="0" cy="164694"/>
          </a:xfrm>
          <a:prstGeom prst="line">
            <a:avLst/>
          </a:prstGeom>
          <a:noFill/>
          <a:ln w="15875">
            <a:solidFill>
              <a:srgbClr val="A64E8E">
                <a:alpha val="76000"/>
              </a:srgbClr>
            </a:solidFill>
            <a:prstDash val="dash"/>
            <a:headEnd type="none"/>
            <a:tailEnd type="none"/>
          </a:ln>
        </p:spPr>
      </p:sp>
      <p:sp>
        <p:nvSpPr>
          <p:cNvPr id="634" name="Shape 632"/>
          <p:cNvSpPr/>
          <p:nvPr/>
        </p:nvSpPr>
        <p:spPr>
          <a:xfrm>
            <a:off x="1215238" y="2554539"/>
            <a:ext cx="127407" cy="0"/>
          </a:xfrm>
          <a:prstGeom prst="line">
            <a:avLst/>
          </a:prstGeom>
          <a:noFill/>
          <a:ln w="15875">
            <a:solidFill>
              <a:srgbClr val="A64E8E">
                <a:alpha val="76000"/>
              </a:srgbClr>
            </a:solidFill>
            <a:prstDash val="dash"/>
            <a:headEnd type="none"/>
            <a:tailEnd type="none"/>
          </a:ln>
        </p:spPr>
      </p:sp>
      <p:sp>
        <p:nvSpPr>
          <p:cNvPr id="635" name="Shape 633"/>
          <p:cNvSpPr/>
          <p:nvPr/>
        </p:nvSpPr>
        <p:spPr>
          <a:xfrm>
            <a:off x="1339901" y="2551796"/>
            <a:ext cx="0" cy="103882"/>
          </a:xfrm>
          <a:prstGeom prst="line">
            <a:avLst/>
          </a:prstGeom>
          <a:noFill/>
          <a:ln w="15875">
            <a:solidFill>
              <a:srgbClr val="A64E8E">
                <a:alpha val="76000"/>
              </a:srgbClr>
            </a:solidFill>
            <a:prstDash val="dash"/>
            <a:headEnd type="none"/>
            <a:tailEnd type="none"/>
          </a:ln>
        </p:spPr>
      </p:sp>
      <p:sp>
        <p:nvSpPr>
          <p:cNvPr id="636" name="Shape 634"/>
          <p:cNvSpPr/>
          <p:nvPr/>
        </p:nvSpPr>
        <p:spPr>
          <a:xfrm>
            <a:off x="1339901" y="2652935"/>
            <a:ext cx="127406" cy="0"/>
          </a:xfrm>
          <a:prstGeom prst="line">
            <a:avLst/>
          </a:prstGeom>
          <a:noFill/>
          <a:ln w="15875">
            <a:solidFill>
              <a:srgbClr val="A64E8E">
                <a:alpha val="76000"/>
              </a:srgbClr>
            </a:solidFill>
            <a:prstDash val="dash"/>
            <a:headEnd type="none"/>
            <a:tailEnd type="none"/>
          </a:ln>
        </p:spPr>
      </p:sp>
      <p:sp>
        <p:nvSpPr>
          <p:cNvPr id="637" name="Shape 635"/>
          <p:cNvSpPr/>
          <p:nvPr/>
        </p:nvSpPr>
        <p:spPr>
          <a:xfrm>
            <a:off x="1464564" y="2650191"/>
            <a:ext cx="0" cy="103883"/>
          </a:xfrm>
          <a:prstGeom prst="line">
            <a:avLst/>
          </a:prstGeom>
          <a:noFill/>
          <a:ln w="15875">
            <a:solidFill>
              <a:srgbClr val="A64E8E">
                <a:alpha val="76000"/>
              </a:srgbClr>
            </a:solidFill>
            <a:prstDash val="dash"/>
            <a:headEnd type="none"/>
            <a:tailEnd type="none"/>
          </a:ln>
        </p:spPr>
      </p:sp>
      <p:sp>
        <p:nvSpPr>
          <p:cNvPr id="638" name="Shape 636"/>
          <p:cNvSpPr/>
          <p:nvPr/>
        </p:nvSpPr>
        <p:spPr>
          <a:xfrm>
            <a:off x="1464564" y="2751331"/>
            <a:ext cx="127407" cy="0"/>
          </a:xfrm>
          <a:prstGeom prst="line">
            <a:avLst/>
          </a:prstGeom>
          <a:noFill/>
          <a:ln w="15875">
            <a:solidFill>
              <a:srgbClr val="A64E8E">
                <a:alpha val="76000"/>
              </a:srgbClr>
            </a:solidFill>
            <a:prstDash val="dash"/>
            <a:headEnd type="none"/>
            <a:tailEnd type="none"/>
          </a:ln>
        </p:spPr>
      </p:sp>
      <p:sp>
        <p:nvSpPr>
          <p:cNvPr id="639" name="Shape 637"/>
          <p:cNvSpPr/>
          <p:nvPr/>
        </p:nvSpPr>
        <p:spPr>
          <a:xfrm>
            <a:off x="1589227" y="2748588"/>
            <a:ext cx="0" cy="164694"/>
          </a:xfrm>
          <a:prstGeom prst="line">
            <a:avLst/>
          </a:prstGeom>
          <a:noFill/>
          <a:ln w="15875">
            <a:solidFill>
              <a:srgbClr val="A64E8E">
                <a:alpha val="76000"/>
              </a:srgbClr>
            </a:solidFill>
            <a:prstDash val="dash"/>
            <a:headEnd type="none"/>
            <a:tailEnd type="none"/>
          </a:ln>
        </p:spPr>
      </p:sp>
      <p:sp>
        <p:nvSpPr>
          <p:cNvPr id="640" name="Shape 638"/>
          <p:cNvSpPr/>
          <p:nvPr/>
        </p:nvSpPr>
        <p:spPr>
          <a:xfrm>
            <a:off x="1589227" y="2910538"/>
            <a:ext cx="127407" cy="0"/>
          </a:xfrm>
          <a:prstGeom prst="line">
            <a:avLst/>
          </a:prstGeom>
          <a:noFill/>
          <a:ln w="15875">
            <a:solidFill>
              <a:srgbClr val="A64E8E">
                <a:alpha val="76000"/>
              </a:srgbClr>
            </a:solidFill>
            <a:prstDash val="dash"/>
            <a:headEnd type="none"/>
            <a:tailEnd type="none"/>
          </a:ln>
        </p:spPr>
      </p:sp>
      <p:sp>
        <p:nvSpPr>
          <p:cNvPr id="641" name="Shape 639"/>
          <p:cNvSpPr/>
          <p:nvPr/>
        </p:nvSpPr>
        <p:spPr>
          <a:xfrm>
            <a:off x="1713891" y="2907795"/>
            <a:ext cx="0" cy="66298"/>
          </a:xfrm>
          <a:prstGeom prst="line">
            <a:avLst/>
          </a:prstGeom>
          <a:noFill/>
          <a:ln w="15875">
            <a:solidFill>
              <a:srgbClr val="A64E8E">
                <a:alpha val="76000"/>
              </a:srgbClr>
            </a:solidFill>
            <a:prstDash val="dash"/>
            <a:headEnd type="none"/>
            <a:tailEnd type="none"/>
          </a:ln>
        </p:spPr>
      </p:sp>
      <p:sp>
        <p:nvSpPr>
          <p:cNvPr id="642" name="Shape 640"/>
          <p:cNvSpPr/>
          <p:nvPr/>
        </p:nvSpPr>
        <p:spPr>
          <a:xfrm>
            <a:off x="1713891" y="2971350"/>
            <a:ext cx="127406" cy="0"/>
          </a:xfrm>
          <a:prstGeom prst="line">
            <a:avLst/>
          </a:prstGeom>
          <a:noFill/>
          <a:ln w="15875">
            <a:solidFill>
              <a:srgbClr val="A64E8E">
                <a:alpha val="76000"/>
              </a:srgbClr>
            </a:solidFill>
            <a:prstDash val="dash"/>
            <a:headEnd type="none"/>
            <a:tailEnd type="none"/>
          </a:ln>
        </p:spPr>
      </p:sp>
      <p:sp>
        <p:nvSpPr>
          <p:cNvPr id="643" name="Shape 641"/>
          <p:cNvSpPr/>
          <p:nvPr/>
        </p:nvSpPr>
        <p:spPr>
          <a:xfrm>
            <a:off x="1838553" y="2907795"/>
            <a:ext cx="0" cy="66298"/>
          </a:xfrm>
          <a:prstGeom prst="line">
            <a:avLst/>
          </a:prstGeom>
          <a:noFill/>
          <a:ln w="15875">
            <a:solidFill>
              <a:srgbClr val="A64E8E">
                <a:alpha val="76000"/>
              </a:srgbClr>
            </a:solidFill>
            <a:prstDash val="dash"/>
            <a:headEnd type="none"/>
            <a:tailEnd type="none"/>
          </a:ln>
        </p:spPr>
      </p:sp>
      <p:sp>
        <p:nvSpPr>
          <p:cNvPr id="644" name="Shape 642"/>
          <p:cNvSpPr/>
          <p:nvPr/>
        </p:nvSpPr>
        <p:spPr>
          <a:xfrm>
            <a:off x="1838553" y="2910538"/>
            <a:ext cx="127407" cy="0"/>
          </a:xfrm>
          <a:prstGeom prst="line">
            <a:avLst/>
          </a:prstGeom>
          <a:noFill/>
          <a:ln w="15875">
            <a:solidFill>
              <a:srgbClr val="A64E8E">
                <a:alpha val="76000"/>
              </a:srgbClr>
            </a:solidFill>
            <a:prstDash val="dash"/>
            <a:headEnd type="none"/>
            <a:tailEnd type="none"/>
          </a:ln>
        </p:spPr>
      </p:sp>
      <p:sp>
        <p:nvSpPr>
          <p:cNvPr id="645" name="Shape 643"/>
          <p:cNvSpPr/>
          <p:nvPr/>
        </p:nvSpPr>
        <p:spPr>
          <a:xfrm>
            <a:off x="1963217" y="2907795"/>
            <a:ext cx="0" cy="66298"/>
          </a:xfrm>
          <a:prstGeom prst="line">
            <a:avLst/>
          </a:prstGeom>
          <a:noFill/>
          <a:ln w="15875">
            <a:solidFill>
              <a:srgbClr val="A64E8E">
                <a:alpha val="76000"/>
              </a:srgbClr>
            </a:solidFill>
            <a:prstDash val="dash"/>
            <a:headEnd type="none"/>
            <a:tailEnd type="none"/>
          </a:ln>
        </p:spPr>
      </p:sp>
      <p:sp>
        <p:nvSpPr>
          <p:cNvPr id="646" name="Shape 644"/>
          <p:cNvSpPr/>
          <p:nvPr/>
        </p:nvSpPr>
        <p:spPr>
          <a:xfrm>
            <a:off x="1963217" y="2971350"/>
            <a:ext cx="127407" cy="0"/>
          </a:xfrm>
          <a:prstGeom prst="line">
            <a:avLst/>
          </a:prstGeom>
          <a:noFill/>
          <a:ln w="15875">
            <a:solidFill>
              <a:srgbClr val="A64E8E">
                <a:alpha val="76000"/>
              </a:srgbClr>
            </a:solidFill>
            <a:prstDash val="dash"/>
            <a:headEnd type="none"/>
            <a:tailEnd type="none"/>
          </a:ln>
        </p:spPr>
      </p:sp>
      <p:sp>
        <p:nvSpPr>
          <p:cNvPr id="647" name="Shape 645"/>
          <p:cNvSpPr/>
          <p:nvPr/>
        </p:nvSpPr>
        <p:spPr>
          <a:xfrm>
            <a:off x="2087880" y="2907795"/>
            <a:ext cx="0" cy="66298"/>
          </a:xfrm>
          <a:prstGeom prst="line">
            <a:avLst/>
          </a:prstGeom>
          <a:noFill/>
          <a:ln w="15875">
            <a:solidFill>
              <a:srgbClr val="A64E8E">
                <a:alpha val="76000"/>
              </a:srgbClr>
            </a:solidFill>
            <a:prstDash val="dash"/>
            <a:headEnd type="none"/>
            <a:tailEnd type="none"/>
          </a:ln>
        </p:spPr>
      </p:sp>
      <p:sp>
        <p:nvSpPr>
          <p:cNvPr id="648" name="Shape 646"/>
          <p:cNvSpPr/>
          <p:nvPr/>
        </p:nvSpPr>
        <p:spPr>
          <a:xfrm>
            <a:off x="2087880" y="2910538"/>
            <a:ext cx="127406" cy="0"/>
          </a:xfrm>
          <a:prstGeom prst="line">
            <a:avLst/>
          </a:prstGeom>
          <a:noFill/>
          <a:ln w="15875">
            <a:solidFill>
              <a:srgbClr val="A64E8E">
                <a:alpha val="76000"/>
              </a:srgbClr>
            </a:solidFill>
            <a:prstDash val="dash"/>
            <a:headEnd type="none"/>
            <a:tailEnd type="none"/>
          </a:ln>
        </p:spPr>
      </p:sp>
      <p:sp>
        <p:nvSpPr>
          <p:cNvPr id="649" name="Shape 647"/>
          <p:cNvSpPr/>
          <p:nvPr/>
        </p:nvSpPr>
        <p:spPr>
          <a:xfrm>
            <a:off x="2212543" y="2907795"/>
            <a:ext cx="0" cy="5486"/>
          </a:xfrm>
          <a:prstGeom prst="line">
            <a:avLst/>
          </a:prstGeom>
          <a:noFill/>
          <a:ln w="15875">
            <a:solidFill>
              <a:srgbClr val="A64E8E">
                <a:alpha val="76000"/>
              </a:srgbClr>
            </a:solidFill>
            <a:prstDash val="dash"/>
            <a:headEnd type="none"/>
            <a:tailEnd type="none"/>
          </a:ln>
        </p:spPr>
      </p:sp>
      <p:sp>
        <p:nvSpPr>
          <p:cNvPr id="650" name="Shape 648"/>
          <p:cNvSpPr/>
          <p:nvPr/>
        </p:nvSpPr>
        <p:spPr>
          <a:xfrm>
            <a:off x="2212543" y="2910538"/>
            <a:ext cx="127407" cy="0"/>
          </a:xfrm>
          <a:prstGeom prst="line">
            <a:avLst/>
          </a:prstGeom>
          <a:noFill/>
          <a:ln w="15875">
            <a:solidFill>
              <a:srgbClr val="A64E8E">
                <a:alpha val="76000"/>
              </a:srgbClr>
            </a:solidFill>
            <a:prstDash val="dash"/>
            <a:headEnd type="none"/>
            <a:tailEnd type="none"/>
          </a:ln>
        </p:spPr>
      </p:sp>
      <p:sp>
        <p:nvSpPr>
          <p:cNvPr id="651" name="Shape 649"/>
          <p:cNvSpPr/>
          <p:nvPr/>
        </p:nvSpPr>
        <p:spPr>
          <a:xfrm>
            <a:off x="2337206" y="2809400"/>
            <a:ext cx="0" cy="103882"/>
          </a:xfrm>
          <a:prstGeom prst="line">
            <a:avLst/>
          </a:prstGeom>
          <a:noFill/>
          <a:ln w="15875">
            <a:solidFill>
              <a:srgbClr val="A64E8E">
                <a:alpha val="76000"/>
              </a:srgbClr>
            </a:solidFill>
            <a:prstDash val="dash"/>
            <a:headEnd type="none"/>
            <a:tailEnd type="none"/>
          </a:ln>
        </p:spPr>
      </p:sp>
      <p:sp>
        <p:nvSpPr>
          <p:cNvPr id="652" name="Shape 650"/>
          <p:cNvSpPr/>
          <p:nvPr/>
        </p:nvSpPr>
        <p:spPr>
          <a:xfrm>
            <a:off x="2337206" y="2812143"/>
            <a:ext cx="127407" cy="0"/>
          </a:xfrm>
          <a:prstGeom prst="line">
            <a:avLst/>
          </a:prstGeom>
          <a:noFill/>
          <a:ln w="15875">
            <a:solidFill>
              <a:srgbClr val="A64E8E">
                <a:alpha val="76000"/>
              </a:srgbClr>
            </a:solidFill>
            <a:prstDash val="dash"/>
            <a:headEnd type="none"/>
            <a:tailEnd type="none"/>
          </a:ln>
        </p:spPr>
      </p:sp>
      <p:sp>
        <p:nvSpPr>
          <p:cNvPr id="653" name="Shape 651"/>
          <p:cNvSpPr/>
          <p:nvPr/>
        </p:nvSpPr>
        <p:spPr>
          <a:xfrm>
            <a:off x="2461870" y="2809400"/>
            <a:ext cx="0" cy="103882"/>
          </a:xfrm>
          <a:prstGeom prst="line">
            <a:avLst/>
          </a:prstGeom>
          <a:noFill/>
          <a:ln w="15875">
            <a:solidFill>
              <a:srgbClr val="A64E8E">
                <a:alpha val="76000"/>
              </a:srgbClr>
            </a:solidFill>
            <a:prstDash val="dash"/>
            <a:headEnd type="none"/>
            <a:tailEnd type="none"/>
          </a:ln>
        </p:spPr>
      </p:sp>
      <p:sp>
        <p:nvSpPr>
          <p:cNvPr id="654" name="Shape 652"/>
          <p:cNvSpPr/>
          <p:nvPr/>
        </p:nvSpPr>
        <p:spPr>
          <a:xfrm>
            <a:off x="2461870" y="2910538"/>
            <a:ext cx="127406" cy="0"/>
          </a:xfrm>
          <a:prstGeom prst="line">
            <a:avLst/>
          </a:prstGeom>
          <a:noFill/>
          <a:ln w="15875">
            <a:solidFill>
              <a:srgbClr val="A64E8E">
                <a:alpha val="76000"/>
              </a:srgbClr>
            </a:solidFill>
            <a:prstDash val="dash"/>
            <a:headEnd type="none"/>
            <a:tailEnd type="none"/>
          </a:ln>
        </p:spPr>
      </p:sp>
      <p:sp>
        <p:nvSpPr>
          <p:cNvPr id="655" name="Shape 653"/>
          <p:cNvSpPr/>
          <p:nvPr/>
        </p:nvSpPr>
        <p:spPr>
          <a:xfrm>
            <a:off x="2586533" y="2907795"/>
            <a:ext cx="0" cy="5486"/>
          </a:xfrm>
          <a:prstGeom prst="line">
            <a:avLst/>
          </a:prstGeom>
          <a:noFill/>
          <a:ln w="15875">
            <a:solidFill>
              <a:srgbClr val="A64E8E">
                <a:alpha val="76000"/>
              </a:srgbClr>
            </a:solidFill>
            <a:prstDash val="dash"/>
            <a:headEnd type="none"/>
            <a:tailEnd type="none"/>
          </a:ln>
        </p:spPr>
      </p:sp>
      <p:sp>
        <p:nvSpPr>
          <p:cNvPr id="656" name="Shape 654"/>
          <p:cNvSpPr/>
          <p:nvPr/>
        </p:nvSpPr>
        <p:spPr>
          <a:xfrm>
            <a:off x="2586533" y="2910538"/>
            <a:ext cx="127407" cy="0"/>
          </a:xfrm>
          <a:prstGeom prst="line">
            <a:avLst/>
          </a:prstGeom>
          <a:noFill/>
          <a:ln w="15875">
            <a:solidFill>
              <a:srgbClr val="A64E8E">
                <a:alpha val="76000"/>
              </a:srgbClr>
            </a:solidFill>
            <a:prstDash val="dash"/>
            <a:headEnd type="none"/>
            <a:tailEnd type="none"/>
          </a:ln>
        </p:spPr>
      </p:sp>
      <p:sp>
        <p:nvSpPr>
          <p:cNvPr id="657" name="Shape 655"/>
          <p:cNvSpPr/>
          <p:nvPr/>
        </p:nvSpPr>
        <p:spPr>
          <a:xfrm>
            <a:off x="2711196" y="2907795"/>
            <a:ext cx="0" cy="164694"/>
          </a:xfrm>
          <a:prstGeom prst="line">
            <a:avLst/>
          </a:prstGeom>
          <a:noFill/>
          <a:ln w="15875">
            <a:solidFill>
              <a:srgbClr val="A64E8E">
                <a:alpha val="76000"/>
              </a:srgbClr>
            </a:solidFill>
            <a:prstDash val="dash"/>
            <a:headEnd type="none"/>
            <a:tailEnd type="none"/>
          </a:ln>
        </p:spPr>
      </p:sp>
      <p:sp>
        <p:nvSpPr>
          <p:cNvPr id="658" name="Shape 656"/>
          <p:cNvSpPr/>
          <p:nvPr/>
        </p:nvSpPr>
        <p:spPr>
          <a:xfrm>
            <a:off x="2711196" y="3069745"/>
            <a:ext cx="127407" cy="0"/>
          </a:xfrm>
          <a:prstGeom prst="line">
            <a:avLst/>
          </a:prstGeom>
          <a:noFill/>
          <a:ln w="15875">
            <a:solidFill>
              <a:srgbClr val="A64E8E">
                <a:alpha val="76000"/>
              </a:srgbClr>
            </a:solidFill>
            <a:prstDash val="dash"/>
            <a:headEnd type="none"/>
            <a:tailEnd type="none"/>
          </a:ln>
        </p:spPr>
      </p:sp>
      <p:sp>
        <p:nvSpPr>
          <p:cNvPr id="659" name="Shape 657"/>
          <p:cNvSpPr/>
          <p:nvPr/>
        </p:nvSpPr>
        <p:spPr>
          <a:xfrm>
            <a:off x="2835859" y="3067002"/>
            <a:ext cx="0" cy="164694"/>
          </a:xfrm>
          <a:prstGeom prst="line">
            <a:avLst/>
          </a:prstGeom>
          <a:noFill/>
          <a:ln w="15875">
            <a:solidFill>
              <a:srgbClr val="A64E8E">
                <a:alpha val="76000"/>
              </a:srgbClr>
            </a:solidFill>
            <a:prstDash val="dash"/>
            <a:headEnd type="none"/>
            <a:tailEnd type="none"/>
          </a:ln>
        </p:spPr>
      </p:sp>
      <p:sp>
        <p:nvSpPr>
          <p:cNvPr id="660" name="Shape 658"/>
          <p:cNvSpPr/>
          <p:nvPr/>
        </p:nvSpPr>
        <p:spPr>
          <a:xfrm>
            <a:off x="2835859" y="3228953"/>
            <a:ext cx="127406" cy="0"/>
          </a:xfrm>
          <a:prstGeom prst="line">
            <a:avLst/>
          </a:prstGeom>
          <a:noFill/>
          <a:ln w="15875">
            <a:solidFill>
              <a:srgbClr val="A64E8E">
                <a:alpha val="76000"/>
              </a:srgbClr>
            </a:solidFill>
            <a:prstDash val="dash"/>
            <a:headEnd type="none"/>
            <a:tailEnd type="none"/>
          </a:ln>
        </p:spPr>
      </p:sp>
      <p:sp>
        <p:nvSpPr>
          <p:cNvPr id="661" name="Shape 659"/>
          <p:cNvSpPr/>
          <p:nvPr/>
        </p:nvSpPr>
        <p:spPr>
          <a:xfrm>
            <a:off x="2960522" y="3226210"/>
            <a:ext cx="0" cy="5486"/>
          </a:xfrm>
          <a:prstGeom prst="line">
            <a:avLst/>
          </a:prstGeom>
          <a:noFill/>
          <a:ln w="15875">
            <a:solidFill>
              <a:srgbClr val="A64E8E">
                <a:alpha val="76000"/>
              </a:srgbClr>
            </a:solidFill>
            <a:prstDash val="dash"/>
            <a:headEnd type="none"/>
            <a:tailEnd type="none"/>
          </a:ln>
        </p:spPr>
      </p:sp>
      <p:sp>
        <p:nvSpPr>
          <p:cNvPr id="662" name="Shape 660"/>
          <p:cNvSpPr/>
          <p:nvPr/>
        </p:nvSpPr>
        <p:spPr>
          <a:xfrm>
            <a:off x="2960522" y="3228953"/>
            <a:ext cx="127407" cy="0"/>
          </a:xfrm>
          <a:prstGeom prst="line">
            <a:avLst/>
          </a:prstGeom>
          <a:noFill/>
          <a:ln w="15875">
            <a:solidFill>
              <a:srgbClr val="A64E8E">
                <a:alpha val="76000"/>
              </a:srgbClr>
            </a:solidFill>
            <a:prstDash val="dash"/>
            <a:headEnd type="none"/>
            <a:tailEnd type="none"/>
          </a:ln>
        </p:spPr>
      </p:sp>
      <p:sp>
        <p:nvSpPr>
          <p:cNvPr id="663" name="Shape 661"/>
          <p:cNvSpPr/>
          <p:nvPr/>
        </p:nvSpPr>
        <p:spPr>
          <a:xfrm>
            <a:off x="3085186" y="3226210"/>
            <a:ext cx="0" cy="164695"/>
          </a:xfrm>
          <a:prstGeom prst="line">
            <a:avLst/>
          </a:prstGeom>
          <a:noFill/>
          <a:ln w="15875">
            <a:solidFill>
              <a:srgbClr val="A64E8E">
                <a:alpha val="76000"/>
              </a:srgbClr>
            </a:solidFill>
            <a:prstDash val="dash"/>
            <a:headEnd type="none"/>
            <a:tailEnd type="none"/>
          </a:ln>
        </p:spPr>
      </p:sp>
      <p:sp>
        <p:nvSpPr>
          <p:cNvPr id="664" name="Shape 662"/>
          <p:cNvSpPr/>
          <p:nvPr/>
        </p:nvSpPr>
        <p:spPr>
          <a:xfrm>
            <a:off x="3085186" y="3388161"/>
            <a:ext cx="127407" cy="0"/>
          </a:xfrm>
          <a:prstGeom prst="line">
            <a:avLst/>
          </a:prstGeom>
          <a:noFill/>
          <a:ln w="15875">
            <a:solidFill>
              <a:srgbClr val="A64E8E">
                <a:alpha val="76000"/>
              </a:srgbClr>
            </a:solidFill>
            <a:prstDash val="dash"/>
            <a:headEnd type="none"/>
            <a:tailEnd type="none"/>
          </a:ln>
        </p:spPr>
      </p:sp>
      <p:sp>
        <p:nvSpPr>
          <p:cNvPr id="665" name="Shape 663"/>
          <p:cNvSpPr/>
          <p:nvPr/>
        </p:nvSpPr>
        <p:spPr>
          <a:xfrm>
            <a:off x="3209849" y="3385418"/>
            <a:ext cx="0" cy="103882"/>
          </a:xfrm>
          <a:prstGeom prst="line">
            <a:avLst/>
          </a:prstGeom>
          <a:noFill/>
          <a:ln w="15875">
            <a:solidFill>
              <a:srgbClr val="A64E8E">
                <a:alpha val="76000"/>
              </a:srgbClr>
            </a:solidFill>
            <a:prstDash val="dash"/>
            <a:headEnd type="none"/>
            <a:tailEnd type="none"/>
          </a:ln>
        </p:spPr>
      </p:sp>
      <p:sp>
        <p:nvSpPr>
          <p:cNvPr id="666" name="Shape 664"/>
          <p:cNvSpPr/>
          <p:nvPr/>
        </p:nvSpPr>
        <p:spPr>
          <a:xfrm>
            <a:off x="3209849" y="3486556"/>
            <a:ext cx="127406" cy="0"/>
          </a:xfrm>
          <a:prstGeom prst="line">
            <a:avLst/>
          </a:prstGeom>
          <a:noFill/>
          <a:ln w="15875">
            <a:solidFill>
              <a:srgbClr val="A64E8E">
                <a:alpha val="76000"/>
              </a:srgbClr>
            </a:solidFill>
            <a:prstDash val="dash"/>
            <a:headEnd type="none"/>
            <a:tailEnd type="none"/>
          </a:ln>
        </p:spPr>
      </p:sp>
      <p:sp>
        <p:nvSpPr>
          <p:cNvPr id="667" name="Shape 665"/>
          <p:cNvSpPr/>
          <p:nvPr/>
        </p:nvSpPr>
        <p:spPr>
          <a:xfrm>
            <a:off x="3334512" y="3483813"/>
            <a:ext cx="0" cy="103882"/>
          </a:xfrm>
          <a:prstGeom prst="line">
            <a:avLst/>
          </a:prstGeom>
          <a:noFill/>
          <a:ln w="15875">
            <a:solidFill>
              <a:srgbClr val="A64E8E">
                <a:alpha val="76000"/>
              </a:srgbClr>
            </a:solidFill>
            <a:prstDash val="dash"/>
            <a:headEnd type="none"/>
            <a:tailEnd type="none"/>
          </a:ln>
        </p:spPr>
      </p:sp>
      <p:sp>
        <p:nvSpPr>
          <p:cNvPr id="668" name="Shape 666"/>
          <p:cNvSpPr/>
          <p:nvPr/>
        </p:nvSpPr>
        <p:spPr>
          <a:xfrm>
            <a:off x="3334512" y="3584952"/>
            <a:ext cx="127407" cy="0"/>
          </a:xfrm>
          <a:prstGeom prst="line">
            <a:avLst/>
          </a:prstGeom>
          <a:noFill/>
          <a:ln w="15875">
            <a:solidFill>
              <a:srgbClr val="A64E8E">
                <a:alpha val="76000"/>
              </a:srgbClr>
            </a:solidFill>
            <a:prstDash val="dash"/>
            <a:headEnd type="none"/>
            <a:tailEnd type="none"/>
          </a:ln>
        </p:spPr>
      </p:sp>
      <p:sp>
        <p:nvSpPr>
          <p:cNvPr id="669" name="Shape 667"/>
          <p:cNvSpPr/>
          <p:nvPr/>
        </p:nvSpPr>
        <p:spPr>
          <a:xfrm>
            <a:off x="3459175" y="3582208"/>
            <a:ext cx="0" cy="66298"/>
          </a:xfrm>
          <a:prstGeom prst="line">
            <a:avLst/>
          </a:prstGeom>
          <a:noFill/>
          <a:ln w="15875">
            <a:solidFill>
              <a:srgbClr val="A64E8E">
                <a:alpha val="76000"/>
              </a:srgbClr>
            </a:solidFill>
            <a:prstDash val="dash"/>
            <a:headEnd type="none"/>
            <a:tailEnd type="none"/>
          </a:ln>
        </p:spPr>
      </p:sp>
      <p:sp>
        <p:nvSpPr>
          <p:cNvPr id="670" name="Shape 668"/>
          <p:cNvSpPr/>
          <p:nvPr/>
        </p:nvSpPr>
        <p:spPr>
          <a:xfrm>
            <a:off x="3459175" y="3645764"/>
            <a:ext cx="127407" cy="0"/>
          </a:xfrm>
          <a:prstGeom prst="line">
            <a:avLst/>
          </a:prstGeom>
          <a:noFill/>
          <a:ln w="15875">
            <a:solidFill>
              <a:srgbClr val="A64E8E">
                <a:alpha val="76000"/>
              </a:srgbClr>
            </a:solidFill>
            <a:prstDash val="dash"/>
            <a:headEnd type="none"/>
            <a:tailEnd type="none"/>
          </a:ln>
        </p:spPr>
      </p:sp>
      <p:sp>
        <p:nvSpPr>
          <p:cNvPr id="671" name="Shape 669"/>
          <p:cNvSpPr/>
          <p:nvPr/>
        </p:nvSpPr>
        <p:spPr>
          <a:xfrm>
            <a:off x="3583839" y="3582208"/>
            <a:ext cx="0" cy="66298"/>
          </a:xfrm>
          <a:prstGeom prst="line">
            <a:avLst/>
          </a:prstGeom>
          <a:noFill/>
          <a:ln w="15875">
            <a:solidFill>
              <a:srgbClr val="A64E8E">
                <a:alpha val="76000"/>
              </a:srgbClr>
            </a:solidFill>
            <a:prstDash val="dash"/>
            <a:headEnd type="none"/>
            <a:tailEnd type="none"/>
          </a:ln>
        </p:spPr>
      </p:sp>
      <p:sp>
        <p:nvSpPr>
          <p:cNvPr id="672" name="Shape 670"/>
          <p:cNvSpPr/>
          <p:nvPr/>
        </p:nvSpPr>
        <p:spPr>
          <a:xfrm>
            <a:off x="3583839" y="3584952"/>
            <a:ext cx="127406" cy="0"/>
          </a:xfrm>
          <a:prstGeom prst="line">
            <a:avLst/>
          </a:prstGeom>
          <a:noFill/>
          <a:ln w="15875">
            <a:solidFill>
              <a:srgbClr val="A64E8E">
                <a:alpha val="76000"/>
              </a:srgbClr>
            </a:solidFill>
            <a:prstDash val="dash"/>
            <a:headEnd type="none"/>
            <a:tailEnd type="none"/>
          </a:ln>
        </p:spPr>
      </p:sp>
      <p:sp>
        <p:nvSpPr>
          <p:cNvPr id="673" name="Shape 671"/>
          <p:cNvSpPr/>
          <p:nvPr/>
        </p:nvSpPr>
        <p:spPr>
          <a:xfrm>
            <a:off x="3708501" y="3582208"/>
            <a:ext cx="0" cy="66298"/>
          </a:xfrm>
          <a:prstGeom prst="line">
            <a:avLst/>
          </a:prstGeom>
          <a:noFill/>
          <a:ln w="15875">
            <a:solidFill>
              <a:srgbClr val="A64E8E">
                <a:alpha val="76000"/>
              </a:srgbClr>
            </a:solidFill>
            <a:prstDash val="dash"/>
            <a:headEnd type="none"/>
            <a:tailEnd type="none"/>
          </a:ln>
        </p:spPr>
      </p:sp>
      <p:sp>
        <p:nvSpPr>
          <p:cNvPr id="674" name="Shape 672"/>
          <p:cNvSpPr/>
          <p:nvPr/>
        </p:nvSpPr>
        <p:spPr>
          <a:xfrm>
            <a:off x="3708501" y="3645764"/>
            <a:ext cx="127407" cy="0"/>
          </a:xfrm>
          <a:prstGeom prst="line">
            <a:avLst/>
          </a:prstGeom>
          <a:noFill/>
          <a:ln w="15875">
            <a:solidFill>
              <a:srgbClr val="A64E8E">
                <a:alpha val="76000"/>
              </a:srgbClr>
            </a:solidFill>
            <a:prstDash val="dash"/>
            <a:headEnd type="none"/>
            <a:tailEnd type="none"/>
          </a:ln>
        </p:spPr>
      </p:sp>
      <p:sp>
        <p:nvSpPr>
          <p:cNvPr id="675" name="Shape 673"/>
          <p:cNvSpPr/>
          <p:nvPr/>
        </p:nvSpPr>
        <p:spPr>
          <a:xfrm>
            <a:off x="3833165" y="3643020"/>
            <a:ext cx="0" cy="164695"/>
          </a:xfrm>
          <a:prstGeom prst="line">
            <a:avLst/>
          </a:prstGeom>
          <a:noFill/>
          <a:ln w="15875">
            <a:solidFill>
              <a:srgbClr val="A64E8E">
                <a:alpha val="76000"/>
              </a:srgbClr>
            </a:solidFill>
            <a:prstDash val="dash"/>
            <a:headEnd type="none"/>
            <a:tailEnd type="none"/>
          </a:ln>
        </p:spPr>
      </p:sp>
      <p:sp>
        <p:nvSpPr>
          <p:cNvPr id="676" name="Shape 674"/>
          <p:cNvSpPr/>
          <p:nvPr/>
        </p:nvSpPr>
        <p:spPr>
          <a:xfrm>
            <a:off x="3833165" y="3804972"/>
            <a:ext cx="127407" cy="0"/>
          </a:xfrm>
          <a:prstGeom prst="line">
            <a:avLst/>
          </a:prstGeom>
          <a:noFill/>
          <a:ln w="15875">
            <a:solidFill>
              <a:srgbClr val="A64E8E">
                <a:alpha val="76000"/>
              </a:srgbClr>
            </a:solidFill>
            <a:prstDash val="dash"/>
            <a:headEnd type="none"/>
            <a:tailEnd type="none"/>
          </a:ln>
        </p:spPr>
      </p:sp>
      <p:sp>
        <p:nvSpPr>
          <p:cNvPr id="677" name="Shape 675"/>
          <p:cNvSpPr/>
          <p:nvPr/>
        </p:nvSpPr>
        <p:spPr>
          <a:xfrm>
            <a:off x="3957828" y="3802229"/>
            <a:ext cx="0" cy="103882"/>
          </a:xfrm>
          <a:prstGeom prst="line">
            <a:avLst/>
          </a:prstGeom>
          <a:noFill/>
          <a:ln w="15875">
            <a:solidFill>
              <a:srgbClr val="A64E8E">
                <a:alpha val="76000"/>
              </a:srgbClr>
            </a:solidFill>
            <a:prstDash val="dash"/>
            <a:headEnd type="none"/>
            <a:tailEnd type="none"/>
          </a:ln>
        </p:spPr>
      </p:sp>
      <p:sp>
        <p:nvSpPr>
          <p:cNvPr id="678" name="Shape 676"/>
          <p:cNvSpPr/>
          <p:nvPr/>
        </p:nvSpPr>
        <p:spPr>
          <a:xfrm>
            <a:off x="3957828" y="3903367"/>
            <a:ext cx="127406" cy="0"/>
          </a:xfrm>
          <a:prstGeom prst="line">
            <a:avLst/>
          </a:prstGeom>
          <a:noFill/>
          <a:ln w="15875">
            <a:solidFill>
              <a:srgbClr val="A64E8E">
                <a:alpha val="76000"/>
              </a:srgbClr>
            </a:solidFill>
            <a:prstDash val="dash"/>
            <a:headEnd type="none"/>
            <a:tailEnd type="none"/>
          </a:ln>
        </p:spPr>
      </p:sp>
      <p:sp>
        <p:nvSpPr>
          <p:cNvPr id="679" name="Shape 677"/>
          <p:cNvSpPr/>
          <p:nvPr/>
        </p:nvSpPr>
        <p:spPr>
          <a:xfrm>
            <a:off x="4082491" y="3802229"/>
            <a:ext cx="0" cy="103882"/>
          </a:xfrm>
          <a:prstGeom prst="line">
            <a:avLst/>
          </a:prstGeom>
          <a:noFill/>
          <a:ln w="15875">
            <a:solidFill>
              <a:srgbClr val="A64E8E">
                <a:alpha val="76000"/>
              </a:srgbClr>
            </a:solidFill>
            <a:prstDash val="dash"/>
            <a:headEnd type="none"/>
            <a:tailEnd type="none"/>
          </a:ln>
        </p:spPr>
      </p:sp>
      <p:sp>
        <p:nvSpPr>
          <p:cNvPr id="680" name="Shape 678"/>
          <p:cNvSpPr/>
          <p:nvPr/>
        </p:nvSpPr>
        <p:spPr>
          <a:xfrm>
            <a:off x="4082491" y="3804972"/>
            <a:ext cx="127407" cy="0"/>
          </a:xfrm>
          <a:prstGeom prst="line">
            <a:avLst/>
          </a:prstGeom>
          <a:noFill/>
          <a:ln w="15875">
            <a:solidFill>
              <a:srgbClr val="A64E8E">
                <a:alpha val="76000"/>
              </a:srgbClr>
            </a:solidFill>
            <a:prstDash val="dash"/>
            <a:headEnd type="none"/>
            <a:tailEnd type="none"/>
          </a:ln>
        </p:spPr>
      </p:sp>
      <p:sp>
        <p:nvSpPr>
          <p:cNvPr id="681" name="Shape 679"/>
          <p:cNvSpPr/>
          <p:nvPr/>
        </p:nvSpPr>
        <p:spPr>
          <a:xfrm>
            <a:off x="4207154" y="3802229"/>
            <a:ext cx="0" cy="5486"/>
          </a:xfrm>
          <a:prstGeom prst="line">
            <a:avLst/>
          </a:prstGeom>
          <a:noFill/>
          <a:ln w="15875">
            <a:solidFill>
              <a:srgbClr val="A64E8E">
                <a:alpha val="76000"/>
              </a:srgbClr>
            </a:solidFill>
            <a:prstDash val="dash"/>
            <a:headEnd type="none"/>
            <a:tailEnd type="none"/>
          </a:ln>
        </p:spPr>
      </p:sp>
      <p:sp>
        <p:nvSpPr>
          <p:cNvPr id="682" name="Shape 680"/>
          <p:cNvSpPr/>
          <p:nvPr/>
        </p:nvSpPr>
        <p:spPr>
          <a:xfrm>
            <a:off x="4207154" y="3804972"/>
            <a:ext cx="127407" cy="0"/>
          </a:xfrm>
          <a:prstGeom prst="line">
            <a:avLst/>
          </a:prstGeom>
          <a:noFill/>
          <a:ln w="15875">
            <a:solidFill>
              <a:srgbClr val="A64E8E">
                <a:alpha val="76000"/>
              </a:srgbClr>
            </a:solidFill>
            <a:prstDash val="dash"/>
            <a:headEnd type="none"/>
            <a:tailEnd type="none"/>
          </a:ln>
        </p:spPr>
      </p:sp>
      <p:sp>
        <p:nvSpPr>
          <p:cNvPr id="683" name="Shape 681"/>
          <p:cNvSpPr/>
          <p:nvPr/>
        </p:nvSpPr>
        <p:spPr>
          <a:xfrm>
            <a:off x="4331818" y="3802229"/>
            <a:ext cx="0" cy="5486"/>
          </a:xfrm>
          <a:prstGeom prst="line">
            <a:avLst/>
          </a:prstGeom>
          <a:noFill/>
          <a:ln w="15875">
            <a:solidFill>
              <a:srgbClr val="A64E8E">
                <a:alpha val="76000"/>
              </a:srgbClr>
            </a:solidFill>
            <a:prstDash val="dash"/>
            <a:headEnd type="none"/>
            <a:tailEnd type="none"/>
          </a:ln>
        </p:spPr>
      </p:sp>
      <p:sp>
        <p:nvSpPr>
          <p:cNvPr id="684" name="Shape 682"/>
          <p:cNvSpPr/>
          <p:nvPr/>
        </p:nvSpPr>
        <p:spPr>
          <a:xfrm>
            <a:off x="4331818" y="3804972"/>
            <a:ext cx="127406" cy="0"/>
          </a:xfrm>
          <a:prstGeom prst="line">
            <a:avLst/>
          </a:prstGeom>
          <a:noFill/>
          <a:ln w="15875">
            <a:solidFill>
              <a:srgbClr val="A64E8E">
                <a:alpha val="76000"/>
              </a:srgbClr>
            </a:solidFill>
            <a:prstDash val="dash"/>
            <a:headEnd type="none"/>
            <a:tailEnd type="none"/>
          </a:ln>
        </p:spPr>
      </p:sp>
      <p:sp>
        <p:nvSpPr>
          <p:cNvPr id="685" name="Shape 683"/>
          <p:cNvSpPr/>
          <p:nvPr/>
        </p:nvSpPr>
        <p:spPr>
          <a:xfrm>
            <a:off x="4456481" y="3741417"/>
            <a:ext cx="0" cy="66298"/>
          </a:xfrm>
          <a:prstGeom prst="line">
            <a:avLst/>
          </a:prstGeom>
          <a:noFill/>
          <a:ln w="15875">
            <a:solidFill>
              <a:srgbClr val="A64E8E">
                <a:alpha val="76000"/>
              </a:srgbClr>
            </a:solidFill>
            <a:prstDash val="dash"/>
            <a:headEnd type="none"/>
            <a:tailEnd type="none"/>
          </a:ln>
        </p:spPr>
      </p:sp>
      <p:sp>
        <p:nvSpPr>
          <p:cNvPr id="686" name="Shape 684"/>
          <p:cNvSpPr/>
          <p:nvPr/>
        </p:nvSpPr>
        <p:spPr>
          <a:xfrm>
            <a:off x="4456481" y="3744160"/>
            <a:ext cx="127407" cy="0"/>
          </a:xfrm>
          <a:prstGeom prst="line">
            <a:avLst/>
          </a:prstGeom>
          <a:noFill/>
          <a:ln w="15875">
            <a:solidFill>
              <a:srgbClr val="A64E8E">
                <a:alpha val="76000"/>
              </a:srgbClr>
            </a:solidFill>
            <a:prstDash val="dash"/>
            <a:headEnd type="none"/>
            <a:tailEnd type="none"/>
          </a:ln>
        </p:spPr>
      </p:sp>
      <p:sp>
        <p:nvSpPr>
          <p:cNvPr id="687" name="Shape 685"/>
          <p:cNvSpPr/>
          <p:nvPr/>
        </p:nvSpPr>
        <p:spPr>
          <a:xfrm>
            <a:off x="4581144" y="3483813"/>
            <a:ext cx="0" cy="263090"/>
          </a:xfrm>
          <a:prstGeom prst="line">
            <a:avLst/>
          </a:prstGeom>
          <a:noFill/>
          <a:ln w="15875">
            <a:solidFill>
              <a:srgbClr val="A64E8E">
                <a:alpha val="76000"/>
              </a:srgbClr>
            </a:solidFill>
            <a:prstDash val="dash"/>
            <a:headEnd type="none"/>
            <a:tailEnd type="none"/>
          </a:ln>
        </p:spPr>
      </p:sp>
      <p:sp>
        <p:nvSpPr>
          <p:cNvPr id="688" name="Shape 686"/>
          <p:cNvSpPr/>
          <p:nvPr/>
        </p:nvSpPr>
        <p:spPr>
          <a:xfrm>
            <a:off x="4581144" y="3486556"/>
            <a:ext cx="127407" cy="0"/>
          </a:xfrm>
          <a:prstGeom prst="line">
            <a:avLst/>
          </a:prstGeom>
          <a:noFill/>
          <a:ln w="15875">
            <a:solidFill>
              <a:srgbClr val="A64E8E">
                <a:alpha val="76000"/>
              </a:srgbClr>
            </a:solidFill>
            <a:prstDash val="dash"/>
            <a:headEnd type="none"/>
            <a:tailEnd type="none"/>
          </a:ln>
        </p:spPr>
      </p:sp>
      <p:sp>
        <p:nvSpPr>
          <p:cNvPr id="689" name="Shape 687"/>
          <p:cNvSpPr/>
          <p:nvPr/>
        </p:nvSpPr>
        <p:spPr>
          <a:xfrm>
            <a:off x="4705807" y="3483813"/>
            <a:ext cx="0" cy="5486"/>
          </a:xfrm>
          <a:prstGeom prst="line">
            <a:avLst/>
          </a:prstGeom>
          <a:noFill/>
          <a:ln w="15875">
            <a:solidFill>
              <a:srgbClr val="A64E8E">
                <a:alpha val="76000"/>
              </a:srgbClr>
            </a:solidFill>
            <a:prstDash val="dash"/>
            <a:headEnd type="none"/>
            <a:tailEnd type="none"/>
          </a:ln>
        </p:spPr>
      </p:sp>
      <p:sp>
        <p:nvSpPr>
          <p:cNvPr id="690" name="Shape 688"/>
          <p:cNvSpPr/>
          <p:nvPr/>
        </p:nvSpPr>
        <p:spPr>
          <a:xfrm>
            <a:off x="4705807" y="3486556"/>
            <a:ext cx="127406" cy="0"/>
          </a:xfrm>
          <a:prstGeom prst="line">
            <a:avLst/>
          </a:prstGeom>
          <a:noFill/>
          <a:ln w="15875">
            <a:solidFill>
              <a:srgbClr val="A64E8E">
                <a:alpha val="76000"/>
              </a:srgbClr>
            </a:solidFill>
            <a:prstDash val="dash"/>
            <a:headEnd type="none"/>
            <a:tailEnd type="none"/>
          </a:ln>
        </p:spPr>
      </p:sp>
      <p:sp>
        <p:nvSpPr>
          <p:cNvPr id="691" name="Shape 689"/>
          <p:cNvSpPr/>
          <p:nvPr/>
        </p:nvSpPr>
        <p:spPr>
          <a:xfrm>
            <a:off x="4830470" y="3483813"/>
            <a:ext cx="0" cy="66298"/>
          </a:xfrm>
          <a:prstGeom prst="line">
            <a:avLst/>
          </a:prstGeom>
          <a:noFill/>
          <a:ln w="15875">
            <a:solidFill>
              <a:srgbClr val="A64E8E">
                <a:alpha val="76000"/>
              </a:srgbClr>
            </a:solidFill>
            <a:prstDash val="dash"/>
            <a:headEnd type="none"/>
            <a:tailEnd type="none"/>
          </a:ln>
        </p:spPr>
      </p:sp>
      <p:sp>
        <p:nvSpPr>
          <p:cNvPr id="692" name="Shape 690"/>
          <p:cNvSpPr/>
          <p:nvPr/>
        </p:nvSpPr>
        <p:spPr>
          <a:xfrm>
            <a:off x="4830470" y="3547368"/>
            <a:ext cx="127407" cy="0"/>
          </a:xfrm>
          <a:prstGeom prst="line">
            <a:avLst/>
          </a:prstGeom>
          <a:noFill/>
          <a:ln w="15875">
            <a:solidFill>
              <a:srgbClr val="A64E8E">
                <a:alpha val="76000"/>
              </a:srgbClr>
            </a:solidFill>
            <a:prstDash val="dash"/>
            <a:headEnd type="none"/>
            <a:tailEnd type="none"/>
          </a:ln>
        </p:spPr>
      </p:sp>
      <p:sp>
        <p:nvSpPr>
          <p:cNvPr id="693" name="Shape 691"/>
          <p:cNvSpPr/>
          <p:nvPr/>
        </p:nvSpPr>
        <p:spPr>
          <a:xfrm>
            <a:off x="4955134" y="3544625"/>
            <a:ext cx="0" cy="202278"/>
          </a:xfrm>
          <a:prstGeom prst="line">
            <a:avLst/>
          </a:prstGeom>
          <a:noFill/>
          <a:ln w="15875">
            <a:solidFill>
              <a:srgbClr val="A64E8E">
                <a:alpha val="76000"/>
              </a:srgbClr>
            </a:solidFill>
            <a:prstDash val="dash"/>
            <a:headEnd type="none"/>
            <a:tailEnd type="none"/>
          </a:ln>
        </p:spPr>
      </p:sp>
      <p:sp>
        <p:nvSpPr>
          <p:cNvPr id="694" name="Shape 692"/>
          <p:cNvSpPr/>
          <p:nvPr/>
        </p:nvSpPr>
        <p:spPr>
          <a:xfrm>
            <a:off x="4955134" y="3744160"/>
            <a:ext cx="127407" cy="0"/>
          </a:xfrm>
          <a:prstGeom prst="line">
            <a:avLst/>
          </a:prstGeom>
          <a:noFill/>
          <a:ln w="15875">
            <a:solidFill>
              <a:srgbClr val="A64E8E">
                <a:alpha val="76000"/>
              </a:srgbClr>
            </a:solidFill>
            <a:prstDash val="dash"/>
            <a:headEnd type="none"/>
            <a:tailEnd type="none"/>
          </a:ln>
        </p:spPr>
      </p:sp>
      <p:sp>
        <p:nvSpPr>
          <p:cNvPr id="695" name="Shape 693"/>
          <p:cNvSpPr/>
          <p:nvPr/>
        </p:nvSpPr>
        <p:spPr>
          <a:xfrm>
            <a:off x="5079797" y="3741417"/>
            <a:ext cx="0" cy="164694"/>
          </a:xfrm>
          <a:prstGeom prst="line">
            <a:avLst/>
          </a:prstGeom>
          <a:noFill/>
          <a:ln w="15875">
            <a:solidFill>
              <a:srgbClr val="A64E8E">
                <a:alpha val="76000"/>
              </a:srgbClr>
            </a:solidFill>
            <a:prstDash val="dash"/>
            <a:headEnd type="none"/>
            <a:tailEnd type="none"/>
          </a:ln>
        </p:spPr>
      </p:sp>
      <p:sp>
        <p:nvSpPr>
          <p:cNvPr id="696" name="Shape 694"/>
          <p:cNvSpPr/>
          <p:nvPr/>
        </p:nvSpPr>
        <p:spPr>
          <a:xfrm>
            <a:off x="5079797" y="3903367"/>
            <a:ext cx="127406" cy="0"/>
          </a:xfrm>
          <a:prstGeom prst="line">
            <a:avLst/>
          </a:prstGeom>
          <a:noFill/>
          <a:ln w="15875">
            <a:solidFill>
              <a:srgbClr val="A64E8E">
                <a:alpha val="76000"/>
              </a:srgbClr>
            </a:solidFill>
            <a:prstDash val="dash"/>
            <a:headEnd type="none"/>
            <a:tailEnd type="none"/>
          </a:ln>
        </p:spPr>
      </p:sp>
      <p:sp>
        <p:nvSpPr>
          <p:cNvPr id="697" name="Shape 695"/>
          <p:cNvSpPr/>
          <p:nvPr/>
        </p:nvSpPr>
        <p:spPr>
          <a:xfrm>
            <a:off x="5204460" y="3900624"/>
            <a:ext cx="0" cy="5486"/>
          </a:xfrm>
          <a:prstGeom prst="line">
            <a:avLst/>
          </a:prstGeom>
          <a:noFill/>
          <a:ln w="15875">
            <a:solidFill>
              <a:srgbClr val="A64E8E">
                <a:alpha val="76000"/>
              </a:srgbClr>
            </a:solidFill>
            <a:prstDash val="dash"/>
            <a:headEnd type="none"/>
            <a:tailEnd type="none"/>
          </a:ln>
        </p:spPr>
      </p:sp>
      <p:sp>
        <p:nvSpPr>
          <p:cNvPr id="698" name="Shape 696"/>
          <p:cNvSpPr/>
          <p:nvPr/>
        </p:nvSpPr>
        <p:spPr>
          <a:xfrm>
            <a:off x="5204460" y="3903367"/>
            <a:ext cx="127407" cy="0"/>
          </a:xfrm>
          <a:prstGeom prst="line">
            <a:avLst/>
          </a:prstGeom>
          <a:noFill/>
          <a:ln w="15875">
            <a:solidFill>
              <a:srgbClr val="A64E8E">
                <a:alpha val="76000"/>
              </a:srgbClr>
            </a:solidFill>
            <a:prstDash val="dash"/>
            <a:headEnd type="none"/>
            <a:tailEnd type="none"/>
          </a:ln>
        </p:spPr>
      </p:sp>
      <p:sp>
        <p:nvSpPr>
          <p:cNvPr id="699" name="Shape 697"/>
          <p:cNvSpPr/>
          <p:nvPr/>
        </p:nvSpPr>
        <p:spPr>
          <a:xfrm>
            <a:off x="5329123" y="3900624"/>
            <a:ext cx="0" cy="164694"/>
          </a:xfrm>
          <a:prstGeom prst="line">
            <a:avLst/>
          </a:prstGeom>
          <a:noFill/>
          <a:ln w="15875">
            <a:solidFill>
              <a:srgbClr val="A64E8E">
                <a:alpha val="76000"/>
              </a:srgbClr>
            </a:solidFill>
            <a:prstDash val="dash"/>
            <a:headEnd type="none"/>
            <a:tailEnd type="none"/>
          </a:ln>
        </p:spPr>
      </p:sp>
      <p:sp>
        <p:nvSpPr>
          <p:cNvPr id="700" name="Shape 698"/>
          <p:cNvSpPr/>
          <p:nvPr/>
        </p:nvSpPr>
        <p:spPr>
          <a:xfrm>
            <a:off x="5329123" y="4062575"/>
            <a:ext cx="127407" cy="0"/>
          </a:xfrm>
          <a:prstGeom prst="line">
            <a:avLst/>
          </a:prstGeom>
          <a:noFill/>
          <a:ln w="15875">
            <a:solidFill>
              <a:srgbClr val="A64E8E">
                <a:alpha val="76000"/>
              </a:srgbClr>
            </a:solidFill>
            <a:prstDash val="dash"/>
            <a:headEnd type="none"/>
            <a:tailEnd type="none"/>
          </a:ln>
        </p:spPr>
      </p:sp>
      <p:sp>
        <p:nvSpPr>
          <p:cNvPr id="701" name="Shape 699"/>
          <p:cNvSpPr/>
          <p:nvPr/>
        </p:nvSpPr>
        <p:spPr>
          <a:xfrm>
            <a:off x="5453787" y="4059831"/>
            <a:ext cx="0" cy="103883"/>
          </a:xfrm>
          <a:prstGeom prst="line">
            <a:avLst/>
          </a:prstGeom>
          <a:noFill/>
          <a:ln w="15875">
            <a:solidFill>
              <a:srgbClr val="A64E8E">
                <a:alpha val="76000"/>
              </a:srgbClr>
            </a:solidFill>
            <a:prstDash val="dash"/>
            <a:headEnd type="none"/>
            <a:tailEnd type="none"/>
          </a:ln>
        </p:spPr>
      </p:sp>
      <p:sp>
        <p:nvSpPr>
          <p:cNvPr id="702" name="Shape 700"/>
          <p:cNvSpPr/>
          <p:nvPr/>
        </p:nvSpPr>
        <p:spPr>
          <a:xfrm>
            <a:off x="5453787" y="4160971"/>
            <a:ext cx="127406" cy="0"/>
          </a:xfrm>
          <a:prstGeom prst="line">
            <a:avLst/>
          </a:prstGeom>
          <a:noFill/>
          <a:ln w="15875">
            <a:solidFill>
              <a:srgbClr val="A64E8E">
                <a:alpha val="76000"/>
              </a:srgbClr>
            </a:solidFill>
            <a:prstDash val="dash"/>
            <a:headEnd type="none"/>
            <a:tailEnd type="none"/>
          </a:ln>
        </p:spPr>
      </p:sp>
      <p:sp>
        <p:nvSpPr>
          <p:cNvPr id="703" name="Shape 701"/>
          <p:cNvSpPr/>
          <p:nvPr/>
        </p:nvSpPr>
        <p:spPr>
          <a:xfrm>
            <a:off x="5578449" y="4158228"/>
            <a:ext cx="0" cy="66298"/>
          </a:xfrm>
          <a:prstGeom prst="line">
            <a:avLst/>
          </a:prstGeom>
          <a:noFill/>
          <a:ln w="15875">
            <a:solidFill>
              <a:srgbClr val="A64E8E">
                <a:alpha val="76000"/>
              </a:srgbClr>
            </a:solidFill>
            <a:prstDash val="dash"/>
            <a:headEnd type="none"/>
            <a:tailEnd type="none"/>
          </a:ln>
        </p:spPr>
      </p:sp>
      <p:sp>
        <p:nvSpPr>
          <p:cNvPr id="704" name="Shape 702"/>
          <p:cNvSpPr/>
          <p:nvPr/>
        </p:nvSpPr>
        <p:spPr>
          <a:xfrm>
            <a:off x="5578449" y="4221783"/>
            <a:ext cx="127407" cy="0"/>
          </a:xfrm>
          <a:prstGeom prst="line">
            <a:avLst/>
          </a:prstGeom>
          <a:noFill/>
          <a:ln w="15875">
            <a:solidFill>
              <a:srgbClr val="A64E8E">
                <a:alpha val="76000"/>
              </a:srgbClr>
            </a:solidFill>
            <a:prstDash val="dash"/>
            <a:headEnd type="none"/>
            <a:tailEnd type="none"/>
          </a:ln>
        </p:spPr>
      </p:sp>
      <p:sp>
        <p:nvSpPr>
          <p:cNvPr id="705" name="Shape 703"/>
          <p:cNvSpPr/>
          <p:nvPr/>
        </p:nvSpPr>
        <p:spPr>
          <a:xfrm>
            <a:off x="5703113" y="4158228"/>
            <a:ext cx="0" cy="66298"/>
          </a:xfrm>
          <a:prstGeom prst="line">
            <a:avLst/>
          </a:prstGeom>
          <a:noFill/>
          <a:ln w="15875">
            <a:solidFill>
              <a:srgbClr val="A64E8E">
                <a:alpha val="76000"/>
              </a:srgbClr>
            </a:solidFill>
            <a:prstDash val="dash"/>
            <a:headEnd type="none"/>
            <a:tailEnd type="none"/>
          </a:ln>
        </p:spPr>
      </p:sp>
      <p:sp>
        <p:nvSpPr>
          <p:cNvPr id="706" name="Shape 704"/>
          <p:cNvSpPr/>
          <p:nvPr/>
        </p:nvSpPr>
        <p:spPr>
          <a:xfrm>
            <a:off x="5703113" y="4160971"/>
            <a:ext cx="127407" cy="0"/>
          </a:xfrm>
          <a:prstGeom prst="line">
            <a:avLst/>
          </a:prstGeom>
          <a:noFill/>
          <a:ln w="15875">
            <a:solidFill>
              <a:srgbClr val="A64E8E">
                <a:alpha val="76000"/>
              </a:srgbClr>
            </a:solidFill>
            <a:prstDash val="dash"/>
            <a:headEnd type="none"/>
            <a:tailEnd type="none"/>
          </a:ln>
        </p:spPr>
      </p:sp>
      <p:sp>
        <p:nvSpPr>
          <p:cNvPr id="707" name="Shape 705"/>
          <p:cNvSpPr/>
          <p:nvPr/>
        </p:nvSpPr>
        <p:spPr>
          <a:xfrm>
            <a:off x="5827776" y="4158228"/>
            <a:ext cx="0" cy="66298"/>
          </a:xfrm>
          <a:prstGeom prst="line">
            <a:avLst/>
          </a:prstGeom>
          <a:noFill/>
          <a:ln w="15875">
            <a:solidFill>
              <a:srgbClr val="A64E8E">
                <a:alpha val="76000"/>
              </a:srgbClr>
            </a:solidFill>
            <a:prstDash val="dash"/>
            <a:headEnd type="none"/>
            <a:tailEnd type="none"/>
          </a:ln>
        </p:spPr>
      </p:sp>
      <p:sp>
        <p:nvSpPr>
          <p:cNvPr id="708" name="Shape 706"/>
          <p:cNvSpPr/>
          <p:nvPr/>
        </p:nvSpPr>
        <p:spPr>
          <a:xfrm>
            <a:off x="5827776" y="4221783"/>
            <a:ext cx="127406" cy="0"/>
          </a:xfrm>
          <a:prstGeom prst="line">
            <a:avLst/>
          </a:prstGeom>
          <a:noFill/>
          <a:ln w="15875">
            <a:solidFill>
              <a:srgbClr val="A64E8E">
                <a:alpha val="76000"/>
              </a:srgbClr>
            </a:solidFill>
            <a:prstDash val="dash"/>
            <a:headEnd type="none"/>
            <a:tailEnd type="none"/>
          </a:ln>
        </p:spPr>
      </p:sp>
      <p:sp>
        <p:nvSpPr>
          <p:cNvPr id="709" name="Shape 707"/>
          <p:cNvSpPr/>
          <p:nvPr/>
        </p:nvSpPr>
        <p:spPr>
          <a:xfrm>
            <a:off x="5952439" y="4219040"/>
            <a:ext cx="0" cy="5486"/>
          </a:xfrm>
          <a:prstGeom prst="line">
            <a:avLst/>
          </a:prstGeom>
          <a:noFill/>
          <a:ln w="15875">
            <a:solidFill>
              <a:srgbClr val="A64E8E">
                <a:alpha val="76000"/>
              </a:srgbClr>
            </a:solidFill>
            <a:prstDash val="dash"/>
            <a:headEnd type="none"/>
            <a:tailEnd type="none"/>
          </a:ln>
        </p:spPr>
      </p:sp>
      <p:sp>
        <p:nvSpPr>
          <p:cNvPr id="710" name="Shape 708"/>
          <p:cNvSpPr/>
          <p:nvPr/>
        </p:nvSpPr>
        <p:spPr>
          <a:xfrm>
            <a:off x="5952439" y="4221783"/>
            <a:ext cx="127407" cy="0"/>
          </a:xfrm>
          <a:prstGeom prst="line">
            <a:avLst/>
          </a:prstGeom>
          <a:noFill/>
          <a:ln w="15875">
            <a:solidFill>
              <a:srgbClr val="A64E8E">
                <a:alpha val="76000"/>
              </a:srgbClr>
            </a:solidFill>
            <a:prstDash val="dash"/>
            <a:headEnd type="none"/>
            <a:tailEnd type="none"/>
          </a:ln>
        </p:spPr>
      </p:sp>
      <p:sp>
        <p:nvSpPr>
          <p:cNvPr id="711" name="Shape 709"/>
          <p:cNvSpPr/>
          <p:nvPr/>
        </p:nvSpPr>
        <p:spPr>
          <a:xfrm>
            <a:off x="6077102" y="4219040"/>
            <a:ext cx="0" cy="5486"/>
          </a:xfrm>
          <a:prstGeom prst="line">
            <a:avLst/>
          </a:prstGeom>
          <a:noFill/>
          <a:ln w="15875">
            <a:solidFill>
              <a:srgbClr val="A64E8E">
                <a:alpha val="76000"/>
              </a:srgbClr>
            </a:solidFill>
            <a:prstDash val="dash"/>
            <a:headEnd type="none"/>
            <a:tailEnd type="none"/>
          </a:ln>
        </p:spPr>
      </p:sp>
      <p:sp>
        <p:nvSpPr>
          <p:cNvPr id="712" name="Shape 710"/>
          <p:cNvSpPr/>
          <p:nvPr/>
        </p:nvSpPr>
        <p:spPr>
          <a:xfrm>
            <a:off x="6077102" y="4221783"/>
            <a:ext cx="127407" cy="0"/>
          </a:xfrm>
          <a:prstGeom prst="line">
            <a:avLst/>
          </a:prstGeom>
          <a:noFill/>
          <a:ln w="15875">
            <a:solidFill>
              <a:srgbClr val="A64E8E">
                <a:alpha val="76000"/>
              </a:srgbClr>
            </a:solidFill>
            <a:prstDash val="dash"/>
            <a:headEnd type="none"/>
            <a:tailEnd type="none"/>
          </a:ln>
        </p:spPr>
      </p:sp>
      <p:sp>
        <p:nvSpPr>
          <p:cNvPr id="713" name="Shape 711"/>
          <p:cNvSpPr/>
          <p:nvPr/>
        </p:nvSpPr>
        <p:spPr>
          <a:xfrm>
            <a:off x="6201766" y="4059831"/>
            <a:ext cx="0" cy="164695"/>
          </a:xfrm>
          <a:prstGeom prst="line">
            <a:avLst/>
          </a:prstGeom>
          <a:noFill/>
          <a:ln w="15875">
            <a:solidFill>
              <a:srgbClr val="A64E8E">
                <a:alpha val="76000"/>
              </a:srgbClr>
            </a:solidFill>
            <a:prstDash val="dash"/>
            <a:headEnd type="none"/>
            <a:tailEnd type="none"/>
          </a:ln>
        </p:spPr>
      </p:sp>
      <p:sp>
        <p:nvSpPr>
          <p:cNvPr id="714" name="Shape 712"/>
          <p:cNvSpPr/>
          <p:nvPr/>
        </p:nvSpPr>
        <p:spPr>
          <a:xfrm>
            <a:off x="6201766" y="4062575"/>
            <a:ext cx="127406" cy="0"/>
          </a:xfrm>
          <a:prstGeom prst="line">
            <a:avLst/>
          </a:prstGeom>
          <a:noFill/>
          <a:ln w="15875">
            <a:solidFill>
              <a:srgbClr val="A64E8E">
                <a:alpha val="76000"/>
              </a:srgbClr>
            </a:solidFill>
            <a:prstDash val="dash"/>
            <a:headEnd type="none"/>
            <a:tailEnd type="none"/>
          </a:ln>
        </p:spPr>
      </p:sp>
      <p:sp>
        <p:nvSpPr>
          <p:cNvPr id="715" name="Shape 713"/>
          <p:cNvSpPr/>
          <p:nvPr/>
        </p:nvSpPr>
        <p:spPr>
          <a:xfrm>
            <a:off x="6326429" y="4059831"/>
            <a:ext cx="0" cy="103883"/>
          </a:xfrm>
          <a:prstGeom prst="line">
            <a:avLst/>
          </a:prstGeom>
          <a:noFill/>
          <a:ln w="15875">
            <a:solidFill>
              <a:srgbClr val="A64E8E">
                <a:alpha val="76000"/>
              </a:srgbClr>
            </a:solidFill>
            <a:prstDash val="dash"/>
            <a:headEnd type="none"/>
            <a:tailEnd type="none"/>
          </a:ln>
        </p:spPr>
      </p:sp>
      <p:sp>
        <p:nvSpPr>
          <p:cNvPr id="716" name="Shape 714"/>
          <p:cNvSpPr/>
          <p:nvPr/>
        </p:nvSpPr>
        <p:spPr>
          <a:xfrm>
            <a:off x="6326429" y="4160971"/>
            <a:ext cx="127407" cy="0"/>
          </a:xfrm>
          <a:prstGeom prst="line">
            <a:avLst/>
          </a:prstGeom>
          <a:noFill/>
          <a:ln w="15875">
            <a:solidFill>
              <a:srgbClr val="A64E8E">
                <a:alpha val="76000"/>
              </a:srgbClr>
            </a:solidFill>
            <a:prstDash val="dash"/>
            <a:headEnd type="none"/>
            <a:tailEnd type="none"/>
          </a:ln>
        </p:spPr>
      </p:sp>
      <p:sp>
        <p:nvSpPr>
          <p:cNvPr id="717" name="Shape 715"/>
          <p:cNvSpPr/>
          <p:nvPr/>
        </p:nvSpPr>
        <p:spPr>
          <a:xfrm>
            <a:off x="6451092" y="4158228"/>
            <a:ext cx="0" cy="164694"/>
          </a:xfrm>
          <a:prstGeom prst="line">
            <a:avLst/>
          </a:prstGeom>
          <a:noFill/>
          <a:ln w="15875">
            <a:solidFill>
              <a:srgbClr val="A64E8E">
                <a:alpha val="76000"/>
              </a:srgbClr>
            </a:solidFill>
            <a:prstDash val="dash"/>
            <a:headEnd type="none"/>
            <a:tailEnd type="none"/>
          </a:ln>
        </p:spPr>
      </p:sp>
      <p:sp>
        <p:nvSpPr>
          <p:cNvPr id="718" name="Shape 716"/>
          <p:cNvSpPr/>
          <p:nvPr/>
        </p:nvSpPr>
        <p:spPr>
          <a:xfrm>
            <a:off x="6451092" y="4320178"/>
            <a:ext cx="127407" cy="0"/>
          </a:xfrm>
          <a:prstGeom prst="line">
            <a:avLst/>
          </a:prstGeom>
          <a:noFill/>
          <a:ln w="15875">
            <a:solidFill>
              <a:srgbClr val="A64E8E">
                <a:alpha val="76000"/>
              </a:srgbClr>
            </a:solidFill>
            <a:prstDash val="dash"/>
            <a:headEnd type="none"/>
            <a:tailEnd type="none"/>
          </a:ln>
        </p:spPr>
      </p:sp>
      <p:sp>
        <p:nvSpPr>
          <p:cNvPr id="719" name="Shape 717"/>
          <p:cNvSpPr/>
          <p:nvPr/>
        </p:nvSpPr>
        <p:spPr>
          <a:xfrm>
            <a:off x="6575755" y="4256623"/>
            <a:ext cx="0" cy="66298"/>
          </a:xfrm>
          <a:prstGeom prst="line">
            <a:avLst/>
          </a:prstGeom>
          <a:noFill/>
          <a:ln w="15875">
            <a:solidFill>
              <a:srgbClr val="A64E8E">
                <a:alpha val="76000"/>
              </a:srgbClr>
            </a:solidFill>
            <a:prstDash val="dash"/>
            <a:headEnd type="none"/>
            <a:tailEnd type="none"/>
          </a:ln>
        </p:spPr>
      </p:sp>
      <p:sp>
        <p:nvSpPr>
          <p:cNvPr id="720" name="Shape 718"/>
          <p:cNvSpPr/>
          <p:nvPr/>
        </p:nvSpPr>
        <p:spPr>
          <a:xfrm>
            <a:off x="6575755" y="4259366"/>
            <a:ext cx="127406" cy="0"/>
          </a:xfrm>
          <a:prstGeom prst="line">
            <a:avLst/>
          </a:prstGeom>
          <a:noFill/>
          <a:ln w="15875">
            <a:solidFill>
              <a:srgbClr val="A64E8E">
                <a:alpha val="76000"/>
              </a:srgbClr>
            </a:solidFill>
            <a:prstDash val="dash"/>
            <a:headEnd type="none"/>
            <a:tailEnd type="none"/>
          </a:ln>
        </p:spPr>
      </p:sp>
      <p:sp>
        <p:nvSpPr>
          <p:cNvPr id="721" name="Shape 719"/>
          <p:cNvSpPr/>
          <p:nvPr/>
        </p:nvSpPr>
        <p:spPr>
          <a:xfrm>
            <a:off x="6700418" y="4256623"/>
            <a:ext cx="0" cy="66298"/>
          </a:xfrm>
          <a:prstGeom prst="line">
            <a:avLst/>
          </a:prstGeom>
          <a:noFill/>
          <a:ln w="15875">
            <a:solidFill>
              <a:srgbClr val="A64E8E">
                <a:alpha val="76000"/>
              </a:srgbClr>
            </a:solidFill>
            <a:prstDash val="dash"/>
            <a:headEnd type="none"/>
            <a:tailEnd type="none"/>
          </a:ln>
        </p:spPr>
      </p:sp>
      <p:sp>
        <p:nvSpPr>
          <p:cNvPr id="722" name="Shape 720"/>
          <p:cNvSpPr/>
          <p:nvPr/>
        </p:nvSpPr>
        <p:spPr>
          <a:xfrm>
            <a:off x="6700418" y="4320178"/>
            <a:ext cx="127407" cy="0"/>
          </a:xfrm>
          <a:prstGeom prst="line">
            <a:avLst/>
          </a:prstGeom>
          <a:noFill/>
          <a:ln w="15875">
            <a:solidFill>
              <a:srgbClr val="A64E8E">
                <a:alpha val="76000"/>
              </a:srgbClr>
            </a:solidFill>
            <a:prstDash val="dash"/>
            <a:headEnd type="none"/>
            <a:tailEnd type="none"/>
          </a:ln>
        </p:spPr>
      </p:sp>
      <p:sp>
        <p:nvSpPr>
          <p:cNvPr id="723" name="Shape 721"/>
          <p:cNvSpPr/>
          <p:nvPr/>
        </p:nvSpPr>
        <p:spPr>
          <a:xfrm>
            <a:off x="6825082" y="4317435"/>
            <a:ext cx="0" cy="164694"/>
          </a:xfrm>
          <a:prstGeom prst="line">
            <a:avLst/>
          </a:prstGeom>
          <a:noFill/>
          <a:ln w="15875">
            <a:solidFill>
              <a:srgbClr val="A64E8E">
                <a:alpha val="76000"/>
              </a:srgbClr>
            </a:solidFill>
            <a:prstDash val="dash"/>
            <a:headEnd type="none"/>
            <a:tailEnd type="none"/>
          </a:ln>
        </p:spPr>
      </p:sp>
      <p:sp>
        <p:nvSpPr>
          <p:cNvPr id="724" name="Shape 722"/>
          <p:cNvSpPr/>
          <p:nvPr/>
        </p:nvSpPr>
        <p:spPr>
          <a:xfrm>
            <a:off x="6825082" y="4479385"/>
            <a:ext cx="127407" cy="0"/>
          </a:xfrm>
          <a:prstGeom prst="line">
            <a:avLst/>
          </a:prstGeom>
          <a:noFill/>
          <a:ln w="15875">
            <a:solidFill>
              <a:srgbClr val="A64E8E">
                <a:alpha val="76000"/>
              </a:srgbClr>
            </a:solidFill>
            <a:prstDash val="dash"/>
            <a:headEnd type="none"/>
            <a:tailEnd type="none"/>
          </a:ln>
        </p:spPr>
      </p:sp>
      <p:sp>
        <p:nvSpPr>
          <p:cNvPr id="725" name="Shape 723"/>
          <p:cNvSpPr/>
          <p:nvPr/>
        </p:nvSpPr>
        <p:spPr>
          <a:xfrm>
            <a:off x="6949745" y="4476642"/>
            <a:ext cx="0" cy="5486"/>
          </a:xfrm>
          <a:prstGeom prst="line">
            <a:avLst/>
          </a:prstGeom>
          <a:noFill/>
          <a:ln w="15875">
            <a:solidFill>
              <a:srgbClr val="A64E8E">
                <a:alpha val="76000"/>
              </a:srgbClr>
            </a:solidFill>
            <a:prstDash val="dash"/>
            <a:headEnd type="none"/>
            <a:tailEnd type="none"/>
          </a:ln>
        </p:spPr>
      </p:sp>
      <p:sp>
        <p:nvSpPr>
          <p:cNvPr id="726" name="Shape 724"/>
          <p:cNvSpPr/>
          <p:nvPr/>
        </p:nvSpPr>
        <p:spPr>
          <a:xfrm>
            <a:off x="6949745" y="4479385"/>
            <a:ext cx="127406" cy="0"/>
          </a:xfrm>
          <a:prstGeom prst="line">
            <a:avLst/>
          </a:prstGeom>
          <a:noFill/>
          <a:ln w="15875">
            <a:solidFill>
              <a:srgbClr val="A64E8E">
                <a:alpha val="76000"/>
              </a:srgbClr>
            </a:solidFill>
            <a:prstDash val="dash"/>
            <a:headEnd type="none"/>
            <a:tailEnd type="none"/>
          </a:ln>
        </p:spPr>
      </p:sp>
      <p:sp>
        <p:nvSpPr>
          <p:cNvPr id="727" name="Shape 725"/>
          <p:cNvSpPr/>
          <p:nvPr/>
        </p:nvSpPr>
        <p:spPr>
          <a:xfrm>
            <a:off x="7074408" y="4476642"/>
            <a:ext cx="0" cy="164694"/>
          </a:xfrm>
          <a:prstGeom prst="line">
            <a:avLst/>
          </a:prstGeom>
          <a:noFill/>
          <a:ln w="15875">
            <a:solidFill>
              <a:srgbClr val="A64E8E">
                <a:alpha val="76000"/>
              </a:srgbClr>
            </a:solidFill>
            <a:prstDash val="dash"/>
            <a:headEnd type="none"/>
            <a:tailEnd type="none"/>
          </a:ln>
        </p:spPr>
      </p:sp>
      <p:sp>
        <p:nvSpPr>
          <p:cNvPr id="728" name="Shape 726"/>
          <p:cNvSpPr/>
          <p:nvPr/>
        </p:nvSpPr>
        <p:spPr>
          <a:xfrm>
            <a:off x="7074408" y="4638593"/>
            <a:ext cx="127407" cy="0"/>
          </a:xfrm>
          <a:prstGeom prst="line">
            <a:avLst/>
          </a:prstGeom>
          <a:noFill/>
          <a:ln w="15875">
            <a:solidFill>
              <a:srgbClr val="A64E8E">
                <a:alpha val="76000"/>
              </a:srgbClr>
            </a:solidFill>
            <a:prstDash val="dash"/>
            <a:headEnd type="none"/>
            <a:tailEnd type="none"/>
          </a:ln>
        </p:spPr>
      </p:sp>
      <p:sp>
        <p:nvSpPr>
          <p:cNvPr id="729" name="Shape 727"/>
          <p:cNvSpPr/>
          <p:nvPr/>
        </p:nvSpPr>
        <p:spPr>
          <a:xfrm>
            <a:off x="7199071" y="4635850"/>
            <a:ext cx="0" cy="103883"/>
          </a:xfrm>
          <a:prstGeom prst="line">
            <a:avLst/>
          </a:prstGeom>
          <a:noFill/>
          <a:ln w="15875">
            <a:solidFill>
              <a:srgbClr val="A64E8E">
                <a:alpha val="76000"/>
              </a:srgbClr>
            </a:solidFill>
            <a:prstDash val="dash"/>
            <a:headEnd type="none"/>
            <a:tailEnd type="none"/>
          </a:ln>
        </p:spPr>
      </p:sp>
      <p:sp>
        <p:nvSpPr>
          <p:cNvPr id="730" name="Shape 728"/>
          <p:cNvSpPr/>
          <p:nvPr/>
        </p:nvSpPr>
        <p:spPr>
          <a:xfrm>
            <a:off x="7199071" y="4736989"/>
            <a:ext cx="127407" cy="0"/>
          </a:xfrm>
          <a:prstGeom prst="line">
            <a:avLst/>
          </a:prstGeom>
          <a:noFill/>
          <a:ln w="15875">
            <a:solidFill>
              <a:srgbClr val="A64E8E">
                <a:alpha val="76000"/>
              </a:srgbClr>
            </a:solidFill>
            <a:prstDash val="dash"/>
            <a:headEnd type="none"/>
            <a:tailEnd type="none"/>
          </a:ln>
        </p:spPr>
      </p:sp>
      <p:sp>
        <p:nvSpPr>
          <p:cNvPr id="731" name="Shape 729"/>
          <p:cNvSpPr/>
          <p:nvPr/>
        </p:nvSpPr>
        <p:spPr>
          <a:xfrm>
            <a:off x="7323735" y="4734246"/>
            <a:ext cx="0" cy="5486"/>
          </a:xfrm>
          <a:prstGeom prst="line">
            <a:avLst/>
          </a:prstGeom>
          <a:noFill/>
          <a:ln w="15875">
            <a:solidFill>
              <a:srgbClr val="A64E8E">
                <a:alpha val="76000"/>
              </a:srgbClr>
            </a:solidFill>
            <a:prstDash val="dash"/>
            <a:headEnd type="none"/>
            <a:tailEnd type="none"/>
          </a:ln>
        </p:spPr>
      </p:sp>
      <p:sp>
        <p:nvSpPr>
          <p:cNvPr id="732" name="Shape 730"/>
          <p:cNvSpPr/>
          <p:nvPr/>
        </p:nvSpPr>
        <p:spPr>
          <a:xfrm>
            <a:off x="7323735" y="4736989"/>
            <a:ext cx="127406" cy="0"/>
          </a:xfrm>
          <a:prstGeom prst="line">
            <a:avLst/>
          </a:prstGeom>
          <a:noFill/>
          <a:ln w="15875">
            <a:solidFill>
              <a:srgbClr val="A64E8E">
                <a:alpha val="76000"/>
              </a:srgbClr>
            </a:solidFill>
            <a:prstDash val="dash"/>
            <a:headEnd type="none"/>
            <a:tailEnd type="none"/>
          </a:ln>
        </p:spPr>
      </p:sp>
      <p:sp>
        <p:nvSpPr>
          <p:cNvPr id="733" name="Shape 731"/>
          <p:cNvSpPr/>
          <p:nvPr/>
        </p:nvSpPr>
        <p:spPr>
          <a:xfrm>
            <a:off x="7448397" y="4734246"/>
            <a:ext cx="0" cy="103882"/>
          </a:xfrm>
          <a:prstGeom prst="line">
            <a:avLst/>
          </a:prstGeom>
          <a:noFill/>
          <a:ln w="15875">
            <a:solidFill>
              <a:srgbClr val="A64E8E">
                <a:alpha val="76000"/>
              </a:srgbClr>
            </a:solidFill>
            <a:prstDash val="dash"/>
            <a:headEnd type="none"/>
            <a:tailEnd type="none"/>
          </a:ln>
        </p:spPr>
      </p:sp>
      <p:sp>
        <p:nvSpPr>
          <p:cNvPr id="734" name="Shape 732"/>
          <p:cNvSpPr/>
          <p:nvPr/>
        </p:nvSpPr>
        <p:spPr>
          <a:xfrm>
            <a:off x="7448397" y="4835384"/>
            <a:ext cx="127407" cy="0"/>
          </a:xfrm>
          <a:prstGeom prst="line">
            <a:avLst/>
          </a:prstGeom>
          <a:noFill/>
          <a:ln w="15875">
            <a:solidFill>
              <a:srgbClr val="A64E8E">
                <a:alpha val="76000"/>
              </a:srgbClr>
            </a:solidFill>
            <a:prstDash val="dash"/>
            <a:headEnd type="none"/>
            <a:tailEnd type="none"/>
          </a:ln>
        </p:spPr>
      </p:sp>
      <p:sp>
        <p:nvSpPr>
          <p:cNvPr id="735" name="Shape 733"/>
          <p:cNvSpPr/>
          <p:nvPr/>
        </p:nvSpPr>
        <p:spPr>
          <a:xfrm>
            <a:off x="7573061" y="4832641"/>
            <a:ext cx="0" cy="5486"/>
          </a:xfrm>
          <a:prstGeom prst="line">
            <a:avLst/>
          </a:prstGeom>
          <a:noFill/>
          <a:ln w="15875">
            <a:solidFill>
              <a:srgbClr val="A64E8E">
                <a:alpha val="76000"/>
              </a:srgbClr>
            </a:solidFill>
            <a:prstDash val="dash"/>
            <a:headEnd type="none"/>
            <a:tailEnd type="none"/>
          </a:ln>
        </p:spPr>
      </p:sp>
      <p:sp>
        <p:nvSpPr>
          <p:cNvPr id="736" name="Shape 734"/>
          <p:cNvSpPr/>
          <p:nvPr/>
        </p:nvSpPr>
        <p:spPr>
          <a:xfrm>
            <a:off x="7573061" y="4835384"/>
            <a:ext cx="127407" cy="0"/>
          </a:xfrm>
          <a:prstGeom prst="line">
            <a:avLst/>
          </a:prstGeom>
          <a:noFill/>
          <a:ln w="15875">
            <a:solidFill>
              <a:srgbClr val="A64E8E">
                <a:alpha val="76000"/>
              </a:srgbClr>
            </a:solidFill>
            <a:prstDash val="dash"/>
            <a:headEnd type="none"/>
            <a:tailEnd type="none"/>
          </a:ln>
        </p:spPr>
      </p:sp>
      <p:sp>
        <p:nvSpPr>
          <p:cNvPr id="737" name="Shape 735"/>
          <p:cNvSpPr/>
          <p:nvPr/>
        </p:nvSpPr>
        <p:spPr>
          <a:xfrm>
            <a:off x="7697724" y="4635850"/>
            <a:ext cx="0" cy="202278"/>
          </a:xfrm>
          <a:prstGeom prst="line">
            <a:avLst/>
          </a:prstGeom>
          <a:noFill/>
          <a:ln w="15875">
            <a:solidFill>
              <a:srgbClr val="A64E8E">
                <a:alpha val="76000"/>
              </a:srgbClr>
            </a:solidFill>
            <a:prstDash val="dash"/>
            <a:headEnd type="none"/>
            <a:tailEnd type="none"/>
          </a:ln>
        </p:spPr>
      </p:sp>
      <p:sp>
        <p:nvSpPr>
          <p:cNvPr id="738" name="Shape 736"/>
          <p:cNvSpPr/>
          <p:nvPr/>
        </p:nvSpPr>
        <p:spPr>
          <a:xfrm>
            <a:off x="7697724" y="4638593"/>
            <a:ext cx="127406" cy="0"/>
          </a:xfrm>
          <a:prstGeom prst="line">
            <a:avLst/>
          </a:prstGeom>
          <a:noFill/>
          <a:ln w="15875">
            <a:solidFill>
              <a:srgbClr val="A64E8E">
                <a:alpha val="76000"/>
              </a:srgbClr>
            </a:solidFill>
            <a:prstDash val="dash"/>
            <a:headEnd type="none"/>
            <a:tailEnd type="none"/>
          </a:ln>
        </p:spPr>
      </p:sp>
      <p:sp>
        <p:nvSpPr>
          <p:cNvPr id="739" name="Shape 737"/>
          <p:cNvSpPr/>
          <p:nvPr/>
        </p:nvSpPr>
        <p:spPr>
          <a:xfrm>
            <a:off x="7822387" y="4476642"/>
            <a:ext cx="0" cy="164694"/>
          </a:xfrm>
          <a:prstGeom prst="line">
            <a:avLst/>
          </a:prstGeom>
          <a:noFill/>
          <a:ln w="15875">
            <a:solidFill>
              <a:srgbClr val="A64E8E">
                <a:alpha val="76000"/>
              </a:srgbClr>
            </a:solidFill>
            <a:prstDash val="dash"/>
            <a:headEnd type="none"/>
            <a:tailEnd type="none"/>
          </a:ln>
        </p:spPr>
      </p:sp>
      <p:sp>
        <p:nvSpPr>
          <p:cNvPr id="740" name="Shape 738"/>
          <p:cNvSpPr/>
          <p:nvPr/>
        </p:nvSpPr>
        <p:spPr>
          <a:xfrm>
            <a:off x="7822387" y="4479385"/>
            <a:ext cx="127407" cy="0"/>
          </a:xfrm>
          <a:prstGeom prst="line">
            <a:avLst/>
          </a:prstGeom>
          <a:noFill/>
          <a:ln w="15875">
            <a:solidFill>
              <a:srgbClr val="A64E8E">
                <a:alpha val="76000"/>
              </a:srgbClr>
            </a:solidFill>
            <a:prstDash val="dash"/>
            <a:headEnd type="none"/>
            <a:tailEnd type="none"/>
          </a:ln>
        </p:spPr>
      </p:sp>
      <p:sp>
        <p:nvSpPr>
          <p:cNvPr id="741" name="Shape 739"/>
          <p:cNvSpPr/>
          <p:nvPr/>
        </p:nvSpPr>
        <p:spPr>
          <a:xfrm>
            <a:off x="7947050" y="4415830"/>
            <a:ext cx="0" cy="66298"/>
          </a:xfrm>
          <a:prstGeom prst="line">
            <a:avLst/>
          </a:prstGeom>
          <a:noFill/>
          <a:ln w="15875">
            <a:solidFill>
              <a:srgbClr val="A64E8E">
                <a:alpha val="76000"/>
              </a:srgbClr>
            </a:solidFill>
            <a:prstDash val="dash"/>
            <a:headEnd type="none"/>
            <a:tailEnd type="none"/>
          </a:ln>
        </p:spPr>
      </p:sp>
      <p:sp>
        <p:nvSpPr>
          <p:cNvPr id="742" name="Shape 740"/>
          <p:cNvSpPr/>
          <p:nvPr/>
        </p:nvSpPr>
        <p:spPr>
          <a:xfrm>
            <a:off x="7947050" y="4418573"/>
            <a:ext cx="127407" cy="0"/>
          </a:xfrm>
          <a:prstGeom prst="line">
            <a:avLst/>
          </a:prstGeom>
          <a:noFill/>
          <a:ln w="15875">
            <a:solidFill>
              <a:srgbClr val="A64E8E">
                <a:alpha val="76000"/>
              </a:srgbClr>
            </a:solidFill>
            <a:prstDash val="dash"/>
            <a:headEnd type="none"/>
            <a:tailEnd type="none"/>
          </a:ln>
        </p:spPr>
      </p:sp>
      <p:sp>
        <p:nvSpPr>
          <p:cNvPr id="743" name="Shape 741"/>
          <p:cNvSpPr/>
          <p:nvPr/>
        </p:nvSpPr>
        <p:spPr>
          <a:xfrm>
            <a:off x="8071714" y="4317435"/>
            <a:ext cx="0" cy="103882"/>
          </a:xfrm>
          <a:prstGeom prst="line">
            <a:avLst/>
          </a:prstGeom>
          <a:noFill/>
          <a:ln w="15875">
            <a:solidFill>
              <a:srgbClr val="A64E8E">
                <a:alpha val="76000"/>
              </a:srgbClr>
            </a:solidFill>
            <a:prstDash val="dash"/>
            <a:headEnd type="none"/>
            <a:tailEnd type="none"/>
          </a:ln>
        </p:spPr>
      </p:sp>
      <p:sp>
        <p:nvSpPr>
          <p:cNvPr id="744" name="Shape 742"/>
          <p:cNvSpPr/>
          <p:nvPr/>
        </p:nvSpPr>
        <p:spPr>
          <a:xfrm>
            <a:off x="8071714" y="4320178"/>
            <a:ext cx="127406" cy="0"/>
          </a:xfrm>
          <a:prstGeom prst="line">
            <a:avLst/>
          </a:prstGeom>
          <a:noFill/>
          <a:ln w="15875">
            <a:solidFill>
              <a:srgbClr val="A64E8E">
                <a:alpha val="76000"/>
              </a:srgbClr>
            </a:solidFill>
            <a:prstDash val="dash"/>
            <a:headEnd type="none"/>
            <a:tailEnd type="none"/>
          </a:ln>
        </p:spPr>
      </p:sp>
      <p:sp>
        <p:nvSpPr>
          <p:cNvPr id="745" name="Shape 743"/>
          <p:cNvSpPr/>
          <p:nvPr/>
        </p:nvSpPr>
        <p:spPr>
          <a:xfrm>
            <a:off x="8196377" y="4219040"/>
            <a:ext cx="0" cy="103882"/>
          </a:xfrm>
          <a:prstGeom prst="line">
            <a:avLst/>
          </a:prstGeom>
          <a:noFill/>
          <a:ln w="15875">
            <a:solidFill>
              <a:srgbClr val="A64E8E">
                <a:alpha val="76000"/>
              </a:srgbClr>
            </a:solidFill>
            <a:prstDash val="dash"/>
            <a:headEnd type="none"/>
            <a:tailEnd type="none"/>
          </a:ln>
        </p:spPr>
      </p:sp>
      <p:sp>
        <p:nvSpPr>
          <p:cNvPr id="746" name="Shape 744"/>
          <p:cNvSpPr/>
          <p:nvPr/>
        </p:nvSpPr>
        <p:spPr>
          <a:xfrm>
            <a:off x="8196377" y="4221783"/>
            <a:ext cx="127407" cy="0"/>
          </a:xfrm>
          <a:prstGeom prst="line">
            <a:avLst/>
          </a:prstGeom>
          <a:noFill/>
          <a:ln w="15875">
            <a:solidFill>
              <a:srgbClr val="A64E8E">
                <a:alpha val="76000"/>
              </a:srgbClr>
            </a:solidFill>
            <a:prstDash val="dash"/>
            <a:headEnd type="none"/>
            <a:tailEnd type="none"/>
          </a:ln>
        </p:spPr>
      </p:sp>
      <p:sp>
        <p:nvSpPr>
          <p:cNvPr id="747" name="Shape 745"/>
          <p:cNvSpPr/>
          <p:nvPr/>
        </p:nvSpPr>
        <p:spPr>
          <a:xfrm>
            <a:off x="8321040" y="4219040"/>
            <a:ext cx="0" cy="202277"/>
          </a:xfrm>
          <a:prstGeom prst="line">
            <a:avLst/>
          </a:prstGeom>
          <a:noFill/>
          <a:ln w="15875">
            <a:solidFill>
              <a:srgbClr val="A64E8E">
                <a:alpha val="76000"/>
              </a:srgbClr>
            </a:solidFill>
            <a:prstDash val="dash"/>
            <a:headEnd type="none"/>
            <a:tailEnd type="none"/>
          </a:ln>
        </p:spPr>
      </p:sp>
      <p:sp>
        <p:nvSpPr>
          <p:cNvPr id="748" name="Shape 746"/>
          <p:cNvSpPr/>
          <p:nvPr/>
        </p:nvSpPr>
        <p:spPr>
          <a:xfrm>
            <a:off x="841248" y="2236124"/>
            <a:ext cx="127407" cy="0"/>
          </a:xfrm>
          <a:prstGeom prst="line">
            <a:avLst/>
          </a:prstGeom>
          <a:noFill/>
          <a:ln w="15875">
            <a:solidFill>
              <a:srgbClr val="B48A12">
                <a:alpha val="76000"/>
              </a:srgbClr>
            </a:solidFill>
            <a:prstDash val="dash"/>
            <a:headEnd type="none"/>
            <a:tailEnd type="none"/>
          </a:ln>
        </p:spPr>
      </p:sp>
      <p:sp>
        <p:nvSpPr>
          <p:cNvPr id="749" name="Shape 747"/>
          <p:cNvSpPr/>
          <p:nvPr/>
        </p:nvSpPr>
        <p:spPr>
          <a:xfrm>
            <a:off x="965911" y="2233380"/>
            <a:ext cx="0" cy="567189"/>
          </a:xfrm>
          <a:prstGeom prst="line">
            <a:avLst/>
          </a:prstGeom>
          <a:noFill/>
          <a:ln w="15875">
            <a:solidFill>
              <a:srgbClr val="B48A12">
                <a:alpha val="76000"/>
              </a:srgbClr>
            </a:solidFill>
            <a:prstDash val="dash"/>
            <a:headEnd type="none"/>
            <a:tailEnd type="none"/>
          </a:ln>
        </p:spPr>
      </p:sp>
      <p:sp>
        <p:nvSpPr>
          <p:cNvPr id="750" name="Shape 748"/>
          <p:cNvSpPr/>
          <p:nvPr/>
        </p:nvSpPr>
        <p:spPr>
          <a:xfrm>
            <a:off x="965911" y="2797826"/>
            <a:ext cx="127406" cy="0"/>
          </a:xfrm>
          <a:prstGeom prst="line">
            <a:avLst/>
          </a:prstGeom>
          <a:noFill/>
          <a:ln w="15875">
            <a:solidFill>
              <a:srgbClr val="B48A12">
                <a:alpha val="76000"/>
              </a:srgbClr>
            </a:solidFill>
            <a:prstDash val="dash"/>
            <a:headEnd type="none"/>
            <a:tailEnd type="none"/>
          </a:ln>
        </p:spPr>
      </p:sp>
      <p:sp>
        <p:nvSpPr>
          <p:cNvPr id="751" name="Shape 749"/>
          <p:cNvSpPr/>
          <p:nvPr/>
        </p:nvSpPr>
        <p:spPr>
          <a:xfrm>
            <a:off x="1090574" y="2795083"/>
            <a:ext cx="0" cy="321672"/>
          </a:xfrm>
          <a:prstGeom prst="line">
            <a:avLst/>
          </a:prstGeom>
          <a:noFill/>
          <a:ln w="15875">
            <a:solidFill>
              <a:srgbClr val="B48A12">
                <a:alpha val="76000"/>
              </a:srgbClr>
            </a:solidFill>
            <a:prstDash val="dash"/>
            <a:headEnd type="none"/>
            <a:tailEnd type="none"/>
          </a:ln>
        </p:spPr>
      </p:sp>
      <p:sp>
        <p:nvSpPr>
          <p:cNvPr id="752" name="Shape 750"/>
          <p:cNvSpPr/>
          <p:nvPr/>
        </p:nvSpPr>
        <p:spPr>
          <a:xfrm>
            <a:off x="1090574" y="3114012"/>
            <a:ext cx="127407" cy="0"/>
          </a:xfrm>
          <a:prstGeom prst="line">
            <a:avLst/>
          </a:prstGeom>
          <a:noFill/>
          <a:ln w="15875">
            <a:solidFill>
              <a:srgbClr val="B48A12">
                <a:alpha val="76000"/>
              </a:srgbClr>
            </a:solidFill>
            <a:prstDash val="dash"/>
            <a:headEnd type="none"/>
            <a:tailEnd type="none"/>
          </a:ln>
        </p:spPr>
      </p:sp>
      <p:sp>
        <p:nvSpPr>
          <p:cNvPr id="753" name="Shape 751"/>
          <p:cNvSpPr/>
          <p:nvPr/>
        </p:nvSpPr>
        <p:spPr>
          <a:xfrm>
            <a:off x="1215238" y="3111269"/>
            <a:ext cx="0" cy="325430"/>
          </a:xfrm>
          <a:prstGeom prst="line">
            <a:avLst/>
          </a:prstGeom>
          <a:noFill/>
          <a:ln w="15875">
            <a:solidFill>
              <a:srgbClr val="B48A12">
                <a:alpha val="76000"/>
              </a:srgbClr>
            </a:solidFill>
            <a:prstDash val="dash"/>
            <a:headEnd type="none"/>
            <a:tailEnd type="none"/>
          </a:ln>
        </p:spPr>
      </p:sp>
      <p:sp>
        <p:nvSpPr>
          <p:cNvPr id="754" name="Shape 752"/>
          <p:cNvSpPr/>
          <p:nvPr/>
        </p:nvSpPr>
        <p:spPr>
          <a:xfrm>
            <a:off x="1215238" y="3433956"/>
            <a:ext cx="127407" cy="0"/>
          </a:xfrm>
          <a:prstGeom prst="line">
            <a:avLst/>
          </a:prstGeom>
          <a:noFill/>
          <a:ln w="15875">
            <a:solidFill>
              <a:srgbClr val="B48A12">
                <a:alpha val="76000"/>
              </a:srgbClr>
            </a:solidFill>
            <a:prstDash val="dash"/>
            <a:headEnd type="none"/>
            <a:tailEnd type="none"/>
          </a:ln>
        </p:spPr>
      </p:sp>
      <p:sp>
        <p:nvSpPr>
          <p:cNvPr id="755" name="Shape 753"/>
          <p:cNvSpPr/>
          <p:nvPr/>
        </p:nvSpPr>
        <p:spPr>
          <a:xfrm>
            <a:off x="1339901" y="3431213"/>
            <a:ext cx="0" cy="308372"/>
          </a:xfrm>
          <a:prstGeom prst="line">
            <a:avLst/>
          </a:prstGeom>
          <a:noFill/>
          <a:ln w="15875">
            <a:solidFill>
              <a:srgbClr val="B48A12">
                <a:alpha val="76000"/>
              </a:srgbClr>
            </a:solidFill>
            <a:prstDash val="dash"/>
            <a:headEnd type="none"/>
            <a:tailEnd type="none"/>
          </a:ln>
        </p:spPr>
      </p:sp>
      <p:sp>
        <p:nvSpPr>
          <p:cNvPr id="756" name="Shape 754"/>
          <p:cNvSpPr/>
          <p:nvPr/>
        </p:nvSpPr>
        <p:spPr>
          <a:xfrm>
            <a:off x="1339901" y="3736841"/>
            <a:ext cx="127406" cy="0"/>
          </a:xfrm>
          <a:prstGeom prst="line">
            <a:avLst/>
          </a:prstGeom>
          <a:noFill/>
          <a:ln w="15875">
            <a:solidFill>
              <a:srgbClr val="B48A12">
                <a:alpha val="76000"/>
              </a:srgbClr>
            </a:solidFill>
            <a:prstDash val="dash"/>
            <a:headEnd type="none"/>
            <a:tailEnd type="none"/>
          </a:ln>
        </p:spPr>
      </p:sp>
      <p:sp>
        <p:nvSpPr>
          <p:cNvPr id="757" name="Shape 755"/>
          <p:cNvSpPr/>
          <p:nvPr/>
        </p:nvSpPr>
        <p:spPr>
          <a:xfrm>
            <a:off x="1464564" y="3734098"/>
            <a:ext cx="0" cy="246367"/>
          </a:xfrm>
          <a:prstGeom prst="line">
            <a:avLst/>
          </a:prstGeom>
          <a:noFill/>
          <a:ln w="15875">
            <a:solidFill>
              <a:srgbClr val="B48A12">
                <a:alpha val="76000"/>
              </a:srgbClr>
            </a:solidFill>
            <a:prstDash val="dash"/>
            <a:headEnd type="none"/>
            <a:tailEnd type="none"/>
          </a:ln>
        </p:spPr>
      </p:sp>
      <p:sp>
        <p:nvSpPr>
          <p:cNvPr id="758" name="Shape 756"/>
          <p:cNvSpPr/>
          <p:nvPr/>
        </p:nvSpPr>
        <p:spPr>
          <a:xfrm>
            <a:off x="1464564" y="3977722"/>
            <a:ext cx="127407" cy="0"/>
          </a:xfrm>
          <a:prstGeom prst="line">
            <a:avLst/>
          </a:prstGeom>
          <a:noFill/>
          <a:ln w="15875">
            <a:solidFill>
              <a:srgbClr val="B48A12">
                <a:alpha val="76000"/>
              </a:srgbClr>
            </a:solidFill>
            <a:prstDash val="dash"/>
            <a:headEnd type="none"/>
            <a:tailEnd type="none"/>
          </a:ln>
        </p:spPr>
      </p:sp>
      <p:sp>
        <p:nvSpPr>
          <p:cNvPr id="759" name="Shape 757"/>
          <p:cNvSpPr/>
          <p:nvPr/>
        </p:nvSpPr>
        <p:spPr>
          <a:xfrm>
            <a:off x="1589227" y="3974978"/>
            <a:ext cx="0" cy="178478"/>
          </a:xfrm>
          <a:prstGeom prst="line">
            <a:avLst/>
          </a:prstGeom>
          <a:noFill/>
          <a:ln w="15875">
            <a:solidFill>
              <a:srgbClr val="B48A12">
                <a:alpha val="76000"/>
              </a:srgbClr>
            </a:solidFill>
            <a:prstDash val="dash"/>
            <a:headEnd type="none"/>
            <a:tailEnd type="none"/>
          </a:ln>
        </p:spPr>
      </p:sp>
      <p:sp>
        <p:nvSpPr>
          <p:cNvPr id="760" name="Shape 758"/>
          <p:cNvSpPr/>
          <p:nvPr/>
        </p:nvSpPr>
        <p:spPr>
          <a:xfrm>
            <a:off x="1589227" y="4150713"/>
            <a:ext cx="127407" cy="0"/>
          </a:xfrm>
          <a:prstGeom prst="line">
            <a:avLst/>
          </a:prstGeom>
          <a:noFill/>
          <a:ln w="15875">
            <a:solidFill>
              <a:srgbClr val="B48A12">
                <a:alpha val="76000"/>
              </a:srgbClr>
            </a:solidFill>
            <a:prstDash val="dash"/>
            <a:headEnd type="none"/>
            <a:tailEnd type="none"/>
          </a:ln>
        </p:spPr>
      </p:sp>
      <p:sp>
        <p:nvSpPr>
          <p:cNvPr id="761" name="Shape 759"/>
          <p:cNvSpPr/>
          <p:nvPr/>
        </p:nvSpPr>
        <p:spPr>
          <a:xfrm>
            <a:off x="1713891" y="4147970"/>
            <a:ext cx="0" cy="98260"/>
          </a:xfrm>
          <a:prstGeom prst="line">
            <a:avLst/>
          </a:prstGeom>
          <a:noFill/>
          <a:ln w="15875">
            <a:solidFill>
              <a:srgbClr val="B48A12">
                <a:alpha val="76000"/>
              </a:srgbClr>
            </a:solidFill>
            <a:prstDash val="dash"/>
            <a:headEnd type="none"/>
            <a:tailEnd type="none"/>
          </a:ln>
        </p:spPr>
      </p:sp>
      <p:sp>
        <p:nvSpPr>
          <p:cNvPr id="762" name="Shape 760"/>
          <p:cNvSpPr/>
          <p:nvPr/>
        </p:nvSpPr>
        <p:spPr>
          <a:xfrm>
            <a:off x="1713891" y="4243486"/>
            <a:ext cx="127406" cy="0"/>
          </a:xfrm>
          <a:prstGeom prst="line">
            <a:avLst/>
          </a:prstGeom>
          <a:noFill/>
          <a:ln w="15875">
            <a:solidFill>
              <a:srgbClr val="B48A12">
                <a:alpha val="76000"/>
              </a:srgbClr>
            </a:solidFill>
            <a:prstDash val="dash"/>
            <a:headEnd type="none"/>
            <a:tailEnd type="none"/>
          </a:ln>
        </p:spPr>
      </p:sp>
      <p:sp>
        <p:nvSpPr>
          <p:cNvPr id="763" name="Shape 761"/>
          <p:cNvSpPr/>
          <p:nvPr/>
        </p:nvSpPr>
        <p:spPr>
          <a:xfrm>
            <a:off x="1838553" y="4240743"/>
            <a:ext cx="0" cy="23544"/>
          </a:xfrm>
          <a:prstGeom prst="line">
            <a:avLst/>
          </a:prstGeom>
          <a:noFill/>
          <a:ln w="15875">
            <a:solidFill>
              <a:srgbClr val="B48A12">
                <a:alpha val="76000"/>
              </a:srgbClr>
            </a:solidFill>
            <a:prstDash val="dash"/>
            <a:headEnd type="none"/>
            <a:tailEnd type="none"/>
          </a:ln>
        </p:spPr>
      </p:sp>
      <p:sp>
        <p:nvSpPr>
          <p:cNvPr id="764" name="Shape 762"/>
          <p:cNvSpPr/>
          <p:nvPr/>
        </p:nvSpPr>
        <p:spPr>
          <a:xfrm>
            <a:off x="1838553" y="4261544"/>
            <a:ext cx="127407" cy="0"/>
          </a:xfrm>
          <a:prstGeom prst="line">
            <a:avLst/>
          </a:prstGeom>
          <a:noFill/>
          <a:ln w="15875">
            <a:solidFill>
              <a:srgbClr val="B48A12">
                <a:alpha val="76000"/>
              </a:srgbClr>
            </a:solidFill>
            <a:prstDash val="dash"/>
            <a:headEnd type="none"/>
            <a:tailEnd type="none"/>
          </a:ln>
        </p:spPr>
      </p:sp>
      <p:sp>
        <p:nvSpPr>
          <p:cNvPr id="765" name="Shape 763"/>
          <p:cNvSpPr/>
          <p:nvPr/>
        </p:nvSpPr>
        <p:spPr>
          <a:xfrm>
            <a:off x="1963217" y="4225451"/>
            <a:ext cx="0" cy="38836"/>
          </a:xfrm>
          <a:prstGeom prst="line">
            <a:avLst/>
          </a:prstGeom>
          <a:noFill/>
          <a:ln w="15875">
            <a:solidFill>
              <a:srgbClr val="B48A12">
                <a:alpha val="76000"/>
              </a:srgbClr>
            </a:solidFill>
            <a:prstDash val="dash"/>
            <a:headEnd type="none"/>
            <a:tailEnd type="none"/>
          </a:ln>
        </p:spPr>
      </p:sp>
      <p:sp>
        <p:nvSpPr>
          <p:cNvPr id="766" name="Shape 764"/>
          <p:cNvSpPr/>
          <p:nvPr/>
        </p:nvSpPr>
        <p:spPr>
          <a:xfrm>
            <a:off x="1963217" y="4228194"/>
            <a:ext cx="127407" cy="0"/>
          </a:xfrm>
          <a:prstGeom prst="line">
            <a:avLst/>
          </a:prstGeom>
          <a:noFill/>
          <a:ln w="15875">
            <a:solidFill>
              <a:srgbClr val="B48A12">
                <a:alpha val="76000"/>
              </a:srgbClr>
            </a:solidFill>
            <a:prstDash val="dash"/>
            <a:headEnd type="none"/>
            <a:tailEnd type="none"/>
          </a:ln>
        </p:spPr>
      </p:sp>
      <p:sp>
        <p:nvSpPr>
          <p:cNvPr id="767" name="Shape 765"/>
          <p:cNvSpPr/>
          <p:nvPr/>
        </p:nvSpPr>
        <p:spPr>
          <a:xfrm>
            <a:off x="2087880" y="4179380"/>
            <a:ext cx="0" cy="51557"/>
          </a:xfrm>
          <a:prstGeom prst="line">
            <a:avLst/>
          </a:prstGeom>
          <a:noFill/>
          <a:ln w="15875">
            <a:solidFill>
              <a:srgbClr val="B48A12">
                <a:alpha val="76000"/>
              </a:srgbClr>
            </a:solidFill>
            <a:prstDash val="dash"/>
            <a:headEnd type="none"/>
            <a:tailEnd type="none"/>
          </a:ln>
        </p:spPr>
      </p:sp>
      <p:sp>
        <p:nvSpPr>
          <p:cNvPr id="768" name="Shape 766"/>
          <p:cNvSpPr/>
          <p:nvPr/>
        </p:nvSpPr>
        <p:spPr>
          <a:xfrm>
            <a:off x="2087880" y="4182124"/>
            <a:ext cx="127406" cy="0"/>
          </a:xfrm>
          <a:prstGeom prst="line">
            <a:avLst/>
          </a:prstGeom>
          <a:noFill/>
          <a:ln w="15875">
            <a:solidFill>
              <a:srgbClr val="B48A12">
                <a:alpha val="76000"/>
              </a:srgbClr>
            </a:solidFill>
            <a:prstDash val="dash"/>
            <a:headEnd type="none"/>
            <a:tailEnd type="none"/>
          </a:ln>
        </p:spPr>
      </p:sp>
      <p:sp>
        <p:nvSpPr>
          <p:cNvPr id="769" name="Shape 767"/>
          <p:cNvSpPr/>
          <p:nvPr/>
        </p:nvSpPr>
        <p:spPr>
          <a:xfrm>
            <a:off x="2212543" y="4126178"/>
            <a:ext cx="0" cy="58689"/>
          </a:xfrm>
          <a:prstGeom prst="line">
            <a:avLst/>
          </a:prstGeom>
          <a:noFill/>
          <a:ln w="15875">
            <a:solidFill>
              <a:srgbClr val="B48A12">
                <a:alpha val="76000"/>
              </a:srgbClr>
            </a:solidFill>
            <a:prstDash val="dash"/>
            <a:headEnd type="none"/>
            <a:tailEnd type="none"/>
          </a:ln>
        </p:spPr>
      </p:sp>
      <p:sp>
        <p:nvSpPr>
          <p:cNvPr id="770" name="Shape 768"/>
          <p:cNvSpPr/>
          <p:nvPr/>
        </p:nvSpPr>
        <p:spPr>
          <a:xfrm>
            <a:off x="2212543" y="4128921"/>
            <a:ext cx="127407" cy="0"/>
          </a:xfrm>
          <a:prstGeom prst="line">
            <a:avLst/>
          </a:prstGeom>
          <a:noFill/>
          <a:ln w="15875">
            <a:solidFill>
              <a:srgbClr val="B48A12">
                <a:alpha val="76000"/>
              </a:srgbClr>
            </a:solidFill>
            <a:prstDash val="dash"/>
            <a:headEnd type="none"/>
            <a:tailEnd type="none"/>
          </a:ln>
        </p:spPr>
      </p:sp>
      <p:sp>
        <p:nvSpPr>
          <p:cNvPr id="771" name="Shape 769"/>
          <p:cNvSpPr/>
          <p:nvPr/>
        </p:nvSpPr>
        <p:spPr>
          <a:xfrm>
            <a:off x="2337206" y="4085306"/>
            <a:ext cx="0" cy="46358"/>
          </a:xfrm>
          <a:prstGeom prst="line">
            <a:avLst/>
          </a:prstGeom>
          <a:noFill/>
          <a:ln w="15875">
            <a:solidFill>
              <a:srgbClr val="B48A12">
                <a:alpha val="76000"/>
              </a:srgbClr>
            </a:solidFill>
            <a:prstDash val="dash"/>
            <a:headEnd type="none"/>
            <a:tailEnd type="none"/>
          </a:ln>
        </p:spPr>
      </p:sp>
      <p:sp>
        <p:nvSpPr>
          <p:cNvPr id="772" name="Shape 770"/>
          <p:cNvSpPr/>
          <p:nvPr/>
        </p:nvSpPr>
        <p:spPr>
          <a:xfrm>
            <a:off x="2337206" y="4088050"/>
            <a:ext cx="127407" cy="0"/>
          </a:xfrm>
          <a:prstGeom prst="line">
            <a:avLst/>
          </a:prstGeom>
          <a:noFill/>
          <a:ln w="15875">
            <a:solidFill>
              <a:srgbClr val="B48A12">
                <a:alpha val="76000"/>
              </a:srgbClr>
            </a:solidFill>
            <a:prstDash val="dash"/>
            <a:headEnd type="none"/>
            <a:tailEnd type="none"/>
          </a:ln>
        </p:spPr>
      </p:sp>
      <p:sp>
        <p:nvSpPr>
          <p:cNvPr id="773" name="Shape 771"/>
          <p:cNvSpPr/>
          <p:nvPr/>
        </p:nvSpPr>
        <p:spPr>
          <a:xfrm>
            <a:off x="2461870" y="4058492"/>
            <a:ext cx="0" cy="32300"/>
          </a:xfrm>
          <a:prstGeom prst="line">
            <a:avLst/>
          </a:prstGeom>
          <a:noFill/>
          <a:ln w="15875">
            <a:solidFill>
              <a:srgbClr val="B48A12">
                <a:alpha val="76000"/>
              </a:srgbClr>
            </a:solidFill>
            <a:prstDash val="dash"/>
            <a:headEnd type="none"/>
            <a:tailEnd type="none"/>
          </a:ln>
        </p:spPr>
      </p:sp>
      <p:sp>
        <p:nvSpPr>
          <p:cNvPr id="774" name="Shape 772"/>
          <p:cNvSpPr/>
          <p:nvPr/>
        </p:nvSpPr>
        <p:spPr>
          <a:xfrm>
            <a:off x="2461870" y="4061236"/>
            <a:ext cx="127406" cy="0"/>
          </a:xfrm>
          <a:prstGeom prst="line">
            <a:avLst/>
          </a:prstGeom>
          <a:noFill/>
          <a:ln w="15875">
            <a:solidFill>
              <a:srgbClr val="B48A12">
                <a:alpha val="76000"/>
              </a:srgbClr>
            </a:solidFill>
            <a:prstDash val="dash"/>
            <a:headEnd type="none"/>
            <a:tailEnd type="none"/>
          </a:ln>
        </p:spPr>
      </p:sp>
      <p:sp>
        <p:nvSpPr>
          <p:cNvPr id="775" name="Shape 773"/>
          <p:cNvSpPr/>
          <p:nvPr/>
        </p:nvSpPr>
        <p:spPr>
          <a:xfrm>
            <a:off x="2586533" y="4058492"/>
            <a:ext cx="0" cy="99456"/>
          </a:xfrm>
          <a:prstGeom prst="line">
            <a:avLst/>
          </a:prstGeom>
          <a:noFill/>
          <a:ln w="15875">
            <a:solidFill>
              <a:srgbClr val="B48A12">
                <a:alpha val="76000"/>
              </a:srgbClr>
            </a:solidFill>
            <a:prstDash val="dash"/>
            <a:headEnd type="none"/>
            <a:tailEnd type="none"/>
          </a:ln>
        </p:spPr>
      </p:sp>
      <p:sp>
        <p:nvSpPr>
          <p:cNvPr id="776" name="Shape 774"/>
          <p:cNvSpPr/>
          <p:nvPr/>
        </p:nvSpPr>
        <p:spPr>
          <a:xfrm>
            <a:off x="2586533" y="4155205"/>
            <a:ext cx="127407" cy="0"/>
          </a:xfrm>
          <a:prstGeom prst="line">
            <a:avLst/>
          </a:prstGeom>
          <a:noFill/>
          <a:ln w="15875">
            <a:solidFill>
              <a:srgbClr val="B48A12">
                <a:alpha val="76000"/>
              </a:srgbClr>
            </a:solidFill>
            <a:prstDash val="dash"/>
            <a:headEnd type="none"/>
            <a:tailEnd type="none"/>
          </a:ln>
        </p:spPr>
      </p:sp>
      <p:sp>
        <p:nvSpPr>
          <p:cNvPr id="777" name="Shape 775"/>
          <p:cNvSpPr/>
          <p:nvPr/>
        </p:nvSpPr>
        <p:spPr>
          <a:xfrm>
            <a:off x="2711196" y="4152462"/>
            <a:ext cx="0" cy="20410"/>
          </a:xfrm>
          <a:prstGeom prst="line">
            <a:avLst/>
          </a:prstGeom>
          <a:noFill/>
          <a:ln w="15875">
            <a:solidFill>
              <a:srgbClr val="B48A12">
                <a:alpha val="76000"/>
              </a:srgbClr>
            </a:solidFill>
            <a:prstDash val="dash"/>
            <a:headEnd type="none"/>
            <a:tailEnd type="none"/>
          </a:ln>
        </p:spPr>
      </p:sp>
      <p:sp>
        <p:nvSpPr>
          <p:cNvPr id="778" name="Shape 776"/>
          <p:cNvSpPr/>
          <p:nvPr/>
        </p:nvSpPr>
        <p:spPr>
          <a:xfrm>
            <a:off x="2711196" y="4170129"/>
            <a:ext cx="127407" cy="0"/>
          </a:xfrm>
          <a:prstGeom prst="line">
            <a:avLst/>
          </a:prstGeom>
          <a:noFill/>
          <a:ln w="15875">
            <a:solidFill>
              <a:srgbClr val="B48A12">
                <a:alpha val="76000"/>
              </a:srgbClr>
            </a:solidFill>
            <a:prstDash val="dash"/>
            <a:headEnd type="none"/>
            <a:tailEnd type="none"/>
          </a:ln>
        </p:spPr>
      </p:sp>
      <p:sp>
        <p:nvSpPr>
          <p:cNvPr id="779" name="Shape 777"/>
          <p:cNvSpPr/>
          <p:nvPr/>
        </p:nvSpPr>
        <p:spPr>
          <a:xfrm>
            <a:off x="2835859" y="4167386"/>
            <a:ext cx="0" cy="21086"/>
          </a:xfrm>
          <a:prstGeom prst="line">
            <a:avLst/>
          </a:prstGeom>
          <a:noFill/>
          <a:ln w="15875">
            <a:solidFill>
              <a:srgbClr val="B48A12">
                <a:alpha val="76000"/>
              </a:srgbClr>
            </a:solidFill>
            <a:prstDash val="dash"/>
            <a:headEnd type="none"/>
            <a:tailEnd type="none"/>
          </a:ln>
        </p:spPr>
      </p:sp>
      <p:sp>
        <p:nvSpPr>
          <p:cNvPr id="780" name="Shape 778"/>
          <p:cNvSpPr/>
          <p:nvPr/>
        </p:nvSpPr>
        <p:spPr>
          <a:xfrm>
            <a:off x="2835859" y="4185729"/>
            <a:ext cx="127406" cy="0"/>
          </a:xfrm>
          <a:prstGeom prst="line">
            <a:avLst/>
          </a:prstGeom>
          <a:noFill/>
          <a:ln w="15875">
            <a:solidFill>
              <a:srgbClr val="B48A12">
                <a:alpha val="76000"/>
              </a:srgbClr>
            </a:solidFill>
            <a:prstDash val="dash"/>
            <a:headEnd type="none"/>
            <a:tailEnd type="none"/>
          </a:ln>
        </p:spPr>
      </p:sp>
      <p:sp>
        <p:nvSpPr>
          <p:cNvPr id="781" name="Shape 779"/>
          <p:cNvSpPr/>
          <p:nvPr/>
        </p:nvSpPr>
        <p:spPr>
          <a:xfrm>
            <a:off x="2960522" y="4182985"/>
            <a:ext cx="0" cy="16362"/>
          </a:xfrm>
          <a:prstGeom prst="line">
            <a:avLst/>
          </a:prstGeom>
          <a:noFill/>
          <a:ln w="15875">
            <a:solidFill>
              <a:srgbClr val="B48A12">
                <a:alpha val="76000"/>
              </a:srgbClr>
            </a:solidFill>
            <a:prstDash val="dash"/>
            <a:headEnd type="none"/>
            <a:tailEnd type="none"/>
          </a:ln>
        </p:spPr>
      </p:sp>
      <p:sp>
        <p:nvSpPr>
          <p:cNvPr id="782" name="Shape 780"/>
          <p:cNvSpPr/>
          <p:nvPr/>
        </p:nvSpPr>
        <p:spPr>
          <a:xfrm>
            <a:off x="2960522" y="4196604"/>
            <a:ext cx="127407" cy="0"/>
          </a:xfrm>
          <a:prstGeom prst="line">
            <a:avLst/>
          </a:prstGeom>
          <a:noFill/>
          <a:ln w="15875">
            <a:solidFill>
              <a:srgbClr val="B48A12">
                <a:alpha val="76000"/>
              </a:srgbClr>
            </a:solidFill>
            <a:prstDash val="dash"/>
            <a:headEnd type="none"/>
            <a:tailEnd type="none"/>
          </a:ln>
        </p:spPr>
      </p:sp>
      <p:sp>
        <p:nvSpPr>
          <p:cNvPr id="783" name="Shape 781"/>
          <p:cNvSpPr/>
          <p:nvPr/>
        </p:nvSpPr>
        <p:spPr>
          <a:xfrm>
            <a:off x="3085186" y="4193861"/>
            <a:ext cx="0" cy="16887"/>
          </a:xfrm>
          <a:prstGeom prst="line">
            <a:avLst/>
          </a:prstGeom>
          <a:noFill/>
          <a:ln w="15875">
            <a:solidFill>
              <a:srgbClr val="B48A12">
                <a:alpha val="76000"/>
              </a:srgbClr>
            </a:solidFill>
            <a:prstDash val="dash"/>
            <a:headEnd type="none"/>
            <a:tailEnd type="none"/>
          </a:ln>
        </p:spPr>
      </p:sp>
      <p:sp>
        <p:nvSpPr>
          <p:cNvPr id="784" name="Shape 782"/>
          <p:cNvSpPr/>
          <p:nvPr/>
        </p:nvSpPr>
        <p:spPr>
          <a:xfrm>
            <a:off x="3085186" y="4208005"/>
            <a:ext cx="127407" cy="0"/>
          </a:xfrm>
          <a:prstGeom prst="line">
            <a:avLst/>
          </a:prstGeom>
          <a:noFill/>
          <a:ln w="15875">
            <a:solidFill>
              <a:srgbClr val="B48A12">
                <a:alpha val="76000"/>
              </a:srgbClr>
            </a:solidFill>
            <a:prstDash val="dash"/>
            <a:headEnd type="none"/>
            <a:tailEnd type="none"/>
          </a:ln>
        </p:spPr>
      </p:sp>
      <p:sp>
        <p:nvSpPr>
          <p:cNvPr id="785" name="Shape 783"/>
          <p:cNvSpPr/>
          <p:nvPr/>
        </p:nvSpPr>
        <p:spPr>
          <a:xfrm>
            <a:off x="3209849" y="4205262"/>
            <a:ext cx="0" cy="7278"/>
          </a:xfrm>
          <a:prstGeom prst="line">
            <a:avLst/>
          </a:prstGeom>
          <a:noFill/>
          <a:ln w="15875">
            <a:solidFill>
              <a:srgbClr val="B48A12">
                <a:alpha val="76000"/>
              </a:srgbClr>
            </a:solidFill>
            <a:prstDash val="dash"/>
            <a:headEnd type="none"/>
            <a:tailEnd type="none"/>
          </a:ln>
        </p:spPr>
      </p:sp>
      <p:sp>
        <p:nvSpPr>
          <p:cNvPr id="786" name="Shape 784"/>
          <p:cNvSpPr/>
          <p:nvPr/>
        </p:nvSpPr>
        <p:spPr>
          <a:xfrm>
            <a:off x="3209849" y="4209797"/>
            <a:ext cx="127406" cy="0"/>
          </a:xfrm>
          <a:prstGeom prst="line">
            <a:avLst/>
          </a:prstGeom>
          <a:noFill/>
          <a:ln w="15875">
            <a:solidFill>
              <a:srgbClr val="B48A12">
                <a:alpha val="76000"/>
              </a:srgbClr>
            </a:solidFill>
            <a:prstDash val="dash"/>
            <a:headEnd type="none"/>
            <a:tailEnd type="none"/>
          </a:ln>
        </p:spPr>
      </p:sp>
      <p:sp>
        <p:nvSpPr>
          <p:cNvPr id="787" name="Shape 785"/>
          <p:cNvSpPr/>
          <p:nvPr/>
        </p:nvSpPr>
        <p:spPr>
          <a:xfrm>
            <a:off x="3334512" y="4207054"/>
            <a:ext cx="0" cy="104145"/>
          </a:xfrm>
          <a:prstGeom prst="line">
            <a:avLst/>
          </a:prstGeom>
          <a:noFill/>
          <a:ln w="15875">
            <a:solidFill>
              <a:srgbClr val="B48A12">
                <a:alpha val="76000"/>
              </a:srgbClr>
            </a:solidFill>
            <a:prstDash val="dash"/>
            <a:headEnd type="none"/>
            <a:tailEnd type="none"/>
          </a:ln>
        </p:spPr>
      </p:sp>
      <p:sp>
        <p:nvSpPr>
          <p:cNvPr id="788" name="Shape 786"/>
          <p:cNvSpPr/>
          <p:nvPr/>
        </p:nvSpPr>
        <p:spPr>
          <a:xfrm>
            <a:off x="3334512" y="4308456"/>
            <a:ext cx="127407" cy="0"/>
          </a:xfrm>
          <a:prstGeom prst="line">
            <a:avLst/>
          </a:prstGeom>
          <a:noFill/>
          <a:ln w="15875">
            <a:solidFill>
              <a:srgbClr val="B48A12">
                <a:alpha val="76000"/>
              </a:srgbClr>
            </a:solidFill>
            <a:prstDash val="dash"/>
            <a:headEnd type="none"/>
            <a:tailEnd type="none"/>
          </a:ln>
        </p:spPr>
      </p:sp>
      <p:sp>
        <p:nvSpPr>
          <p:cNvPr id="789" name="Shape 787"/>
          <p:cNvSpPr/>
          <p:nvPr/>
        </p:nvSpPr>
        <p:spPr>
          <a:xfrm>
            <a:off x="3459175" y="4294877"/>
            <a:ext cx="0" cy="16322"/>
          </a:xfrm>
          <a:prstGeom prst="line">
            <a:avLst/>
          </a:prstGeom>
          <a:noFill/>
          <a:ln w="15875">
            <a:solidFill>
              <a:srgbClr val="B48A12">
                <a:alpha val="76000"/>
              </a:srgbClr>
            </a:solidFill>
            <a:prstDash val="dash"/>
            <a:headEnd type="none"/>
            <a:tailEnd type="none"/>
          </a:ln>
        </p:spPr>
      </p:sp>
      <p:sp>
        <p:nvSpPr>
          <p:cNvPr id="790" name="Shape 788"/>
          <p:cNvSpPr/>
          <p:nvPr/>
        </p:nvSpPr>
        <p:spPr>
          <a:xfrm>
            <a:off x="3459175" y="4297620"/>
            <a:ext cx="127407" cy="0"/>
          </a:xfrm>
          <a:prstGeom prst="line">
            <a:avLst/>
          </a:prstGeom>
          <a:noFill/>
          <a:ln w="15875">
            <a:solidFill>
              <a:srgbClr val="B48A12">
                <a:alpha val="76000"/>
              </a:srgbClr>
            </a:solidFill>
            <a:prstDash val="dash"/>
            <a:headEnd type="none"/>
            <a:tailEnd type="none"/>
          </a:ln>
        </p:spPr>
      </p:sp>
      <p:sp>
        <p:nvSpPr>
          <p:cNvPr id="791" name="Shape 789"/>
          <p:cNvSpPr/>
          <p:nvPr/>
        </p:nvSpPr>
        <p:spPr>
          <a:xfrm>
            <a:off x="3583839" y="4290955"/>
            <a:ext cx="0" cy="9409"/>
          </a:xfrm>
          <a:prstGeom prst="line">
            <a:avLst/>
          </a:prstGeom>
          <a:noFill/>
          <a:ln w="15875">
            <a:solidFill>
              <a:srgbClr val="B48A12">
                <a:alpha val="76000"/>
              </a:srgbClr>
            </a:solidFill>
            <a:prstDash val="dash"/>
            <a:headEnd type="none"/>
            <a:tailEnd type="none"/>
          </a:ln>
        </p:spPr>
      </p:sp>
      <p:sp>
        <p:nvSpPr>
          <p:cNvPr id="792" name="Shape 790"/>
          <p:cNvSpPr/>
          <p:nvPr/>
        </p:nvSpPr>
        <p:spPr>
          <a:xfrm>
            <a:off x="3583839" y="4293698"/>
            <a:ext cx="127406" cy="0"/>
          </a:xfrm>
          <a:prstGeom prst="line">
            <a:avLst/>
          </a:prstGeom>
          <a:noFill/>
          <a:ln w="15875">
            <a:solidFill>
              <a:srgbClr val="B48A12">
                <a:alpha val="76000"/>
              </a:srgbClr>
            </a:solidFill>
            <a:prstDash val="dash"/>
            <a:headEnd type="none"/>
            <a:tailEnd type="none"/>
          </a:ln>
        </p:spPr>
      </p:sp>
      <p:sp>
        <p:nvSpPr>
          <p:cNvPr id="793" name="Shape 791"/>
          <p:cNvSpPr/>
          <p:nvPr/>
        </p:nvSpPr>
        <p:spPr>
          <a:xfrm>
            <a:off x="3708501" y="4284970"/>
            <a:ext cx="0" cy="11470"/>
          </a:xfrm>
          <a:prstGeom prst="line">
            <a:avLst/>
          </a:prstGeom>
          <a:noFill/>
          <a:ln w="15875">
            <a:solidFill>
              <a:srgbClr val="B48A12">
                <a:alpha val="76000"/>
              </a:srgbClr>
            </a:solidFill>
            <a:prstDash val="dash"/>
            <a:headEnd type="none"/>
            <a:tailEnd type="none"/>
          </a:ln>
        </p:spPr>
      </p:sp>
      <p:sp>
        <p:nvSpPr>
          <p:cNvPr id="794" name="Shape 792"/>
          <p:cNvSpPr/>
          <p:nvPr/>
        </p:nvSpPr>
        <p:spPr>
          <a:xfrm>
            <a:off x="3708501" y="4287714"/>
            <a:ext cx="127407" cy="0"/>
          </a:xfrm>
          <a:prstGeom prst="line">
            <a:avLst/>
          </a:prstGeom>
          <a:noFill/>
          <a:ln w="15875">
            <a:solidFill>
              <a:srgbClr val="B48A12">
                <a:alpha val="76000"/>
              </a:srgbClr>
            </a:solidFill>
            <a:prstDash val="dash"/>
            <a:headEnd type="none"/>
            <a:tailEnd type="none"/>
          </a:ln>
        </p:spPr>
      </p:sp>
      <p:sp>
        <p:nvSpPr>
          <p:cNvPr id="795" name="Shape 793"/>
          <p:cNvSpPr/>
          <p:nvPr/>
        </p:nvSpPr>
        <p:spPr>
          <a:xfrm>
            <a:off x="3833165" y="4284970"/>
            <a:ext cx="0" cy="96546"/>
          </a:xfrm>
          <a:prstGeom prst="line">
            <a:avLst/>
          </a:prstGeom>
          <a:noFill/>
          <a:ln w="15875">
            <a:solidFill>
              <a:srgbClr val="B48A12">
                <a:alpha val="76000"/>
              </a:srgbClr>
            </a:solidFill>
            <a:prstDash val="dash"/>
            <a:headEnd type="none"/>
            <a:tailEnd type="none"/>
          </a:ln>
        </p:spPr>
      </p:sp>
      <p:sp>
        <p:nvSpPr>
          <p:cNvPr id="796" name="Shape 794"/>
          <p:cNvSpPr/>
          <p:nvPr/>
        </p:nvSpPr>
        <p:spPr>
          <a:xfrm>
            <a:off x="3833165" y="4378774"/>
            <a:ext cx="127407" cy="0"/>
          </a:xfrm>
          <a:prstGeom prst="line">
            <a:avLst/>
          </a:prstGeom>
          <a:noFill/>
          <a:ln w="15875">
            <a:solidFill>
              <a:srgbClr val="B48A12">
                <a:alpha val="76000"/>
              </a:srgbClr>
            </a:solidFill>
            <a:prstDash val="dash"/>
            <a:headEnd type="none"/>
            <a:tailEnd type="none"/>
          </a:ln>
        </p:spPr>
      </p:sp>
      <p:sp>
        <p:nvSpPr>
          <p:cNvPr id="797" name="Shape 795"/>
          <p:cNvSpPr/>
          <p:nvPr/>
        </p:nvSpPr>
        <p:spPr>
          <a:xfrm>
            <a:off x="3957828" y="4353212"/>
            <a:ext cx="0" cy="28305"/>
          </a:xfrm>
          <a:prstGeom prst="line">
            <a:avLst/>
          </a:prstGeom>
          <a:noFill/>
          <a:ln w="15875">
            <a:solidFill>
              <a:srgbClr val="B48A12">
                <a:alpha val="76000"/>
              </a:srgbClr>
            </a:solidFill>
            <a:prstDash val="dash"/>
            <a:headEnd type="none"/>
            <a:tailEnd type="none"/>
          </a:ln>
        </p:spPr>
      </p:sp>
      <p:sp>
        <p:nvSpPr>
          <p:cNvPr id="798" name="Shape 796"/>
          <p:cNvSpPr/>
          <p:nvPr/>
        </p:nvSpPr>
        <p:spPr>
          <a:xfrm>
            <a:off x="3957828" y="4355955"/>
            <a:ext cx="127406" cy="0"/>
          </a:xfrm>
          <a:prstGeom prst="line">
            <a:avLst/>
          </a:prstGeom>
          <a:noFill/>
          <a:ln w="15875">
            <a:solidFill>
              <a:srgbClr val="B48A12">
                <a:alpha val="76000"/>
              </a:srgbClr>
            </a:solidFill>
            <a:prstDash val="dash"/>
            <a:headEnd type="none"/>
            <a:tailEnd type="none"/>
          </a:ln>
        </p:spPr>
      </p:sp>
      <p:sp>
        <p:nvSpPr>
          <p:cNvPr id="799" name="Shape 797"/>
          <p:cNvSpPr/>
          <p:nvPr/>
        </p:nvSpPr>
        <p:spPr>
          <a:xfrm>
            <a:off x="4082491" y="4309584"/>
            <a:ext cx="0" cy="49115"/>
          </a:xfrm>
          <a:prstGeom prst="line">
            <a:avLst/>
          </a:prstGeom>
          <a:noFill/>
          <a:ln w="15875">
            <a:solidFill>
              <a:srgbClr val="B48A12">
                <a:alpha val="76000"/>
              </a:srgbClr>
            </a:solidFill>
            <a:prstDash val="dash"/>
            <a:headEnd type="none"/>
            <a:tailEnd type="none"/>
          </a:ln>
        </p:spPr>
      </p:sp>
      <p:sp>
        <p:nvSpPr>
          <p:cNvPr id="800" name="Shape 798"/>
          <p:cNvSpPr/>
          <p:nvPr/>
        </p:nvSpPr>
        <p:spPr>
          <a:xfrm>
            <a:off x="4082491" y="4312327"/>
            <a:ext cx="127407" cy="0"/>
          </a:xfrm>
          <a:prstGeom prst="line">
            <a:avLst/>
          </a:prstGeom>
          <a:noFill/>
          <a:ln w="15875">
            <a:solidFill>
              <a:srgbClr val="B48A12">
                <a:alpha val="76000"/>
              </a:srgbClr>
            </a:solidFill>
            <a:prstDash val="dash"/>
            <a:headEnd type="none"/>
            <a:tailEnd type="none"/>
          </a:ln>
        </p:spPr>
      </p:sp>
      <p:sp>
        <p:nvSpPr>
          <p:cNvPr id="801" name="Shape 799"/>
          <p:cNvSpPr/>
          <p:nvPr/>
        </p:nvSpPr>
        <p:spPr>
          <a:xfrm>
            <a:off x="4207154" y="4268666"/>
            <a:ext cx="0" cy="46405"/>
          </a:xfrm>
          <a:prstGeom prst="line">
            <a:avLst/>
          </a:prstGeom>
          <a:noFill/>
          <a:ln w="15875">
            <a:solidFill>
              <a:srgbClr val="B48A12">
                <a:alpha val="76000"/>
              </a:srgbClr>
            </a:solidFill>
            <a:prstDash val="dash"/>
            <a:headEnd type="none"/>
            <a:tailEnd type="none"/>
          </a:ln>
        </p:spPr>
      </p:sp>
      <p:sp>
        <p:nvSpPr>
          <p:cNvPr id="802" name="Shape 800"/>
          <p:cNvSpPr/>
          <p:nvPr/>
        </p:nvSpPr>
        <p:spPr>
          <a:xfrm>
            <a:off x="4207154" y="4271409"/>
            <a:ext cx="127407" cy="0"/>
          </a:xfrm>
          <a:prstGeom prst="line">
            <a:avLst/>
          </a:prstGeom>
          <a:noFill/>
          <a:ln w="15875">
            <a:solidFill>
              <a:srgbClr val="B48A12">
                <a:alpha val="76000"/>
              </a:srgbClr>
            </a:solidFill>
            <a:prstDash val="dash"/>
            <a:headEnd type="none"/>
            <a:tailEnd type="none"/>
          </a:ln>
        </p:spPr>
      </p:sp>
      <p:sp>
        <p:nvSpPr>
          <p:cNvPr id="803" name="Shape 801"/>
          <p:cNvSpPr/>
          <p:nvPr/>
        </p:nvSpPr>
        <p:spPr>
          <a:xfrm>
            <a:off x="4331818" y="4268666"/>
            <a:ext cx="0" cy="63074"/>
          </a:xfrm>
          <a:prstGeom prst="line">
            <a:avLst/>
          </a:prstGeom>
          <a:noFill/>
          <a:ln w="15875">
            <a:solidFill>
              <a:srgbClr val="B48A12">
                <a:alpha val="76000"/>
              </a:srgbClr>
            </a:solidFill>
            <a:prstDash val="dash"/>
            <a:headEnd type="none"/>
            <a:tailEnd type="none"/>
          </a:ln>
        </p:spPr>
      </p:sp>
      <p:sp>
        <p:nvSpPr>
          <p:cNvPr id="804" name="Shape 802"/>
          <p:cNvSpPr/>
          <p:nvPr/>
        </p:nvSpPr>
        <p:spPr>
          <a:xfrm>
            <a:off x="4331818" y="4328996"/>
            <a:ext cx="127406" cy="0"/>
          </a:xfrm>
          <a:prstGeom prst="line">
            <a:avLst/>
          </a:prstGeom>
          <a:noFill/>
          <a:ln w="15875">
            <a:solidFill>
              <a:srgbClr val="B48A12">
                <a:alpha val="76000"/>
              </a:srgbClr>
            </a:solidFill>
            <a:prstDash val="dash"/>
            <a:headEnd type="none"/>
            <a:tailEnd type="none"/>
          </a:ln>
        </p:spPr>
      </p:sp>
      <p:sp>
        <p:nvSpPr>
          <p:cNvPr id="805" name="Shape 803"/>
          <p:cNvSpPr/>
          <p:nvPr/>
        </p:nvSpPr>
        <p:spPr>
          <a:xfrm>
            <a:off x="4456481" y="4288222"/>
            <a:ext cx="0" cy="43517"/>
          </a:xfrm>
          <a:prstGeom prst="line">
            <a:avLst/>
          </a:prstGeom>
          <a:noFill/>
          <a:ln w="15875">
            <a:solidFill>
              <a:srgbClr val="B48A12">
                <a:alpha val="76000"/>
              </a:srgbClr>
            </a:solidFill>
            <a:prstDash val="dash"/>
            <a:headEnd type="none"/>
            <a:tailEnd type="none"/>
          </a:ln>
        </p:spPr>
      </p:sp>
      <p:sp>
        <p:nvSpPr>
          <p:cNvPr id="806" name="Shape 804"/>
          <p:cNvSpPr/>
          <p:nvPr/>
        </p:nvSpPr>
        <p:spPr>
          <a:xfrm>
            <a:off x="4456481" y="4290965"/>
            <a:ext cx="127407" cy="0"/>
          </a:xfrm>
          <a:prstGeom prst="line">
            <a:avLst/>
          </a:prstGeom>
          <a:noFill/>
          <a:ln w="15875">
            <a:solidFill>
              <a:srgbClr val="B48A12">
                <a:alpha val="76000"/>
              </a:srgbClr>
            </a:solidFill>
            <a:prstDash val="dash"/>
            <a:headEnd type="none"/>
            <a:tailEnd type="none"/>
          </a:ln>
        </p:spPr>
      </p:sp>
      <p:sp>
        <p:nvSpPr>
          <p:cNvPr id="807" name="Shape 805"/>
          <p:cNvSpPr/>
          <p:nvPr/>
        </p:nvSpPr>
        <p:spPr>
          <a:xfrm>
            <a:off x="4581144" y="4272532"/>
            <a:ext cx="0" cy="21176"/>
          </a:xfrm>
          <a:prstGeom prst="line">
            <a:avLst/>
          </a:prstGeom>
          <a:noFill/>
          <a:ln w="15875">
            <a:solidFill>
              <a:srgbClr val="B48A12">
                <a:alpha val="76000"/>
              </a:srgbClr>
            </a:solidFill>
            <a:prstDash val="dash"/>
            <a:headEnd type="none"/>
            <a:tailEnd type="none"/>
          </a:ln>
        </p:spPr>
      </p:sp>
      <p:sp>
        <p:nvSpPr>
          <p:cNvPr id="808" name="Shape 806"/>
          <p:cNvSpPr/>
          <p:nvPr/>
        </p:nvSpPr>
        <p:spPr>
          <a:xfrm>
            <a:off x="4581144" y="4275275"/>
            <a:ext cx="127407" cy="0"/>
          </a:xfrm>
          <a:prstGeom prst="line">
            <a:avLst/>
          </a:prstGeom>
          <a:noFill/>
          <a:ln w="15875">
            <a:solidFill>
              <a:srgbClr val="B48A12">
                <a:alpha val="76000"/>
              </a:srgbClr>
            </a:solidFill>
            <a:prstDash val="dash"/>
            <a:headEnd type="none"/>
            <a:tailEnd type="none"/>
          </a:ln>
        </p:spPr>
      </p:sp>
      <p:sp>
        <p:nvSpPr>
          <p:cNvPr id="809" name="Shape 807"/>
          <p:cNvSpPr/>
          <p:nvPr/>
        </p:nvSpPr>
        <p:spPr>
          <a:xfrm>
            <a:off x="4705807" y="4272532"/>
            <a:ext cx="0" cy="17236"/>
          </a:xfrm>
          <a:prstGeom prst="line">
            <a:avLst/>
          </a:prstGeom>
          <a:noFill/>
          <a:ln w="15875">
            <a:solidFill>
              <a:srgbClr val="B48A12">
                <a:alpha val="76000"/>
              </a:srgbClr>
            </a:solidFill>
            <a:prstDash val="dash"/>
            <a:headEnd type="none"/>
            <a:tailEnd type="none"/>
          </a:ln>
        </p:spPr>
      </p:sp>
      <p:sp>
        <p:nvSpPr>
          <p:cNvPr id="810" name="Shape 808"/>
          <p:cNvSpPr/>
          <p:nvPr/>
        </p:nvSpPr>
        <p:spPr>
          <a:xfrm>
            <a:off x="4705807" y="4287024"/>
            <a:ext cx="127406" cy="0"/>
          </a:xfrm>
          <a:prstGeom prst="line">
            <a:avLst/>
          </a:prstGeom>
          <a:noFill/>
          <a:ln w="15875">
            <a:solidFill>
              <a:srgbClr val="B48A12">
                <a:alpha val="76000"/>
              </a:srgbClr>
            </a:solidFill>
            <a:prstDash val="dash"/>
            <a:headEnd type="none"/>
            <a:tailEnd type="none"/>
          </a:ln>
        </p:spPr>
      </p:sp>
      <p:sp>
        <p:nvSpPr>
          <p:cNvPr id="811" name="Shape 809"/>
          <p:cNvSpPr/>
          <p:nvPr/>
        </p:nvSpPr>
        <p:spPr>
          <a:xfrm>
            <a:off x="4830470" y="4284281"/>
            <a:ext cx="0" cy="30013"/>
          </a:xfrm>
          <a:prstGeom prst="line">
            <a:avLst/>
          </a:prstGeom>
          <a:noFill/>
          <a:ln w="15875">
            <a:solidFill>
              <a:srgbClr val="B48A12">
                <a:alpha val="76000"/>
              </a:srgbClr>
            </a:solidFill>
            <a:prstDash val="dash"/>
            <a:headEnd type="none"/>
            <a:tailEnd type="none"/>
          </a:ln>
        </p:spPr>
      </p:sp>
      <p:sp>
        <p:nvSpPr>
          <p:cNvPr id="812" name="Shape 810"/>
          <p:cNvSpPr/>
          <p:nvPr/>
        </p:nvSpPr>
        <p:spPr>
          <a:xfrm>
            <a:off x="4830470" y="4311551"/>
            <a:ext cx="127407" cy="0"/>
          </a:xfrm>
          <a:prstGeom prst="line">
            <a:avLst/>
          </a:prstGeom>
          <a:noFill/>
          <a:ln w="15875">
            <a:solidFill>
              <a:srgbClr val="B48A12">
                <a:alpha val="76000"/>
              </a:srgbClr>
            </a:solidFill>
            <a:prstDash val="dash"/>
            <a:headEnd type="none"/>
            <a:tailEnd type="none"/>
          </a:ln>
        </p:spPr>
      </p:sp>
      <p:sp>
        <p:nvSpPr>
          <p:cNvPr id="813" name="Shape 811"/>
          <p:cNvSpPr/>
          <p:nvPr/>
        </p:nvSpPr>
        <p:spPr>
          <a:xfrm>
            <a:off x="4955134" y="4308808"/>
            <a:ext cx="0" cy="27450"/>
          </a:xfrm>
          <a:prstGeom prst="line">
            <a:avLst/>
          </a:prstGeom>
          <a:noFill/>
          <a:ln w="15875">
            <a:solidFill>
              <a:srgbClr val="B48A12">
                <a:alpha val="76000"/>
              </a:srgbClr>
            </a:solidFill>
            <a:prstDash val="dash"/>
            <a:headEnd type="none"/>
            <a:tailEnd type="none"/>
          </a:ln>
        </p:spPr>
      </p:sp>
      <p:sp>
        <p:nvSpPr>
          <p:cNvPr id="814" name="Shape 812"/>
          <p:cNvSpPr/>
          <p:nvPr/>
        </p:nvSpPr>
        <p:spPr>
          <a:xfrm>
            <a:off x="4955134" y="4333515"/>
            <a:ext cx="127407" cy="0"/>
          </a:xfrm>
          <a:prstGeom prst="line">
            <a:avLst/>
          </a:prstGeom>
          <a:noFill/>
          <a:ln w="15875">
            <a:solidFill>
              <a:srgbClr val="B48A12">
                <a:alpha val="76000"/>
              </a:srgbClr>
            </a:solidFill>
            <a:prstDash val="dash"/>
            <a:headEnd type="none"/>
            <a:tailEnd type="none"/>
          </a:ln>
        </p:spPr>
      </p:sp>
      <p:sp>
        <p:nvSpPr>
          <p:cNvPr id="815" name="Shape 813"/>
          <p:cNvSpPr/>
          <p:nvPr/>
        </p:nvSpPr>
        <p:spPr>
          <a:xfrm>
            <a:off x="5079797" y="4330772"/>
            <a:ext cx="0" cy="141101"/>
          </a:xfrm>
          <a:prstGeom prst="line">
            <a:avLst/>
          </a:prstGeom>
          <a:noFill/>
          <a:ln w="15875">
            <a:solidFill>
              <a:srgbClr val="B48A12">
                <a:alpha val="76000"/>
              </a:srgbClr>
            </a:solidFill>
            <a:prstDash val="dash"/>
            <a:headEnd type="none"/>
            <a:tailEnd type="none"/>
          </a:ln>
        </p:spPr>
      </p:sp>
      <p:sp>
        <p:nvSpPr>
          <p:cNvPr id="816" name="Shape 814"/>
          <p:cNvSpPr/>
          <p:nvPr/>
        </p:nvSpPr>
        <p:spPr>
          <a:xfrm>
            <a:off x="5079797" y="4469129"/>
            <a:ext cx="127406" cy="0"/>
          </a:xfrm>
          <a:prstGeom prst="line">
            <a:avLst/>
          </a:prstGeom>
          <a:noFill/>
          <a:ln w="15875">
            <a:solidFill>
              <a:srgbClr val="B48A12">
                <a:alpha val="76000"/>
              </a:srgbClr>
            </a:solidFill>
            <a:prstDash val="dash"/>
            <a:headEnd type="none"/>
            <a:tailEnd type="none"/>
          </a:ln>
        </p:spPr>
      </p:sp>
      <p:sp>
        <p:nvSpPr>
          <p:cNvPr id="817" name="Shape 815"/>
          <p:cNvSpPr/>
          <p:nvPr/>
        </p:nvSpPr>
        <p:spPr>
          <a:xfrm>
            <a:off x="5204460" y="4466386"/>
            <a:ext cx="0" cy="28076"/>
          </a:xfrm>
          <a:prstGeom prst="line">
            <a:avLst/>
          </a:prstGeom>
          <a:noFill/>
          <a:ln w="15875">
            <a:solidFill>
              <a:srgbClr val="B48A12">
                <a:alpha val="76000"/>
              </a:srgbClr>
            </a:solidFill>
            <a:prstDash val="dash"/>
            <a:headEnd type="none"/>
            <a:tailEnd type="none"/>
          </a:ln>
        </p:spPr>
      </p:sp>
      <p:sp>
        <p:nvSpPr>
          <p:cNvPr id="818" name="Shape 816"/>
          <p:cNvSpPr/>
          <p:nvPr/>
        </p:nvSpPr>
        <p:spPr>
          <a:xfrm>
            <a:off x="5204460" y="4491718"/>
            <a:ext cx="127407" cy="0"/>
          </a:xfrm>
          <a:prstGeom prst="line">
            <a:avLst/>
          </a:prstGeom>
          <a:noFill/>
          <a:ln w="15875">
            <a:solidFill>
              <a:srgbClr val="B48A12">
                <a:alpha val="76000"/>
              </a:srgbClr>
            </a:solidFill>
            <a:prstDash val="dash"/>
            <a:headEnd type="none"/>
            <a:tailEnd type="none"/>
          </a:ln>
        </p:spPr>
      </p:sp>
      <p:sp>
        <p:nvSpPr>
          <p:cNvPr id="819" name="Shape 817"/>
          <p:cNvSpPr/>
          <p:nvPr/>
        </p:nvSpPr>
        <p:spPr>
          <a:xfrm>
            <a:off x="5329123" y="4483532"/>
            <a:ext cx="0" cy="10929"/>
          </a:xfrm>
          <a:prstGeom prst="line">
            <a:avLst/>
          </a:prstGeom>
          <a:noFill/>
          <a:ln w="15875">
            <a:solidFill>
              <a:srgbClr val="B48A12">
                <a:alpha val="76000"/>
              </a:srgbClr>
            </a:solidFill>
            <a:prstDash val="dash"/>
            <a:headEnd type="none"/>
            <a:tailEnd type="none"/>
          </a:ln>
        </p:spPr>
      </p:sp>
      <p:sp>
        <p:nvSpPr>
          <p:cNvPr id="820" name="Shape 818"/>
          <p:cNvSpPr/>
          <p:nvPr/>
        </p:nvSpPr>
        <p:spPr>
          <a:xfrm>
            <a:off x="5329123" y="4486276"/>
            <a:ext cx="127407" cy="0"/>
          </a:xfrm>
          <a:prstGeom prst="line">
            <a:avLst/>
          </a:prstGeom>
          <a:noFill/>
          <a:ln w="15875">
            <a:solidFill>
              <a:srgbClr val="B48A12">
                <a:alpha val="76000"/>
              </a:srgbClr>
            </a:solidFill>
            <a:prstDash val="dash"/>
            <a:headEnd type="none"/>
            <a:tailEnd type="none"/>
          </a:ln>
        </p:spPr>
      </p:sp>
      <p:sp>
        <p:nvSpPr>
          <p:cNvPr id="821" name="Shape 819"/>
          <p:cNvSpPr/>
          <p:nvPr/>
        </p:nvSpPr>
        <p:spPr>
          <a:xfrm>
            <a:off x="5453787" y="4483532"/>
            <a:ext cx="0" cy="100777"/>
          </a:xfrm>
          <a:prstGeom prst="line">
            <a:avLst/>
          </a:prstGeom>
          <a:noFill/>
          <a:ln w="15875">
            <a:solidFill>
              <a:srgbClr val="B48A12">
                <a:alpha val="76000"/>
              </a:srgbClr>
            </a:solidFill>
            <a:prstDash val="dash"/>
            <a:headEnd type="none"/>
            <a:tailEnd type="none"/>
          </a:ln>
        </p:spPr>
      </p:sp>
      <p:sp>
        <p:nvSpPr>
          <p:cNvPr id="822" name="Shape 820"/>
          <p:cNvSpPr/>
          <p:nvPr/>
        </p:nvSpPr>
        <p:spPr>
          <a:xfrm>
            <a:off x="5453787" y="4581566"/>
            <a:ext cx="127406" cy="0"/>
          </a:xfrm>
          <a:prstGeom prst="line">
            <a:avLst/>
          </a:prstGeom>
          <a:noFill/>
          <a:ln w="15875">
            <a:solidFill>
              <a:srgbClr val="B48A12">
                <a:alpha val="76000"/>
              </a:srgbClr>
            </a:solidFill>
            <a:prstDash val="dash"/>
            <a:headEnd type="none"/>
            <a:tailEnd type="none"/>
          </a:ln>
        </p:spPr>
      </p:sp>
      <p:sp>
        <p:nvSpPr>
          <p:cNvPr id="823" name="Shape 821"/>
          <p:cNvSpPr/>
          <p:nvPr/>
        </p:nvSpPr>
        <p:spPr>
          <a:xfrm>
            <a:off x="5578449" y="4576231"/>
            <a:ext cx="0" cy="8078"/>
          </a:xfrm>
          <a:prstGeom prst="line">
            <a:avLst/>
          </a:prstGeom>
          <a:noFill/>
          <a:ln w="15875">
            <a:solidFill>
              <a:srgbClr val="B48A12">
                <a:alpha val="76000"/>
              </a:srgbClr>
            </a:solidFill>
            <a:prstDash val="dash"/>
            <a:headEnd type="none"/>
            <a:tailEnd type="none"/>
          </a:ln>
        </p:spPr>
      </p:sp>
      <p:sp>
        <p:nvSpPr>
          <p:cNvPr id="824" name="Shape 822"/>
          <p:cNvSpPr/>
          <p:nvPr/>
        </p:nvSpPr>
        <p:spPr>
          <a:xfrm>
            <a:off x="5578449" y="4578975"/>
            <a:ext cx="127407" cy="0"/>
          </a:xfrm>
          <a:prstGeom prst="line">
            <a:avLst/>
          </a:prstGeom>
          <a:noFill/>
          <a:ln w="15875">
            <a:solidFill>
              <a:srgbClr val="B48A12">
                <a:alpha val="76000"/>
              </a:srgbClr>
            </a:solidFill>
            <a:prstDash val="dash"/>
            <a:headEnd type="none"/>
            <a:tailEnd type="none"/>
          </a:ln>
        </p:spPr>
      </p:sp>
      <p:sp>
        <p:nvSpPr>
          <p:cNvPr id="825" name="Shape 823"/>
          <p:cNvSpPr/>
          <p:nvPr/>
        </p:nvSpPr>
        <p:spPr>
          <a:xfrm>
            <a:off x="5703113" y="4566931"/>
            <a:ext cx="0" cy="14787"/>
          </a:xfrm>
          <a:prstGeom prst="line">
            <a:avLst/>
          </a:prstGeom>
          <a:noFill/>
          <a:ln w="15875">
            <a:solidFill>
              <a:srgbClr val="B48A12">
                <a:alpha val="76000"/>
              </a:srgbClr>
            </a:solidFill>
            <a:prstDash val="dash"/>
            <a:headEnd type="none"/>
            <a:tailEnd type="none"/>
          </a:ln>
        </p:spPr>
      </p:sp>
      <p:sp>
        <p:nvSpPr>
          <p:cNvPr id="826" name="Shape 824"/>
          <p:cNvSpPr/>
          <p:nvPr/>
        </p:nvSpPr>
        <p:spPr>
          <a:xfrm>
            <a:off x="5703113" y="4569674"/>
            <a:ext cx="127407" cy="0"/>
          </a:xfrm>
          <a:prstGeom prst="line">
            <a:avLst/>
          </a:prstGeom>
          <a:noFill/>
          <a:ln w="15875">
            <a:solidFill>
              <a:srgbClr val="B48A12">
                <a:alpha val="76000"/>
              </a:srgbClr>
            </a:solidFill>
            <a:prstDash val="dash"/>
            <a:headEnd type="none"/>
            <a:tailEnd type="none"/>
          </a:ln>
        </p:spPr>
      </p:sp>
      <p:sp>
        <p:nvSpPr>
          <p:cNvPr id="827" name="Shape 825"/>
          <p:cNvSpPr/>
          <p:nvPr/>
        </p:nvSpPr>
        <p:spPr>
          <a:xfrm>
            <a:off x="5827776" y="4551151"/>
            <a:ext cx="0" cy="21266"/>
          </a:xfrm>
          <a:prstGeom prst="line">
            <a:avLst/>
          </a:prstGeom>
          <a:noFill/>
          <a:ln w="15875">
            <a:solidFill>
              <a:srgbClr val="B48A12">
                <a:alpha val="76000"/>
              </a:srgbClr>
            </a:solidFill>
            <a:prstDash val="dash"/>
            <a:headEnd type="none"/>
            <a:tailEnd type="none"/>
          </a:ln>
        </p:spPr>
      </p:sp>
      <p:sp>
        <p:nvSpPr>
          <p:cNvPr id="828" name="Shape 826"/>
          <p:cNvSpPr/>
          <p:nvPr/>
        </p:nvSpPr>
        <p:spPr>
          <a:xfrm>
            <a:off x="5827776" y="4553894"/>
            <a:ext cx="127406" cy="0"/>
          </a:xfrm>
          <a:prstGeom prst="line">
            <a:avLst/>
          </a:prstGeom>
          <a:noFill/>
          <a:ln w="15875">
            <a:solidFill>
              <a:srgbClr val="B48A12">
                <a:alpha val="76000"/>
              </a:srgbClr>
            </a:solidFill>
            <a:prstDash val="dash"/>
            <a:headEnd type="none"/>
            <a:tailEnd type="none"/>
          </a:ln>
        </p:spPr>
      </p:sp>
      <p:sp>
        <p:nvSpPr>
          <p:cNvPr id="829" name="Shape 827"/>
          <p:cNvSpPr/>
          <p:nvPr/>
        </p:nvSpPr>
        <p:spPr>
          <a:xfrm>
            <a:off x="5952439" y="4551151"/>
            <a:ext cx="0" cy="86545"/>
          </a:xfrm>
          <a:prstGeom prst="line">
            <a:avLst/>
          </a:prstGeom>
          <a:noFill/>
          <a:ln w="15875">
            <a:solidFill>
              <a:srgbClr val="B48A12">
                <a:alpha val="76000"/>
              </a:srgbClr>
            </a:solidFill>
            <a:prstDash val="dash"/>
            <a:headEnd type="none"/>
            <a:tailEnd type="none"/>
          </a:ln>
        </p:spPr>
      </p:sp>
      <p:sp>
        <p:nvSpPr>
          <p:cNvPr id="830" name="Shape 828"/>
          <p:cNvSpPr/>
          <p:nvPr/>
        </p:nvSpPr>
        <p:spPr>
          <a:xfrm>
            <a:off x="5952439" y="4634953"/>
            <a:ext cx="127407" cy="0"/>
          </a:xfrm>
          <a:prstGeom prst="line">
            <a:avLst/>
          </a:prstGeom>
          <a:noFill/>
          <a:ln w="15875">
            <a:solidFill>
              <a:srgbClr val="B48A12">
                <a:alpha val="76000"/>
              </a:srgbClr>
            </a:solidFill>
            <a:prstDash val="dash"/>
            <a:headEnd type="none"/>
            <a:tailEnd type="none"/>
          </a:ln>
        </p:spPr>
      </p:sp>
      <p:sp>
        <p:nvSpPr>
          <p:cNvPr id="831" name="Shape 829"/>
          <p:cNvSpPr/>
          <p:nvPr/>
        </p:nvSpPr>
        <p:spPr>
          <a:xfrm>
            <a:off x="6077102" y="4617099"/>
            <a:ext cx="0" cy="20597"/>
          </a:xfrm>
          <a:prstGeom prst="line">
            <a:avLst/>
          </a:prstGeom>
          <a:noFill/>
          <a:ln w="15875">
            <a:solidFill>
              <a:srgbClr val="B48A12">
                <a:alpha val="76000"/>
              </a:srgbClr>
            </a:solidFill>
            <a:prstDash val="dash"/>
            <a:headEnd type="none"/>
            <a:tailEnd type="none"/>
          </a:ln>
        </p:spPr>
      </p:sp>
      <p:sp>
        <p:nvSpPr>
          <p:cNvPr id="832" name="Shape 830"/>
          <p:cNvSpPr/>
          <p:nvPr/>
        </p:nvSpPr>
        <p:spPr>
          <a:xfrm>
            <a:off x="6077102" y="4619843"/>
            <a:ext cx="127407" cy="0"/>
          </a:xfrm>
          <a:prstGeom prst="line">
            <a:avLst/>
          </a:prstGeom>
          <a:noFill/>
          <a:ln w="15875">
            <a:solidFill>
              <a:srgbClr val="B48A12">
                <a:alpha val="76000"/>
              </a:srgbClr>
            </a:solidFill>
            <a:prstDash val="dash"/>
            <a:headEnd type="none"/>
            <a:tailEnd type="none"/>
          </a:ln>
        </p:spPr>
      </p:sp>
      <p:sp>
        <p:nvSpPr>
          <p:cNvPr id="833" name="Shape 831"/>
          <p:cNvSpPr/>
          <p:nvPr/>
        </p:nvSpPr>
        <p:spPr>
          <a:xfrm>
            <a:off x="6201766" y="4612629"/>
            <a:ext cx="0" cy="9957"/>
          </a:xfrm>
          <a:prstGeom prst="line">
            <a:avLst/>
          </a:prstGeom>
          <a:noFill/>
          <a:ln w="15875">
            <a:solidFill>
              <a:srgbClr val="B48A12">
                <a:alpha val="76000"/>
              </a:srgbClr>
            </a:solidFill>
            <a:prstDash val="dash"/>
            <a:headEnd type="none"/>
            <a:tailEnd type="none"/>
          </a:ln>
        </p:spPr>
      </p:sp>
      <p:sp>
        <p:nvSpPr>
          <p:cNvPr id="834" name="Shape 832"/>
          <p:cNvSpPr/>
          <p:nvPr/>
        </p:nvSpPr>
        <p:spPr>
          <a:xfrm>
            <a:off x="6201766" y="4615372"/>
            <a:ext cx="127406" cy="0"/>
          </a:xfrm>
          <a:prstGeom prst="line">
            <a:avLst/>
          </a:prstGeom>
          <a:noFill/>
          <a:ln w="15875">
            <a:solidFill>
              <a:srgbClr val="B48A12">
                <a:alpha val="76000"/>
              </a:srgbClr>
            </a:solidFill>
            <a:prstDash val="dash"/>
            <a:headEnd type="none"/>
            <a:tailEnd type="none"/>
          </a:ln>
        </p:spPr>
      </p:sp>
      <p:sp>
        <p:nvSpPr>
          <p:cNvPr id="835" name="Shape 833"/>
          <p:cNvSpPr/>
          <p:nvPr/>
        </p:nvSpPr>
        <p:spPr>
          <a:xfrm>
            <a:off x="6326429" y="4606166"/>
            <a:ext cx="0" cy="11950"/>
          </a:xfrm>
          <a:prstGeom prst="line">
            <a:avLst/>
          </a:prstGeom>
          <a:noFill/>
          <a:ln w="15875">
            <a:solidFill>
              <a:srgbClr val="B48A12">
                <a:alpha val="76000"/>
              </a:srgbClr>
            </a:solidFill>
            <a:prstDash val="dash"/>
            <a:headEnd type="none"/>
            <a:tailEnd type="none"/>
          </a:ln>
        </p:spPr>
      </p:sp>
      <p:sp>
        <p:nvSpPr>
          <p:cNvPr id="836" name="Shape 834"/>
          <p:cNvSpPr/>
          <p:nvPr/>
        </p:nvSpPr>
        <p:spPr>
          <a:xfrm>
            <a:off x="6326429" y="4608909"/>
            <a:ext cx="127407" cy="0"/>
          </a:xfrm>
          <a:prstGeom prst="line">
            <a:avLst/>
          </a:prstGeom>
          <a:noFill/>
          <a:ln w="15875">
            <a:solidFill>
              <a:srgbClr val="B48A12">
                <a:alpha val="76000"/>
              </a:srgbClr>
            </a:solidFill>
            <a:prstDash val="dash"/>
            <a:headEnd type="none"/>
            <a:tailEnd type="none"/>
          </a:ln>
        </p:spPr>
      </p:sp>
      <p:sp>
        <p:nvSpPr>
          <p:cNvPr id="837" name="Shape 835"/>
          <p:cNvSpPr/>
          <p:nvPr/>
        </p:nvSpPr>
        <p:spPr>
          <a:xfrm>
            <a:off x="6451092" y="4606166"/>
            <a:ext cx="0" cy="105378"/>
          </a:xfrm>
          <a:prstGeom prst="line">
            <a:avLst/>
          </a:prstGeom>
          <a:noFill/>
          <a:ln w="15875">
            <a:solidFill>
              <a:srgbClr val="B48A12">
                <a:alpha val="76000"/>
              </a:srgbClr>
            </a:solidFill>
            <a:prstDash val="dash"/>
            <a:headEnd type="none"/>
            <a:tailEnd type="none"/>
          </a:ln>
        </p:spPr>
      </p:sp>
      <p:sp>
        <p:nvSpPr>
          <p:cNvPr id="838" name="Shape 836"/>
          <p:cNvSpPr/>
          <p:nvPr/>
        </p:nvSpPr>
        <p:spPr>
          <a:xfrm>
            <a:off x="6451092" y="4708800"/>
            <a:ext cx="127407" cy="0"/>
          </a:xfrm>
          <a:prstGeom prst="line">
            <a:avLst/>
          </a:prstGeom>
          <a:noFill/>
          <a:ln w="15875">
            <a:solidFill>
              <a:srgbClr val="B48A12">
                <a:alpha val="76000"/>
              </a:srgbClr>
            </a:solidFill>
            <a:prstDash val="dash"/>
            <a:headEnd type="none"/>
            <a:tailEnd type="none"/>
          </a:ln>
        </p:spPr>
      </p:sp>
      <p:sp>
        <p:nvSpPr>
          <p:cNvPr id="839" name="Shape 837"/>
          <p:cNvSpPr/>
          <p:nvPr/>
        </p:nvSpPr>
        <p:spPr>
          <a:xfrm>
            <a:off x="6575755" y="4700662"/>
            <a:ext cx="0" cy="10882"/>
          </a:xfrm>
          <a:prstGeom prst="line">
            <a:avLst/>
          </a:prstGeom>
          <a:noFill/>
          <a:ln w="15875">
            <a:solidFill>
              <a:srgbClr val="B48A12">
                <a:alpha val="76000"/>
              </a:srgbClr>
            </a:solidFill>
            <a:prstDash val="dash"/>
            <a:headEnd type="none"/>
            <a:tailEnd type="none"/>
          </a:ln>
        </p:spPr>
      </p:sp>
      <p:sp>
        <p:nvSpPr>
          <p:cNvPr id="840" name="Shape 838"/>
          <p:cNvSpPr/>
          <p:nvPr/>
        </p:nvSpPr>
        <p:spPr>
          <a:xfrm>
            <a:off x="6575755" y="4703405"/>
            <a:ext cx="127406" cy="0"/>
          </a:xfrm>
          <a:prstGeom prst="line">
            <a:avLst/>
          </a:prstGeom>
          <a:noFill/>
          <a:ln w="15875">
            <a:solidFill>
              <a:srgbClr val="B48A12">
                <a:alpha val="76000"/>
              </a:srgbClr>
            </a:solidFill>
            <a:prstDash val="dash"/>
            <a:headEnd type="none"/>
            <a:tailEnd type="none"/>
          </a:ln>
        </p:spPr>
      </p:sp>
      <p:sp>
        <p:nvSpPr>
          <p:cNvPr id="841" name="Shape 839"/>
          <p:cNvSpPr/>
          <p:nvPr/>
        </p:nvSpPr>
        <p:spPr>
          <a:xfrm>
            <a:off x="6700418" y="4696092"/>
            <a:ext cx="0" cy="10056"/>
          </a:xfrm>
          <a:prstGeom prst="line">
            <a:avLst/>
          </a:prstGeom>
          <a:noFill/>
          <a:ln w="15875">
            <a:solidFill>
              <a:srgbClr val="B48A12">
                <a:alpha val="76000"/>
              </a:srgbClr>
            </a:solidFill>
            <a:prstDash val="dash"/>
            <a:headEnd type="none"/>
            <a:tailEnd type="none"/>
          </a:ln>
        </p:spPr>
      </p:sp>
      <p:sp>
        <p:nvSpPr>
          <p:cNvPr id="842" name="Shape 840"/>
          <p:cNvSpPr/>
          <p:nvPr/>
        </p:nvSpPr>
        <p:spPr>
          <a:xfrm>
            <a:off x="6700418" y="4698836"/>
            <a:ext cx="127407" cy="0"/>
          </a:xfrm>
          <a:prstGeom prst="line">
            <a:avLst/>
          </a:prstGeom>
          <a:noFill/>
          <a:ln w="15875">
            <a:solidFill>
              <a:srgbClr val="B48A12">
                <a:alpha val="76000"/>
              </a:srgbClr>
            </a:solidFill>
            <a:prstDash val="dash"/>
            <a:headEnd type="none"/>
            <a:tailEnd type="none"/>
          </a:ln>
        </p:spPr>
      </p:sp>
      <p:sp>
        <p:nvSpPr>
          <p:cNvPr id="843" name="Shape 841"/>
          <p:cNvSpPr/>
          <p:nvPr/>
        </p:nvSpPr>
        <p:spPr>
          <a:xfrm>
            <a:off x="6825082" y="4696092"/>
            <a:ext cx="0" cy="106020"/>
          </a:xfrm>
          <a:prstGeom prst="line">
            <a:avLst/>
          </a:prstGeom>
          <a:noFill/>
          <a:ln w="15875">
            <a:solidFill>
              <a:srgbClr val="B48A12">
                <a:alpha val="76000"/>
              </a:srgbClr>
            </a:solidFill>
            <a:prstDash val="dash"/>
            <a:headEnd type="none"/>
            <a:tailEnd type="none"/>
          </a:ln>
        </p:spPr>
      </p:sp>
      <p:sp>
        <p:nvSpPr>
          <p:cNvPr id="844" name="Shape 842"/>
          <p:cNvSpPr/>
          <p:nvPr/>
        </p:nvSpPr>
        <p:spPr>
          <a:xfrm>
            <a:off x="6825082" y="4799370"/>
            <a:ext cx="127407" cy="0"/>
          </a:xfrm>
          <a:prstGeom prst="line">
            <a:avLst/>
          </a:prstGeom>
          <a:noFill/>
          <a:ln w="15875">
            <a:solidFill>
              <a:srgbClr val="B48A12">
                <a:alpha val="76000"/>
              </a:srgbClr>
            </a:solidFill>
            <a:prstDash val="dash"/>
            <a:headEnd type="none"/>
            <a:tailEnd type="none"/>
          </a:ln>
        </p:spPr>
      </p:sp>
      <p:sp>
        <p:nvSpPr>
          <p:cNvPr id="845" name="Shape 843"/>
          <p:cNvSpPr/>
          <p:nvPr/>
        </p:nvSpPr>
        <p:spPr>
          <a:xfrm>
            <a:off x="6949745" y="4796627"/>
            <a:ext cx="0" cy="7812"/>
          </a:xfrm>
          <a:prstGeom prst="line">
            <a:avLst/>
          </a:prstGeom>
          <a:noFill/>
          <a:ln w="15875">
            <a:solidFill>
              <a:srgbClr val="B48A12">
                <a:alpha val="76000"/>
              </a:srgbClr>
            </a:solidFill>
            <a:prstDash val="dash"/>
            <a:headEnd type="none"/>
            <a:tailEnd type="none"/>
          </a:ln>
        </p:spPr>
      </p:sp>
      <p:sp>
        <p:nvSpPr>
          <p:cNvPr id="846" name="Shape 844"/>
          <p:cNvSpPr/>
          <p:nvPr/>
        </p:nvSpPr>
        <p:spPr>
          <a:xfrm>
            <a:off x="6949745" y="4801695"/>
            <a:ext cx="127406" cy="0"/>
          </a:xfrm>
          <a:prstGeom prst="line">
            <a:avLst/>
          </a:prstGeom>
          <a:noFill/>
          <a:ln w="15875">
            <a:solidFill>
              <a:srgbClr val="B48A12">
                <a:alpha val="76000"/>
              </a:srgbClr>
            </a:solidFill>
            <a:prstDash val="dash"/>
            <a:headEnd type="none"/>
            <a:tailEnd type="none"/>
          </a:ln>
        </p:spPr>
      </p:sp>
      <p:sp>
        <p:nvSpPr>
          <p:cNvPr id="847" name="Shape 845"/>
          <p:cNvSpPr/>
          <p:nvPr/>
        </p:nvSpPr>
        <p:spPr>
          <a:xfrm>
            <a:off x="7074408" y="4795500"/>
            <a:ext cx="0" cy="8938"/>
          </a:xfrm>
          <a:prstGeom prst="line">
            <a:avLst/>
          </a:prstGeom>
          <a:noFill/>
          <a:ln w="15875">
            <a:solidFill>
              <a:srgbClr val="B48A12">
                <a:alpha val="76000"/>
              </a:srgbClr>
            </a:solidFill>
            <a:prstDash val="dash"/>
            <a:headEnd type="none"/>
            <a:tailEnd type="none"/>
          </a:ln>
        </p:spPr>
      </p:sp>
      <p:sp>
        <p:nvSpPr>
          <p:cNvPr id="848" name="Shape 846"/>
          <p:cNvSpPr/>
          <p:nvPr/>
        </p:nvSpPr>
        <p:spPr>
          <a:xfrm>
            <a:off x="7074408" y="4798244"/>
            <a:ext cx="127407" cy="0"/>
          </a:xfrm>
          <a:prstGeom prst="line">
            <a:avLst/>
          </a:prstGeom>
          <a:noFill/>
          <a:ln w="15875">
            <a:solidFill>
              <a:srgbClr val="B48A12">
                <a:alpha val="76000"/>
              </a:srgbClr>
            </a:solidFill>
            <a:prstDash val="dash"/>
            <a:headEnd type="none"/>
            <a:tailEnd type="none"/>
          </a:ln>
        </p:spPr>
      </p:sp>
      <p:sp>
        <p:nvSpPr>
          <p:cNvPr id="849" name="Shape 847"/>
          <p:cNvSpPr/>
          <p:nvPr/>
        </p:nvSpPr>
        <p:spPr>
          <a:xfrm>
            <a:off x="7199071" y="4795500"/>
            <a:ext cx="0" cy="91856"/>
          </a:xfrm>
          <a:prstGeom prst="line">
            <a:avLst/>
          </a:prstGeom>
          <a:noFill/>
          <a:ln w="15875">
            <a:solidFill>
              <a:srgbClr val="B48A12">
                <a:alpha val="76000"/>
              </a:srgbClr>
            </a:solidFill>
            <a:prstDash val="dash"/>
            <a:headEnd type="none"/>
            <a:tailEnd type="none"/>
          </a:ln>
        </p:spPr>
      </p:sp>
      <p:sp>
        <p:nvSpPr>
          <p:cNvPr id="850" name="Shape 848"/>
          <p:cNvSpPr/>
          <p:nvPr/>
        </p:nvSpPr>
        <p:spPr>
          <a:xfrm>
            <a:off x="7199071" y="4884614"/>
            <a:ext cx="127407" cy="0"/>
          </a:xfrm>
          <a:prstGeom prst="line">
            <a:avLst/>
          </a:prstGeom>
          <a:noFill/>
          <a:ln w="15875">
            <a:solidFill>
              <a:srgbClr val="B48A12">
                <a:alpha val="76000"/>
              </a:srgbClr>
            </a:solidFill>
            <a:prstDash val="dash"/>
            <a:headEnd type="none"/>
            <a:tailEnd type="none"/>
          </a:ln>
        </p:spPr>
      </p:sp>
      <p:sp>
        <p:nvSpPr>
          <p:cNvPr id="851" name="Shape 849"/>
          <p:cNvSpPr/>
          <p:nvPr/>
        </p:nvSpPr>
        <p:spPr>
          <a:xfrm>
            <a:off x="7323735" y="4858912"/>
            <a:ext cx="0" cy="28445"/>
          </a:xfrm>
          <a:prstGeom prst="line">
            <a:avLst/>
          </a:prstGeom>
          <a:noFill/>
          <a:ln w="15875">
            <a:solidFill>
              <a:srgbClr val="B48A12">
                <a:alpha val="76000"/>
              </a:srgbClr>
            </a:solidFill>
            <a:prstDash val="dash"/>
            <a:headEnd type="none"/>
            <a:tailEnd type="none"/>
          </a:ln>
        </p:spPr>
      </p:sp>
      <p:sp>
        <p:nvSpPr>
          <p:cNvPr id="852" name="Shape 850"/>
          <p:cNvSpPr/>
          <p:nvPr/>
        </p:nvSpPr>
        <p:spPr>
          <a:xfrm>
            <a:off x="7323735" y="4861655"/>
            <a:ext cx="127406" cy="0"/>
          </a:xfrm>
          <a:prstGeom prst="line">
            <a:avLst/>
          </a:prstGeom>
          <a:noFill/>
          <a:ln w="15875">
            <a:solidFill>
              <a:srgbClr val="B48A12">
                <a:alpha val="76000"/>
              </a:srgbClr>
            </a:solidFill>
            <a:prstDash val="dash"/>
            <a:headEnd type="none"/>
            <a:tailEnd type="none"/>
          </a:ln>
        </p:spPr>
      </p:sp>
      <p:sp>
        <p:nvSpPr>
          <p:cNvPr id="853" name="Shape 851"/>
          <p:cNvSpPr/>
          <p:nvPr/>
        </p:nvSpPr>
        <p:spPr>
          <a:xfrm>
            <a:off x="7448397" y="4807992"/>
            <a:ext cx="0" cy="56406"/>
          </a:xfrm>
          <a:prstGeom prst="line">
            <a:avLst/>
          </a:prstGeom>
          <a:noFill/>
          <a:ln w="15875">
            <a:solidFill>
              <a:srgbClr val="B48A12">
                <a:alpha val="76000"/>
              </a:srgbClr>
            </a:solidFill>
            <a:prstDash val="dash"/>
            <a:headEnd type="none"/>
            <a:tailEnd type="none"/>
          </a:ln>
        </p:spPr>
      </p:sp>
      <p:sp>
        <p:nvSpPr>
          <p:cNvPr id="854" name="Shape 852"/>
          <p:cNvSpPr/>
          <p:nvPr/>
        </p:nvSpPr>
        <p:spPr>
          <a:xfrm>
            <a:off x="7448397" y="4810736"/>
            <a:ext cx="127407" cy="0"/>
          </a:xfrm>
          <a:prstGeom prst="line">
            <a:avLst/>
          </a:prstGeom>
          <a:noFill/>
          <a:ln w="15875">
            <a:solidFill>
              <a:srgbClr val="B48A12">
                <a:alpha val="76000"/>
              </a:srgbClr>
            </a:solidFill>
            <a:prstDash val="dash"/>
            <a:headEnd type="none"/>
            <a:tailEnd type="none"/>
          </a:ln>
        </p:spPr>
      </p:sp>
      <p:sp>
        <p:nvSpPr>
          <p:cNvPr id="855" name="Shape 853"/>
          <p:cNvSpPr/>
          <p:nvPr/>
        </p:nvSpPr>
        <p:spPr>
          <a:xfrm>
            <a:off x="7573061" y="4807992"/>
            <a:ext cx="0" cy="31447"/>
          </a:xfrm>
          <a:prstGeom prst="line">
            <a:avLst/>
          </a:prstGeom>
          <a:noFill/>
          <a:ln w="15875">
            <a:solidFill>
              <a:srgbClr val="B48A12">
                <a:alpha val="76000"/>
              </a:srgbClr>
            </a:solidFill>
            <a:prstDash val="dash"/>
            <a:headEnd type="none"/>
            <a:tailEnd type="none"/>
          </a:ln>
        </p:spPr>
      </p:sp>
      <p:sp>
        <p:nvSpPr>
          <p:cNvPr id="856" name="Shape 854"/>
          <p:cNvSpPr/>
          <p:nvPr/>
        </p:nvSpPr>
        <p:spPr>
          <a:xfrm>
            <a:off x="7573061" y="4836696"/>
            <a:ext cx="127407" cy="0"/>
          </a:xfrm>
          <a:prstGeom prst="line">
            <a:avLst/>
          </a:prstGeom>
          <a:noFill/>
          <a:ln w="15875">
            <a:solidFill>
              <a:srgbClr val="B48A12">
                <a:alpha val="76000"/>
              </a:srgbClr>
            </a:solidFill>
            <a:prstDash val="dash"/>
            <a:headEnd type="none"/>
            <a:tailEnd type="none"/>
          </a:ln>
        </p:spPr>
      </p:sp>
      <p:sp>
        <p:nvSpPr>
          <p:cNvPr id="857" name="Shape 855"/>
          <p:cNvSpPr/>
          <p:nvPr/>
        </p:nvSpPr>
        <p:spPr>
          <a:xfrm>
            <a:off x="7697724" y="4743930"/>
            <a:ext cx="0" cy="95509"/>
          </a:xfrm>
          <a:prstGeom prst="line">
            <a:avLst/>
          </a:prstGeom>
          <a:noFill/>
          <a:ln w="15875">
            <a:solidFill>
              <a:srgbClr val="B48A12">
                <a:alpha val="76000"/>
              </a:srgbClr>
            </a:solidFill>
            <a:prstDash val="dash"/>
            <a:headEnd type="none"/>
            <a:tailEnd type="none"/>
          </a:ln>
        </p:spPr>
      </p:sp>
      <p:sp>
        <p:nvSpPr>
          <p:cNvPr id="858" name="Shape 856"/>
          <p:cNvSpPr/>
          <p:nvPr/>
        </p:nvSpPr>
        <p:spPr>
          <a:xfrm>
            <a:off x="7697724" y="4746674"/>
            <a:ext cx="127406" cy="0"/>
          </a:xfrm>
          <a:prstGeom prst="line">
            <a:avLst/>
          </a:prstGeom>
          <a:noFill/>
          <a:ln w="15875">
            <a:solidFill>
              <a:srgbClr val="B48A12">
                <a:alpha val="76000"/>
              </a:srgbClr>
            </a:solidFill>
            <a:prstDash val="dash"/>
            <a:headEnd type="none"/>
            <a:tailEnd type="none"/>
          </a:ln>
        </p:spPr>
      </p:sp>
      <p:sp>
        <p:nvSpPr>
          <p:cNvPr id="859" name="Shape 857"/>
          <p:cNvSpPr/>
          <p:nvPr/>
        </p:nvSpPr>
        <p:spPr>
          <a:xfrm>
            <a:off x="7822387" y="4645161"/>
            <a:ext cx="0" cy="104256"/>
          </a:xfrm>
          <a:prstGeom prst="line">
            <a:avLst/>
          </a:prstGeom>
          <a:noFill/>
          <a:ln w="15875">
            <a:solidFill>
              <a:srgbClr val="B48A12">
                <a:alpha val="76000"/>
              </a:srgbClr>
            </a:solidFill>
            <a:prstDash val="dash"/>
            <a:headEnd type="none"/>
            <a:tailEnd type="none"/>
          </a:ln>
        </p:spPr>
      </p:sp>
      <p:sp>
        <p:nvSpPr>
          <p:cNvPr id="860" name="Shape 858"/>
          <p:cNvSpPr/>
          <p:nvPr/>
        </p:nvSpPr>
        <p:spPr>
          <a:xfrm>
            <a:off x="7822387" y="4647905"/>
            <a:ext cx="127407" cy="0"/>
          </a:xfrm>
          <a:prstGeom prst="line">
            <a:avLst/>
          </a:prstGeom>
          <a:noFill/>
          <a:ln w="15875">
            <a:solidFill>
              <a:srgbClr val="B48A12">
                <a:alpha val="76000"/>
              </a:srgbClr>
            </a:solidFill>
            <a:prstDash val="dash"/>
            <a:headEnd type="none"/>
            <a:tailEnd type="none"/>
          </a:ln>
        </p:spPr>
      </p:sp>
      <p:sp>
        <p:nvSpPr>
          <p:cNvPr id="861" name="Shape 859"/>
          <p:cNvSpPr/>
          <p:nvPr/>
        </p:nvSpPr>
        <p:spPr>
          <a:xfrm>
            <a:off x="7947050" y="4645161"/>
            <a:ext cx="0" cy="22383"/>
          </a:xfrm>
          <a:prstGeom prst="line">
            <a:avLst/>
          </a:prstGeom>
          <a:noFill/>
          <a:ln w="15875">
            <a:solidFill>
              <a:srgbClr val="B48A12">
                <a:alpha val="76000"/>
              </a:srgbClr>
            </a:solidFill>
            <a:prstDash val="dash"/>
            <a:headEnd type="none"/>
            <a:tailEnd type="none"/>
          </a:ln>
        </p:spPr>
      </p:sp>
      <p:sp>
        <p:nvSpPr>
          <p:cNvPr id="862" name="Shape 860"/>
          <p:cNvSpPr/>
          <p:nvPr/>
        </p:nvSpPr>
        <p:spPr>
          <a:xfrm>
            <a:off x="7947050" y="4664802"/>
            <a:ext cx="127407" cy="0"/>
          </a:xfrm>
          <a:prstGeom prst="line">
            <a:avLst/>
          </a:prstGeom>
          <a:noFill/>
          <a:ln w="15875">
            <a:solidFill>
              <a:srgbClr val="B48A12">
                <a:alpha val="76000"/>
              </a:srgbClr>
            </a:solidFill>
            <a:prstDash val="dash"/>
            <a:headEnd type="none"/>
            <a:tailEnd type="none"/>
          </a:ln>
        </p:spPr>
      </p:sp>
      <p:sp>
        <p:nvSpPr>
          <p:cNvPr id="863" name="Shape 861"/>
          <p:cNvSpPr/>
          <p:nvPr/>
        </p:nvSpPr>
        <p:spPr>
          <a:xfrm>
            <a:off x="8071714" y="4612964"/>
            <a:ext cx="0" cy="54581"/>
          </a:xfrm>
          <a:prstGeom prst="line">
            <a:avLst/>
          </a:prstGeom>
          <a:noFill/>
          <a:ln w="15875">
            <a:solidFill>
              <a:srgbClr val="B48A12">
                <a:alpha val="76000"/>
              </a:srgbClr>
            </a:solidFill>
            <a:prstDash val="dash"/>
            <a:headEnd type="none"/>
            <a:tailEnd type="none"/>
          </a:ln>
        </p:spPr>
      </p:sp>
      <p:sp>
        <p:nvSpPr>
          <p:cNvPr id="864" name="Shape 862"/>
          <p:cNvSpPr/>
          <p:nvPr/>
        </p:nvSpPr>
        <p:spPr>
          <a:xfrm>
            <a:off x="8071714" y="4615707"/>
            <a:ext cx="127406" cy="0"/>
          </a:xfrm>
          <a:prstGeom prst="line">
            <a:avLst/>
          </a:prstGeom>
          <a:noFill/>
          <a:ln w="15875">
            <a:solidFill>
              <a:srgbClr val="B48A12">
                <a:alpha val="76000"/>
              </a:srgbClr>
            </a:solidFill>
            <a:prstDash val="dash"/>
            <a:headEnd type="none"/>
            <a:tailEnd type="none"/>
          </a:ln>
        </p:spPr>
      </p:sp>
      <p:sp>
        <p:nvSpPr>
          <p:cNvPr id="865" name="Shape 863"/>
          <p:cNvSpPr/>
          <p:nvPr/>
        </p:nvSpPr>
        <p:spPr>
          <a:xfrm>
            <a:off x="8196377" y="4577929"/>
            <a:ext cx="0" cy="40522"/>
          </a:xfrm>
          <a:prstGeom prst="line">
            <a:avLst/>
          </a:prstGeom>
          <a:noFill/>
          <a:ln w="15875">
            <a:solidFill>
              <a:srgbClr val="B48A12">
                <a:alpha val="76000"/>
              </a:srgbClr>
            </a:solidFill>
            <a:prstDash val="dash"/>
            <a:headEnd type="none"/>
            <a:tailEnd type="none"/>
          </a:ln>
        </p:spPr>
      </p:sp>
      <p:sp>
        <p:nvSpPr>
          <p:cNvPr id="866" name="Shape 864"/>
          <p:cNvSpPr/>
          <p:nvPr/>
        </p:nvSpPr>
        <p:spPr>
          <a:xfrm>
            <a:off x="8196377" y="4580672"/>
            <a:ext cx="127407" cy="0"/>
          </a:xfrm>
          <a:prstGeom prst="line">
            <a:avLst/>
          </a:prstGeom>
          <a:noFill/>
          <a:ln w="15875">
            <a:solidFill>
              <a:srgbClr val="B48A12">
                <a:alpha val="76000"/>
              </a:srgbClr>
            </a:solidFill>
            <a:prstDash val="dash"/>
            <a:headEnd type="none"/>
            <a:tailEnd type="none"/>
          </a:ln>
        </p:spPr>
      </p:sp>
      <p:sp>
        <p:nvSpPr>
          <p:cNvPr id="867" name="Shape 865"/>
          <p:cNvSpPr/>
          <p:nvPr/>
        </p:nvSpPr>
        <p:spPr>
          <a:xfrm>
            <a:off x="8321040" y="4553862"/>
            <a:ext cx="0" cy="29553"/>
          </a:xfrm>
          <a:prstGeom prst="line">
            <a:avLst/>
          </a:prstGeom>
          <a:noFill/>
          <a:ln w="15875">
            <a:solidFill>
              <a:srgbClr val="B48A12">
                <a:alpha val="76000"/>
              </a:srgbClr>
            </a:solidFill>
            <a:prstDash val="dash"/>
            <a:headEnd type="none"/>
            <a:tailEnd type="none"/>
          </a:ln>
        </p:spPr>
      </p:sp>
      <p:sp>
        <p:nvSpPr>
          <p:cNvPr id="868" name="Shape 866"/>
          <p:cNvSpPr/>
          <p:nvPr/>
        </p:nvSpPr>
        <p:spPr>
          <a:xfrm>
            <a:off x="841248" y="2236124"/>
            <a:ext cx="127407" cy="0"/>
          </a:xfrm>
          <a:prstGeom prst="line">
            <a:avLst/>
          </a:prstGeom>
          <a:noFill/>
          <a:ln w="15875">
            <a:solidFill>
              <a:srgbClr val="5C4DB7">
                <a:alpha val="76000"/>
              </a:srgbClr>
            </a:solidFill>
            <a:prstDash val="dot"/>
            <a:headEnd type="none"/>
            <a:tailEnd type="none"/>
          </a:ln>
        </p:spPr>
      </p:sp>
      <p:sp>
        <p:nvSpPr>
          <p:cNvPr id="869" name="Shape 867"/>
          <p:cNvSpPr/>
          <p:nvPr/>
        </p:nvSpPr>
        <p:spPr>
          <a:xfrm>
            <a:off x="965911" y="2233380"/>
            <a:ext cx="0" cy="19698"/>
          </a:xfrm>
          <a:prstGeom prst="line">
            <a:avLst/>
          </a:prstGeom>
          <a:noFill/>
          <a:ln w="15875">
            <a:solidFill>
              <a:srgbClr val="5C4DB7">
                <a:alpha val="76000"/>
              </a:srgbClr>
            </a:solidFill>
            <a:prstDash val="dot"/>
            <a:headEnd type="none"/>
            <a:tailEnd type="none"/>
          </a:ln>
        </p:spPr>
      </p:sp>
      <p:sp>
        <p:nvSpPr>
          <p:cNvPr id="870" name="Shape 868"/>
          <p:cNvSpPr/>
          <p:nvPr/>
        </p:nvSpPr>
        <p:spPr>
          <a:xfrm>
            <a:off x="965911" y="2250335"/>
            <a:ext cx="127406" cy="0"/>
          </a:xfrm>
          <a:prstGeom prst="line">
            <a:avLst/>
          </a:prstGeom>
          <a:noFill/>
          <a:ln w="15875">
            <a:solidFill>
              <a:srgbClr val="5C4DB7">
                <a:alpha val="76000"/>
              </a:srgbClr>
            </a:solidFill>
            <a:prstDash val="dot"/>
            <a:headEnd type="none"/>
            <a:tailEnd type="none"/>
          </a:ln>
        </p:spPr>
      </p:sp>
      <p:sp>
        <p:nvSpPr>
          <p:cNvPr id="871" name="Shape 869"/>
          <p:cNvSpPr/>
          <p:nvPr/>
        </p:nvSpPr>
        <p:spPr>
          <a:xfrm>
            <a:off x="1090574" y="2247592"/>
            <a:ext cx="0" cy="17140"/>
          </a:xfrm>
          <a:prstGeom prst="line">
            <a:avLst/>
          </a:prstGeom>
          <a:noFill/>
          <a:ln w="15875">
            <a:solidFill>
              <a:srgbClr val="5C4DB7">
                <a:alpha val="76000"/>
              </a:srgbClr>
            </a:solidFill>
            <a:prstDash val="dot"/>
            <a:headEnd type="none"/>
            <a:tailEnd type="none"/>
          </a:ln>
        </p:spPr>
      </p:sp>
      <p:sp>
        <p:nvSpPr>
          <p:cNvPr id="872" name="Shape 870"/>
          <p:cNvSpPr/>
          <p:nvPr/>
        </p:nvSpPr>
        <p:spPr>
          <a:xfrm>
            <a:off x="1090574" y="2261988"/>
            <a:ext cx="127407" cy="0"/>
          </a:xfrm>
          <a:prstGeom prst="line">
            <a:avLst/>
          </a:prstGeom>
          <a:noFill/>
          <a:ln w="15875">
            <a:solidFill>
              <a:srgbClr val="5C4DB7">
                <a:alpha val="76000"/>
              </a:srgbClr>
            </a:solidFill>
            <a:prstDash val="dot"/>
            <a:headEnd type="none"/>
            <a:tailEnd type="none"/>
          </a:ln>
        </p:spPr>
      </p:sp>
      <p:sp>
        <p:nvSpPr>
          <p:cNvPr id="873" name="Shape 871"/>
          <p:cNvSpPr/>
          <p:nvPr/>
        </p:nvSpPr>
        <p:spPr>
          <a:xfrm>
            <a:off x="1215238" y="2259245"/>
            <a:ext cx="0" cy="28434"/>
          </a:xfrm>
          <a:prstGeom prst="line">
            <a:avLst/>
          </a:prstGeom>
          <a:noFill/>
          <a:ln w="15875">
            <a:solidFill>
              <a:srgbClr val="5C4DB7">
                <a:alpha val="76000"/>
              </a:srgbClr>
            </a:solidFill>
            <a:prstDash val="dot"/>
            <a:headEnd type="none"/>
            <a:tailEnd type="none"/>
          </a:ln>
        </p:spPr>
      </p:sp>
      <p:sp>
        <p:nvSpPr>
          <p:cNvPr id="874" name="Shape 872"/>
          <p:cNvSpPr/>
          <p:nvPr/>
        </p:nvSpPr>
        <p:spPr>
          <a:xfrm>
            <a:off x="1215238" y="2284935"/>
            <a:ext cx="127407" cy="0"/>
          </a:xfrm>
          <a:prstGeom prst="line">
            <a:avLst/>
          </a:prstGeom>
          <a:noFill/>
          <a:ln w="15875">
            <a:solidFill>
              <a:srgbClr val="5C4DB7">
                <a:alpha val="76000"/>
              </a:srgbClr>
            </a:solidFill>
            <a:prstDash val="dot"/>
            <a:headEnd type="none"/>
            <a:tailEnd type="none"/>
          </a:ln>
        </p:spPr>
      </p:sp>
      <p:sp>
        <p:nvSpPr>
          <p:cNvPr id="875" name="Shape 873"/>
          <p:cNvSpPr/>
          <p:nvPr/>
        </p:nvSpPr>
        <p:spPr>
          <a:xfrm>
            <a:off x="1339901" y="2282192"/>
            <a:ext cx="0" cy="38811"/>
          </a:xfrm>
          <a:prstGeom prst="line">
            <a:avLst/>
          </a:prstGeom>
          <a:noFill/>
          <a:ln w="15875">
            <a:solidFill>
              <a:srgbClr val="5C4DB7">
                <a:alpha val="76000"/>
              </a:srgbClr>
            </a:solidFill>
            <a:prstDash val="dot"/>
            <a:headEnd type="none"/>
            <a:tailEnd type="none"/>
          </a:ln>
        </p:spPr>
      </p:sp>
      <p:sp>
        <p:nvSpPr>
          <p:cNvPr id="876" name="Shape 874"/>
          <p:cNvSpPr/>
          <p:nvPr/>
        </p:nvSpPr>
        <p:spPr>
          <a:xfrm>
            <a:off x="1339901" y="2318260"/>
            <a:ext cx="127406" cy="0"/>
          </a:xfrm>
          <a:prstGeom prst="line">
            <a:avLst/>
          </a:prstGeom>
          <a:noFill/>
          <a:ln w="15875">
            <a:solidFill>
              <a:srgbClr val="5C4DB7">
                <a:alpha val="76000"/>
              </a:srgbClr>
            </a:solidFill>
            <a:prstDash val="dot"/>
            <a:headEnd type="none"/>
            <a:tailEnd type="none"/>
          </a:ln>
        </p:spPr>
      </p:sp>
      <p:sp>
        <p:nvSpPr>
          <p:cNvPr id="877" name="Shape 875"/>
          <p:cNvSpPr/>
          <p:nvPr/>
        </p:nvSpPr>
        <p:spPr>
          <a:xfrm>
            <a:off x="1464564" y="2315516"/>
            <a:ext cx="0" cy="48874"/>
          </a:xfrm>
          <a:prstGeom prst="line">
            <a:avLst/>
          </a:prstGeom>
          <a:noFill/>
          <a:ln w="15875">
            <a:solidFill>
              <a:srgbClr val="5C4DB7">
                <a:alpha val="76000"/>
              </a:srgbClr>
            </a:solidFill>
            <a:prstDash val="dot"/>
            <a:headEnd type="none"/>
            <a:tailEnd type="none"/>
          </a:ln>
        </p:spPr>
      </p:sp>
      <p:sp>
        <p:nvSpPr>
          <p:cNvPr id="878" name="Shape 876"/>
          <p:cNvSpPr/>
          <p:nvPr/>
        </p:nvSpPr>
        <p:spPr>
          <a:xfrm>
            <a:off x="1464564" y="2361647"/>
            <a:ext cx="127407" cy="0"/>
          </a:xfrm>
          <a:prstGeom prst="line">
            <a:avLst/>
          </a:prstGeom>
          <a:noFill/>
          <a:ln w="15875">
            <a:solidFill>
              <a:srgbClr val="5C4DB7">
                <a:alpha val="76000"/>
              </a:srgbClr>
            </a:solidFill>
            <a:prstDash val="dot"/>
            <a:headEnd type="none"/>
            <a:tailEnd type="none"/>
          </a:ln>
        </p:spPr>
      </p:sp>
      <p:sp>
        <p:nvSpPr>
          <p:cNvPr id="879" name="Shape 877"/>
          <p:cNvSpPr/>
          <p:nvPr/>
        </p:nvSpPr>
        <p:spPr>
          <a:xfrm>
            <a:off x="1589227" y="2358903"/>
            <a:ext cx="0" cy="58049"/>
          </a:xfrm>
          <a:prstGeom prst="line">
            <a:avLst/>
          </a:prstGeom>
          <a:noFill/>
          <a:ln w="15875">
            <a:solidFill>
              <a:srgbClr val="5C4DB7">
                <a:alpha val="76000"/>
              </a:srgbClr>
            </a:solidFill>
            <a:prstDash val="dot"/>
            <a:headEnd type="none"/>
            <a:tailEnd type="none"/>
          </a:ln>
        </p:spPr>
      </p:sp>
      <p:sp>
        <p:nvSpPr>
          <p:cNvPr id="880" name="Shape 878"/>
          <p:cNvSpPr/>
          <p:nvPr/>
        </p:nvSpPr>
        <p:spPr>
          <a:xfrm>
            <a:off x="1589227" y="2414209"/>
            <a:ext cx="127407" cy="0"/>
          </a:xfrm>
          <a:prstGeom prst="line">
            <a:avLst/>
          </a:prstGeom>
          <a:noFill/>
          <a:ln w="15875">
            <a:solidFill>
              <a:srgbClr val="5C4DB7">
                <a:alpha val="76000"/>
              </a:srgbClr>
            </a:solidFill>
            <a:prstDash val="dot"/>
            <a:headEnd type="none"/>
            <a:tailEnd type="none"/>
          </a:ln>
        </p:spPr>
      </p:sp>
      <p:sp>
        <p:nvSpPr>
          <p:cNvPr id="881" name="Shape 879"/>
          <p:cNvSpPr/>
          <p:nvPr/>
        </p:nvSpPr>
        <p:spPr>
          <a:xfrm>
            <a:off x="1713891" y="2411466"/>
            <a:ext cx="0" cy="65917"/>
          </a:xfrm>
          <a:prstGeom prst="line">
            <a:avLst/>
          </a:prstGeom>
          <a:noFill/>
          <a:ln w="15875">
            <a:solidFill>
              <a:srgbClr val="5C4DB7">
                <a:alpha val="76000"/>
              </a:srgbClr>
            </a:solidFill>
            <a:prstDash val="dot"/>
            <a:headEnd type="none"/>
            <a:tailEnd type="none"/>
          </a:ln>
        </p:spPr>
      </p:sp>
      <p:sp>
        <p:nvSpPr>
          <p:cNvPr id="882" name="Shape 880"/>
          <p:cNvSpPr/>
          <p:nvPr/>
        </p:nvSpPr>
        <p:spPr>
          <a:xfrm>
            <a:off x="1713891" y="2474640"/>
            <a:ext cx="127406" cy="0"/>
          </a:xfrm>
          <a:prstGeom prst="line">
            <a:avLst/>
          </a:prstGeom>
          <a:noFill/>
          <a:ln w="15875">
            <a:solidFill>
              <a:srgbClr val="5C4DB7">
                <a:alpha val="76000"/>
              </a:srgbClr>
            </a:solidFill>
            <a:prstDash val="dot"/>
            <a:headEnd type="none"/>
            <a:tailEnd type="none"/>
          </a:ln>
        </p:spPr>
      </p:sp>
      <p:sp>
        <p:nvSpPr>
          <p:cNvPr id="883" name="Shape 881"/>
          <p:cNvSpPr/>
          <p:nvPr/>
        </p:nvSpPr>
        <p:spPr>
          <a:xfrm>
            <a:off x="1838553" y="2471897"/>
            <a:ext cx="0" cy="69020"/>
          </a:xfrm>
          <a:prstGeom prst="line">
            <a:avLst/>
          </a:prstGeom>
          <a:noFill/>
          <a:ln w="15875">
            <a:solidFill>
              <a:srgbClr val="5C4DB7">
                <a:alpha val="76000"/>
              </a:srgbClr>
            </a:solidFill>
            <a:prstDash val="dot"/>
            <a:headEnd type="none"/>
            <a:tailEnd type="none"/>
          </a:ln>
        </p:spPr>
      </p:sp>
      <p:sp>
        <p:nvSpPr>
          <p:cNvPr id="884" name="Shape 882"/>
          <p:cNvSpPr/>
          <p:nvPr/>
        </p:nvSpPr>
        <p:spPr>
          <a:xfrm>
            <a:off x="1838553" y="2538174"/>
            <a:ext cx="127407" cy="0"/>
          </a:xfrm>
          <a:prstGeom prst="line">
            <a:avLst/>
          </a:prstGeom>
          <a:noFill/>
          <a:ln w="15875">
            <a:solidFill>
              <a:srgbClr val="5C4DB7">
                <a:alpha val="76000"/>
              </a:srgbClr>
            </a:solidFill>
            <a:prstDash val="dot"/>
            <a:headEnd type="none"/>
            <a:tailEnd type="none"/>
          </a:ln>
        </p:spPr>
      </p:sp>
      <p:sp>
        <p:nvSpPr>
          <p:cNvPr id="885" name="Shape 883"/>
          <p:cNvSpPr/>
          <p:nvPr/>
        </p:nvSpPr>
        <p:spPr>
          <a:xfrm>
            <a:off x="1963217" y="2535430"/>
            <a:ext cx="0" cy="70639"/>
          </a:xfrm>
          <a:prstGeom prst="line">
            <a:avLst/>
          </a:prstGeom>
          <a:noFill/>
          <a:ln w="15875">
            <a:solidFill>
              <a:srgbClr val="5C4DB7">
                <a:alpha val="76000"/>
              </a:srgbClr>
            </a:solidFill>
            <a:prstDash val="dot"/>
            <a:headEnd type="none"/>
            <a:tailEnd type="none"/>
          </a:ln>
        </p:spPr>
      </p:sp>
      <p:sp>
        <p:nvSpPr>
          <p:cNvPr id="886" name="Shape 884"/>
          <p:cNvSpPr/>
          <p:nvPr/>
        </p:nvSpPr>
        <p:spPr>
          <a:xfrm>
            <a:off x="1963217" y="2603326"/>
            <a:ext cx="127407" cy="0"/>
          </a:xfrm>
          <a:prstGeom prst="line">
            <a:avLst/>
          </a:prstGeom>
          <a:noFill/>
          <a:ln w="15875">
            <a:solidFill>
              <a:srgbClr val="5C4DB7">
                <a:alpha val="76000"/>
              </a:srgbClr>
            </a:solidFill>
            <a:prstDash val="dot"/>
            <a:headEnd type="none"/>
            <a:tailEnd type="none"/>
          </a:ln>
        </p:spPr>
      </p:sp>
      <p:sp>
        <p:nvSpPr>
          <p:cNvPr id="887" name="Shape 885"/>
          <p:cNvSpPr/>
          <p:nvPr/>
        </p:nvSpPr>
        <p:spPr>
          <a:xfrm>
            <a:off x="2087880" y="2600583"/>
            <a:ext cx="0" cy="72179"/>
          </a:xfrm>
          <a:prstGeom prst="line">
            <a:avLst/>
          </a:prstGeom>
          <a:noFill/>
          <a:ln w="15875">
            <a:solidFill>
              <a:srgbClr val="5C4DB7">
                <a:alpha val="76000"/>
              </a:srgbClr>
            </a:solidFill>
            <a:prstDash val="dot"/>
            <a:headEnd type="none"/>
            <a:tailEnd type="none"/>
          </a:ln>
        </p:spPr>
      </p:sp>
      <p:sp>
        <p:nvSpPr>
          <p:cNvPr id="888" name="Shape 886"/>
          <p:cNvSpPr/>
          <p:nvPr/>
        </p:nvSpPr>
        <p:spPr>
          <a:xfrm>
            <a:off x="2087880" y="2670018"/>
            <a:ext cx="127406" cy="0"/>
          </a:xfrm>
          <a:prstGeom prst="line">
            <a:avLst/>
          </a:prstGeom>
          <a:noFill/>
          <a:ln w="15875">
            <a:solidFill>
              <a:srgbClr val="5C4DB7">
                <a:alpha val="76000"/>
              </a:srgbClr>
            </a:solidFill>
            <a:prstDash val="dot"/>
            <a:headEnd type="none"/>
            <a:tailEnd type="none"/>
          </a:ln>
        </p:spPr>
      </p:sp>
      <p:sp>
        <p:nvSpPr>
          <p:cNvPr id="889" name="Shape 887"/>
          <p:cNvSpPr/>
          <p:nvPr/>
        </p:nvSpPr>
        <p:spPr>
          <a:xfrm>
            <a:off x="2212543" y="2667275"/>
            <a:ext cx="0" cy="73227"/>
          </a:xfrm>
          <a:prstGeom prst="line">
            <a:avLst/>
          </a:prstGeom>
          <a:noFill/>
          <a:ln w="15875">
            <a:solidFill>
              <a:srgbClr val="5C4DB7">
                <a:alpha val="76000"/>
              </a:srgbClr>
            </a:solidFill>
            <a:prstDash val="dot"/>
            <a:headEnd type="none"/>
            <a:tailEnd type="none"/>
          </a:ln>
        </p:spPr>
      </p:sp>
      <p:sp>
        <p:nvSpPr>
          <p:cNvPr id="890" name="Shape 888"/>
          <p:cNvSpPr/>
          <p:nvPr/>
        </p:nvSpPr>
        <p:spPr>
          <a:xfrm>
            <a:off x="2212543" y="2737759"/>
            <a:ext cx="127407" cy="0"/>
          </a:xfrm>
          <a:prstGeom prst="line">
            <a:avLst/>
          </a:prstGeom>
          <a:noFill/>
          <a:ln w="15875">
            <a:solidFill>
              <a:srgbClr val="5C4DB7">
                <a:alpha val="76000"/>
              </a:srgbClr>
            </a:solidFill>
            <a:prstDash val="dot"/>
            <a:headEnd type="none"/>
            <a:tailEnd type="none"/>
          </a:ln>
        </p:spPr>
      </p:sp>
      <p:sp>
        <p:nvSpPr>
          <p:cNvPr id="891" name="Shape 889"/>
          <p:cNvSpPr/>
          <p:nvPr/>
        </p:nvSpPr>
        <p:spPr>
          <a:xfrm>
            <a:off x="2337206" y="2735015"/>
            <a:ext cx="0" cy="74141"/>
          </a:xfrm>
          <a:prstGeom prst="line">
            <a:avLst/>
          </a:prstGeom>
          <a:noFill/>
          <a:ln w="15875">
            <a:solidFill>
              <a:srgbClr val="5C4DB7">
                <a:alpha val="76000"/>
              </a:srgbClr>
            </a:solidFill>
            <a:prstDash val="dot"/>
            <a:headEnd type="none"/>
            <a:tailEnd type="none"/>
          </a:ln>
        </p:spPr>
      </p:sp>
      <p:sp>
        <p:nvSpPr>
          <p:cNvPr id="892" name="Shape 890"/>
          <p:cNvSpPr/>
          <p:nvPr/>
        </p:nvSpPr>
        <p:spPr>
          <a:xfrm>
            <a:off x="2337206" y="2806414"/>
            <a:ext cx="127407" cy="0"/>
          </a:xfrm>
          <a:prstGeom prst="line">
            <a:avLst/>
          </a:prstGeom>
          <a:noFill/>
          <a:ln w="15875">
            <a:solidFill>
              <a:srgbClr val="5C4DB7">
                <a:alpha val="76000"/>
              </a:srgbClr>
            </a:solidFill>
            <a:prstDash val="dot"/>
            <a:headEnd type="none"/>
            <a:tailEnd type="none"/>
          </a:ln>
        </p:spPr>
      </p:sp>
      <p:sp>
        <p:nvSpPr>
          <p:cNvPr id="893" name="Shape 891"/>
          <p:cNvSpPr/>
          <p:nvPr/>
        </p:nvSpPr>
        <p:spPr>
          <a:xfrm>
            <a:off x="2461870" y="2803670"/>
            <a:ext cx="0" cy="50696"/>
          </a:xfrm>
          <a:prstGeom prst="line">
            <a:avLst/>
          </a:prstGeom>
          <a:noFill/>
          <a:ln w="15875">
            <a:solidFill>
              <a:srgbClr val="5C4DB7">
                <a:alpha val="76000"/>
              </a:srgbClr>
            </a:solidFill>
            <a:prstDash val="dot"/>
            <a:headEnd type="none"/>
            <a:tailEnd type="none"/>
          </a:ln>
        </p:spPr>
      </p:sp>
      <p:sp>
        <p:nvSpPr>
          <p:cNvPr id="894" name="Shape 892"/>
          <p:cNvSpPr/>
          <p:nvPr/>
        </p:nvSpPr>
        <p:spPr>
          <a:xfrm>
            <a:off x="2461870" y="2851623"/>
            <a:ext cx="127406" cy="0"/>
          </a:xfrm>
          <a:prstGeom prst="line">
            <a:avLst/>
          </a:prstGeom>
          <a:noFill/>
          <a:ln w="15875">
            <a:solidFill>
              <a:srgbClr val="5C4DB7">
                <a:alpha val="76000"/>
              </a:srgbClr>
            </a:solidFill>
            <a:prstDash val="dot"/>
            <a:headEnd type="none"/>
            <a:tailEnd type="none"/>
          </a:ln>
        </p:spPr>
      </p:sp>
      <p:sp>
        <p:nvSpPr>
          <p:cNvPr id="895" name="Shape 893"/>
          <p:cNvSpPr/>
          <p:nvPr/>
        </p:nvSpPr>
        <p:spPr>
          <a:xfrm>
            <a:off x="2586533" y="2848880"/>
            <a:ext cx="0" cy="75041"/>
          </a:xfrm>
          <a:prstGeom prst="line">
            <a:avLst/>
          </a:prstGeom>
          <a:noFill/>
          <a:ln w="15875">
            <a:solidFill>
              <a:srgbClr val="5C4DB7">
                <a:alpha val="76000"/>
              </a:srgbClr>
            </a:solidFill>
            <a:prstDash val="dot"/>
            <a:headEnd type="none"/>
            <a:tailEnd type="none"/>
          </a:ln>
        </p:spPr>
      </p:sp>
      <p:sp>
        <p:nvSpPr>
          <p:cNvPr id="896" name="Shape 894"/>
          <p:cNvSpPr/>
          <p:nvPr/>
        </p:nvSpPr>
        <p:spPr>
          <a:xfrm>
            <a:off x="2586533" y="2921178"/>
            <a:ext cx="127407" cy="0"/>
          </a:xfrm>
          <a:prstGeom prst="line">
            <a:avLst/>
          </a:prstGeom>
          <a:noFill/>
          <a:ln w="15875">
            <a:solidFill>
              <a:srgbClr val="5C4DB7">
                <a:alpha val="76000"/>
              </a:srgbClr>
            </a:solidFill>
            <a:prstDash val="dot"/>
            <a:headEnd type="none"/>
            <a:tailEnd type="none"/>
          </a:ln>
        </p:spPr>
      </p:sp>
      <p:sp>
        <p:nvSpPr>
          <p:cNvPr id="897" name="Shape 895"/>
          <p:cNvSpPr/>
          <p:nvPr/>
        </p:nvSpPr>
        <p:spPr>
          <a:xfrm>
            <a:off x="2711196" y="2918434"/>
            <a:ext cx="0" cy="77331"/>
          </a:xfrm>
          <a:prstGeom prst="line">
            <a:avLst/>
          </a:prstGeom>
          <a:noFill/>
          <a:ln w="15875">
            <a:solidFill>
              <a:srgbClr val="5C4DB7">
                <a:alpha val="76000"/>
              </a:srgbClr>
            </a:solidFill>
            <a:prstDash val="dot"/>
            <a:headEnd type="none"/>
            <a:tailEnd type="none"/>
          </a:ln>
        </p:spPr>
      </p:sp>
      <p:sp>
        <p:nvSpPr>
          <p:cNvPr id="898" name="Shape 896"/>
          <p:cNvSpPr/>
          <p:nvPr/>
        </p:nvSpPr>
        <p:spPr>
          <a:xfrm>
            <a:off x="2711196" y="2993023"/>
            <a:ext cx="127407" cy="0"/>
          </a:xfrm>
          <a:prstGeom prst="line">
            <a:avLst/>
          </a:prstGeom>
          <a:noFill/>
          <a:ln w="15875">
            <a:solidFill>
              <a:srgbClr val="5C4DB7">
                <a:alpha val="76000"/>
              </a:srgbClr>
            </a:solidFill>
            <a:prstDash val="dot"/>
            <a:headEnd type="none"/>
            <a:tailEnd type="none"/>
          </a:ln>
        </p:spPr>
      </p:sp>
      <p:sp>
        <p:nvSpPr>
          <p:cNvPr id="899" name="Shape 897"/>
          <p:cNvSpPr/>
          <p:nvPr/>
        </p:nvSpPr>
        <p:spPr>
          <a:xfrm>
            <a:off x="2835859" y="2990279"/>
            <a:ext cx="0" cy="76941"/>
          </a:xfrm>
          <a:prstGeom prst="line">
            <a:avLst/>
          </a:prstGeom>
          <a:noFill/>
          <a:ln w="15875">
            <a:solidFill>
              <a:srgbClr val="5C4DB7">
                <a:alpha val="76000"/>
              </a:srgbClr>
            </a:solidFill>
            <a:prstDash val="dot"/>
            <a:headEnd type="none"/>
            <a:tailEnd type="none"/>
          </a:ln>
        </p:spPr>
      </p:sp>
      <p:sp>
        <p:nvSpPr>
          <p:cNvPr id="900" name="Shape 898"/>
          <p:cNvSpPr/>
          <p:nvPr/>
        </p:nvSpPr>
        <p:spPr>
          <a:xfrm>
            <a:off x="2835859" y="3064477"/>
            <a:ext cx="127406" cy="0"/>
          </a:xfrm>
          <a:prstGeom prst="line">
            <a:avLst/>
          </a:prstGeom>
          <a:noFill/>
          <a:ln w="15875">
            <a:solidFill>
              <a:srgbClr val="5C4DB7">
                <a:alpha val="76000"/>
              </a:srgbClr>
            </a:solidFill>
            <a:prstDash val="dot"/>
            <a:headEnd type="none"/>
            <a:tailEnd type="none"/>
          </a:ln>
        </p:spPr>
      </p:sp>
      <p:sp>
        <p:nvSpPr>
          <p:cNvPr id="901" name="Shape 899"/>
          <p:cNvSpPr/>
          <p:nvPr/>
        </p:nvSpPr>
        <p:spPr>
          <a:xfrm>
            <a:off x="2960522" y="3061734"/>
            <a:ext cx="0" cy="75617"/>
          </a:xfrm>
          <a:prstGeom prst="line">
            <a:avLst/>
          </a:prstGeom>
          <a:noFill/>
          <a:ln w="15875">
            <a:solidFill>
              <a:srgbClr val="5C4DB7">
                <a:alpha val="76000"/>
              </a:srgbClr>
            </a:solidFill>
            <a:prstDash val="dot"/>
            <a:headEnd type="none"/>
            <a:tailEnd type="none"/>
          </a:ln>
        </p:spPr>
      </p:sp>
      <p:sp>
        <p:nvSpPr>
          <p:cNvPr id="902" name="Shape 900"/>
          <p:cNvSpPr/>
          <p:nvPr/>
        </p:nvSpPr>
        <p:spPr>
          <a:xfrm>
            <a:off x="2960522" y="3134608"/>
            <a:ext cx="127407" cy="0"/>
          </a:xfrm>
          <a:prstGeom prst="line">
            <a:avLst/>
          </a:prstGeom>
          <a:noFill/>
          <a:ln w="15875">
            <a:solidFill>
              <a:srgbClr val="5C4DB7">
                <a:alpha val="76000"/>
              </a:srgbClr>
            </a:solidFill>
            <a:prstDash val="dot"/>
            <a:headEnd type="none"/>
            <a:tailEnd type="none"/>
          </a:ln>
        </p:spPr>
      </p:sp>
      <p:sp>
        <p:nvSpPr>
          <p:cNvPr id="903" name="Shape 901"/>
          <p:cNvSpPr/>
          <p:nvPr/>
        </p:nvSpPr>
        <p:spPr>
          <a:xfrm>
            <a:off x="3085186" y="3131865"/>
            <a:ext cx="0" cy="74207"/>
          </a:xfrm>
          <a:prstGeom prst="line">
            <a:avLst/>
          </a:prstGeom>
          <a:noFill/>
          <a:ln w="15875">
            <a:solidFill>
              <a:srgbClr val="5C4DB7">
                <a:alpha val="76000"/>
              </a:srgbClr>
            </a:solidFill>
            <a:prstDash val="dot"/>
            <a:headEnd type="none"/>
            <a:tailEnd type="none"/>
          </a:ln>
        </p:spPr>
      </p:sp>
      <p:sp>
        <p:nvSpPr>
          <p:cNvPr id="904" name="Shape 902"/>
          <p:cNvSpPr/>
          <p:nvPr/>
        </p:nvSpPr>
        <p:spPr>
          <a:xfrm>
            <a:off x="3085186" y="3203328"/>
            <a:ext cx="127407" cy="0"/>
          </a:xfrm>
          <a:prstGeom prst="line">
            <a:avLst/>
          </a:prstGeom>
          <a:noFill/>
          <a:ln w="15875">
            <a:solidFill>
              <a:srgbClr val="5C4DB7">
                <a:alpha val="76000"/>
              </a:srgbClr>
            </a:solidFill>
            <a:prstDash val="dot"/>
            <a:headEnd type="none"/>
            <a:tailEnd type="none"/>
          </a:ln>
        </p:spPr>
      </p:sp>
      <p:sp>
        <p:nvSpPr>
          <p:cNvPr id="905" name="Shape 903"/>
          <p:cNvSpPr/>
          <p:nvPr/>
        </p:nvSpPr>
        <p:spPr>
          <a:xfrm>
            <a:off x="3209849" y="3200585"/>
            <a:ext cx="0" cy="72786"/>
          </a:xfrm>
          <a:prstGeom prst="line">
            <a:avLst/>
          </a:prstGeom>
          <a:noFill/>
          <a:ln w="15875">
            <a:solidFill>
              <a:srgbClr val="5C4DB7">
                <a:alpha val="76000"/>
              </a:srgbClr>
            </a:solidFill>
            <a:prstDash val="dot"/>
            <a:headEnd type="none"/>
            <a:tailEnd type="none"/>
          </a:ln>
        </p:spPr>
      </p:sp>
      <p:sp>
        <p:nvSpPr>
          <p:cNvPr id="906" name="Shape 904"/>
          <p:cNvSpPr/>
          <p:nvPr/>
        </p:nvSpPr>
        <p:spPr>
          <a:xfrm>
            <a:off x="3209849" y="3270628"/>
            <a:ext cx="127406" cy="0"/>
          </a:xfrm>
          <a:prstGeom prst="line">
            <a:avLst/>
          </a:prstGeom>
          <a:noFill/>
          <a:ln w="15875">
            <a:solidFill>
              <a:srgbClr val="5C4DB7">
                <a:alpha val="76000"/>
              </a:srgbClr>
            </a:solidFill>
            <a:prstDash val="dot"/>
            <a:headEnd type="none"/>
            <a:tailEnd type="none"/>
          </a:ln>
        </p:spPr>
      </p:sp>
      <p:sp>
        <p:nvSpPr>
          <p:cNvPr id="907" name="Shape 905"/>
          <p:cNvSpPr/>
          <p:nvPr/>
        </p:nvSpPr>
        <p:spPr>
          <a:xfrm>
            <a:off x="3334512" y="3267885"/>
            <a:ext cx="0" cy="71619"/>
          </a:xfrm>
          <a:prstGeom prst="line">
            <a:avLst/>
          </a:prstGeom>
          <a:noFill/>
          <a:ln w="15875">
            <a:solidFill>
              <a:srgbClr val="5C4DB7">
                <a:alpha val="76000"/>
              </a:srgbClr>
            </a:solidFill>
            <a:prstDash val="dot"/>
            <a:headEnd type="none"/>
            <a:tailEnd type="none"/>
          </a:ln>
        </p:spPr>
      </p:sp>
      <p:sp>
        <p:nvSpPr>
          <p:cNvPr id="908" name="Shape 906"/>
          <p:cNvSpPr/>
          <p:nvPr/>
        </p:nvSpPr>
        <p:spPr>
          <a:xfrm>
            <a:off x="3334512" y="3336760"/>
            <a:ext cx="127407" cy="0"/>
          </a:xfrm>
          <a:prstGeom prst="line">
            <a:avLst/>
          </a:prstGeom>
          <a:noFill/>
          <a:ln w="15875">
            <a:solidFill>
              <a:srgbClr val="5C4DB7">
                <a:alpha val="76000"/>
              </a:srgbClr>
            </a:solidFill>
            <a:prstDash val="dot"/>
            <a:headEnd type="none"/>
            <a:tailEnd type="none"/>
          </a:ln>
        </p:spPr>
      </p:sp>
      <p:sp>
        <p:nvSpPr>
          <p:cNvPr id="909" name="Shape 907"/>
          <p:cNvSpPr/>
          <p:nvPr/>
        </p:nvSpPr>
        <p:spPr>
          <a:xfrm>
            <a:off x="3459175" y="3334017"/>
            <a:ext cx="0" cy="70328"/>
          </a:xfrm>
          <a:prstGeom prst="line">
            <a:avLst/>
          </a:prstGeom>
          <a:noFill/>
          <a:ln w="15875">
            <a:solidFill>
              <a:srgbClr val="5C4DB7">
                <a:alpha val="76000"/>
              </a:srgbClr>
            </a:solidFill>
            <a:prstDash val="dot"/>
            <a:headEnd type="none"/>
            <a:tailEnd type="none"/>
          </a:ln>
        </p:spPr>
      </p:sp>
      <p:sp>
        <p:nvSpPr>
          <p:cNvPr id="910" name="Shape 908"/>
          <p:cNvSpPr/>
          <p:nvPr/>
        </p:nvSpPr>
        <p:spPr>
          <a:xfrm>
            <a:off x="3459175" y="3401601"/>
            <a:ext cx="127407" cy="0"/>
          </a:xfrm>
          <a:prstGeom prst="line">
            <a:avLst/>
          </a:prstGeom>
          <a:noFill/>
          <a:ln w="15875">
            <a:solidFill>
              <a:srgbClr val="5C4DB7">
                <a:alpha val="76000"/>
              </a:srgbClr>
            </a:solidFill>
            <a:prstDash val="dot"/>
            <a:headEnd type="none"/>
            <a:tailEnd type="none"/>
          </a:ln>
        </p:spPr>
      </p:sp>
      <p:sp>
        <p:nvSpPr>
          <p:cNvPr id="911" name="Shape 909"/>
          <p:cNvSpPr/>
          <p:nvPr/>
        </p:nvSpPr>
        <p:spPr>
          <a:xfrm>
            <a:off x="3583839" y="3398858"/>
            <a:ext cx="0" cy="69053"/>
          </a:xfrm>
          <a:prstGeom prst="line">
            <a:avLst/>
          </a:prstGeom>
          <a:noFill/>
          <a:ln w="15875">
            <a:solidFill>
              <a:srgbClr val="5C4DB7">
                <a:alpha val="76000"/>
              </a:srgbClr>
            </a:solidFill>
            <a:prstDash val="dot"/>
            <a:headEnd type="none"/>
            <a:tailEnd type="none"/>
          </a:ln>
        </p:spPr>
      </p:sp>
      <p:sp>
        <p:nvSpPr>
          <p:cNvPr id="912" name="Shape 910"/>
          <p:cNvSpPr/>
          <p:nvPr/>
        </p:nvSpPr>
        <p:spPr>
          <a:xfrm>
            <a:off x="3583839" y="3465168"/>
            <a:ext cx="127406" cy="0"/>
          </a:xfrm>
          <a:prstGeom prst="line">
            <a:avLst/>
          </a:prstGeom>
          <a:noFill/>
          <a:ln w="15875">
            <a:solidFill>
              <a:srgbClr val="5C4DB7">
                <a:alpha val="76000"/>
              </a:srgbClr>
            </a:solidFill>
            <a:prstDash val="dot"/>
            <a:headEnd type="none"/>
            <a:tailEnd type="none"/>
          </a:ln>
        </p:spPr>
      </p:sp>
      <p:sp>
        <p:nvSpPr>
          <p:cNvPr id="913" name="Shape 911"/>
          <p:cNvSpPr/>
          <p:nvPr/>
        </p:nvSpPr>
        <p:spPr>
          <a:xfrm>
            <a:off x="3708501" y="3462424"/>
            <a:ext cx="0" cy="67839"/>
          </a:xfrm>
          <a:prstGeom prst="line">
            <a:avLst/>
          </a:prstGeom>
          <a:noFill/>
          <a:ln w="15875">
            <a:solidFill>
              <a:srgbClr val="5C4DB7">
                <a:alpha val="76000"/>
              </a:srgbClr>
            </a:solidFill>
            <a:prstDash val="dot"/>
            <a:headEnd type="none"/>
            <a:tailEnd type="none"/>
          </a:ln>
        </p:spPr>
      </p:sp>
      <p:sp>
        <p:nvSpPr>
          <p:cNvPr id="914" name="Shape 912"/>
          <p:cNvSpPr/>
          <p:nvPr/>
        </p:nvSpPr>
        <p:spPr>
          <a:xfrm>
            <a:off x="3708501" y="3527520"/>
            <a:ext cx="127407" cy="0"/>
          </a:xfrm>
          <a:prstGeom prst="line">
            <a:avLst/>
          </a:prstGeom>
          <a:noFill/>
          <a:ln w="15875">
            <a:solidFill>
              <a:srgbClr val="5C4DB7">
                <a:alpha val="76000"/>
              </a:srgbClr>
            </a:solidFill>
            <a:prstDash val="dot"/>
            <a:headEnd type="none"/>
            <a:tailEnd type="none"/>
          </a:ln>
        </p:spPr>
      </p:sp>
      <p:sp>
        <p:nvSpPr>
          <p:cNvPr id="915" name="Shape 913"/>
          <p:cNvSpPr/>
          <p:nvPr/>
        </p:nvSpPr>
        <p:spPr>
          <a:xfrm>
            <a:off x="3833165" y="3524777"/>
            <a:ext cx="0" cy="66477"/>
          </a:xfrm>
          <a:prstGeom prst="line">
            <a:avLst/>
          </a:prstGeom>
          <a:noFill/>
          <a:ln w="15875">
            <a:solidFill>
              <a:srgbClr val="5C4DB7">
                <a:alpha val="76000"/>
              </a:srgbClr>
            </a:solidFill>
            <a:prstDash val="dot"/>
            <a:headEnd type="none"/>
            <a:tailEnd type="none"/>
          </a:ln>
        </p:spPr>
      </p:sp>
      <p:sp>
        <p:nvSpPr>
          <p:cNvPr id="916" name="Shape 914"/>
          <p:cNvSpPr/>
          <p:nvPr/>
        </p:nvSpPr>
        <p:spPr>
          <a:xfrm>
            <a:off x="3833165" y="3588511"/>
            <a:ext cx="127407" cy="0"/>
          </a:xfrm>
          <a:prstGeom prst="line">
            <a:avLst/>
          </a:prstGeom>
          <a:noFill/>
          <a:ln w="15875">
            <a:solidFill>
              <a:srgbClr val="5C4DB7">
                <a:alpha val="76000"/>
              </a:srgbClr>
            </a:solidFill>
            <a:prstDash val="dot"/>
            <a:headEnd type="none"/>
            <a:tailEnd type="none"/>
          </a:ln>
        </p:spPr>
      </p:sp>
      <p:sp>
        <p:nvSpPr>
          <p:cNvPr id="917" name="Shape 915"/>
          <p:cNvSpPr/>
          <p:nvPr/>
        </p:nvSpPr>
        <p:spPr>
          <a:xfrm>
            <a:off x="3957828" y="3585768"/>
            <a:ext cx="0" cy="37405"/>
          </a:xfrm>
          <a:prstGeom prst="line">
            <a:avLst/>
          </a:prstGeom>
          <a:noFill/>
          <a:ln w="15875">
            <a:solidFill>
              <a:srgbClr val="5C4DB7">
                <a:alpha val="76000"/>
              </a:srgbClr>
            </a:solidFill>
            <a:prstDash val="dot"/>
            <a:headEnd type="none"/>
            <a:tailEnd type="none"/>
          </a:ln>
        </p:spPr>
      </p:sp>
      <p:sp>
        <p:nvSpPr>
          <p:cNvPr id="918" name="Shape 916"/>
          <p:cNvSpPr/>
          <p:nvPr/>
        </p:nvSpPr>
        <p:spPr>
          <a:xfrm>
            <a:off x="3957828" y="3620429"/>
            <a:ext cx="127406" cy="0"/>
          </a:xfrm>
          <a:prstGeom prst="line">
            <a:avLst/>
          </a:prstGeom>
          <a:noFill/>
          <a:ln w="15875">
            <a:solidFill>
              <a:srgbClr val="5C4DB7">
                <a:alpha val="76000"/>
              </a:srgbClr>
            </a:solidFill>
            <a:prstDash val="dot"/>
            <a:headEnd type="none"/>
            <a:tailEnd type="none"/>
          </a:ln>
        </p:spPr>
      </p:sp>
      <p:sp>
        <p:nvSpPr>
          <p:cNvPr id="919" name="Shape 917"/>
          <p:cNvSpPr/>
          <p:nvPr/>
        </p:nvSpPr>
        <p:spPr>
          <a:xfrm>
            <a:off x="4082491" y="3617686"/>
            <a:ext cx="0" cy="63980"/>
          </a:xfrm>
          <a:prstGeom prst="line">
            <a:avLst/>
          </a:prstGeom>
          <a:noFill/>
          <a:ln w="15875">
            <a:solidFill>
              <a:srgbClr val="5C4DB7">
                <a:alpha val="76000"/>
              </a:srgbClr>
            </a:solidFill>
            <a:prstDash val="dot"/>
            <a:headEnd type="none"/>
            <a:tailEnd type="none"/>
          </a:ln>
        </p:spPr>
      </p:sp>
      <p:sp>
        <p:nvSpPr>
          <p:cNvPr id="920" name="Shape 918"/>
          <p:cNvSpPr/>
          <p:nvPr/>
        </p:nvSpPr>
        <p:spPr>
          <a:xfrm>
            <a:off x="4082491" y="3678923"/>
            <a:ext cx="127407" cy="0"/>
          </a:xfrm>
          <a:prstGeom prst="line">
            <a:avLst/>
          </a:prstGeom>
          <a:noFill/>
          <a:ln w="15875">
            <a:solidFill>
              <a:srgbClr val="5C4DB7">
                <a:alpha val="76000"/>
              </a:srgbClr>
            </a:solidFill>
            <a:prstDash val="dot"/>
            <a:headEnd type="none"/>
            <a:tailEnd type="none"/>
          </a:ln>
        </p:spPr>
      </p:sp>
      <p:sp>
        <p:nvSpPr>
          <p:cNvPr id="921" name="Shape 919"/>
          <p:cNvSpPr/>
          <p:nvPr/>
        </p:nvSpPr>
        <p:spPr>
          <a:xfrm>
            <a:off x="4207154" y="3676180"/>
            <a:ext cx="0" cy="62825"/>
          </a:xfrm>
          <a:prstGeom prst="line">
            <a:avLst/>
          </a:prstGeom>
          <a:noFill/>
          <a:ln w="15875">
            <a:solidFill>
              <a:srgbClr val="5C4DB7">
                <a:alpha val="76000"/>
              </a:srgbClr>
            </a:solidFill>
            <a:prstDash val="dot"/>
            <a:headEnd type="none"/>
            <a:tailEnd type="none"/>
          </a:ln>
        </p:spPr>
      </p:sp>
      <p:sp>
        <p:nvSpPr>
          <p:cNvPr id="922" name="Shape 920"/>
          <p:cNvSpPr/>
          <p:nvPr/>
        </p:nvSpPr>
        <p:spPr>
          <a:xfrm>
            <a:off x="4207154" y="3736262"/>
            <a:ext cx="127407" cy="0"/>
          </a:xfrm>
          <a:prstGeom prst="line">
            <a:avLst/>
          </a:prstGeom>
          <a:noFill/>
          <a:ln w="15875">
            <a:solidFill>
              <a:srgbClr val="5C4DB7">
                <a:alpha val="76000"/>
              </a:srgbClr>
            </a:solidFill>
            <a:prstDash val="dot"/>
            <a:headEnd type="none"/>
            <a:tailEnd type="none"/>
          </a:ln>
        </p:spPr>
      </p:sp>
      <p:sp>
        <p:nvSpPr>
          <p:cNvPr id="923" name="Shape 921"/>
          <p:cNvSpPr/>
          <p:nvPr/>
        </p:nvSpPr>
        <p:spPr>
          <a:xfrm>
            <a:off x="4331818" y="3733519"/>
            <a:ext cx="0" cy="61803"/>
          </a:xfrm>
          <a:prstGeom prst="line">
            <a:avLst/>
          </a:prstGeom>
          <a:noFill/>
          <a:ln w="15875">
            <a:solidFill>
              <a:srgbClr val="5C4DB7">
                <a:alpha val="76000"/>
              </a:srgbClr>
            </a:solidFill>
            <a:prstDash val="dot"/>
            <a:headEnd type="none"/>
            <a:tailEnd type="none"/>
          </a:ln>
        </p:spPr>
      </p:sp>
      <p:sp>
        <p:nvSpPr>
          <p:cNvPr id="924" name="Shape 922"/>
          <p:cNvSpPr/>
          <p:nvPr/>
        </p:nvSpPr>
        <p:spPr>
          <a:xfrm>
            <a:off x="4331818" y="3792578"/>
            <a:ext cx="127406" cy="0"/>
          </a:xfrm>
          <a:prstGeom prst="line">
            <a:avLst/>
          </a:prstGeom>
          <a:noFill/>
          <a:ln w="15875">
            <a:solidFill>
              <a:srgbClr val="5C4DB7">
                <a:alpha val="76000"/>
              </a:srgbClr>
            </a:solidFill>
            <a:prstDash val="dot"/>
            <a:headEnd type="none"/>
            <a:tailEnd type="none"/>
          </a:ln>
        </p:spPr>
      </p:sp>
      <p:sp>
        <p:nvSpPr>
          <p:cNvPr id="925" name="Shape 923"/>
          <p:cNvSpPr/>
          <p:nvPr/>
        </p:nvSpPr>
        <p:spPr>
          <a:xfrm>
            <a:off x="4456481" y="3789835"/>
            <a:ext cx="0" cy="60643"/>
          </a:xfrm>
          <a:prstGeom prst="line">
            <a:avLst/>
          </a:prstGeom>
          <a:noFill/>
          <a:ln w="15875">
            <a:solidFill>
              <a:srgbClr val="5C4DB7">
                <a:alpha val="76000"/>
              </a:srgbClr>
            </a:solidFill>
            <a:prstDash val="dot"/>
            <a:headEnd type="none"/>
            <a:tailEnd type="none"/>
          </a:ln>
        </p:spPr>
      </p:sp>
      <p:sp>
        <p:nvSpPr>
          <p:cNvPr id="926" name="Shape 924"/>
          <p:cNvSpPr/>
          <p:nvPr/>
        </p:nvSpPr>
        <p:spPr>
          <a:xfrm>
            <a:off x="4456481" y="3847735"/>
            <a:ext cx="127407" cy="0"/>
          </a:xfrm>
          <a:prstGeom prst="line">
            <a:avLst/>
          </a:prstGeom>
          <a:noFill/>
          <a:ln w="15875">
            <a:solidFill>
              <a:srgbClr val="5C4DB7">
                <a:alpha val="76000"/>
              </a:srgbClr>
            </a:solidFill>
            <a:prstDash val="dot"/>
            <a:headEnd type="none"/>
            <a:tailEnd type="none"/>
          </a:ln>
        </p:spPr>
      </p:sp>
      <p:sp>
        <p:nvSpPr>
          <p:cNvPr id="927" name="Shape 925"/>
          <p:cNvSpPr/>
          <p:nvPr/>
        </p:nvSpPr>
        <p:spPr>
          <a:xfrm>
            <a:off x="4581144" y="3844992"/>
            <a:ext cx="0" cy="59433"/>
          </a:xfrm>
          <a:prstGeom prst="line">
            <a:avLst/>
          </a:prstGeom>
          <a:noFill/>
          <a:ln w="15875">
            <a:solidFill>
              <a:srgbClr val="5C4DB7">
                <a:alpha val="76000"/>
              </a:srgbClr>
            </a:solidFill>
            <a:prstDash val="dot"/>
            <a:headEnd type="none"/>
            <a:tailEnd type="none"/>
          </a:ln>
        </p:spPr>
      </p:sp>
      <p:sp>
        <p:nvSpPr>
          <p:cNvPr id="928" name="Shape 926"/>
          <p:cNvSpPr/>
          <p:nvPr/>
        </p:nvSpPr>
        <p:spPr>
          <a:xfrm>
            <a:off x="4581144" y="3901682"/>
            <a:ext cx="127407" cy="0"/>
          </a:xfrm>
          <a:prstGeom prst="line">
            <a:avLst/>
          </a:prstGeom>
          <a:noFill/>
          <a:ln w="15875">
            <a:solidFill>
              <a:srgbClr val="5C4DB7">
                <a:alpha val="76000"/>
              </a:srgbClr>
            </a:solidFill>
            <a:prstDash val="dot"/>
            <a:headEnd type="none"/>
            <a:tailEnd type="none"/>
          </a:ln>
        </p:spPr>
      </p:sp>
      <p:sp>
        <p:nvSpPr>
          <p:cNvPr id="929" name="Shape 927"/>
          <p:cNvSpPr/>
          <p:nvPr/>
        </p:nvSpPr>
        <p:spPr>
          <a:xfrm>
            <a:off x="4705807" y="3898938"/>
            <a:ext cx="0" cy="58055"/>
          </a:xfrm>
          <a:prstGeom prst="line">
            <a:avLst/>
          </a:prstGeom>
          <a:noFill/>
          <a:ln w="15875">
            <a:solidFill>
              <a:srgbClr val="5C4DB7">
                <a:alpha val="76000"/>
              </a:srgbClr>
            </a:solidFill>
            <a:prstDash val="dot"/>
            <a:headEnd type="none"/>
            <a:tailEnd type="none"/>
          </a:ln>
        </p:spPr>
      </p:sp>
      <p:sp>
        <p:nvSpPr>
          <p:cNvPr id="930" name="Shape 928"/>
          <p:cNvSpPr/>
          <p:nvPr/>
        </p:nvSpPr>
        <p:spPr>
          <a:xfrm>
            <a:off x="4705807" y="3954250"/>
            <a:ext cx="127406" cy="0"/>
          </a:xfrm>
          <a:prstGeom prst="line">
            <a:avLst/>
          </a:prstGeom>
          <a:noFill/>
          <a:ln w="15875">
            <a:solidFill>
              <a:srgbClr val="5C4DB7">
                <a:alpha val="76000"/>
              </a:srgbClr>
            </a:solidFill>
            <a:prstDash val="dot"/>
            <a:headEnd type="none"/>
            <a:tailEnd type="none"/>
          </a:ln>
        </p:spPr>
      </p:sp>
      <p:sp>
        <p:nvSpPr>
          <p:cNvPr id="931" name="Shape 929"/>
          <p:cNvSpPr/>
          <p:nvPr/>
        </p:nvSpPr>
        <p:spPr>
          <a:xfrm>
            <a:off x="4830470" y="3951507"/>
            <a:ext cx="0" cy="56564"/>
          </a:xfrm>
          <a:prstGeom prst="line">
            <a:avLst/>
          </a:prstGeom>
          <a:noFill/>
          <a:ln w="15875">
            <a:solidFill>
              <a:srgbClr val="5C4DB7">
                <a:alpha val="76000"/>
              </a:srgbClr>
            </a:solidFill>
            <a:prstDash val="dot"/>
            <a:headEnd type="none"/>
            <a:tailEnd type="none"/>
          </a:ln>
        </p:spPr>
      </p:sp>
      <p:sp>
        <p:nvSpPr>
          <p:cNvPr id="932" name="Shape 930"/>
          <p:cNvSpPr/>
          <p:nvPr/>
        </p:nvSpPr>
        <p:spPr>
          <a:xfrm>
            <a:off x="4830470" y="4005328"/>
            <a:ext cx="127407" cy="0"/>
          </a:xfrm>
          <a:prstGeom prst="line">
            <a:avLst/>
          </a:prstGeom>
          <a:noFill/>
          <a:ln w="15875">
            <a:solidFill>
              <a:srgbClr val="5C4DB7">
                <a:alpha val="76000"/>
              </a:srgbClr>
            </a:solidFill>
            <a:prstDash val="dot"/>
            <a:headEnd type="none"/>
            <a:tailEnd type="none"/>
          </a:ln>
        </p:spPr>
      </p:sp>
      <p:sp>
        <p:nvSpPr>
          <p:cNvPr id="933" name="Shape 931"/>
          <p:cNvSpPr/>
          <p:nvPr/>
        </p:nvSpPr>
        <p:spPr>
          <a:xfrm>
            <a:off x="4955134" y="4002584"/>
            <a:ext cx="0" cy="55383"/>
          </a:xfrm>
          <a:prstGeom prst="line">
            <a:avLst/>
          </a:prstGeom>
          <a:noFill/>
          <a:ln w="15875">
            <a:solidFill>
              <a:srgbClr val="5C4DB7">
                <a:alpha val="76000"/>
              </a:srgbClr>
            </a:solidFill>
            <a:prstDash val="dot"/>
            <a:headEnd type="none"/>
            <a:tailEnd type="none"/>
          </a:ln>
        </p:spPr>
      </p:sp>
      <p:sp>
        <p:nvSpPr>
          <p:cNvPr id="934" name="Shape 932"/>
          <p:cNvSpPr/>
          <p:nvPr/>
        </p:nvSpPr>
        <p:spPr>
          <a:xfrm>
            <a:off x="4955134" y="4055224"/>
            <a:ext cx="127407" cy="0"/>
          </a:xfrm>
          <a:prstGeom prst="line">
            <a:avLst/>
          </a:prstGeom>
          <a:noFill/>
          <a:ln w="15875">
            <a:solidFill>
              <a:srgbClr val="5C4DB7">
                <a:alpha val="76000"/>
              </a:srgbClr>
            </a:solidFill>
            <a:prstDash val="dot"/>
            <a:headEnd type="none"/>
            <a:tailEnd type="none"/>
          </a:ln>
        </p:spPr>
      </p:sp>
      <p:sp>
        <p:nvSpPr>
          <p:cNvPr id="935" name="Shape 933"/>
          <p:cNvSpPr/>
          <p:nvPr/>
        </p:nvSpPr>
        <p:spPr>
          <a:xfrm>
            <a:off x="5079797" y="4052481"/>
            <a:ext cx="0" cy="54454"/>
          </a:xfrm>
          <a:prstGeom prst="line">
            <a:avLst/>
          </a:prstGeom>
          <a:noFill/>
          <a:ln w="15875">
            <a:solidFill>
              <a:srgbClr val="5C4DB7">
                <a:alpha val="76000"/>
              </a:srgbClr>
            </a:solidFill>
            <a:prstDash val="dot"/>
            <a:headEnd type="none"/>
            <a:tailEnd type="none"/>
          </a:ln>
        </p:spPr>
      </p:sp>
      <p:sp>
        <p:nvSpPr>
          <p:cNvPr id="936" name="Shape 934"/>
          <p:cNvSpPr/>
          <p:nvPr/>
        </p:nvSpPr>
        <p:spPr>
          <a:xfrm>
            <a:off x="5079797" y="4104192"/>
            <a:ext cx="127406" cy="0"/>
          </a:xfrm>
          <a:prstGeom prst="line">
            <a:avLst/>
          </a:prstGeom>
          <a:noFill/>
          <a:ln w="15875">
            <a:solidFill>
              <a:srgbClr val="5C4DB7">
                <a:alpha val="76000"/>
              </a:srgbClr>
            </a:solidFill>
            <a:prstDash val="dot"/>
            <a:headEnd type="none"/>
            <a:tailEnd type="none"/>
          </a:ln>
        </p:spPr>
      </p:sp>
      <p:sp>
        <p:nvSpPr>
          <p:cNvPr id="937" name="Shape 935"/>
          <p:cNvSpPr/>
          <p:nvPr/>
        </p:nvSpPr>
        <p:spPr>
          <a:xfrm>
            <a:off x="5204460" y="4101449"/>
            <a:ext cx="0" cy="53530"/>
          </a:xfrm>
          <a:prstGeom prst="line">
            <a:avLst/>
          </a:prstGeom>
          <a:noFill/>
          <a:ln w="15875">
            <a:solidFill>
              <a:srgbClr val="5C4DB7">
                <a:alpha val="76000"/>
              </a:srgbClr>
            </a:solidFill>
            <a:prstDash val="dot"/>
            <a:headEnd type="none"/>
            <a:tailEnd type="none"/>
          </a:ln>
        </p:spPr>
      </p:sp>
      <p:sp>
        <p:nvSpPr>
          <p:cNvPr id="938" name="Shape 936"/>
          <p:cNvSpPr/>
          <p:nvPr/>
        </p:nvSpPr>
        <p:spPr>
          <a:xfrm>
            <a:off x="5204460" y="4152235"/>
            <a:ext cx="127407" cy="0"/>
          </a:xfrm>
          <a:prstGeom prst="line">
            <a:avLst/>
          </a:prstGeom>
          <a:noFill/>
          <a:ln w="15875">
            <a:solidFill>
              <a:srgbClr val="5C4DB7">
                <a:alpha val="76000"/>
              </a:srgbClr>
            </a:solidFill>
            <a:prstDash val="dot"/>
            <a:headEnd type="none"/>
            <a:tailEnd type="none"/>
          </a:ln>
        </p:spPr>
      </p:sp>
      <p:sp>
        <p:nvSpPr>
          <p:cNvPr id="939" name="Shape 937"/>
          <p:cNvSpPr/>
          <p:nvPr/>
        </p:nvSpPr>
        <p:spPr>
          <a:xfrm>
            <a:off x="5329123" y="4149492"/>
            <a:ext cx="0" cy="52674"/>
          </a:xfrm>
          <a:prstGeom prst="line">
            <a:avLst/>
          </a:prstGeom>
          <a:noFill/>
          <a:ln w="15875">
            <a:solidFill>
              <a:srgbClr val="5C4DB7">
                <a:alpha val="76000"/>
              </a:srgbClr>
            </a:solidFill>
            <a:prstDash val="dot"/>
            <a:headEnd type="none"/>
            <a:tailEnd type="none"/>
          </a:ln>
        </p:spPr>
      </p:sp>
      <p:sp>
        <p:nvSpPr>
          <p:cNvPr id="940" name="Shape 938"/>
          <p:cNvSpPr/>
          <p:nvPr/>
        </p:nvSpPr>
        <p:spPr>
          <a:xfrm>
            <a:off x="5329123" y="4199422"/>
            <a:ext cx="127407" cy="0"/>
          </a:xfrm>
          <a:prstGeom prst="line">
            <a:avLst/>
          </a:prstGeom>
          <a:noFill/>
          <a:ln w="15875">
            <a:solidFill>
              <a:srgbClr val="5C4DB7">
                <a:alpha val="76000"/>
              </a:srgbClr>
            </a:solidFill>
            <a:prstDash val="dot"/>
            <a:headEnd type="none"/>
            <a:tailEnd type="none"/>
          </a:ln>
        </p:spPr>
      </p:sp>
      <p:sp>
        <p:nvSpPr>
          <p:cNvPr id="941" name="Shape 939"/>
          <p:cNvSpPr/>
          <p:nvPr/>
        </p:nvSpPr>
        <p:spPr>
          <a:xfrm>
            <a:off x="5453787" y="4196679"/>
            <a:ext cx="0" cy="50514"/>
          </a:xfrm>
          <a:prstGeom prst="line">
            <a:avLst/>
          </a:prstGeom>
          <a:noFill/>
          <a:ln w="15875">
            <a:solidFill>
              <a:srgbClr val="5C4DB7">
                <a:alpha val="76000"/>
              </a:srgbClr>
            </a:solidFill>
            <a:prstDash val="dot"/>
            <a:headEnd type="none"/>
            <a:tailEnd type="none"/>
          </a:ln>
        </p:spPr>
      </p:sp>
      <p:sp>
        <p:nvSpPr>
          <p:cNvPr id="942" name="Shape 940"/>
          <p:cNvSpPr/>
          <p:nvPr/>
        </p:nvSpPr>
        <p:spPr>
          <a:xfrm>
            <a:off x="5453787" y="4244450"/>
            <a:ext cx="127406" cy="0"/>
          </a:xfrm>
          <a:prstGeom prst="line">
            <a:avLst/>
          </a:prstGeom>
          <a:noFill/>
          <a:ln w="15875">
            <a:solidFill>
              <a:srgbClr val="5C4DB7">
                <a:alpha val="76000"/>
              </a:srgbClr>
            </a:solidFill>
            <a:prstDash val="dot"/>
            <a:headEnd type="none"/>
            <a:tailEnd type="none"/>
          </a:ln>
        </p:spPr>
      </p:sp>
      <p:sp>
        <p:nvSpPr>
          <p:cNvPr id="943" name="Shape 941"/>
          <p:cNvSpPr/>
          <p:nvPr/>
        </p:nvSpPr>
        <p:spPr>
          <a:xfrm>
            <a:off x="5578449" y="4241707"/>
            <a:ext cx="0" cy="51286"/>
          </a:xfrm>
          <a:prstGeom prst="line">
            <a:avLst/>
          </a:prstGeom>
          <a:noFill/>
          <a:ln w="15875">
            <a:solidFill>
              <a:srgbClr val="5C4DB7">
                <a:alpha val="76000"/>
              </a:srgbClr>
            </a:solidFill>
            <a:prstDash val="dot"/>
            <a:headEnd type="none"/>
            <a:tailEnd type="none"/>
          </a:ln>
        </p:spPr>
      </p:sp>
      <p:sp>
        <p:nvSpPr>
          <p:cNvPr id="944" name="Shape 942"/>
          <p:cNvSpPr/>
          <p:nvPr/>
        </p:nvSpPr>
        <p:spPr>
          <a:xfrm>
            <a:off x="5578449" y="4290249"/>
            <a:ext cx="127407" cy="0"/>
          </a:xfrm>
          <a:prstGeom prst="line">
            <a:avLst/>
          </a:prstGeom>
          <a:noFill/>
          <a:ln w="15875">
            <a:solidFill>
              <a:srgbClr val="5C4DB7">
                <a:alpha val="76000"/>
              </a:srgbClr>
            </a:solidFill>
            <a:prstDash val="dot"/>
            <a:headEnd type="none"/>
            <a:tailEnd type="none"/>
          </a:ln>
        </p:spPr>
      </p:sp>
      <p:sp>
        <p:nvSpPr>
          <p:cNvPr id="945" name="Shape 943"/>
          <p:cNvSpPr/>
          <p:nvPr/>
        </p:nvSpPr>
        <p:spPr>
          <a:xfrm>
            <a:off x="5703113" y="4287506"/>
            <a:ext cx="0" cy="50406"/>
          </a:xfrm>
          <a:prstGeom prst="line">
            <a:avLst/>
          </a:prstGeom>
          <a:noFill/>
          <a:ln w="15875">
            <a:solidFill>
              <a:srgbClr val="5C4DB7">
                <a:alpha val="76000"/>
              </a:srgbClr>
            </a:solidFill>
            <a:prstDash val="dot"/>
            <a:headEnd type="none"/>
            <a:tailEnd type="none"/>
          </a:ln>
        </p:spPr>
      </p:sp>
      <p:sp>
        <p:nvSpPr>
          <p:cNvPr id="946" name="Shape 944"/>
          <p:cNvSpPr/>
          <p:nvPr/>
        </p:nvSpPr>
        <p:spPr>
          <a:xfrm>
            <a:off x="5703113" y="4335169"/>
            <a:ext cx="127407" cy="0"/>
          </a:xfrm>
          <a:prstGeom prst="line">
            <a:avLst/>
          </a:prstGeom>
          <a:noFill/>
          <a:ln w="15875">
            <a:solidFill>
              <a:srgbClr val="5C4DB7">
                <a:alpha val="76000"/>
              </a:srgbClr>
            </a:solidFill>
            <a:prstDash val="dot"/>
            <a:headEnd type="none"/>
            <a:tailEnd type="none"/>
          </a:ln>
        </p:spPr>
      </p:sp>
      <p:sp>
        <p:nvSpPr>
          <p:cNvPr id="947" name="Shape 945"/>
          <p:cNvSpPr/>
          <p:nvPr/>
        </p:nvSpPr>
        <p:spPr>
          <a:xfrm>
            <a:off x="5827776" y="4332426"/>
            <a:ext cx="0" cy="49249"/>
          </a:xfrm>
          <a:prstGeom prst="line">
            <a:avLst/>
          </a:prstGeom>
          <a:noFill/>
          <a:ln w="15875">
            <a:solidFill>
              <a:srgbClr val="5C4DB7">
                <a:alpha val="76000"/>
              </a:srgbClr>
            </a:solidFill>
            <a:prstDash val="dot"/>
            <a:headEnd type="none"/>
            <a:tailEnd type="none"/>
          </a:ln>
        </p:spPr>
      </p:sp>
      <p:sp>
        <p:nvSpPr>
          <p:cNvPr id="948" name="Shape 946"/>
          <p:cNvSpPr/>
          <p:nvPr/>
        </p:nvSpPr>
        <p:spPr>
          <a:xfrm>
            <a:off x="5827776" y="4378932"/>
            <a:ext cx="127406" cy="0"/>
          </a:xfrm>
          <a:prstGeom prst="line">
            <a:avLst/>
          </a:prstGeom>
          <a:noFill/>
          <a:ln w="15875">
            <a:solidFill>
              <a:srgbClr val="5C4DB7">
                <a:alpha val="76000"/>
              </a:srgbClr>
            </a:solidFill>
            <a:prstDash val="dot"/>
            <a:headEnd type="none"/>
            <a:tailEnd type="none"/>
          </a:ln>
        </p:spPr>
      </p:sp>
      <p:sp>
        <p:nvSpPr>
          <p:cNvPr id="949" name="Shape 947"/>
          <p:cNvSpPr/>
          <p:nvPr/>
        </p:nvSpPr>
        <p:spPr>
          <a:xfrm>
            <a:off x="5952439" y="4376189"/>
            <a:ext cx="0" cy="47943"/>
          </a:xfrm>
          <a:prstGeom prst="line">
            <a:avLst/>
          </a:prstGeom>
          <a:noFill/>
          <a:ln w="15875">
            <a:solidFill>
              <a:srgbClr val="5C4DB7">
                <a:alpha val="76000"/>
              </a:srgbClr>
            </a:solidFill>
            <a:prstDash val="dot"/>
            <a:headEnd type="none"/>
            <a:tailEnd type="none"/>
          </a:ln>
        </p:spPr>
      </p:sp>
      <p:sp>
        <p:nvSpPr>
          <p:cNvPr id="950" name="Shape 948"/>
          <p:cNvSpPr/>
          <p:nvPr/>
        </p:nvSpPr>
        <p:spPr>
          <a:xfrm>
            <a:off x="5952439" y="4421388"/>
            <a:ext cx="127407" cy="0"/>
          </a:xfrm>
          <a:prstGeom prst="line">
            <a:avLst/>
          </a:prstGeom>
          <a:noFill/>
          <a:ln w="15875">
            <a:solidFill>
              <a:srgbClr val="5C4DB7">
                <a:alpha val="76000"/>
              </a:srgbClr>
            </a:solidFill>
            <a:prstDash val="dot"/>
            <a:headEnd type="none"/>
            <a:tailEnd type="none"/>
          </a:ln>
        </p:spPr>
      </p:sp>
      <p:sp>
        <p:nvSpPr>
          <p:cNvPr id="951" name="Shape 949"/>
          <p:cNvSpPr/>
          <p:nvPr/>
        </p:nvSpPr>
        <p:spPr>
          <a:xfrm>
            <a:off x="6077102" y="4418645"/>
            <a:ext cx="0" cy="46782"/>
          </a:xfrm>
          <a:prstGeom prst="line">
            <a:avLst/>
          </a:prstGeom>
          <a:noFill/>
          <a:ln w="15875">
            <a:solidFill>
              <a:srgbClr val="5C4DB7">
                <a:alpha val="76000"/>
              </a:srgbClr>
            </a:solidFill>
            <a:prstDash val="dot"/>
            <a:headEnd type="none"/>
            <a:tailEnd type="none"/>
          </a:ln>
        </p:spPr>
      </p:sp>
      <p:sp>
        <p:nvSpPr>
          <p:cNvPr id="952" name="Shape 950"/>
          <p:cNvSpPr/>
          <p:nvPr/>
        </p:nvSpPr>
        <p:spPr>
          <a:xfrm>
            <a:off x="6077102" y="4462684"/>
            <a:ext cx="127407" cy="0"/>
          </a:xfrm>
          <a:prstGeom prst="line">
            <a:avLst/>
          </a:prstGeom>
          <a:noFill/>
          <a:ln w="15875">
            <a:solidFill>
              <a:srgbClr val="5C4DB7">
                <a:alpha val="76000"/>
              </a:srgbClr>
            </a:solidFill>
            <a:prstDash val="dot"/>
            <a:headEnd type="none"/>
            <a:tailEnd type="none"/>
          </a:ln>
        </p:spPr>
      </p:sp>
      <p:sp>
        <p:nvSpPr>
          <p:cNvPr id="953" name="Shape 951"/>
          <p:cNvSpPr/>
          <p:nvPr/>
        </p:nvSpPr>
        <p:spPr>
          <a:xfrm>
            <a:off x="6201766" y="4459941"/>
            <a:ext cx="0" cy="45731"/>
          </a:xfrm>
          <a:prstGeom prst="line">
            <a:avLst/>
          </a:prstGeom>
          <a:noFill/>
          <a:ln w="15875">
            <a:solidFill>
              <a:srgbClr val="5C4DB7">
                <a:alpha val="76000"/>
              </a:srgbClr>
            </a:solidFill>
            <a:prstDash val="dot"/>
            <a:headEnd type="none"/>
            <a:tailEnd type="none"/>
          </a:ln>
        </p:spPr>
      </p:sp>
      <p:sp>
        <p:nvSpPr>
          <p:cNvPr id="954" name="Shape 952"/>
          <p:cNvSpPr/>
          <p:nvPr/>
        </p:nvSpPr>
        <p:spPr>
          <a:xfrm>
            <a:off x="6201766" y="4502929"/>
            <a:ext cx="127406" cy="0"/>
          </a:xfrm>
          <a:prstGeom prst="line">
            <a:avLst/>
          </a:prstGeom>
          <a:noFill/>
          <a:ln w="15875">
            <a:solidFill>
              <a:srgbClr val="5C4DB7">
                <a:alpha val="76000"/>
              </a:srgbClr>
            </a:solidFill>
            <a:prstDash val="dot"/>
            <a:headEnd type="none"/>
            <a:tailEnd type="none"/>
          </a:ln>
        </p:spPr>
      </p:sp>
      <p:sp>
        <p:nvSpPr>
          <p:cNvPr id="955" name="Shape 953"/>
          <p:cNvSpPr/>
          <p:nvPr/>
        </p:nvSpPr>
        <p:spPr>
          <a:xfrm>
            <a:off x="6326429" y="4500186"/>
            <a:ext cx="0" cy="44656"/>
          </a:xfrm>
          <a:prstGeom prst="line">
            <a:avLst/>
          </a:prstGeom>
          <a:noFill/>
          <a:ln w="15875">
            <a:solidFill>
              <a:srgbClr val="5C4DB7">
                <a:alpha val="76000"/>
              </a:srgbClr>
            </a:solidFill>
            <a:prstDash val="dot"/>
            <a:headEnd type="none"/>
            <a:tailEnd type="none"/>
          </a:ln>
        </p:spPr>
      </p:sp>
      <p:sp>
        <p:nvSpPr>
          <p:cNvPr id="956" name="Shape 954"/>
          <p:cNvSpPr/>
          <p:nvPr/>
        </p:nvSpPr>
        <p:spPr>
          <a:xfrm>
            <a:off x="6326429" y="4542098"/>
            <a:ext cx="127407" cy="0"/>
          </a:xfrm>
          <a:prstGeom prst="line">
            <a:avLst/>
          </a:prstGeom>
          <a:noFill/>
          <a:ln w="15875">
            <a:solidFill>
              <a:srgbClr val="5C4DB7">
                <a:alpha val="76000"/>
              </a:srgbClr>
            </a:solidFill>
            <a:prstDash val="dot"/>
            <a:headEnd type="none"/>
            <a:tailEnd type="none"/>
          </a:ln>
        </p:spPr>
      </p:sp>
      <p:sp>
        <p:nvSpPr>
          <p:cNvPr id="957" name="Shape 955"/>
          <p:cNvSpPr/>
          <p:nvPr/>
        </p:nvSpPr>
        <p:spPr>
          <a:xfrm>
            <a:off x="6451092" y="4539355"/>
            <a:ext cx="0" cy="43550"/>
          </a:xfrm>
          <a:prstGeom prst="line">
            <a:avLst/>
          </a:prstGeom>
          <a:noFill/>
          <a:ln w="15875">
            <a:solidFill>
              <a:srgbClr val="5C4DB7">
                <a:alpha val="76000"/>
              </a:srgbClr>
            </a:solidFill>
            <a:prstDash val="dot"/>
            <a:headEnd type="none"/>
            <a:tailEnd type="none"/>
          </a:ln>
        </p:spPr>
      </p:sp>
      <p:sp>
        <p:nvSpPr>
          <p:cNvPr id="958" name="Shape 956"/>
          <p:cNvSpPr/>
          <p:nvPr/>
        </p:nvSpPr>
        <p:spPr>
          <a:xfrm>
            <a:off x="6451092" y="4580162"/>
            <a:ext cx="127407" cy="0"/>
          </a:xfrm>
          <a:prstGeom prst="line">
            <a:avLst/>
          </a:prstGeom>
          <a:noFill/>
          <a:ln w="15875">
            <a:solidFill>
              <a:srgbClr val="5C4DB7">
                <a:alpha val="76000"/>
              </a:srgbClr>
            </a:solidFill>
            <a:prstDash val="dot"/>
            <a:headEnd type="none"/>
            <a:tailEnd type="none"/>
          </a:ln>
        </p:spPr>
      </p:sp>
      <p:sp>
        <p:nvSpPr>
          <p:cNvPr id="959" name="Shape 957"/>
          <p:cNvSpPr/>
          <p:nvPr/>
        </p:nvSpPr>
        <p:spPr>
          <a:xfrm>
            <a:off x="6575755" y="4577418"/>
            <a:ext cx="0" cy="42548"/>
          </a:xfrm>
          <a:prstGeom prst="line">
            <a:avLst/>
          </a:prstGeom>
          <a:noFill/>
          <a:ln w="15875">
            <a:solidFill>
              <a:srgbClr val="5C4DB7">
                <a:alpha val="76000"/>
              </a:srgbClr>
            </a:solidFill>
            <a:prstDash val="dot"/>
            <a:headEnd type="none"/>
            <a:tailEnd type="none"/>
          </a:ln>
        </p:spPr>
      </p:sp>
      <p:sp>
        <p:nvSpPr>
          <p:cNvPr id="960" name="Shape 958"/>
          <p:cNvSpPr/>
          <p:nvPr/>
        </p:nvSpPr>
        <p:spPr>
          <a:xfrm>
            <a:off x="6575755" y="4617223"/>
            <a:ext cx="127406" cy="0"/>
          </a:xfrm>
          <a:prstGeom prst="line">
            <a:avLst/>
          </a:prstGeom>
          <a:noFill/>
          <a:ln w="15875">
            <a:solidFill>
              <a:srgbClr val="5C4DB7">
                <a:alpha val="76000"/>
              </a:srgbClr>
            </a:solidFill>
            <a:prstDash val="dot"/>
            <a:headEnd type="none"/>
            <a:tailEnd type="none"/>
          </a:ln>
        </p:spPr>
      </p:sp>
      <p:sp>
        <p:nvSpPr>
          <p:cNvPr id="961" name="Shape 959"/>
          <p:cNvSpPr/>
          <p:nvPr/>
        </p:nvSpPr>
        <p:spPr>
          <a:xfrm>
            <a:off x="6700418" y="4614480"/>
            <a:ext cx="0" cy="41434"/>
          </a:xfrm>
          <a:prstGeom prst="line">
            <a:avLst/>
          </a:prstGeom>
          <a:noFill/>
          <a:ln w="15875">
            <a:solidFill>
              <a:srgbClr val="5C4DB7">
                <a:alpha val="76000"/>
              </a:srgbClr>
            </a:solidFill>
            <a:prstDash val="dot"/>
            <a:headEnd type="none"/>
            <a:tailEnd type="none"/>
          </a:ln>
        </p:spPr>
      </p:sp>
      <p:sp>
        <p:nvSpPr>
          <p:cNvPr id="962" name="Shape 960"/>
          <p:cNvSpPr/>
          <p:nvPr/>
        </p:nvSpPr>
        <p:spPr>
          <a:xfrm>
            <a:off x="6700418" y="4653171"/>
            <a:ext cx="127407" cy="0"/>
          </a:xfrm>
          <a:prstGeom prst="line">
            <a:avLst/>
          </a:prstGeom>
          <a:noFill/>
          <a:ln w="15875">
            <a:solidFill>
              <a:srgbClr val="5C4DB7">
                <a:alpha val="76000"/>
              </a:srgbClr>
            </a:solidFill>
            <a:prstDash val="dot"/>
            <a:headEnd type="none"/>
            <a:tailEnd type="none"/>
          </a:ln>
        </p:spPr>
      </p:sp>
      <p:sp>
        <p:nvSpPr>
          <p:cNvPr id="963" name="Shape 961"/>
          <p:cNvSpPr/>
          <p:nvPr/>
        </p:nvSpPr>
        <p:spPr>
          <a:xfrm>
            <a:off x="6825082" y="4650428"/>
            <a:ext cx="0" cy="39875"/>
          </a:xfrm>
          <a:prstGeom prst="line">
            <a:avLst/>
          </a:prstGeom>
          <a:noFill/>
          <a:ln w="15875">
            <a:solidFill>
              <a:srgbClr val="5C4DB7">
                <a:alpha val="76000"/>
              </a:srgbClr>
            </a:solidFill>
            <a:prstDash val="dot"/>
            <a:headEnd type="none"/>
            <a:tailEnd type="none"/>
          </a:ln>
        </p:spPr>
      </p:sp>
      <p:sp>
        <p:nvSpPr>
          <p:cNvPr id="964" name="Shape 962"/>
          <p:cNvSpPr/>
          <p:nvPr/>
        </p:nvSpPr>
        <p:spPr>
          <a:xfrm>
            <a:off x="6825082" y="4687560"/>
            <a:ext cx="127407" cy="0"/>
          </a:xfrm>
          <a:prstGeom prst="line">
            <a:avLst/>
          </a:prstGeom>
          <a:noFill/>
          <a:ln w="15875">
            <a:solidFill>
              <a:srgbClr val="5C4DB7">
                <a:alpha val="76000"/>
              </a:srgbClr>
            </a:solidFill>
            <a:prstDash val="dot"/>
            <a:headEnd type="none"/>
            <a:tailEnd type="none"/>
          </a:ln>
        </p:spPr>
      </p:sp>
      <p:sp>
        <p:nvSpPr>
          <p:cNvPr id="965" name="Shape 963"/>
          <p:cNvSpPr/>
          <p:nvPr/>
        </p:nvSpPr>
        <p:spPr>
          <a:xfrm>
            <a:off x="6949745" y="4684817"/>
            <a:ext cx="0" cy="30517"/>
          </a:xfrm>
          <a:prstGeom prst="line">
            <a:avLst/>
          </a:prstGeom>
          <a:noFill/>
          <a:ln w="15875">
            <a:solidFill>
              <a:srgbClr val="5C4DB7">
                <a:alpha val="76000"/>
              </a:srgbClr>
            </a:solidFill>
            <a:prstDash val="dot"/>
            <a:headEnd type="none"/>
            <a:tailEnd type="none"/>
          </a:ln>
        </p:spPr>
      </p:sp>
      <p:sp>
        <p:nvSpPr>
          <p:cNvPr id="966" name="Shape 964"/>
          <p:cNvSpPr/>
          <p:nvPr/>
        </p:nvSpPr>
        <p:spPr>
          <a:xfrm>
            <a:off x="6949745" y="4712590"/>
            <a:ext cx="127406" cy="0"/>
          </a:xfrm>
          <a:prstGeom prst="line">
            <a:avLst/>
          </a:prstGeom>
          <a:noFill/>
          <a:ln w="15875">
            <a:solidFill>
              <a:srgbClr val="5C4DB7">
                <a:alpha val="76000"/>
              </a:srgbClr>
            </a:solidFill>
            <a:prstDash val="dot"/>
            <a:headEnd type="none"/>
            <a:tailEnd type="none"/>
          </a:ln>
        </p:spPr>
      </p:sp>
      <p:sp>
        <p:nvSpPr>
          <p:cNvPr id="967" name="Shape 965"/>
          <p:cNvSpPr/>
          <p:nvPr/>
        </p:nvSpPr>
        <p:spPr>
          <a:xfrm>
            <a:off x="7074408" y="4709847"/>
            <a:ext cx="0" cy="34752"/>
          </a:xfrm>
          <a:prstGeom prst="line">
            <a:avLst/>
          </a:prstGeom>
          <a:noFill/>
          <a:ln w="15875">
            <a:solidFill>
              <a:srgbClr val="5C4DB7">
                <a:alpha val="76000"/>
              </a:srgbClr>
            </a:solidFill>
            <a:prstDash val="dot"/>
            <a:headEnd type="none"/>
            <a:tailEnd type="none"/>
          </a:ln>
        </p:spPr>
      </p:sp>
      <p:sp>
        <p:nvSpPr>
          <p:cNvPr id="968" name="Shape 966"/>
          <p:cNvSpPr/>
          <p:nvPr/>
        </p:nvSpPr>
        <p:spPr>
          <a:xfrm>
            <a:off x="7074408" y="4741856"/>
            <a:ext cx="127407" cy="0"/>
          </a:xfrm>
          <a:prstGeom prst="line">
            <a:avLst/>
          </a:prstGeom>
          <a:noFill/>
          <a:ln w="15875">
            <a:solidFill>
              <a:srgbClr val="5C4DB7">
                <a:alpha val="76000"/>
              </a:srgbClr>
            </a:solidFill>
            <a:prstDash val="dot"/>
            <a:headEnd type="none"/>
            <a:tailEnd type="none"/>
          </a:ln>
        </p:spPr>
      </p:sp>
      <p:sp>
        <p:nvSpPr>
          <p:cNvPr id="969" name="Shape 967"/>
          <p:cNvSpPr/>
          <p:nvPr/>
        </p:nvSpPr>
        <p:spPr>
          <a:xfrm>
            <a:off x="7199071" y="4739113"/>
            <a:ext cx="0" cy="31759"/>
          </a:xfrm>
          <a:prstGeom prst="line">
            <a:avLst/>
          </a:prstGeom>
          <a:noFill/>
          <a:ln w="15875">
            <a:solidFill>
              <a:srgbClr val="5C4DB7">
                <a:alpha val="76000"/>
              </a:srgbClr>
            </a:solidFill>
            <a:prstDash val="dot"/>
            <a:headEnd type="none"/>
            <a:tailEnd type="none"/>
          </a:ln>
        </p:spPr>
      </p:sp>
      <p:sp>
        <p:nvSpPr>
          <p:cNvPr id="970" name="Shape 968"/>
          <p:cNvSpPr/>
          <p:nvPr/>
        </p:nvSpPr>
        <p:spPr>
          <a:xfrm>
            <a:off x="7199071" y="4768129"/>
            <a:ext cx="127407" cy="0"/>
          </a:xfrm>
          <a:prstGeom prst="line">
            <a:avLst/>
          </a:prstGeom>
          <a:noFill/>
          <a:ln w="15875">
            <a:solidFill>
              <a:srgbClr val="5C4DB7">
                <a:alpha val="76000"/>
              </a:srgbClr>
            </a:solidFill>
            <a:prstDash val="dot"/>
            <a:headEnd type="none"/>
            <a:tailEnd type="none"/>
          </a:ln>
        </p:spPr>
      </p:sp>
      <p:sp>
        <p:nvSpPr>
          <p:cNvPr id="971" name="Shape 969"/>
          <p:cNvSpPr/>
          <p:nvPr/>
        </p:nvSpPr>
        <p:spPr>
          <a:xfrm>
            <a:off x="7323735" y="4765386"/>
            <a:ext cx="0" cy="28524"/>
          </a:xfrm>
          <a:prstGeom prst="line">
            <a:avLst/>
          </a:prstGeom>
          <a:noFill/>
          <a:ln w="15875">
            <a:solidFill>
              <a:srgbClr val="5C4DB7">
                <a:alpha val="76000"/>
              </a:srgbClr>
            </a:solidFill>
            <a:prstDash val="dot"/>
            <a:headEnd type="none"/>
            <a:tailEnd type="none"/>
          </a:ln>
        </p:spPr>
      </p:sp>
      <p:sp>
        <p:nvSpPr>
          <p:cNvPr id="972" name="Shape 970"/>
          <p:cNvSpPr/>
          <p:nvPr/>
        </p:nvSpPr>
        <p:spPr>
          <a:xfrm>
            <a:off x="7323735" y="4791166"/>
            <a:ext cx="127406" cy="0"/>
          </a:xfrm>
          <a:prstGeom prst="line">
            <a:avLst/>
          </a:prstGeom>
          <a:noFill/>
          <a:ln w="15875">
            <a:solidFill>
              <a:srgbClr val="5C4DB7">
                <a:alpha val="76000"/>
              </a:srgbClr>
            </a:solidFill>
            <a:prstDash val="dot"/>
            <a:headEnd type="none"/>
            <a:tailEnd type="none"/>
          </a:ln>
        </p:spPr>
      </p:sp>
      <p:sp>
        <p:nvSpPr>
          <p:cNvPr id="973" name="Shape 971"/>
          <p:cNvSpPr/>
          <p:nvPr/>
        </p:nvSpPr>
        <p:spPr>
          <a:xfrm>
            <a:off x="7448397" y="4788423"/>
            <a:ext cx="0" cy="25373"/>
          </a:xfrm>
          <a:prstGeom prst="line">
            <a:avLst/>
          </a:prstGeom>
          <a:noFill/>
          <a:ln w="15875">
            <a:solidFill>
              <a:srgbClr val="5C4DB7">
                <a:alpha val="76000"/>
              </a:srgbClr>
            </a:solidFill>
            <a:prstDash val="dot"/>
            <a:headEnd type="none"/>
            <a:tailEnd type="none"/>
          </a:ln>
        </p:spPr>
      </p:sp>
      <p:sp>
        <p:nvSpPr>
          <p:cNvPr id="974" name="Shape 972"/>
          <p:cNvSpPr/>
          <p:nvPr/>
        </p:nvSpPr>
        <p:spPr>
          <a:xfrm>
            <a:off x="7448397" y="4811053"/>
            <a:ext cx="127407" cy="0"/>
          </a:xfrm>
          <a:prstGeom prst="line">
            <a:avLst/>
          </a:prstGeom>
          <a:noFill/>
          <a:ln w="15875">
            <a:solidFill>
              <a:srgbClr val="5C4DB7">
                <a:alpha val="76000"/>
              </a:srgbClr>
            </a:solidFill>
            <a:prstDash val="dot"/>
            <a:headEnd type="none"/>
            <a:tailEnd type="none"/>
          </a:ln>
        </p:spPr>
      </p:sp>
      <p:sp>
        <p:nvSpPr>
          <p:cNvPr id="975" name="Shape 973"/>
          <p:cNvSpPr/>
          <p:nvPr/>
        </p:nvSpPr>
        <p:spPr>
          <a:xfrm>
            <a:off x="7573061" y="4808310"/>
            <a:ext cx="0" cy="22515"/>
          </a:xfrm>
          <a:prstGeom prst="line">
            <a:avLst/>
          </a:prstGeom>
          <a:noFill/>
          <a:ln w="15875">
            <a:solidFill>
              <a:srgbClr val="5C4DB7">
                <a:alpha val="76000"/>
              </a:srgbClr>
            </a:solidFill>
            <a:prstDash val="dot"/>
            <a:headEnd type="none"/>
            <a:tailEnd type="none"/>
          </a:ln>
        </p:spPr>
      </p:sp>
      <p:sp>
        <p:nvSpPr>
          <p:cNvPr id="976" name="Shape 974"/>
          <p:cNvSpPr/>
          <p:nvPr/>
        </p:nvSpPr>
        <p:spPr>
          <a:xfrm>
            <a:off x="7573061" y="4828082"/>
            <a:ext cx="127407" cy="0"/>
          </a:xfrm>
          <a:prstGeom prst="line">
            <a:avLst/>
          </a:prstGeom>
          <a:noFill/>
          <a:ln w="15875">
            <a:solidFill>
              <a:srgbClr val="5C4DB7">
                <a:alpha val="76000"/>
              </a:srgbClr>
            </a:solidFill>
            <a:prstDash val="dot"/>
            <a:headEnd type="none"/>
            <a:tailEnd type="none"/>
          </a:ln>
        </p:spPr>
      </p:sp>
      <p:sp>
        <p:nvSpPr>
          <p:cNvPr id="977" name="Shape 975"/>
          <p:cNvSpPr/>
          <p:nvPr/>
        </p:nvSpPr>
        <p:spPr>
          <a:xfrm>
            <a:off x="7697724" y="4825339"/>
            <a:ext cx="0" cy="20253"/>
          </a:xfrm>
          <a:prstGeom prst="line">
            <a:avLst/>
          </a:prstGeom>
          <a:noFill/>
          <a:ln w="15875">
            <a:solidFill>
              <a:srgbClr val="5C4DB7">
                <a:alpha val="76000"/>
              </a:srgbClr>
            </a:solidFill>
            <a:prstDash val="dot"/>
            <a:headEnd type="none"/>
            <a:tailEnd type="none"/>
          </a:ln>
        </p:spPr>
      </p:sp>
      <p:sp>
        <p:nvSpPr>
          <p:cNvPr id="978" name="Shape 976"/>
          <p:cNvSpPr/>
          <p:nvPr/>
        </p:nvSpPr>
        <p:spPr>
          <a:xfrm>
            <a:off x="7697724" y="4842849"/>
            <a:ext cx="127406" cy="0"/>
          </a:xfrm>
          <a:prstGeom prst="line">
            <a:avLst/>
          </a:prstGeom>
          <a:noFill/>
          <a:ln w="15875">
            <a:solidFill>
              <a:srgbClr val="5C4DB7">
                <a:alpha val="76000"/>
              </a:srgbClr>
            </a:solidFill>
            <a:prstDash val="dot"/>
            <a:headEnd type="none"/>
            <a:tailEnd type="none"/>
          </a:ln>
        </p:spPr>
      </p:sp>
      <p:sp>
        <p:nvSpPr>
          <p:cNvPr id="979" name="Shape 977"/>
          <p:cNvSpPr/>
          <p:nvPr/>
        </p:nvSpPr>
        <p:spPr>
          <a:xfrm>
            <a:off x="7822387" y="4840105"/>
            <a:ext cx="0" cy="18681"/>
          </a:xfrm>
          <a:prstGeom prst="line">
            <a:avLst/>
          </a:prstGeom>
          <a:noFill/>
          <a:ln w="15875">
            <a:solidFill>
              <a:srgbClr val="5C4DB7">
                <a:alpha val="76000"/>
              </a:srgbClr>
            </a:solidFill>
            <a:prstDash val="dot"/>
            <a:headEnd type="none"/>
            <a:tailEnd type="none"/>
          </a:ln>
        </p:spPr>
      </p:sp>
      <p:sp>
        <p:nvSpPr>
          <p:cNvPr id="980" name="Shape 978"/>
          <p:cNvSpPr/>
          <p:nvPr/>
        </p:nvSpPr>
        <p:spPr>
          <a:xfrm>
            <a:off x="7822387" y="4856043"/>
            <a:ext cx="127407" cy="0"/>
          </a:xfrm>
          <a:prstGeom prst="line">
            <a:avLst/>
          </a:prstGeom>
          <a:noFill/>
          <a:ln w="15875">
            <a:solidFill>
              <a:srgbClr val="5C4DB7">
                <a:alpha val="76000"/>
              </a:srgbClr>
            </a:solidFill>
            <a:prstDash val="dot"/>
            <a:headEnd type="none"/>
            <a:tailEnd type="none"/>
          </a:ln>
        </p:spPr>
      </p:sp>
      <p:sp>
        <p:nvSpPr>
          <p:cNvPr id="981" name="Shape 979"/>
          <p:cNvSpPr/>
          <p:nvPr/>
        </p:nvSpPr>
        <p:spPr>
          <a:xfrm>
            <a:off x="7947050" y="4853300"/>
            <a:ext cx="0" cy="17287"/>
          </a:xfrm>
          <a:prstGeom prst="line">
            <a:avLst/>
          </a:prstGeom>
          <a:noFill/>
          <a:ln w="15875">
            <a:solidFill>
              <a:srgbClr val="5C4DB7">
                <a:alpha val="76000"/>
              </a:srgbClr>
            </a:solidFill>
            <a:prstDash val="dot"/>
            <a:headEnd type="none"/>
            <a:tailEnd type="none"/>
          </a:ln>
        </p:spPr>
      </p:sp>
      <p:sp>
        <p:nvSpPr>
          <p:cNvPr id="982" name="Shape 980"/>
          <p:cNvSpPr/>
          <p:nvPr/>
        </p:nvSpPr>
        <p:spPr>
          <a:xfrm>
            <a:off x="7947050" y="4867844"/>
            <a:ext cx="127407" cy="0"/>
          </a:xfrm>
          <a:prstGeom prst="line">
            <a:avLst/>
          </a:prstGeom>
          <a:noFill/>
          <a:ln w="15875">
            <a:solidFill>
              <a:srgbClr val="5C4DB7">
                <a:alpha val="76000"/>
              </a:srgbClr>
            </a:solidFill>
            <a:prstDash val="dot"/>
            <a:headEnd type="none"/>
            <a:tailEnd type="none"/>
          </a:ln>
        </p:spPr>
      </p:sp>
      <p:sp>
        <p:nvSpPr>
          <p:cNvPr id="983" name="Shape 981"/>
          <p:cNvSpPr/>
          <p:nvPr/>
        </p:nvSpPr>
        <p:spPr>
          <a:xfrm>
            <a:off x="8071714" y="4865100"/>
            <a:ext cx="0" cy="16019"/>
          </a:xfrm>
          <a:prstGeom prst="line">
            <a:avLst/>
          </a:prstGeom>
          <a:noFill/>
          <a:ln w="15875">
            <a:solidFill>
              <a:srgbClr val="5C4DB7">
                <a:alpha val="76000"/>
              </a:srgbClr>
            </a:solidFill>
            <a:prstDash val="dot"/>
            <a:headEnd type="none"/>
            <a:tailEnd type="none"/>
          </a:ln>
        </p:spPr>
      </p:sp>
      <p:sp>
        <p:nvSpPr>
          <p:cNvPr id="984" name="Shape 982"/>
          <p:cNvSpPr/>
          <p:nvPr/>
        </p:nvSpPr>
        <p:spPr>
          <a:xfrm>
            <a:off x="8071714" y="4878376"/>
            <a:ext cx="127406" cy="0"/>
          </a:xfrm>
          <a:prstGeom prst="line">
            <a:avLst/>
          </a:prstGeom>
          <a:noFill/>
          <a:ln w="15875">
            <a:solidFill>
              <a:srgbClr val="5C4DB7">
                <a:alpha val="76000"/>
              </a:srgbClr>
            </a:solidFill>
            <a:prstDash val="dot"/>
            <a:headEnd type="none"/>
            <a:tailEnd type="none"/>
          </a:ln>
        </p:spPr>
      </p:sp>
      <p:sp>
        <p:nvSpPr>
          <p:cNvPr id="985" name="Shape 983"/>
          <p:cNvSpPr/>
          <p:nvPr/>
        </p:nvSpPr>
        <p:spPr>
          <a:xfrm>
            <a:off x="8196377" y="4875633"/>
            <a:ext cx="0" cy="14897"/>
          </a:xfrm>
          <a:prstGeom prst="line">
            <a:avLst/>
          </a:prstGeom>
          <a:noFill/>
          <a:ln w="15875">
            <a:solidFill>
              <a:srgbClr val="5C4DB7">
                <a:alpha val="76000"/>
              </a:srgbClr>
            </a:solidFill>
            <a:prstDash val="dot"/>
            <a:headEnd type="none"/>
            <a:tailEnd type="none"/>
          </a:ln>
        </p:spPr>
      </p:sp>
      <p:sp>
        <p:nvSpPr>
          <p:cNvPr id="986" name="Shape 984"/>
          <p:cNvSpPr/>
          <p:nvPr/>
        </p:nvSpPr>
        <p:spPr>
          <a:xfrm>
            <a:off x="8196377" y="4887786"/>
            <a:ext cx="127407" cy="0"/>
          </a:xfrm>
          <a:prstGeom prst="line">
            <a:avLst/>
          </a:prstGeom>
          <a:noFill/>
          <a:ln w="15875">
            <a:solidFill>
              <a:srgbClr val="5C4DB7">
                <a:alpha val="76000"/>
              </a:srgbClr>
            </a:solidFill>
            <a:prstDash val="dot"/>
            <a:headEnd type="none"/>
            <a:tailEnd type="none"/>
          </a:ln>
        </p:spPr>
      </p:sp>
      <p:sp>
        <p:nvSpPr>
          <p:cNvPr id="987" name="Shape 985"/>
          <p:cNvSpPr/>
          <p:nvPr/>
        </p:nvSpPr>
        <p:spPr>
          <a:xfrm>
            <a:off x="8321040" y="4885043"/>
            <a:ext cx="0" cy="13896"/>
          </a:xfrm>
          <a:prstGeom prst="line">
            <a:avLst/>
          </a:prstGeom>
          <a:noFill/>
          <a:ln w="15875">
            <a:solidFill>
              <a:srgbClr val="5C4DB7">
                <a:alpha val="76000"/>
              </a:srgbClr>
            </a:solidFill>
            <a:prstDash val="dot"/>
            <a:headEnd type="none"/>
            <a:tailEnd type="none"/>
          </a:ln>
        </p:spPr>
      </p:sp>
      <p:sp>
        <p:nvSpPr>
          <p:cNvPr id="988" name="Shape 986"/>
          <p:cNvSpPr/>
          <p:nvPr/>
        </p:nvSpPr>
        <p:spPr>
          <a:xfrm>
            <a:off x="841248" y="4896196"/>
            <a:ext cx="127407" cy="0"/>
          </a:xfrm>
          <a:prstGeom prst="line">
            <a:avLst/>
          </a:prstGeom>
          <a:noFill/>
          <a:ln w="15875">
            <a:solidFill>
              <a:srgbClr val="168B83">
                <a:alpha val="76000"/>
              </a:srgbClr>
            </a:solidFill>
            <a:prstDash val="dot"/>
            <a:headEnd type="none"/>
            <a:tailEnd type="none"/>
          </a:ln>
        </p:spPr>
      </p:sp>
      <p:sp>
        <p:nvSpPr>
          <p:cNvPr id="989" name="Shape 987"/>
          <p:cNvSpPr/>
          <p:nvPr/>
        </p:nvSpPr>
        <p:spPr>
          <a:xfrm>
            <a:off x="965911" y="4872677"/>
            <a:ext cx="0" cy="26263"/>
          </a:xfrm>
          <a:prstGeom prst="line">
            <a:avLst/>
          </a:prstGeom>
          <a:noFill/>
          <a:ln w="15875">
            <a:solidFill>
              <a:srgbClr val="168B83">
                <a:alpha val="76000"/>
              </a:srgbClr>
            </a:solidFill>
            <a:prstDash val="dot"/>
            <a:headEnd type="none"/>
            <a:tailEnd type="none"/>
          </a:ln>
        </p:spPr>
      </p:sp>
      <p:sp>
        <p:nvSpPr>
          <p:cNvPr id="990" name="Shape 988"/>
          <p:cNvSpPr/>
          <p:nvPr/>
        </p:nvSpPr>
        <p:spPr>
          <a:xfrm>
            <a:off x="965911" y="4875420"/>
            <a:ext cx="127406" cy="0"/>
          </a:xfrm>
          <a:prstGeom prst="line">
            <a:avLst/>
          </a:prstGeom>
          <a:noFill/>
          <a:ln w="15875">
            <a:solidFill>
              <a:srgbClr val="168B83">
                <a:alpha val="76000"/>
              </a:srgbClr>
            </a:solidFill>
            <a:prstDash val="dot"/>
            <a:headEnd type="none"/>
            <a:tailEnd type="none"/>
          </a:ln>
        </p:spPr>
      </p:sp>
      <p:sp>
        <p:nvSpPr>
          <p:cNvPr id="991" name="Shape 989"/>
          <p:cNvSpPr/>
          <p:nvPr/>
        </p:nvSpPr>
        <p:spPr>
          <a:xfrm>
            <a:off x="1090574" y="4840502"/>
            <a:ext cx="0" cy="37661"/>
          </a:xfrm>
          <a:prstGeom prst="line">
            <a:avLst/>
          </a:prstGeom>
          <a:noFill/>
          <a:ln w="15875">
            <a:solidFill>
              <a:srgbClr val="168B83">
                <a:alpha val="76000"/>
              </a:srgbClr>
            </a:solidFill>
            <a:prstDash val="dot"/>
            <a:headEnd type="none"/>
            <a:tailEnd type="none"/>
          </a:ln>
        </p:spPr>
      </p:sp>
      <p:sp>
        <p:nvSpPr>
          <p:cNvPr id="992" name="Shape 990"/>
          <p:cNvSpPr/>
          <p:nvPr/>
        </p:nvSpPr>
        <p:spPr>
          <a:xfrm>
            <a:off x="1090574" y="4843245"/>
            <a:ext cx="127407" cy="0"/>
          </a:xfrm>
          <a:prstGeom prst="line">
            <a:avLst/>
          </a:prstGeom>
          <a:noFill/>
          <a:ln w="15875">
            <a:solidFill>
              <a:srgbClr val="168B83">
                <a:alpha val="76000"/>
              </a:srgbClr>
            </a:solidFill>
            <a:prstDash val="dot"/>
            <a:headEnd type="none"/>
            <a:tailEnd type="none"/>
          </a:ln>
        </p:spPr>
      </p:sp>
      <p:sp>
        <p:nvSpPr>
          <p:cNvPr id="993" name="Shape 991"/>
          <p:cNvSpPr/>
          <p:nvPr/>
        </p:nvSpPr>
        <p:spPr>
          <a:xfrm>
            <a:off x="1215238" y="4757669"/>
            <a:ext cx="0" cy="88320"/>
          </a:xfrm>
          <a:prstGeom prst="line">
            <a:avLst/>
          </a:prstGeom>
          <a:noFill/>
          <a:ln w="15875">
            <a:solidFill>
              <a:srgbClr val="168B83">
                <a:alpha val="76000"/>
              </a:srgbClr>
            </a:solidFill>
            <a:prstDash val="dot"/>
            <a:headEnd type="none"/>
            <a:tailEnd type="none"/>
          </a:ln>
        </p:spPr>
      </p:sp>
      <p:sp>
        <p:nvSpPr>
          <p:cNvPr id="994" name="Shape 992"/>
          <p:cNvSpPr/>
          <p:nvPr/>
        </p:nvSpPr>
        <p:spPr>
          <a:xfrm>
            <a:off x="1215238" y="4760412"/>
            <a:ext cx="127407" cy="0"/>
          </a:xfrm>
          <a:prstGeom prst="line">
            <a:avLst/>
          </a:prstGeom>
          <a:noFill/>
          <a:ln w="15875">
            <a:solidFill>
              <a:srgbClr val="168B83">
                <a:alpha val="76000"/>
              </a:srgbClr>
            </a:solidFill>
            <a:prstDash val="dot"/>
            <a:headEnd type="none"/>
            <a:tailEnd type="none"/>
          </a:ln>
        </p:spPr>
      </p:sp>
      <p:sp>
        <p:nvSpPr>
          <p:cNvPr id="995" name="Shape 993"/>
          <p:cNvSpPr/>
          <p:nvPr/>
        </p:nvSpPr>
        <p:spPr>
          <a:xfrm>
            <a:off x="1339901" y="4624088"/>
            <a:ext cx="0" cy="139067"/>
          </a:xfrm>
          <a:prstGeom prst="line">
            <a:avLst/>
          </a:prstGeom>
          <a:noFill/>
          <a:ln w="15875">
            <a:solidFill>
              <a:srgbClr val="168B83">
                <a:alpha val="76000"/>
              </a:srgbClr>
            </a:solidFill>
            <a:prstDash val="dot"/>
            <a:headEnd type="none"/>
            <a:tailEnd type="none"/>
          </a:ln>
        </p:spPr>
      </p:sp>
      <p:sp>
        <p:nvSpPr>
          <p:cNvPr id="996" name="Shape 994"/>
          <p:cNvSpPr/>
          <p:nvPr/>
        </p:nvSpPr>
        <p:spPr>
          <a:xfrm>
            <a:off x="1339901" y="4626832"/>
            <a:ext cx="127406" cy="0"/>
          </a:xfrm>
          <a:prstGeom prst="line">
            <a:avLst/>
          </a:prstGeom>
          <a:noFill/>
          <a:ln w="15875">
            <a:solidFill>
              <a:srgbClr val="168B83">
                <a:alpha val="76000"/>
              </a:srgbClr>
            </a:solidFill>
            <a:prstDash val="dot"/>
            <a:headEnd type="none"/>
            <a:tailEnd type="none"/>
          </a:ln>
        </p:spPr>
      </p:sp>
      <p:sp>
        <p:nvSpPr>
          <p:cNvPr id="997" name="Shape 995"/>
          <p:cNvSpPr/>
          <p:nvPr/>
        </p:nvSpPr>
        <p:spPr>
          <a:xfrm>
            <a:off x="1464564" y="4449551"/>
            <a:ext cx="0" cy="180024"/>
          </a:xfrm>
          <a:prstGeom prst="line">
            <a:avLst/>
          </a:prstGeom>
          <a:noFill/>
          <a:ln w="15875">
            <a:solidFill>
              <a:srgbClr val="168B83">
                <a:alpha val="76000"/>
              </a:srgbClr>
            </a:solidFill>
            <a:prstDash val="dot"/>
            <a:headEnd type="none"/>
            <a:tailEnd type="none"/>
          </a:ln>
        </p:spPr>
      </p:sp>
      <p:sp>
        <p:nvSpPr>
          <p:cNvPr id="998" name="Shape 996"/>
          <p:cNvSpPr/>
          <p:nvPr/>
        </p:nvSpPr>
        <p:spPr>
          <a:xfrm>
            <a:off x="1464564" y="4452294"/>
            <a:ext cx="127407" cy="0"/>
          </a:xfrm>
          <a:prstGeom prst="line">
            <a:avLst/>
          </a:prstGeom>
          <a:noFill/>
          <a:ln w="15875">
            <a:solidFill>
              <a:srgbClr val="168B83">
                <a:alpha val="76000"/>
              </a:srgbClr>
            </a:solidFill>
            <a:prstDash val="dot"/>
            <a:headEnd type="none"/>
            <a:tailEnd type="none"/>
          </a:ln>
        </p:spPr>
      </p:sp>
      <p:sp>
        <p:nvSpPr>
          <p:cNvPr id="999" name="Shape 997"/>
          <p:cNvSpPr/>
          <p:nvPr/>
        </p:nvSpPr>
        <p:spPr>
          <a:xfrm>
            <a:off x="1589227" y="4249706"/>
            <a:ext cx="0" cy="205331"/>
          </a:xfrm>
          <a:prstGeom prst="line">
            <a:avLst/>
          </a:prstGeom>
          <a:noFill/>
          <a:ln w="15875">
            <a:solidFill>
              <a:srgbClr val="168B83">
                <a:alpha val="76000"/>
              </a:srgbClr>
            </a:solidFill>
            <a:prstDash val="dot"/>
            <a:headEnd type="none"/>
            <a:tailEnd type="none"/>
          </a:ln>
        </p:spPr>
      </p:sp>
      <p:sp>
        <p:nvSpPr>
          <p:cNvPr id="1000" name="Shape 998"/>
          <p:cNvSpPr/>
          <p:nvPr/>
        </p:nvSpPr>
        <p:spPr>
          <a:xfrm>
            <a:off x="1589227" y="4252449"/>
            <a:ext cx="127407" cy="0"/>
          </a:xfrm>
          <a:prstGeom prst="line">
            <a:avLst/>
          </a:prstGeom>
          <a:noFill/>
          <a:ln w="15875">
            <a:solidFill>
              <a:srgbClr val="168B83">
                <a:alpha val="76000"/>
              </a:srgbClr>
            </a:solidFill>
            <a:prstDash val="dot"/>
            <a:headEnd type="none"/>
            <a:tailEnd type="none"/>
          </a:ln>
        </p:spPr>
      </p:sp>
      <p:sp>
        <p:nvSpPr>
          <p:cNvPr id="1001" name="Shape 999"/>
          <p:cNvSpPr/>
          <p:nvPr/>
        </p:nvSpPr>
        <p:spPr>
          <a:xfrm>
            <a:off x="1713891" y="4041022"/>
            <a:ext cx="0" cy="214170"/>
          </a:xfrm>
          <a:prstGeom prst="line">
            <a:avLst/>
          </a:prstGeom>
          <a:noFill/>
          <a:ln w="15875">
            <a:solidFill>
              <a:srgbClr val="168B83">
                <a:alpha val="76000"/>
              </a:srgbClr>
            </a:solidFill>
            <a:prstDash val="dot"/>
            <a:headEnd type="none"/>
            <a:tailEnd type="none"/>
          </a:ln>
        </p:spPr>
      </p:sp>
      <p:sp>
        <p:nvSpPr>
          <p:cNvPr id="1002" name="Shape 1000"/>
          <p:cNvSpPr/>
          <p:nvPr/>
        </p:nvSpPr>
        <p:spPr>
          <a:xfrm>
            <a:off x="1713891" y="4043765"/>
            <a:ext cx="127406" cy="0"/>
          </a:xfrm>
          <a:prstGeom prst="line">
            <a:avLst/>
          </a:prstGeom>
          <a:noFill/>
          <a:ln w="15875">
            <a:solidFill>
              <a:srgbClr val="168B83">
                <a:alpha val="76000"/>
              </a:srgbClr>
            </a:solidFill>
            <a:prstDash val="dot"/>
            <a:headEnd type="none"/>
            <a:tailEnd type="none"/>
          </a:ln>
        </p:spPr>
      </p:sp>
      <p:sp>
        <p:nvSpPr>
          <p:cNvPr id="1003" name="Shape 1001"/>
          <p:cNvSpPr/>
          <p:nvPr/>
        </p:nvSpPr>
        <p:spPr>
          <a:xfrm>
            <a:off x="1838553" y="3842410"/>
            <a:ext cx="0" cy="204098"/>
          </a:xfrm>
          <a:prstGeom prst="line">
            <a:avLst/>
          </a:prstGeom>
          <a:noFill/>
          <a:ln w="15875">
            <a:solidFill>
              <a:srgbClr val="168B83">
                <a:alpha val="76000"/>
              </a:srgbClr>
            </a:solidFill>
            <a:prstDash val="dot"/>
            <a:headEnd type="none"/>
            <a:tailEnd type="none"/>
          </a:ln>
        </p:spPr>
      </p:sp>
      <p:sp>
        <p:nvSpPr>
          <p:cNvPr id="1004" name="Shape 1002"/>
          <p:cNvSpPr/>
          <p:nvPr/>
        </p:nvSpPr>
        <p:spPr>
          <a:xfrm>
            <a:off x="1838553" y="3845154"/>
            <a:ext cx="127407" cy="0"/>
          </a:xfrm>
          <a:prstGeom prst="line">
            <a:avLst/>
          </a:prstGeom>
          <a:noFill/>
          <a:ln w="15875">
            <a:solidFill>
              <a:srgbClr val="168B83">
                <a:alpha val="76000"/>
              </a:srgbClr>
            </a:solidFill>
            <a:prstDash val="dot"/>
            <a:headEnd type="none"/>
            <a:tailEnd type="none"/>
          </a:ln>
        </p:spPr>
      </p:sp>
      <p:sp>
        <p:nvSpPr>
          <p:cNvPr id="1005" name="Shape 1003"/>
          <p:cNvSpPr/>
          <p:nvPr/>
        </p:nvSpPr>
        <p:spPr>
          <a:xfrm>
            <a:off x="1963217" y="3661194"/>
            <a:ext cx="0" cy="186703"/>
          </a:xfrm>
          <a:prstGeom prst="line">
            <a:avLst/>
          </a:prstGeom>
          <a:noFill/>
          <a:ln w="15875">
            <a:solidFill>
              <a:srgbClr val="168B83">
                <a:alpha val="76000"/>
              </a:srgbClr>
            </a:solidFill>
            <a:prstDash val="dot"/>
            <a:headEnd type="none"/>
            <a:tailEnd type="none"/>
          </a:ln>
        </p:spPr>
      </p:sp>
      <p:sp>
        <p:nvSpPr>
          <p:cNvPr id="1006" name="Shape 1004"/>
          <p:cNvSpPr/>
          <p:nvPr/>
        </p:nvSpPr>
        <p:spPr>
          <a:xfrm>
            <a:off x="1963217" y="3663937"/>
            <a:ext cx="127407" cy="0"/>
          </a:xfrm>
          <a:prstGeom prst="line">
            <a:avLst/>
          </a:prstGeom>
          <a:noFill/>
          <a:ln w="15875">
            <a:solidFill>
              <a:srgbClr val="168B83">
                <a:alpha val="76000"/>
              </a:srgbClr>
            </a:solidFill>
            <a:prstDash val="dot"/>
            <a:headEnd type="none"/>
            <a:tailEnd type="none"/>
          </a:ln>
        </p:spPr>
      </p:sp>
      <p:sp>
        <p:nvSpPr>
          <p:cNvPr id="1007" name="Shape 1005"/>
          <p:cNvSpPr/>
          <p:nvPr/>
        </p:nvSpPr>
        <p:spPr>
          <a:xfrm>
            <a:off x="2087880" y="3499759"/>
            <a:ext cx="0" cy="166921"/>
          </a:xfrm>
          <a:prstGeom prst="line">
            <a:avLst/>
          </a:prstGeom>
          <a:noFill/>
          <a:ln w="15875">
            <a:solidFill>
              <a:srgbClr val="168B83">
                <a:alpha val="76000"/>
              </a:srgbClr>
            </a:solidFill>
            <a:prstDash val="dot"/>
            <a:headEnd type="none"/>
            <a:tailEnd type="none"/>
          </a:ln>
        </p:spPr>
      </p:sp>
      <p:sp>
        <p:nvSpPr>
          <p:cNvPr id="1008" name="Shape 1006"/>
          <p:cNvSpPr/>
          <p:nvPr/>
        </p:nvSpPr>
        <p:spPr>
          <a:xfrm>
            <a:off x="2087880" y="3502502"/>
            <a:ext cx="127406" cy="0"/>
          </a:xfrm>
          <a:prstGeom prst="line">
            <a:avLst/>
          </a:prstGeom>
          <a:noFill/>
          <a:ln w="15875">
            <a:solidFill>
              <a:srgbClr val="168B83">
                <a:alpha val="76000"/>
              </a:srgbClr>
            </a:solidFill>
            <a:prstDash val="dot"/>
            <a:headEnd type="none"/>
            <a:tailEnd type="none"/>
          </a:ln>
        </p:spPr>
      </p:sp>
      <p:sp>
        <p:nvSpPr>
          <p:cNvPr id="1009" name="Shape 1007"/>
          <p:cNvSpPr/>
          <p:nvPr/>
        </p:nvSpPr>
        <p:spPr>
          <a:xfrm>
            <a:off x="2212543" y="3359342"/>
            <a:ext cx="0" cy="145904"/>
          </a:xfrm>
          <a:prstGeom prst="line">
            <a:avLst/>
          </a:prstGeom>
          <a:noFill/>
          <a:ln w="15875">
            <a:solidFill>
              <a:srgbClr val="168B83">
                <a:alpha val="76000"/>
              </a:srgbClr>
            </a:solidFill>
            <a:prstDash val="dot"/>
            <a:headEnd type="none"/>
            <a:tailEnd type="none"/>
          </a:ln>
        </p:spPr>
      </p:sp>
      <p:sp>
        <p:nvSpPr>
          <p:cNvPr id="1010" name="Shape 1008"/>
          <p:cNvSpPr/>
          <p:nvPr/>
        </p:nvSpPr>
        <p:spPr>
          <a:xfrm>
            <a:off x="2212543" y="3362085"/>
            <a:ext cx="127407" cy="0"/>
          </a:xfrm>
          <a:prstGeom prst="line">
            <a:avLst/>
          </a:prstGeom>
          <a:noFill/>
          <a:ln w="15875">
            <a:solidFill>
              <a:srgbClr val="168B83">
                <a:alpha val="76000"/>
              </a:srgbClr>
            </a:solidFill>
            <a:prstDash val="dot"/>
            <a:headEnd type="none"/>
            <a:tailEnd type="none"/>
          </a:ln>
        </p:spPr>
      </p:sp>
      <p:sp>
        <p:nvSpPr>
          <p:cNvPr id="1011" name="Shape 1009"/>
          <p:cNvSpPr/>
          <p:nvPr/>
        </p:nvSpPr>
        <p:spPr>
          <a:xfrm>
            <a:off x="2337206" y="3238179"/>
            <a:ext cx="0" cy="126649"/>
          </a:xfrm>
          <a:prstGeom prst="line">
            <a:avLst/>
          </a:prstGeom>
          <a:noFill/>
          <a:ln w="15875">
            <a:solidFill>
              <a:srgbClr val="168B83">
                <a:alpha val="76000"/>
              </a:srgbClr>
            </a:solidFill>
            <a:prstDash val="dot"/>
            <a:headEnd type="none"/>
            <a:tailEnd type="none"/>
          </a:ln>
        </p:spPr>
      </p:sp>
      <p:sp>
        <p:nvSpPr>
          <p:cNvPr id="1012" name="Shape 1010"/>
          <p:cNvSpPr/>
          <p:nvPr/>
        </p:nvSpPr>
        <p:spPr>
          <a:xfrm>
            <a:off x="2337206" y="3240923"/>
            <a:ext cx="127407" cy="0"/>
          </a:xfrm>
          <a:prstGeom prst="line">
            <a:avLst/>
          </a:prstGeom>
          <a:noFill/>
          <a:ln w="15875">
            <a:solidFill>
              <a:srgbClr val="168B83">
                <a:alpha val="76000"/>
              </a:srgbClr>
            </a:solidFill>
            <a:prstDash val="dot"/>
            <a:headEnd type="none"/>
            <a:tailEnd type="none"/>
          </a:ln>
        </p:spPr>
      </p:sp>
      <p:sp>
        <p:nvSpPr>
          <p:cNvPr id="1013" name="Shape 1011"/>
          <p:cNvSpPr/>
          <p:nvPr/>
        </p:nvSpPr>
        <p:spPr>
          <a:xfrm>
            <a:off x="2461870" y="3160614"/>
            <a:ext cx="0" cy="83052"/>
          </a:xfrm>
          <a:prstGeom prst="line">
            <a:avLst/>
          </a:prstGeom>
          <a:noFill/>
          <a:ln w="15875">
            <a:solidFill>
              <a:srgbClr val="168B83">
                <a:alpha val="76000"/>
              </a:srgbClr>
            </a:solidFill>
            <a:prstDash val="dot"/>
            <a:headEnd type="none"/>
            <a:tailEnd type="none"/>
          </a:ln>
        </p:spPr>
      </p:sp>
      <p:sp>
        <p:nvSpPr>
          <p:cNvPr id="1014" name="Shape 1012"/>
          <p:cNvSpPr/>
          <p:nvPr/>
        </p:nvSpPr>
        <p:spPr>
          <a:xfrm>
            <a:off x="2461870" y="3163357"/>
            <a:ext cx="127406" cy="0"/>
          </a:xfrm>
          <a:prstGeom prst="line">
            <a:avLst/>
          </a:prstGeom>
          <a:noFill/>
          <a:ln w="15875">
            <a:solidFill>
              <a:srgbClr val="168B83">
                <a:alpha val="76000"/>
              </a:srgbClr>
            </a:solidFill>
            <a:prstDash val="dot"/>
            <a:headEnd type="none"/>
            <a:tailEnd type="none"/>
          </a:ln>
        </p:spPr>
      </p:sp>
      <p:sp>
        <p:nvSpPr>
          <p:cNvPr id="1015" name="Shape 1013"/>
          <p:cNvSpPr/>
          <p:nvPr/>
        </p:nvSpPr>
        <p:spPr>
          <a:xfrm>
            <a:off x="2586533" y="3071726"/>
            <a:ext cx="0" cy="94374"/>
          </a:xfrm>
          <a:prstGeom prst="line">
            <a:avLst/>
          </a:prstGeom>
          <a:noFill/>
          <a:ln w="15875">
            <a:solidFill>
              <a:srgbClr val="168B83">
                <a:alpha val="76000"/>
              </a:srgbClr>
            </a:solidFill>
            <a:prstDash val="dot"/>
            <a:headEnd type="none"/>
            <a:tailEnd type="none"/>
          </a:ln>
        </p:spPr>
      </p:sp>
      <p:sp>
        <p:nvSpPr>
          <p:cNvPr id="1016" name="Shape 1014"/>
          <p:cNvSpPr/>
          <p:nvPr/>
        </p:nvSpPr>
        <p:spPr>
          <a:xfrm>
            <a:off x="2586533" y="3074469"/>
            <a:ext cx="127407" cy="0"/>
          </a:xfrm>
          <a:prstGeom prst="line">
            <a:avLst/>
          </a:prstGeom>
          <a:noFill/>
          <a:ln w="15875">
            <a:solidFill>
              <a:srgbClr val="168B83">
                <a:alpha val="76000"/>
              </a:srgbClr>
            </a:solidFill>
            <a:prstDash val="dot"/>
            <a:headEnd type="none"/>
            <a:tailEnd type="none"/>
          </a:ln>
        </p:spPr>
      </p:sp>
      <p:sp>
        <p:nvSpPr>
          <p:cNvPr id="1017" name="Shape 1015"/>
          <p:cNvSpPr/>
          <p:nvPr/>
        </p:nvSpPr>
        <p:spPr>
          <a:xfrm>
            <a:off x="2711196" y="2991171"/>
            <a:ext cx="0" cy="86042"/>
          </a:xfrm>
          <a:prstGeom prst="line">
            <a:avLst/>
          </a:prstGeom>
          <a:noFill/>
          <a:ln w="15875">
            <a:solidFill>
              <a:srgbClr val="168B83">
                <a:alpha val="76000"/>
              </a:srgbClr>
            </a:solidFill>
            <a:prstDash val="dot"/>
            <a:headEnd type="none"/>
            <a:tailEnd type="none"/>
          </a:ln>
        </p:spPr>
      </p:sp>
      <p:sp>
        <p:nvSpPr>
          <p:cNvPr id="1018" name="Shape 1016"/>
          <p:cNvSpPr/>
          <p:nvPr/>
        </p:nvSpPr>
        <p:spPr>
          <a:xfrm>
            <a:off x="2711196" y="2993914"/>
            <a:ext cx="127407" cy="0"/>
          </a:xfrm>
          <a:prstGeom prst="line">
            <a:avLst/>
          </a:prstGeom>
          <a:noFill/>
          <a:ln w="15875">
            <a:solidFill>
              <a:srgbClr val="168B83">
                <a:alpha val="76000"/>
              </a:srgbClr>
            </a:solidFill>
            <a:prstDash val="dot"/>
            <a:headEnd type="none"/>
            <a:tailEnd type="none"/>
          </a:ln>
        </p:spPr>
      </p:sp>
      <p:sp>
        <p:nvSpPr>
          <p:cNvPr id="1019" name="Shape 1017"/>
          <p:cNvSpPr/>
          <p:nvPr/>
        </p:nvSpPr>
        <p:spPr>
          <a:xfrm>
            <a:off x="2835859" y="2922764"/>
            <a:ext cx="0" cy="73893"/>
          </a:xfrm>
          <a:prstGeom prst="line">
            <a:avLst/>
          </a:prstGeom>
          <a:noFill/>
          <a:ln w="15875">
            <a:solidFill>
              <a:srgbClr val="168B83">
                <a:alpha val="76000"/>
              </a:srgbClr>
            </a:solidFill>
            <a:prstDash val="dot"/>
            <a:headEnd type="none"/>
            <a:tailEnd type="none"/>
          </a:ln>
        </p:spPr>
      </p:sp>
      <p:sp>
        <p:nvSpPr>
          <p:cNvPr id="1020" name="Shape 1018"/>
          <p:cNvSpPr/>
          <p:nvPr/>
        </p:nvSpPr>
        <p:spPr>
          <a:xfrm>
            <a:off x="2835859" y="2925507"/>
            <a:ext cx="127406" cy="0"/>
          </a:xfrm>
          <a:prstGeom prst="line">
            <a:avLst/>
          </a:prstGeom>
          <a:noFill/>
          <a:ln w="15875">
            <a:solidFill>
              <a:srgbClr val="168B83">
                <a:alpha val="76000"/>
              </a:srgbClr>
            </a:solidFill>
            <a:prstDash val="dot"/>
            <a:headEnd type="none"/>
            <a:tailEnd type="none"/>
          </a:ln>
        </p:spPr>
      </p:sp>
      <p:sp>
        <p:nvSpPr>
          <p:cNvPr id="1021" name="Shape 1019"/>
          <p:cNvSpPr/>
          <p:nvPr/>
        </p:nvSpPr>
        <p:spPr>
          <a:xfrm>
            <a:off x="2960522" y="2864262"/>
            <a:ext cx="0" cy="63988"/>
          </a:xfrm>
          <a:prstGeom prst="line">
            <a:avLst/>
          </a:prstGeom>
          <a:noFill/>
          <a:ln w="15875">
            <a:solidFill>
              <a:srgbClr val="168B83">
                <a:alpha val="76000"/>
              </a:srgbClr>
            </a:solidFill>
            <a:prstDash val="dot"/>
            <a:headEnd type="none"/>
            <a:tailEnd type="none"/>
          </a:ln>
        </p:spPr>
      </p:sp>
      <p:sp>
        <p:nvSpPr>
          <p:cNvPr id="1022" name="Shape 1020"/>
          <p:cNvSpPr/>
          <p:nvPr/>
        </p:nvSpPr>
        <p:spPr>
          <a:xfrm>
            <a:off x="2960522" y="2867005"/>
            <a:ext cx="127407" cy="0"/>
          </a:xfrm>
          <a:prstGeom prst="line">
            <a:avLst/>
          </a:prstGeom>
          <a:noFill/>
          <a:ln w="15875">
            <a:solidFill>
              <a:srgbClr val="168B83">
                <a:alpha val="76000"/>
              </a:srgbClr>
            </a:solidFill>
            <a:prstDash val="dot"/>
            <a:headEnd type="none"/>
            <a:tailEnd type="none"/>
          </a:ln>
        </p:spPr>
      </p:sp>
      <p:sp>
        <p:nvSpPr>
          <p:cNvPr id="1023" name="Shape 1021"/>
          <p:cNvSpPr/>
          <p:nvPr/>
        </p:nvSpPr>
        <p:spPr>
          <a:xfrm>
            <a:off x="3085186" y="2812700"/>
            <a:ext cx="0" cy="57048"/>
          </a:xfrm>
          <a:prstGeom prst="line">
            <a:avLst/>
          </a:prstGeom>
          <a:noFill/>
          <a:ln w="15875">
            <a:solidFill>
              <a:srgbClr val="168B83">
                <a:alpha val="76000"/>
              </a:srgbClr>
            </a:solidFill>
            <a:prstDash val="dot"/>
            <a:headEnd type="none"/>
            <a:tailEnd type="none"/>
          </a:ln>
        </p:spPr>
      </p:sp>
      <p:sp>
        <p:nvSpPr>
          <p:cNvPr id="1024" name="Shape 1022"/>
          <p:cNvSpPr/>
          <p:nvPr/>
        </p:nvSpPr>
        <p:spPr>
          <a:xfrm>
            <a:off x="3085186" y="2815444"/>
            <a:ext cx="127407" cy="0"/>
          </a:xfrm>
          <a:prstGeom prst="line">
            <a:avLst/>
          </a:prstGeom>
          <a:noFill/>
          <a:ln w="15875">
            <a:solidFill>
              <a:srgbClr val="168B83">
                <a:alpha val="76000"/>
              </a:srgbClr>
            </a:solidFill>
            <a:prstDash val="dot"/>
            <a:headEnd type="none"/>
            <a:tailEnd type="none"/>
          </a:ln>
        </p:spPr>
      </p:sp>
      <p:sp>
        <p:nvSpPr>
          <p:cNvPr id="1025" name="Shape 1023"/>
          <p:cNvSpPr/>
          <p:nvPr/>
        </p:nvSpPr>
        <p:spPr>
          <a:xfrm>
            <a:off x="3209849" y="2765738"/>
            <a:ext cx="0" cy="52448"/>
          </a:xfrm>
          <a:prstGeom prst="line">
            <a:avLst/>
          </a:prstGeom>
          <a:noFill/>
          <a:ln w="15875">
            <a:solidFill>
              <a:srgbClr val="168B83">
                <a:alpha val="76000"/>
              </a:srgbClr>
            </a:solidFill>
            <a:prstDash val="dot"/>
            <a:headEnd type="none"/>
            <a:tailEnd type="none"/>
          </a:ln>
        </p:spPr>
      </p:sp>
      <p:sp>
        <p:nvSpPr>
          <p:cNvPr id="1026" name="Shape 1024"/>
          <p:cNvSpPr/>
          <p:nvPr/>
        </p:nvSpPr>
        <p:spPr>
          <a:xfrm>
            <a:off x="3209849" y="2768482"/>
            <a:ext cx="127406" cy="0"/>
          </a:xfrm>
          <a:prstGeom prst="line">
            <a:avLst/>
          </a:prstGeom>
          <a:noFill/>
          <a:ln w="15875">
            <a:solidFill>
              <a:srgbClr val="168B83">
                <a:alpha val="76000"/>
              </a:srgbClr>
            </a:solidFill>
            <a:prstDash val="dot"/>
            <a:headEnd type="none"/>
            <a:tailEnd type="none"/>
          </a:ln>
        </p:spPr>
      </p:sp>
      <p:sp>
        <p:nvSpPr>
          <p:cNvPr id="1027" name="Shape 1025"/>
          <p:cNvSpPr/>
          <p:nvPr/>
        </p:nvSpPr>
        <p:spPr>
          <a:xfrm>
            <a:off x="3334512" y="2721675"/>
            <a:ext cx="0" cy="49550"/>
          </a:xfrm>
          <a:prstGeom prst="line">
            <a:avLst/>
          </a:prstGeom>
          <a:noFill/>
          <a:ln w="15875">
            <a:solidFill>
              <a:srgbClr val="168B83">
                <a:alpha val="76000"/>
              </a:srgbClr>
            </a:solidFill>
            <a:prstDash val="dot"/>
            <a:headEnd type="none"/>
            <a:tailEnd type="none"/>
          </a:ln>
        </p:spPr>
      </p:sp>
      <p:sp>
        <p:nvSpPr>
          <p:cNvPr id="1028" name="Shape 1026"/>
          <p:cNvSpPr/>
          <p:nvPr/>
        </p:nvSpPr>
        <p:spPr>
          <a:xfrm>
            <a:off x="3334512" y="2724418"/>
            <a:ext cx="127407" cy="0"/>
          </a:xfrm>
          <a:prstGeom prst="line">
            <a:avLst/>
          </a:prstGeom>
          <a:noFill/>
          <a:ln w="15875">
            <a:solidFill>
              <a:srgbClr val="168B83">
                <a:alpha val="76000"/>
              </a:srgbClr>
            </a:solidFill>
            <a:prstDash val="dot"/>
            <a:headEnd type="none"/>
            <a:tailEnd type="none"/>
          </a:ln>
        </p:spPr>
      </p:sp>
      <p:sp>
        <p:nvSpPr>
          <p:cNvPr id="1029" name="Shape 1027"/>
          <p:cNvSpPr/>
          <p:nvPr/>
        </p:nvSpPr>
        <p:spPr>
          <a:xfrm>
            <a:off x="3459175" y="2680603"/>
            <a:ext cx="0" cy="46558"/>
          </a:xfrm>
          <a:prstGeom prst="line">
            <a:avLst/>
          </a:prstGeom>
          <a:noFill/>
          <a:ln w="15875">
            <a:solidFill>
              <a:srgbClr val="168B83">
                <a:alpha val="76000"/>
              </a:srgbClr>
            </a:solidFill>
            <a:prstDash val="dot"/>
            <a:headEnd type="none"/>
            <a:tailEnd type="none"/>
          </a:ln>
        </p:spPr>
      </p:sp>
      <p:sp>
        <p:nvSpPr>
          <p:cNvPr id="1030" name="Shape 1028"/>
          <p:cNvSpPr/>
          <p:nvPr/>
        </p:nvSpPr>
        <p:spPr>
          <a:xfrm>
            <a:off x="3459175" y="2683347"/>
            <a:ext cx="127407" cy="0"/>
          </a:xfrm>
          <a:prstGeom prst="line">
            <a:avLst/>
          </a:prstGeom>
          <a:noFill/>
          <a:ln w="15875">
            <a:solidFill>
              <a:srgbClr val="168B83">
                <a:alpha val="76000"/>
              </a:srgbClr>
            </a:solidFill>
            <a:prstDash val="dot"/>
            <a:headEnd type="none"/>
            <a:tailEnd type="none"/>
          </a:ln>
        </p:spPr>
      </p:sp>
      <p:sp>
        <p:nvSpPr>
          <p:cNvPr id="1031" name="Shape 1029"/>
          <p:cNvSpPr/>
          <p:nvPr/>
        </p:nvSpPr>
        <p:spPr>
          <a:xfrm>
            <a:off x="3583839" y="2642193"/>
            <a:ext cx="0" cy="43896"/>
          </a:xfrm>
          <a:prstGeom prst="line">
            <a:avLst/>
          </a:prstGeom>
          <a:noFill/>
          <a:ln w="15875">
            <a:solidFill>
              <a:srgbClr val="168B83">
                <a:alpha val="76000"/>
              </a:srgbClr>
            </a:solidFill>
            <a:prstDash val="dot"/>
            <a:headEnd type="none"/>
            <a:tailEnd type="none"/>
          </a:ln>
        </p:spPr>
      </p:sp>
      <p:sp>
        <p:nvSpPr>
          <p:cNvPr id="1032" name="Shape 1030"/>
          <p:cNvSpPr/>
          <p:nvPr/>
        </p:nvSpPr>
        <p:spPr>
          <a:xfrm>
            <a:off x="3583839" y="2644937"/>
            <a:ext cx="127406" cy="0"/>
          </a:xfrm>
          <a:prstGeom prst="line">
            <a:avLst/>
          </a:prstGeom>
          <a:noFill/>
          <a:ln w="15875">
            <a:solidFill>
              <a:srgbClr val="168B83">
                <a:alpha val="76000"/>
              </a:srgbClr>
            </a:solidFill>
            <a:prstDash val="dot"/>
            <a:headEnd type="none"/>
            <a:tailEnd type="none"/>
          </a:ln>
        </p:spPr>
      </p:sp>
      <p:sp>
        <p:nvSpPr>
          <p:cNvPr id="1033" name="Shape 1031"/>
          <p:cNvSpPr/>
          <p:nvPr/>
        </p:nvSpPr>
        <p:spPr>
          <a:xfrm>
            <a:off x="3708501" y="2606464"/>
            <a:ext cx="0" cy="41216"/>
          </a:xfrm>
          <a:prstGeom prst="line">
            <a:avLst/>
          </a:prstGeom>
          <a:noFill/>
          <a:ln w="15875">
            <a:solidFill>
              <a:srgbClr val="168B83">
                <a:alpha val="76000"/>
              </a:srgbClr>
            </a:solidFill>
            <a:prstDash val="dot"/>
            <a:headEnd type="none"/>
            <a:tailEnd type="none"/>
          </a:ln>
        </p:spPr>
      </p:sp>
      <p:sp>
        <p:nvSpPr>
          <p:cNvPr id="1034" name="Shape 1032"/>
          <p:cNvSpPr/>
          <p:nvPr/>
        </p:nvSpPr>
        <p:spPr>
          <a:xfrm>
            <a:off x="3708501" y="2609207"/>
            <a:ext cx="127407" cy="0"/>
          </a:xfrm>
          <a:prstGeom prst="line">
            <a:avLst/>
          </a:prstGeom>
          <a:noFill/>
          <a:ln w="15875">
            <a:solidFill>
              <a:srgbClr val="168B83">
                <a:alpha val="76000"/>
              </a:srgbClr>
            </a:solidFill>
            <a:prstDash val="dot"/>
            <a:headEnd type="none"/>
            <a:tailEnd type="none"/>
          </a:ln>
        </p:spPr>
      </p:sp>
      <p:sp>
        <p:nvSpPr>
          <p:cNvPr id="1035" name="Shape 1033"/>
          <p:cNvSpPr/>
          <p:nvPr/>
        </p:nvSpPr>
        <p:spPr>
          <a:xfrm>
            <a:off x="3833165" y="2573892"/>
            <a:ext cx="0" cy="38059"/>
          </a:xfrm>
          <a:prstGeom prst="line">
            <a:avLst/>
          </a:prstGeom>
          <a:noFill/>
          <a:ln w="15875">
            <a:solidFill>
              <a:srgbClr val="168B83">
                <a:alpha val="76000"/>
              </a:srgbClr>
            </a:solidFill>
            <a:prstDash val="dot"/>
            <a:headEnd type="none"/>
            <a:tailEnd type="none"/>
          </a:ln>
        </p:spPr>
      </p:sp>
      <p:sp>
        <p:nvSpPr>
          <p:cNvPr id="1036" name="Shape 1034"/>
          <p:cNvSpPr/>
          <p:nvPr/>
        </p:nvSpPr>
        <p:spPr>
          <a:xfrm>
            <a:off x="3833165" y="2576635"/>
            <a:ext cx="127407" cy="0"/>
          </a:xfrm>
          <a:prstGeom prst="line">
            <a:avLst/>
          </a:prstGeom>
          <a:noFill/>
          <a:ln w="15875">
            <a:solidFill>
              <a:srgbClr val="168B83">
                <a:alpha val="76000"/>
              </a:srgbClr>
            </a:solidFill>
            <a:prstDash val="dot"/>
            <a:headEnd type="none"/>
            <a:tailEnd type="none"/>
          </a:ln>
        </p:spPr>
      </p:sp>
      <p:sp>
        <p:nvSpPr>
          <p:cNvPr id="1037" name="Shape 1035"/>
          <p:cNvSpPr/>
          <p:nvPr/>
        </p:nvSpPr>
        <p:spPr>
          <a:xfrm>
            <a:off x="3957828" y="2497209"/>
            <a:ext cx="0" cy="82169"/>
          </a:xfrm>
          <a:prstGeom prst="line">
            <a:avLst/>
          </a:prstGeom>
          <a:noFill/>
          <a:ln w="15875">
            <a:solidFill>
              <a:srgbClr val="168B83">
                <a:alpha val="76000"/>
              </a:srgbClr>
            </a:solidFill>
            <a:prstDash val="dot"/>
            <a:headEnd type="none"/>
            <a:tailEnd type="none"/>
          </a:ln>
        </p:spPr>
      </p:sp>
      <p:sp>
        <p:nvSpPr>
          <p:cNvPr id="1038" name="Shape 1036"/>
          <p:cNvSpPr/>
          <p:nvPr/>
        </p:nvSpPr>
        <p:spPr>
          <a:xfrm>
            <a:off x="3957828" y="2499952"/>
            <a:ext cx="127406" cy="0"/>
          </a:xfrm>
          <a:prstGeom prst="line">
            <a:avLst/>
          </a:prstGeom>
          <a:noFill/>
          <a:ln w="15875">
            <a:solidFill>
              <a:srgbClr val="168B83">
                <a:alpha val="76000"/>
              </a:srgbClr>
            </a:solidFill>
            <a:prstDash val="dot"/>
            <a:headEnd type="none"/>
            <a:tailEnd type="none"/>
          </a:ln>
        </p:spPr>
      </p:sp>
      <p:sp>
        <p:nvSpPr>
          <p:cNvPr id="1039" name="Shape 1037"/>
          <p:cNvSpPr/>
          <p:nvPr/>
        </p:nvSpPr>
        <p:spPr>
          <a:xfrm>
            <a:off x="4082491" y="2470309"/>
            <a:ext cx="0" cy="32386"/>
          </a:xfrm>
          <a:prstGeom prst="line">
            <a:avLst/>
          </a:prstGeom>
          <a:noFill/>
          <a:ln w="15875">
            <a:solidFill>
              <a:srgbClr val="168B83">
                <a:alpha val="76000"/>
              </a:srgbClr>
            </a:solidFill>
            <a:prstDash val="dot"/>
            <a:headEnd type="none"/>
            <a:tailEnd type="none"/>
          </a:ln>
        </p:spPr>
      </p:sp>
      <p:sp>
        <p:nvSpPr>
          <p:cNvPr id="1040" name="Shape 1038"/>
          <p:cNvSpPr/>
          <p:nvPr/>
        </p:nvSpPr>
        <p:spPr>
          <a:xfrm>
            <a:off x="4082491" y="2473052"/>
            <a:ext cx="127407" cy="0"/>
          </a:xfrm>
          <a:prstGeom prst="line">
            <a:avLst/>
          </a:prstGeom>
          <a:noFill/>
          <a:ln w="15875">
            <a:solidFill>
              <a:srgbClr val="168B83">
                <a:alpha val="76000"/>
              </a:srgbClr>
            </a:solidFill>
            <a:prstDash val="dot"/>
            <a:headEnd type="none"/>
            <a:tailEnd type="none"/>
          </a:ln>
        </p:spPr>
      </p:sp>
      <p:sp>
        <p:nvSpPr>
          <p:cNvPr id="1041" name="Shape 1039"/>
          <p:cNvSpPr/>
          <p:nvPr/>
        </p:nvSpPr>
        <p:spPr>
          <a:xfrm>
            <a:off x="4207154" y="2446927"/>
            <a:ext cx="0" cy="28869"/>
          </a:xfrm>
          <a:prstGeom prst="line">
            <a:avLst/>
          </a:prstGeom>
          <a:noFill/>
          <a:ln w="15875">
            <a:solidFill>
              <a:srgbClr val="168B83">
                <a:alpha val="76000"/>
              </a:srgbClr>
            </a:solidFill>
            <a:prstDash val="dot"/>
            <a:headEnd type="none"/>
            <a:tailEnd type="none"/>
          </a:ln>
        </p:spPr>
      </p:sp>
      <p:sp>
        <p:nvSpPr>
          <p:cNvPr id="1042" name="Shape 1040"/>
          <p:cNvSpPr/>
          <p:nvPr/>
        </p:nvSpPr>
        <p:spPr>
          <a:xfrm>
            <a:off x="4207154" y="2449670"/>
            <a:ext cx="127407" cy="0"/>
          </a:xfrm>
          <a:prstGeom prst="line">
            <a:avLst/>
          </a:prstGeom>
          <a:noFill/>
          <a:ln w="15875">
            <a:solidFill>
              <a:srgbClr val="168B83">
                <a:alpha val="76000"/>
              </a:srgbClr>
            </a:solidFill>
            <a:prstDash val="dot"/>
            <a:headEnd type="none"/>
            <a:tailEnd type="none"/>
          </a:ln>
        </p:spPr>
      </p:sp>
      <p:sp>
        <p:nvSpPr>
          <p:cNvPr id="1043" name="Shape 1041"/>
          <p:cNvSpPr/>
          <p:nvPr/>
        </p:nvSpPr>
        <p:spPr>
          <a:xfrm>
            <a:off x="4331818" y="2426936"/>
            <a:ext cx="0" cy="25477"/>
          </a:xfrm>
          <a:prstGeom prst="line">
            <a:avLst/>
          </a:prstGeom>
          <a:noFill/>
          <a:ln w="15875">
            <a:solidFill>
              <a:srgbClr val="168B83">
                <a:alpha val="76000"/>
              </a:srgbClr>
            </a:solidFill>
            <a:prstDash val="dot"/>
            <a:headEnd type="none"/>
            <a:tailEnd type="none"/>
          </a:ln>
        </p:spPr>
      </p:sp>
      <p:sp>
        <p:nvSpPr>
          <p:cNvPr id="1044" name="Shape 1042"/>
          <p:cNvSpPr/>
          <p:nvPr/>
        </p:nvSpPr>
        <p:spPr>
          <a:xfrm>
            <a:off x="4331818" y="2429679"/>
            <a:ext cx="127406" cy="0"/>
          </a:xfrm>
          <a:prstGeom prst="line">
            <a:avLst/>
          </a:prstGeom>
          <a:noFill/>
          <a:ln w="15875">
            <a:solidFill>
              <a:srgbClr val="168B83">
                <a:alpha val="76000"/>
              </a:srgbClr>
            </a:solidFill>
            <a:prstDash val="dot"/>
            <a:headEnd type="none"/>
            <a:tailEnd type="none"/>
          </a:ln>
        </p:spPr>
      </p:sp>
      <p:sp>
        <p:nvSpPr>
          <p:cNvPr id="1045" name="Shape 1043"/>
          <p:cNvSpPr/>
          <p:nvPr/>
        </p:nvSpPr>
        <p:spPr>
          <a:xfrm>
            <a:off x="4456481" y="2410607"/>
            <a:ext cx="0" cy="21816"/>
          </a:xfrm>
          <a:prstGeom prst="line">
            <a:avLst/>
          </a:prstGeom>
          <a:noFill/>
          <a:ln w="15875">
            <a:solidFill>
              <a:srgbClr val="168B83">
                <a:alpha val="76000"/>
              </a:srgbClr>
            </a:solidFill>
            <a:prstDash val="dot"/>
            <a:headEnd type="none"/>
            <a:tailEnd type="none"/>
          </a:ln>
        </p:spPr>
      </p:sp>
      <p:sp>
        <p:nvSpPr>
          <p:cNvPr id="1046" name="Shape 1044"/>
          <p:cNvSpPr/>
          <p:nvPr/>
        </p:nvSpPr>
        <p:spPr>
          <a:xfrm>
            <a:off x="4456481" y="2413350"/>
            <a:ext cx="127407" cy="0"/>
          </a:xfrm>
          <a:prstGeom prst="line">
            <a:avLst/>
          </a:prstGeom>
          <a:noFill/>
          <a:ln w="15875">
            <a:solidFill>
              <a:srgbClr val="168B83">
                <a:alpha val="76000"/>
              </a:srgbClr>
            </a:solidFill>
            <a:prstDash val="dot"/>
            <a:headEnd type="none"/>
            <a:tailEnd type="none"/>
          </a:ln>
        </p:spPr>
      </p:sp>
      <p:sp>
        <p:nvSpPr>
          <p:cNvPr id="1047" name="Shape 1045"/>
          <p:cNvSpPr/>
          <p:nvPr/>
        </p:nvSpPr>
        <p:spPr>
          <a:xfrm>
            <a:off x="4581144" y="2397541"/>
            <a:ext cx="0" cy="18552"/>
          </a:xfrm>
          <a:prstGeom prst="line">
            <a:avLst/>
          </a:prstGeom>
          <a:noFill/>
          <a:ln w="15875">
            <a:solidFill>
              <a:srgbClr val="168B83">
                <a:alpha val="76000"/>
              </a:srgbClr>
            </a:solidFill>
            <a:prstDash val="dot"/>
            <a:headEnd type="none"/>
            <a:tailEnd type="none"/>
          </a:ln>
        </p:spPr>
      </p:sp>
      <p:sp>
        <p:nvSpPr>
          <p:cNvPr id="1048" name="Shape 1046"/>
          <p:cNvSpPr/>
          <p:nvPr/>
        </p:nvSpPr>
        <p:spPr>
          <a:xfrm>
            <a:off x="4581144" y="2400285"/>
            <a:ext cx="127407" cy="0"/>
          </a:xfrm>
          <a:prstGeom prst="line">
            <a:avLst/>
          </a:prstGeom>
          <a:noFill/>
          <a:ln w="15875">
            <a:solidFill>
              <a:srgbClr val="168B83">
                <a:alpha val="76000"/>
              </a:srgbClr>
            </a:solidFill>
            <a:prstDash val="dot"/>
            <a:headEnd type="none"/>
            <a:tailEnd type="none"/>
          </a:ln>
        </p:spPr>
      </p:sp>
      <p:sp>
        <p:nvSpPr>
          <p:cNvPr id="1049" name="Shape 1047"/>
          <p:cNvSpPr/>
          <p:nvPr/>
        </p:nvSpPr>
        <p:spPr>
          <a:xfrm>
            <a:off x="4705807" y="2387277"/>
            <a:ext cx="0" cy="15751"/>
          </a:xfrm>
          <a:prstGeom prst="line">
            <a:avLst/>
          </a:prstGeom>
          <a:noFill/>
          <a:ln w="15875">
            <a:solidFill>
              <a:srgbClr val="168B83">
                <a:alpha val="76000"/>
              </a:srgbClr>
            </a:solidFill>
            <a:prstDash val="dot"/>
            <a:headEnd type="none"/>
            <a:tailEnd type="none"/>
          </a:ln>
        </p:spPr>
      </p:sp>
      <p:sp>
        <p:nvSpPr>
          <p:cNvPr id="1050" name="Shape 1048"/>
          <p:cNvSpPr/>
          <p:nvPr/>
        </p:nvSpPr>
        <p:spPr>
          <a:xfrm>
            <a:off x="4705807" y="2390020"/>
            <a:ext cx="127406" cy="0"/>
          </a:xfrm>
          <a:prstGeom prst="line">
            <a:avLst/>
          </a:prstGeom>
          <a:noFill/>
          <a:ln w="15875">
            <a:solidFill>
              <a:srgbClr val="168B83">
                <a:alpha val="76000"/>
              </a:srgbClr>
            </a:solidFill>
            <a:prstDash val="dot"/>
            <a:headEnd type="none"/>
            <a:tailEnd type="none"/>
          </a:ln>
        </p:spPr>
      </p:sp>
      <p:sp>
        <p:nvSpPr>
          <p:cNvPr id="1051" name="Shape 1049"/>
          <p:cNvSpPr/>
          <p:nvPr/>
        </p:nvSpPr>
        <p:spPr>
          <a:xfrm>
            <a:off x="4830470" y="2379070"/>
            <a:ext cx="0" cy="13693"/>
          </a:xfrm>
          <a:prstGeom prst="line">
            <a:avLst/>
          </a:prstGeom>
          <a:noFill/>
          <a:ln w="15875">
            <a:solidFill>
              <a:srgbClr val="168B83">
                <a:alpha val="76000"/>
              </a:srgbClr>
            </a:solidFill>
            <a:prstDash val="dot"/>
            <a:headEnd type="none"/>
            <a:tailEnd type="none"/>
          </a:ln>
        </p:spPr>
      </p:sp>
      <p:sp>
        <p:nvSpPr>
          <p:cNvPr id="1052" name="Shape 1050"/>
          <p:cNvSpPr/>
          <p:nvPr/>
        </p:nvSpPr>
        <p:spPr>
          <a:xfrm>
            <a:off x="4830470" y="2381813"/>
            <a:ext cx="127407" cy="0"/>
          </a:xfrm>
          <a:prstGeom prst="line">
            <a:avLst/>
          </a:prstGeom>
          <a:noFill/>
          <a:ln w="15875">
            <a:solidFill>
              <a:srgbClr val="168B83">
                <a:alpha val="76000"/>
              </a:srgbClr>
            </a:solidFill>
            <a:prstDash val="dot"/>
            <a:headEnd type="none"/>
            <a:tailEnd type="none"/>
          </a:ln>
        </p:spPr>
      </p:sp>
      <p:sp>
        <p:nvSpPr>
          <p:cNvPr id="1053" name="Shape 1051"/>
          <p:cNvSpPr/>
          <p:nvPr/>
        </p:nvSpPr>
        <p:spPr>
          <a:xfrm>
            <a:off x="4955134" y="2371144"/>
            <a:ext cx="0" cy="13412"/>
          </a:xfrm>
          <a:prstGeom prst="line">
            <a:avLst/>
          </a:prstGeom>
          <a:noFill/>
          <a:ln w="15875">
            <a:solidFill>
              <a:srgbClr val="168B83">
                <a:alpha val="76000"/>
              </a:srgbClr>
            </a:solidFill>
            <a:prstDash val="dot"/>
            <a:headEnd type="none"/>
            <a:tailEnd type="none"/>
          </a:ln>
        </p:spPr>
      </p:sp>
      <p:sp>
        <p:nvSpPr>
          <p:cNvPr id="1054" name="Shape 1052"/>
          <p:cNvSpPr/>
          <p:nvPr/>
        </p:nvSpPr>
        <p:spPr>
          <a:xfrm>
            <a:off x="4955134" y="2373887"/>
            <a:ext cx="127407" cy="0"/>
          </a:xfrm>
          <a:prstGeom prst="line">
            <a:avLst/>
          </a:prstGeom>
          <a:noFill/>
          <a:ln w="15875">
            <a:solidFill>
              <a:srgbClr val="168B83">
                <a:alpha val="76000"/>
              </a:srgbClr>
            </a:solidFill>
            <a:prstDash val="dot"/>
            <a:headEnd type="none"/>
            <a:tailEnd type="none"/>
          </a:ln>
        </p:spPr>
      </p:sp>
      <p:sp>
        <p:nvSpPr>
          <p:cNvPr id="1055" name="Shape 1053"/>
          <p:cNvSpPr/>
          <p:nvPr/>
        </p:nvSpPr>
        <p:spPr>
          <a:xfrm>
            <a:off x="5079797" y="2362965"/>
            <a:ext cx="0" cy="13665"/>
          </a:xfrm>
          <a:prstGeom prst="line">
            <a:avLst/>
          </a:prstGeom>
          <a:noFill/>
          <a:ln w="15875">
            <a:solidFill>
              <a:srgbClr val="168B83">
                <a:alpha val="76000"/>
              </a:srgbClr>
            </a:solidFill>
            <a:prstDash val="dot"/>
            <a:headEnd type="none"/>
            <a:tailEnd type="none"/>
          </a:ln>
        </p:spPr>
      </p:sp>
      <p:sp>
        <p:nvSpPr>
          <p:cNvPr id="1056" name="Shape 1054"/>
          <p:cNvSpPr/>
          <p:nvPr/>
        </p:nvSpPr>
        <p:spPr>
          <a:xfrm>
            <a:off x="5079797" y="2365709"/>
            <a:ext cx="127406" cy="0"/>
          </a:xfrm>
          <a:prstGeom prst="line">
            <a:avLst/>
          </a:prstGeom>
          <a:noFill/>
          <a:ln w="15875">
            <a:solidFill>
              <a:srgbClr val="168B83">
                <a:alpha val="76000"/>
              </a:srgbClr>
            </a:solidFill>
            <a:prstDash val="dot"/>
            <a:headEnd type="none"/>
            <a:tailEnd type="none"/>
          </a:ln>
        </p:spPr>
      </p:sp>
      <p:sp>
        <p:nvSpPr>
          <p:cNvPr id="1057" name="Shape 1055"/>
          <p:cNvSpPr/>
          <p:nvPr/>
        </p:nvSpPr>
        <p:spPr>
          <a:xfrm>
            <a:off x="5204460" y="2355093"/>
            <a:ext cx="0" cy="13359"/>
          </a:xfrm>
          <a:prstGeom prst="line">
            <a:avLst/>
          </a:prstGeom>
          <a:noFill/>
          <a:ln w="15875">
            <a:solidFill>
              <a:srgbClr val="168B83">
                <a:alpha val="76000"/>
              </a:srgbClr>
            </a:solidFill>
            <a:prstDash val="dot"/>
            <a:headEnd type="none"/>
            <a:tailEnd type="none"/>
          </a:ln>
        </p:spPr>
      </p:sp>
      <p:sp>
        <p:nvSpPr>
          <p:cNvPr id="1058" name="Shape 1056"/>
          <p:cNvSpPr/>
          <p:nvPr/>
        </p:nvSpPr>
        <p:spPr>
          <a:xfrm>
            <a:off x="5204460" y="2357836"/>
            <a:ext cx="127407" cy="0"/>
          </a:xfrm>
          <a:prstGeom prst="line">
            <a:avLst/>
          </a:prstGeom>
          <a:noFill/>
          <a:ln w="15875">
            <a:solidFill>
              <a:srgbClr val="168B83">
                <a:alpha val="76000"/>
              </a:srgbClr>
            </a:solidFill>
            <a:prstDash val="dot"/>
            <a:headEnd type="none"/>
            <a:tailEnd type="none"/>
          </a:ln>
        </p:spPr>
      </p:sp>
      <p:sp>
        <p:nvSpPr>
          <p:cNvPr id="1059" name="Shape 1057"/>
          <p:cNvSpPr/>
          <p:nvPr/>
        </p:nvSpPr>
        <p:spPr>
          <a:xfrm>
            <a:off x="5329123" y="2347729"/>
            <a:ext cx="0" cy="12850"/>
          </a:xfrm>
          <a:prstGeom prst="line">
            <a:avLst/>
          </a:prstGeom>
          <a:noFill/>
          <a:ln w="15875">
            <a:solidFill>
              <a:srgbClr val="168B83">
                <a:alpha val="76000"/>
              </a:srgbClr>
            </a:solidFill>
            <a:prstDash val="dot"/>
            <a:headEnd type="none"/>
            <a:tailEnd type="none"/>
          </a:ln>
        </p:spPr>
      </p:sp>
      <p:sp>
        <p:nvSpPr>
          <p:cNvPr id="1060" name="Shape 1058"/>
          <p:cNvSpPr/>
          <p:nvPr/>
        </p:nvSpPr>
        <p:spPr>
          <a:xfrm>
            <a:off x="5329123" y="2350472"/>
            <a:ext cx="127407" cy="0"/>
          </a:xfrm>
          <a:prstGeom prst="line">
            <a:avLst/>
          </a:prstGeom>
          <a:noFill/>
          <a:ln w="15875">
            <a:solidFill>
              <a:srgbClr val="168B83">
                <a:alpha val="76000"/>
              </a:srgbClr>
            </a:solidFill>
            <a:prstDash val="dot"/>
            <a:headEnd type="none"/>
            <a:tailEnd type="none"/>
          </a:ln>
        </p:spPr>
      </p:sp>
      <p:sp>
        <p:nvSpPr>
          <p:cNvPr id="1061" name="Shape 1059"/>
          <p:cNvSpPr/>
          <p:nvPr/>
        </p:nvSpPr>
        <p:spPr>
          <a:xfrm>
            <a:off x="5453787" y="2347729"/>
            <a:ext cx="0" cy="67209"/>
          </a:xfrm>
          <a:prstGeom prst="line">
            <a:avLst/>
          </a:prstGeom>
          <a:noFill/>
          <a:ln w="15875">
            <a:solidFill>
              <a:srgbClr val="168B83">
                <a:alpha val="76000"/>
              </a:srgbClr>
            </a:solidFill>
            <a:prstDash val="dot"/>
            <a:headEnd type="none"/>
            <a:tailEnd type="none"/>
          </a:ln>
        </p:spPr>
      </p:sp>
      <p:sp>
        <p:nvSpPr>
          <p:cNvPr id="1062" name="Shape 1060"/>
          <p:cNvSpPr/>
          <p:nvPr/>
        </p:nvSpPr>
        <p:spPr>
          <a:xfrm>
            <a:off x="5453787" y="2412195"/>
            <a:ext cx="127406" cy="0"/>
          </a:xfrm>
          <a:prstGeom prst="line">
            <a:avLst/>
          </a:prstGeom>
          <a:noFill/>
          <a:ln w="15875">
            <a:solidFill>
              <a:srgbClr val="168B83">
                <a:alpha val="76000"/>
              </a:srgbClr>
            </a:solidFill>
            <a:prstDash val="dot"/>
            <a:headEnd type="none"/>
            <a:tailEnd type="none"/>
          </a:ln>
        </p:spPr>
      </p:sp>
      <p:sp>
        <p:nvSpPr>
          <p:cNvPr id="1063" name="Shape 1061"/>
          <p:cNvSpPr/>
          <p:nvPr/>
        </p:nvSpPr>
        <p:spPr>
          <a:xfrm>
            <a:off x="5578449" y="2403718"/>
            <a:ext cx="0" cy="11221"/>
          </a:xfrm>
          <a:prstGeom prst="line">
            <a:avLst/>
          </a:prstGeom>
          <a:noFill/>
          <a:ln w="15875">
            <a:solidFill>
              <a:srgbClr val="168B83">
                <a:alpha val="76000"/>
              </a:srgbClr>
            </a:solidFill>
            <a:prstDash val="dot"/>
            <a:headEnd type="none"/>
            <a:tailEnd type="none"/>
          </a:ln>
        </p:spPr>
      </p:sp>
      <p:sp>
        <p:nvSpPr>
          <p:cNvPr id="1064" name="Shape 1062"/>
          <p:cNvSpPr/>
          <p:nvPr/>
        </p:nvSpPr>
        <p:spPr>
          <a:xfrm>
            <a:off x="5578449" y="2406461"/>
            <a:ext cx="127407" cy="0"/>
          </a:xfrm>
          <a:prstGeom prst="line">
            <a:avLst/>
          </a:prstGeom>
          <a:noFill/>
          <a:ln w="15875">
            <a:solidFill>
              <a:srgbClr val="168B83">
                <a:alpha val="76000"/>
              </a:srgbClr>
            </a:solidFill>
            <a:prstDash val="dot"/>
            <a:headEnd type="none"/>
            <a:tailEnd type="none"/>
          </a:ln>
        </p:spPr>
      </p:sp>
      <p:sp>
        <p:nvSpPr>
          <p:cNvPr id="1065" name="Shape 1063"/>
          <p:cNvSpPr/>
          <p:nvPr/>
        </p:nvSpPr>
        <p:spPr>
          <a:xfrm>
            <a:off x="5703113" y="2398350"/>
            <a:ext cx="0" cy="10854"/>
          </a:xfrm>
          <a:prstGeom prst="line">
            <a:avLst/>
          </a:prstGeom>
          <a:noFill/>
          <a:ln w="15875">
            <a:solidFill>
              <a:srgbClr val="168B83">
                <a:alpha val="76000"/>
              </a:srgbClr>
            </a:solidFill>
            <a:prstDash val="dot"/>
            <a:headEnd type="none"/>
            <a:tailEnd type="none"/>
          </a:ln>
        </p:spPr>
      </p:sp>
      <p:sp>
        <p:nvSpPr>
          <p:cNvPr id="1066" name="Shape 1064"/>
          <p:cNvSpPr/>
          <p:nvPr/>
        </p:nvSpPr>
        <p:spPr>
          <a:xfrm>
            <a:off x="5703113" y="2401093"/>
            <a:ext cx="127407" cy="0"/>
          </a:xfrm>
          <a:prstGeom prst="line">
            <a:avLst/>
          </a:prstGeom>
          <a:noFill/>
          <a:ln w="15875">
            <a:solidFill>
              <a:srgbClr val="168B83">
                <a:alpha val="76000"/>
              </a:srgbClr>
            </a:solidFill>
            <a:prstDash val="dot"/>
            <a:headEnd type="none"/>
            <a:tailEnd type="none"/>
          </a:ln>
        </p:spPr>
      </p:sp>
      <p:sp>
        <p:nvSpPr>
          <p:cNvPr id="1067" name="Shape 1065"/>
          <p:cNvSpPr/>
          <p:nvPr/>
        </p:nvSpPr>
        <p:spPr>
          <a:xfrm>
            <a:off x="5827776" y="2393516"/>
            <a:ext cx="0" cy="10320"/>
          </a:xfrm>
          <a:prstGeom prst="line">
            <a:avLst/>
          </a:prstGeom>
          <a:noFill/>
          <a:ln w="15875">
            <a:solidFill>
              <a:srgbClr val="168B83">
                <a:alpha val="76000"/>
              </a:srgbClr>
            </a:solidFill>
            <a:prstDash val="dot"/>
            <a:headEnd type="none"/>
            <a:tailEnd type="none"/>
          </a:ln>
        </p:spPr>
      </p:sp>
      <p:sp>
        <p:nvSpPr>
          <p:cNvPr id="1068" name="Shape 1066"/>
          <p:cNvSpPr/>
          <p:nvPr/>
        </p:nvSpPr>
        <p:spPr>
          <a:xfrm>
            <a:off x="5827776" y="2396259"/>
            <a:ext cx="127406" cy="0"/>
          </a:xfrm>
          <a:prstGeom prst="line">
            <a:avLst/>
          </a:prstGeom>
          <a:noFill/>
          <a:ln w="15875">
            <a:solidFill>
              <a:srgbClr val="168B83">
                <a:alpha val="76000"/>
              </a:srgbClr>
            </a:solidFill>
            <a:prstDash val="dot"/>
            <a:headEnd type="none"/>
            <a:tailEnd type="none"/>
          </a:ln>
        </p:spPr>
      </p:sp>
      <p:sp>
        <p:nvSpPr>
          <p:cNvPr id="1069" name="Shape 1067"/>
          <p:cNvSpPr/>
          <p:nvPr/>
        </p:nvSpPr>
        <p:spPr>
          <a:xfrm>
            <a:off x="5952439" y="2388848"/>
            <a:ext cx="0" cy="10155"/>
          </a:xfrm>
          <a:prstGeom prst="line">
            <a:avLst/>
          </a:prstGeom>
          <a:noFill/>
          <a:ln w="15875">
            <a:solidFill>
              <a:srgbClr val="168B83">
                <a:alpha val="76000"/>
              </a:srgbClr>
            </a:solidFill>
            <a:prstDash val="dot"/>
            <a:headEnd type="none"/>
            <a:tailEnd type="none"/>
          </a:ln>
        </p:spPr>
      </p:sp>
      <p:sp>
        <p:nvSpPr>
          <p:cNvPr id="1070" name="Shape 1068"/>
          <p:cNvSpPr/>
          <p:nvPr/>
        </p:nvSpPr>
        <p:spPr>
          <a:xfrm>
            <a:off x="5952439" y="2391591"/>
            <a:ext cx="127407" cy="0"/>
          </a:xfrm>
          <a:prstGeom prst="line">
            <a:avLst/>
          </a:prstGeom>
          <a:noFill/>
          <a:ln w="15875">
            <a:solidFill>
              <a:srgbClr val="168B83">
                <a:alpha val="76000"/>
              </a:srgbClr>
            </a:solidFill>
            <a:prstDash val="dot"/>
            <a:headEnd type="none"/>
            <a:tailEnd type="none"/>
          </a:ln>
        </p:spPr>
      </p:sp>
      <p:sp>
        <p:nvSpPr>
          <p:cNvPr id="1071" name="Shape 1069"/>
          <p:cNvSpPr/>
          <p:nvPr/>
        </p:nvSpPr>
        <p:spPr>
          <a:xfrm>
            <a:off x="6077102" y="2383176"/>
            <a:ext cx="0" cy="11159"/>
          </a:xfrm>
          <a:prstGeom prst="line">
            <a:avLst/>
          </a:prstGeom>
          <a:noFill/>
          <a:ln w="15875">
            <a:solidFill>
              <a:srgbClr val="168B83">
                <a:alpha val="76000"/>
              </a:srgbClr>
            </a:solidFill>
            <a:prstDash val="dot"/>
            <a:headEnd type="none"/>
            <a:tailEnd type="none"/>
          </a:ln>
        </p:spPr>
      </p:sp>
      <p:sp>
        <p:nvSpPr>
          <p:cNvPr id="1072" name="Shape 1070"/>
          <p:cNvSpPr/>
          <p:nvPr/>
        </p:nvSpPr>
        <p:spPr>
          <a:xfrm>
            <a:off x="6077102" y="2385919"/>
            <a:ext cx="127407" cy="0"/>
          </a:xfrm>
          <a:prstGeom prst="line">
            <a:avLst/>
          </a:prstGeom>
          <a:noFill/>
          <a:ln w="15875">
            <a:solidFill>
              <a:srgbClr val="168B83">
                <a:alpha val="76000"/>
              </a:srgbClr>
            </a:solidFill>
            <a:prstDash val="dot"/>
            <a:headEnd type="none"/>
            <a:tailEnd type="none"/>
          </a:ln>
        </p:spPr>
      </p:sp>
      <p:sp>
        <p:nvSpPr>
          <p:cNvPr id="1073" name="Shape 1071"/>
          <p:cNvSpPr/>
          <p:nvPr/>
        </p:nvSpPr>
        <p:spPr>
          <a:xfrm>
            <a:off x="6201766" y="2376226"/>
            <a:ext cx="0" cy="12436"/>
          </a:xfrm>
          <a:prstGeom prst="line">
            <a:avLst/>
          </a:prstGeom>
          <a:noFill/>
          <a:ln w="15875">
            <a:solidFill>
              <a:srgbClr val="168B83">
                <a:alpha val="76000"/>
              </a:srgbClr>
            </a:solidFill>
            <a:prstDash val="dot"/>
            <a:headEnd type="none"/>
            <a:tailEnd type="none"/>
          </a:ln>
        </p:spPr>
      </p:sp>
      <p:sp>
        <p:nvSpPr>
          <p:cNvPr id="1074" name="Shape 1072"/>
          <p:cNvSpPr/>
          <p:nvPr/>
        </p:nvSpPr>
        <p:spPr>
          <a:xfrm>
            <a:off x="6201766" y="2378969"/>
            <a:ext cx="127406" cy="0"/>
          </a:xfrm>
          <a:prstGeom prst="line">
            <a:avLst/>
          </a:prstGeom>
          <a:noFill/>
          <a:ln w="15875">
            <a:solidFill>
              <a:srgbClr val="168B83">
                <a:alpha val="76000"/>
              </a:srgbClr>
            </a:solidFill>
            <a:prstDash val="dot"/>
            <a:headEnd type="none"/>
            <a:tailEnd type="none"/>
          </a:ln>
        </p:spPr>
      </p:sp>
      <p:sp>
        <p:nvSpPr>
          <p:cNvPr id="1075" name="Shape 1073"/>
          <p:cNvSpPr/>
          <p:nvPr/>
        </p:nvSpPr>
        <p:spPr>
          <a:xfrm>
            <a:off x="6326429" y="2368573"/>
            <a:ext cx="0" cy="13140"/>
          </a:xfrm>
          <a:prstGeom prst="line">
            <a:avLst/>
          </a:prstGeom>
          <a:noFill/>
          <a:ln w="15875">
            <a:solidFill>
              <a:srgbClr val="168B83">
                <a:alpha val="76000"/>
              </a:srgbClr>
            </a:solidFill>
            <a:prstDash val="dot"/>
            <a:headEnd type="none"/>
            <a:tailEnd type="none"/>
          </a:ln>
        </p:spPr>
      </p:sp>
      <p:sp>
        <p:nvSpPr>
          <p:cNvPr id="1076" name="Shape 1074"/>
          <p:cNvSpPr/>
          <p:nvPr/>
        </p:nvSpPr>
        <p:spPr>
          <a:xfrm>
            <a:off x="6326429" y="2371316"/>
            <a:ext cx="127407" cy="0"/>
          </a:xfrm>
          <a:prstGeom prst="line">
            <a:avLst/>
          </a:prstGeom>
          <a:noFill/>
          <a:ln w="15875">
            <a:solidFill>
              <a:srgbClr val="168B83">
                <a:alpha val="76000"/>
              </a:srgbClr>
            </a:solidFill>
            <a:prstDash val="dot"/>
            <a:headEnd type="none"/>
            <a:tailEnd type="none"/>
          </a:ln>
        </p:spPr>
      </p:sp>
      <p:sp>
        <p:nvSpPr>
          <p:cNvPr id="1077" name="Shape 1075"/>
          <p:cNvSpPr/>
          <p:nvPr/>
        </p:nvSpPr>
        <p:spPr>
          <a:xfrm>
            <a:off x="6451092" y="2360747"/>
            <a:ext cx="0" cy="13312"/>
          </a:xfrm>
          <a:prstGeom prst="line">
            <a:avLst/>
          </a:prstGeom>
          <a:noFill/>
          <a:ln w="15875">
            <a:solidFill>
              <a:srgbClr val="168B83">
                <a:alpha val="76000"/>
              </a:srgbClr>
            </a:solidFill>
            <a:prstDash val="dot"/>
            <a:headEnd type="none"/>
            <a:tailEnd type="none"/>
          </a:ln>
        </p:spPr>
      </p:sp>
      <p:sp>
        <p:nvSpPr>
          <p:cNvPr id="1078" name="Shape 1076"/>
          <p:cNvSpPr/>
          <p:nvPr/>
        </p:nvSpPr>
        <p:spPr>
          <a:xfrm>
            <a:off x="6451092" y="2363490"/>
            <a:ext cx="127407" cy="0"/>
          </a:xfrm>
          <a:prstGeom prst="line">
            <a:avLst/>
          </a:prstGeom>
          <a:noFill/>
          <a:ln w="15875">
            <a:solidFill>
              <a:srgbClr val="168B83">
                <a:alpha val="76000"/>
              </a:srgbClr>
            </a:solidFill>
            <a:prstDash val="dot"/>
            <a:headEnd type="none"/>
            <a:tailEnd type="none"/>
          </a:ln>
        </p:spPr>
      </p:sp>
      <p:sp>
        <p:nvSpPr>
          <p:cNvPr id="1079" name="Shape 1077"/>
          <p:cNvSpPr/>
          <p:nvPr/>
        </p:nvSpPr>
        <p:spPr>
          <a:xfrm>
            <a:off x="6575755" y="2352564"/>
            <a:ext cx="0" cy="13669"/>
          </a:xfrm>
          <a:prstGeom prst="line">
            <a:avLst/>
          </a:prstGeom>
          <a:noFill/>
          <a:ln w="15875">
            <a:solidFill>
              <a:srgbClr val="168B83">
                <a:alpha val="76000"/>
              </a:srgbClr>
            </a:solidFill>
            <a:prstDash val="dot"/>
            <a:headEnd type="none"/>
            <a:tailEnd type="none"/>
          </a:ln>
        </p:spPr>
      </p:sp>
      <p:sp>
        <p:nvSpPr>
          <p:cNvPr id="1080" name="Shape 1078"/>
          <p:cNvSpPr/>
          <p:nvPr/>
        </p:nvSpPr>
        <p:spPr>
          <a:xfrm>
            <a:off x="6575755" y="2355308"/>
            <a:ext cx="127406" cy="0"/>
          </a:xfrm>
          <a:prstGeom prst="line">
            <a:avLst/>
          </a:prstGeom>
          <a:noFill/>
          <a:ln w="15875">
            <a:solidFill>
              <a:srgbClr val="168B83">
                <a:alpha val="76000"/>
              </a:srgbClr>
            </a:solidFill>
            <a:prstDash val="dot"/>
            <a:headEnd type="none"/>
            <a:tailEnd type="none"/>
          </a:ln>
        </p:spPr>
      </p:sp>
      <p:sp>
        <p:nvSpPr>
          <p:cNvPr id="1081" name="Shape 1079"/>
          <p:cNvSpPr/>
          <p:nvPr/>
        </p:nvSpPr>
        <p:spPr>
          <a:xfrm>
            <a:off x="6700418" y="2344504"/>
            <a:ext cx="0" cy="13547"/>
          </a:xfrm>
          <a:prstGeom prst="line">
            <a:avLst/>
          </a:prstGeom>
          <a:noFill/>
          <a:ln w="15875">
            <a:solidFill>
              <a:srgbClr val="168B83">
                <a:alpha val="76000"/>
              </a:srgbClr>
            </a:solidFill>
            <a:prstDash val="dot"/>
            <a:headEnd type="none"/>
            <a:tailEnd type="none"/>
          </a:ln>
        </p:spPr>
      </p:sp>
      <p:sp>
        <p:nvSpPr>
          <p:cNvPr id="1082" name="Shape 1080"/>
          <p:cNvSpPr/>
          <p:nvPr/>
        </p:nvSpPr>
        <p:spPr>
          <a:xfrm>
            <a:off x="6700418" y="2347247"/>
            <a:ext cx="127407" cy="0"/>
          </a:xfrm>
          <a:prstGeom prst="line">
            <a:avLst/>
          </a:prstGeom>
          <a:noFill/>
          <a:ln w="15875">
            <a:solidFill>
              <a:srgbClr val="168B83">
                <a:alpha val="76000"/>
              </a:srgbClr>
            </a:solidFill>
            <a:prstDash val="dot"/>
            <a:headEnd type="none"/>
            <a:tailEnd type="none"/>
          </a:ln>
        </p:spPr>
      </p:sp>
      <p:sp>
        <p:nvSpPr>
          <p:cNvPr id="1083" name="Shape 1081"/>
          <p:cNvSpPr/>
          <p:nvPr/>
        </p:nvSpPr>
        <p:spPr>
          <a:xfrm>
            <a:off x="6825082" y="2336071"/>
            <a:ext cx="0" cy="13920"/>
          </a:xfrm>
          <a:prstGeom prst="line">
            <a:avLst/>
          </a:prstGeom>
          <a:noFill/>
          <a:ln w="15875">
            <a:solidFill>
              <a:srgbClr val="168B83">
                <a:alpha val="76000"/>
              </a:srgbClr>
            </a:solidFill>
            <a:prstDash val="dot"/>
            <a:headEnd type="none"/>
            <a:tailEnd type="none"/>
          </a:ln>
        </p:spPr>
      </p:sp>
      <p:sp>
        <p:nvSpPr>
          <p:cNvPr id="1084" name="Shape 1082"/>
          <p:cNvSpPr/>
          <p:nvPr/>
        </p:nvSpPr>
        <p:spPr>
          <a:xfrm>
            <a:off x="6825082" y="2338814"/>
            <a:ext cx="127407" cy="0"/>
          </a:xfrm>
          <a:prstGeom prst="line">
            <a:avLst/>
          </a:prstGeom>
          <a:noFill/>
          <a:ln w="15875">
            <a:solidFill>
              <a:srgbClr val="168B83">
                <a:alpha val="76000"/>
              </a:srgbClr>
            </a:solidFill>
            <a:prstDash val="dot"/>
            <a:headEnd type="none"/>
            <a:tailEnd type="none"/>
          </a:ln>
        </p:spPr>
      </p:sp>
      <p:sp>
        <p:nvSpPr>
          <p:cNvPr id="1085" name="Shape 1083"/>
          <p:cNvSpPr/>
          <p:nvPr/>
        </p:nvSpPr>
        <p:spPr>
          <a:xfrm>
            <a:off x="6949745" y="2336071"/>
            <a:ext cx="0" cy="40031"/>
          </a:xfrm>
          <a:prstGeom prst="line">
            <a:avLst/>
          </a:prstGeom>
          <a:noFill/>
          <a:ln w="15875">
            <a:solidFill>
              <a:srgbClr val="168B83">
                <a:alpha val="76000"/>
              </a:srgbClr>
            </a:solidFill>
            <a:prstDash val="dot"/>
            <a:headEnd type="none"/>
            <a:tailEnd type="none"/>
          </a:ln>
        </p:spPr>
      </p:sp>
      <p:sp>
        <p:nvSpPr>
          <p:cNvPr id="1086" name="Shape 1084"/>
          <p:cNvSpPr/>
          <p:nvPr/>
        </p:nvSpPr>
        <p:spPr>
          <a:xfrm>
            <a:off x="6949745" y="2373359"/>
            <a:ext cx="127406" cy="0"/>
          </a:xfrm>
          <a:prstGeom prst="line">
            <a:avLst/>
          </a:prstGeom>
          <a:noFill/>
          <a:ln w="15875">
            <a:solidFill>
              <a:srgbClr val="168B83">
                <a:alpha val="76000"/>
              </a:srgbClr>
            </a:solidFill>
            <a:prstDash val="dot"/>
            <a:headEnd type="none"/>
            <a:tailEnd type="none"/>
          </a:ln>
        </p:spPr>
      </p:sp>
      <p:sp>
        <p:nvSpPr>
          <p:cNvPr id="1087" name="Shape 1085"/>
          <p:cNvSpPr/>
          <p:nvPr/>
        </p:nvSpPr>
        <p:spPr>
          <a:xfrm>
            <a:off x="7074408" y="2359056"/>
            <a:ext cx="0" cy="17046"/>
          </a:xfrm>
          <a:prstGeom prst="line">
            <a:avLst/>
          </a:prstGeom>
          <a:noFill/>
          <a:ln w="15875">
            <a:solidFill>
              <a:srgbClr val="168B83">
                <a:alpha val="76000"/>
              </a:srgbClr>
            </a:solidFill>
            <a:prstDash val="dot"/>
            <a:headEnd type="none"/>
            <a:tailEnd type="none"/>
          </a:ln>
        </p:spPr>
      </p:sp>
      <p:sp>
        <p:nvSpPr>
          <p:cNvPr id="1088" name="Shape 1086"/>
          <p:cNvSpPr/>
          <p:nvPr/>
        </p:nvSpPr>
        <p:spPr>
          <a:xfrm>
            <a:off x="7074408" y="2361799"/>
            <a:ext cx="127407" cy="0"/>
          </a:xfrm>
          <a:prstGeom prst="line">
            <a:avLst/>
          </a:prstGeom>
          <a:noFill/>
          <a:ln w="15875">
            <a:solidFill>
              <a:srgbClr val="168B83">
                <a:alpha val="76000"/>
              </a:srgbClr>
            </a:solidFill>
            <a:prstDash val="dot"/>
            <a:headEnd type="none"/>
            <a:tailEnd type="none"/>
          </a:ln>
        </p:spPr>
      </p:sp>
      <p:sp>
        <p:nvSpPr>
          <p:cNvPr id="1089" name="Shape 1087"/>
          <p:cNvSpPr/>
          <p:nvPr/>
        </p:nvSpPr>
        <p:spPr>
          <a:xfrm>
            <a:off x="7199071" y="2344906"/>
            <a:ext cx="0" cy="19636"/>
          </a:xfrm>
          <a:prstGeom prst="line">
            <a:avLst/>
          </a:prstGeom>
          <a:noFill/>
          <a:ln w="15875">
            <a:solidFill>
              <a:srgbClr val="168B83">
                <a:alpha val="76000"/>
              </a:srgbClr>
            </a:solidFill>
            <a:prstDash val="dot"/>
            <a:headEnd type="none"/>
            <a:tailEnd type="none"/>
          </a:ln>
        </p:spPr>
      </p:sp>
      <p:sp>
        <p:nvSpPr>
          <p:cNvPr id="1090" name="Shape 1088"/>
          <p:cNvSpPr/>
          <p:nvPr/>
        </p:nvSpPr>
        <p:spPr>
          <a:xfrm>
            <a:off x="7199071" y="2347649"/>
            <a:ext cx="127407" cy="0"/>
          </a:xfrm>
          <a:prstGeom prst="line">
            <a:avLst/>
          </a:prstGeom>
          <a:noFill/>
          <a:ln w="15875">
            <a:solidFill>
              <a:srgbClr val="168B83">
                <a:alpha val="76000"/>
              </a:srgbClr>
            </a:solidFill>
            <a:prstDash val="dot"/>
            <a:headEnd type="none"/>
            <a:tailEnd type="none"/>
          </a:ln>
        </p:spPr>
      </p:sp>
      <p:sp>
        <p:nvSpPr>
          <p:cNvPr id="1091" name="Shape 1089"/>
          <p:cNvSpPr/>
          <p:nvPr/>
        </p:nvSpPr>
        <p:spPr>
          <a:xfrm>
            <a:off x="7323735" y="2329753"/>
            <a:ext cx="0" cy="20639"/>
          </a:xfrm>
          <a:prstGeom prst="line">
            <a:avLst/>
          </a:prstGeom>
          <a:noFill/>
          <a:ln w="15875">
            <a:solidFill>
              <a:srgbClr val="168B83">
                <a:alpha val="76000"/>
              </a:srgbClr>
            </a:solidFill>
            <a:prstDash val="dot"/>
            <a:headEnd type="none"/>
            <a:tailEnd type="none"/>
          </a:ln>
        </p:spPr>
      </p:sp>
      <p:sp>
        <p:nvSpPr>
          <p:cNvPr id="1092" name="Shape 1090"/>
          <p:cNvSpPr/>
          <p:nvPr/>
        </p:nvSpPr>
        <p:spPr>
          <a:xfrm>
            <a:off x="7323735" y="2332496"/>
            <a:ext cx="127406" cy="0"/>
          </a:xfrm>
          <a:prstGeom prst="line">
            <a:avLst/>
          </a:prstGeom>
          <a:noFill/>
          <a:ln w="15875">
            <a:solidFill>
              <a:srgbClr val="168B83">
                <a:alpha val="76000"/>
              </a:srgbClr>
            </a:solidFill>
            <a:prstDash val="dot"/>
            <a:headEnd type="none"/>
            <a:tailEnd type="none"/>
          </a:ln>
        </p:spPr>
      </p:sp>
      <p:sp>
        <p:nvSpPr>
          <p:cNvPr id="1093" name="Shape 1091"/>
          <p:cNvSpPr/>
          <p:nvPr/>
        </p:nvSpPr>
        <p:spPr>
          <a:xfrm>
            <a:off x="7448397" y="2314937"/>
            <a:ext cx="0" cy="20302"/>
          </a:xfrm>
          <a:prstGeom prst="line">
            <a:avLst/>
          </a:prstGeom>
          <a:noFill/>
          <a:ln w="15875">
            <a:solidFill>
              <a:srgbClr val="168B83">
                <a:alpha val="76000"/>
              </a:srgbClr>
            </a:solidFill>
            <a:prstDash val="dot"/>
            <a:headEnd type="none"/>
            <a:tailEnd type="none"/>
          </a:ln>
        </p:spPr>
      </p:sp>
      <p:sp>
        <p:nvSpPr>
          <p:cNvPr id="1094" name="Shape 1092"/>
          <p:cNvSpPr/>
          <p:nvPr/>
        </p:nvSpPr>
        <p:spPr>
          <a:xfrm>
            <a:off x="7448397" y="2317681"/>
            <a:ext cx="127407" cy="0"/>
          </a:xfrm>
          <a:prstGeom prst="line">
            <a:avLst/>
          </a:prstGeom>
          <a:noFill/>
          <a:ln w="15875">
            <a:solidFill>
              <a:srgbClr val="168B83">
                <a:alpha val="76000"/>
              </a:srgbClr>
            </a:solidFill>
            <a:prstDash val="dot"/>
            <a:headEnd type="none"/>
            <a:tailEnd type="none"/>
          </a:ln>
        </p:spPr>
      </p:sp>
      <p:sp>
        <p:nvSpPr>
          <p:cNvPr id="1095" name="Shape 1093"/>
          <p:cNvSpPr/>
          <p:nvPr/>
        </p:nvSpPr>
        <p:spPr>
          <a:xfrm>
            <a:off x="7573061" y="2301708"/>
            <a:ext cx="0" cy="18716"/>
          </a:xfrm>
          <a:prstGeom prst="line">
            <a:avLst/>
          </a:prstGeom>
          <a:noFill/>
          <a:ln w="15875">
            <a:solidFill>
              <a:srgbClr val="168B83">
                <a:alpha val="76000"/>
              </a:srgbClr>
            </a:solidFill>
            <a:prstDash val="dot"/>
            <a:headEnd type="none"/>
            <a:tailEnd type="none"/>
          </a:ln>
        </p:spPr>
      </p:sp>
      <p:sp>
        <p:nvSpPr>
          <p:cNvPr id="1096" name="Shape 1094"/>
          <p:cNvSpPr/>
          <p:nvPr/>
        </p:nvSpPr>
        <p:spPr>
          <a:xfrm>
            <a:off x="7573061" y="2304451"/>
            <a:ext cx="127407" cy="0"/>
          </a:xfrm>
          <a:prstGeom prst="line">
            <a:avLst/>
          </a:prstGeom>
          <a:noFill/>
          <a:ln w="15875">
            <a:solidFill>
              <a:srgbClr val="168B83">
                <a:alpha val="76000"/>
              </a:srgbClr>
            </a:solidFill>
            <a:prstDash val="dot"/>
            <a:headEnd type="none"/>
            <a:tailEnd type="none"/>
          </a:ln>
        </p:spPr>
      </p:sp>
      <p:sp>
        <p:nvSpPr>
          <p:cNvPr id="1097" name="Shape 1095"/>
          <p:cNvSpPr/>
          <p:nvPr/>
        </p:nvSpPr>
        <p:spPr>
          <a:xfrm>
            <a:off x="7697724" y="2289481"/>
            <a:ext cx="0" cy="17713"/>
          </a:xfrm>
          <a:prstGeom prst="line">
            <a:avLst/>
          </a:prstGeom>
          <a:noFill/>
          <a:ln w="15875">
            <a:solidFill>
              <a:srgbClr val="168B83">
                <a:alpha val="76000"/>
              </a:srgbClr>
            </a:solidFill>
            <a:prstDash val="dot"/>
            <a:headEnd type="none"/>
            <a:tailEnd type="none"/>
          </a:ln>
        </p:spPr>
      </p:sp>
      <p:sp>
        <p:nvSpPr>
          <p:cNvPr id="1098" name="Shape 1096"/>
          <p:cNvSpPr/>
          <p:nvPr/>
        </p:nvSpPr>
        <p:spPr>
          <a:xfrm>
            <a:off x="7697724" y="2292224"/>
            <a:ext cx="127406" cy="0"/>
          </a:xfrm>
          <a:prstGeom prst="line">
            <a:avLst/>
          </a:prstGeom>
          <a:noFill/>
          <a:ln w="15875">
            <a:solidFill>
              <a:srgbClr val="168B83">
                <a:alpha val="76000"/>
              </a:srgbClr>
            </a:solidFill>
            <a:prstDash val="dot"/>
            <a:headEnd type="none"/>
            <a:tailEnd type="none"/>
          </a:ln>
        </p:spPr>
      </p:sp>
      <p:sp>
        <p:nvSpPr>
          <p:cNvPr id="1099" name="Shape 1097"/>
          <p:cNvSpPr/>
          <p:nvPr/>
        </p:nvSpPr>
        <p:spPr>
          <a:xfrm>
            <a:off x="7822387" y="2277123"/>
            <a:ext cx="0" cy="17844"/>
          </a:xfrm>
          <a:prstGeom prst="line">
            <a:avLst/>
          </a:prstGeom>
          <a:noFill/>
          <a:ln w="15875">
            <a:solidFill>
              <a:srgbClr val="168B83">
                <a:alpha val="76000"/>
              </a:srgbClr>
            </a:solidFill>
            <a:prstDash val="dot"/>
            <a:headEnd type="none"/>
            <a:tailEnd type="none"/>
          </a:ln>
        </p:spPr>
      </p:sp>
      <p:sp>
        <p:nvSpPr>
          <p:cNvPr id="1100" name="Shape 1098"/>
          <p:cNvSpPr/>
          <p:nvPr/>
        </p:nvSpPr>
        <p:spPr>
          <a:xfrm>
            <a:off x="7822387" y="2279866"/>
            <a:ext cx="127407" cy="0"/>
          </a:xfrm>
          <a:prstGeom prst="line">
            <a:avLst/>
          </a:prstGeom>
          <a:noFill/>
          <a:ln w="15875">
            <a:solidFill>
              <a:srgbClr val="168B83">
                <a:alpha val="76000"/>
              </a:srgbClr>
            </a:solidFill>
            <a:prstDash val="dot"/>
            <a:headEnd type="none"/>
            <a:tailEnd type="none"/>
          </a:ln>
        </p:spPr>
      </p:sp>
      <p:sp>
        <p:nvSpPr>
          <p:cNvPr id="1101" name="Shape 1099"/>
          <p:cNvSpPr/>
          <p:nvPr/>
        </p:nvSpPr>
        <p:spPr>
          <a:xfrm>
            <a:off x="7947050" y="2265015"/>
            <a:ext cx="0" cy="17595"/>
          </a:xfrm>
          <a:prstGeom prst="line">
            <a:avLst/>
          </a:prstGeom>
          <a:noFill/>
          <a:ln w="15875">
            <a:solidFill>
              <a:srgbClr val="168B83">
                <a:alpha val="76000"/>
              </a:srgbClr>
            </a:solidFill>
            <a:prstDash val="dot"/>
            <a:headEnd type="none"/>
            <a:tailEnd type="none"/>
          </a:ln>
        </p:spPr>
      </p:sp>
      <p:sp>
        <p:nvSpPr>
          <p:cNvPr id="1102" name="Shape 1100"/>
          <p:cNvSpPr/>
          <p:nvPr/>
        </p:nvSpPr>
        <p:spPr>
          <a:xfrm>
            <a:off x="7947050" y="2267758"/>
            <a:ext cx="127407" cy="0"/>
          </a:xfrm>
          <a:prstGeom prst="line">
            <a:avLst/>
          </a:prstGeom>
          <a:noFill/>
          <a:ln w="15875">
            <a:solidFill>
              <a:srgbClr val="168B83">
                <a:alpha val="76000"/>
              </a:srgbClr>
            </a:solidFill>
            <a:prstDash val="dot"/>
            <a:headEnd type="none"/>
            <a:tailEnd type="none"/>
          </a:ln>
        </p:spPr>
      </p:sp>
      <p:sp>
        <p:nvSpPr>
          <p:cNvPr id="1103" name="Shape 1101"/>
          <p:cNvSpPr/>
          <p:nvPr/>
        </p:nvSpPr>
        <p:spPr>
          <a:xfrm>
            <a:off x="8071714" y="2253449"/>
            <a:ext cx="0" cy="17052"/>
          </a:xfrm>
          <a:prstGeom prst="line">
            <a:avLst/>
          </a:prstGeom>
          <a:noFill/>
          <a:ln w="15875">
            <a:solidFill>
              <a:srgbClr val="168B83">
                <a:alpha val="76000"/>
              </a:srgbClr>
            </a:solidFill>
            <a:prstDash val="dot"/>
            <a:headEnd type="none"/>
            <a:tailEnd type="none"/>
          </a:ln>
        </p:spPr>
      </p:sp>
      <p:sp>
        <p:nvSpPr>
          <p:cNvPr id="1104" name="Shape 1102"/>
          <p:cNvSpPr/>
          <p:nvPr/>
        </p:nvSpPr>
        <p:spPr>
          <a:xfrm>
            <a:off x="8071714" y="2256192"/>
            <a:ext cx="127406" cy="0"/>
          </a:xfrm>
          <a:prstGeom prst="line">
            <a:avLst/>
          </a:prstGeom>
          <a:noFill/>
          <a:ln w="15875">
            <a:solidFill>
              <a:srgbClr val="168B83">
                <a:alpha val="76000"/>
              </a:srgbClr>
            </a:solidFill>
            <a:prstDash val="dot"/>
            <a:headEnd type="none"/>
            <a:tailEnd type="none"/>
          </a:ln>
        </p:spPr>
      </p:sp>
      <p:sp>
        <p:nvSpPr>
          <p:cNvPr id="1105" name="Shape 1103"/>
          <p:cNvSpPr/>
          <p:nvPr/>
        </p:nvSpPr>
        <p:spPr>
          <a:xfrm>
            <a:off x="8196377" y="2242874"/>
            <a:ext cx="0" cy="16061"/>
          </a:xfrm>
          <a:prstGeom prst="line">
            <a:avLst/>
          </a:prstGeom>
          <a:noFill/>
          <a:ln w="15875">
            <a:solidFill>
              <a:srgbClr val="168B83">
                <a:alpha val="76000"/>
              </a:srgbClr>
            </a:solidFill>
            <a:prstDash val="dot"/>
            <a:headEnd type="none"/>
            <a:tailEnd type="none"/>
          </a:ln>
        </p:spPr>
      </p:sp>
      <p:sp>
        <p:nvSpPr>
          <p:cNvPr id="1106" name="Shape 1104"/>
          <p:cNvSpPr/>
          <p:nvPr/>
        </p:nvSpPr>
        <p:spPr>
          <a:xfrm>
            <a:off x="8196377" y="2245618"/>
            <a:ext cx="127407" cy="0"/>
          </a:xfrm>
          <a:prstGeom prst="line">
            <a:avLst/>
          </a:prstGeom>
          <a:noFill/>
          <a:ln w="15875">
            <a:solidFill>
              <a:srgbClr val="168B83">
                <a:alpha val="76000"/>
              </a:srgbClr>
            </a:solidFill>
            <a:prstDash val="dot"/>
            <a:headEnd type="none"/>
            <a:tailEnd type="none"/>
          </a:ln>
        </p:spPr>
      </p:sp>
      <p:sp>
        <p:nvSpPr>
          <p:cNvPr id="1107" name="Shape 1105"/>
          <p:cNvSpPr/>
          <p:nvPr/>
        </p:nvSpPr>
        <p:spPr>
          <a:xfrm>
            <a:off x="8321040" y="2233380"/>
            <a:ext cx="0" cy="14980"/>
          </a:xfrm>
          <a:prstGeom prst="line">
            <a:avLst/>
          </a:prstGeom>
          <a:noFill/>
          <a:ln w="15875">
            <a:solidFill>
              <a:srgbClr val="168B83">
                <a:alpha val="76000"/>
              </a:srgbClr>
            </a:solidFill>
            <a:prstDash val="dot"/>
            <a:headEnd type="none"/>
            <a:tailEnd type="none"/>
          </a:ln>
        </p:spPr>
      </p:sp>
      <p:sp>
        <p:nvSpPr>
          <p:cNvPr id="1108" name="Shape 1106"/>
          <p:cNvSpPr/>
          <p:nvPr/>
        </p:nvSpPr>
        <p:spPr>
          <a:xfrm>
            <a:off x="841248" y="2236124"/>
            <a:ext cx="127407" cy="0"/>
          </a:xfrm>
          <a:prstGeom prst="line">
            <a:avLst/>
          </a:prstGeom>
          <a:noFill/>
          <a:ln w="15875">
            <a:solidFill>
              <a:srgbClr val="C44F4F">
                <a:alpha val="76000"/>
              </a:srgbClr>
            </a:solidFill>
            <a:prstDash val="dot"/>
            <a:headEnd type="none"/>
            <a:tailEnd type="none"/>
          </a:ln>
        </p:spPr>
      </p:sp>
      <p:sp>
        <p:nvSpPr>
          <p:cNvPr id="1109" name="Shape 1107"/>
          <p:cNvSpPr/>
          <p:nvPr/>
        </p:nvSpPr>
        <p:spPr>
          <a:xfrm>
            <a:off x="965911" y="2233380"/>
            <a:ext cx="0" cy="50225"/>
          </a:xfrm>
          <a:prstGeom prst="line">
            <a:avLst/>
          </a:prstGeom>
          <a:noFill/>
          <a:ln w="15875">
            <a:solidFill>
              <a:srgbClr val="C44F4F">
                <a:alpha val="76000"/>
              </a:srgbClr>
            </a:solidFill>
            <a:prstDash val="dot"/>
            <a:headEnd type="none"/>
            <a:tailEnd type="none"/>
          </a:ln>
        </p:spPr>
      </p:sp>
      <p:sp>
        <p:nvSpPr>
          <p:cNvPr id="1110" name="Shape 1108"/>
          <p:cNvSpPr/>
          <p:nvPr/>
        </p:nvSpPr>
        <p:spPr>
          <a:xfrm>
            <a:off x="965911" y="2280863"/>
            <a:ext cx="127406" cy="0"/>
          </a:xfrm>
          <a:prstGeom prst="line">
            <a:avLst/>
          </a:prstGeom>
          <a:noFill/>
          <a:ln w="15875">
            <a:solidFill>
              <a:srgbClr val="C44F4F">
                <a:alpha val="76000"/>
              </a:srgbClr>
            </a:solidFill>
            <a:prstDash val="dot"/>
            <a:headEnd type="none"/>
            <a:tailEnd type="none"/>
          </a:ln>
        </p:spPr>
      </p:sp>
      <p:sp>
        <p:nvSpPr>
          <p:cNvPr id="1111" name="Shape 1109"/>
          <p:cNvSpPr/>
          <p:nvPr/>
        </p:nvSpPr>
        <p:spPr>
          <a:xfrm>
            <a:off x="1090574" y="2278119"/>
            <a:ext cx="0" cy="100002"/>
          </a:xfrm>
          <a:prstGeom prst="line">
            <a:avLst/>
          </a:prstGeom>
          <a:noFill/>
          <a:ln w="15875">
            <a:solidFill>
              <a:srgbClr val="C44F4F">
                <a:alpha val="76000"/>
              </a:srgbClr>
            </a:solidFill>
            <a:prstDash val="dot"/>
            <a:headEnd type="none"/>
            <a:tailEnd type="none"/>
          </a:ln>
        </p:spPr>
      </p:sp>
      <p:sp>
        <p:nvSpPr>
          <p:cNvPr id="1112" name="Shape 1110"/>
          <p:cNvSpPr/>
          <p:nvPr/>
        </p:nvSpPr>
        <p:spPr>
          <a:xfrm>
            <a:off x="1090574" y="2375379"/>
            <a:ext cx="127407" cy="0"/>
          </a:xfrm>
          <a:prstGeom prst="line">
            <a:avLst/>
          </a:prstGeom>
          <a:noFill/>
          <a:ln w="15875">
            <a:solidFill>
              <a:srgbClr val="C44F4F">
                <a:alpha val="76000"/>
              </a:srgbClr>
            </a:solidFill>
            <a:prstDash val="dot"/>
            <a:headEnd type="none"/>
            <a:tailEnd type="none"/>
          </a:ln>
        </p:spPr>
      </p:sp>
      <p:sp>
        <p:nvSpPr>
          <p:cNvPr id="1113" name="Shape 1111"/>
          <p:cNvSpPr/>
          <p:nvPr/>
        </p:nvSpPr>
        <p:spPr>
          <a:xfrm>
            <a:off x="1215238" y="2372636"/>
            <a:ext cx="0" cy="97721"/>
          </a:xfrm>
          <a:prstGeom prst="line">
            <a:avLst/>
          </a:prstGeom>
          <a:noFill/>
          <a:ln w="15875">
            <a:solidFill>
              <a:srgbClr val="C44F4F">
                <a:alpha val="76000"/>
              </a:srgbClr>
            </a:solidFill>
            <a:prstDash val="dot"/>
            <a:headEnd type="none"/>
            <a:tailEnd type="none"/>
          </a:ln>
        </p:spPr>
      </p:sp>
      <p:sp>
        <p:nvSpPr>
          <p:cNvPr id="1114" name="Shape 1112"/>
          <p:cNvSpPr/>
          <p:nvPr/>
        </p:nvSpPr>
        <p:spPr>
          <a:xfrm>
            <a:off x="1215238" y="2467613"/>
            <a:ext cx="127407" cy="0"/>
          </a:xfrm>
          <a:prstGeom prst="line">
            <a:avLst/>
          </a:prstGeom>
          <a:noFill/>
          <a:ln w="15875">
            <a:solidFill>
              <a:srgbClr val="C44F4F">
                <a:alpha val="76000"/>
              </a:srgbClr>
            </a:solidFill>
            <a:prstDash val="dot"/>
            <a:headEnd type="none"/>
            <a:tailEnd type="none"/>
          </a:ln>
        </p:spPr>
      </p:sp>
      <p:sp>
        <p:nvSpPr>
          <p:cNvPr id="1115" name="Shape 1113"/>
          <p:cNvSpPr/>
          <p:nvPr/>
        </p:nvSpPr>
        <p:spPr>
          <a:xfrm>
            <a:off x="1339901" y="2464870"/>
            <a:ext cx="0" cy="98418"/>
          </a:xfrm>
          <a:prstGeom prst="line">
            <a:avLst/>
          </a:prstGeom>
          <a:noFill/>
          <a:ln w="15875">
            <a:solidFill>
              <a:srgbClr val="C44F4F">
                <a:alpha val="76000"/>
              </a:srgbClr>
            </a:solidFill>
            <a:prstDash val="dot"/>
            <a:headEnd type="none"/>
            <a:tailEnd type="none"/>
          </a:ln>
        </p:spPr>
      </p:sp>
      <p:sp>
        <p:nvSpPr>
          <p:cNvPr id="1116" name="Shape 1114"/>
          <p:cNvSpPr/>
          <p:nvPr/>
        </p:nvSpPr>
        <p:spPr>
          <a:xfrm>
            <a:off x="1339901" y="2560545"/>
            <a:ext cx="127406" cy="0"/>
          </a:xfrm>
          <a:prstGeom prst="line">
            <a:avLst/>
          </a:prstGeom>
          <a:noFill/>
          <a:ln w="15875">
            <a:solidFill>
              <a:srgbClr val="C44F4F">
                <a:alpha val="76000"/>
              </a:srgbClr>
            </a:solidFill>
            <a:prstDash val="dot"/>
            <a:headEnd type="none"/>
            <a:tailEnd type="none"/>
          </a:ln>
        </p:spPr>
      </p:sp>
      <p:sp>
        <p:nvSpPr>
          <p:cNvPr id="1117" name="Shape 1115"/>
          <p:cNvSpPr/>
          <p:nvPr/>
        </p:nvSpPr>
        <p:spPr>
          <a:xfrm>
            <a:off x="1464564" y="2557802"/>
            <a:ext cx="0" cy="105294"/>
          </a:xfrm>
          <a:prstGeom prst="line">
            <a:avLst/>
          </a:prstGeom>
          <a:noFill/>
          <a:ln w="15875">
            <a:solidFill>
              <a:srgbClr val="C44F4F">
                <a:alpha val="76000"/>
              </a:srgbClr>
            </a:solidFill>
            <a:prstDash val="dot"/>
            <a:headEnd type="none"/>
            <a:tailEnd type="none"/>
          </a:ln>
        </p:spPr>
      </p:sp>
      <p:sp>
        <p:nvSpPr>
          <p:cNvPr id="1118" name="Shape 1116"/>
          <p:cNvSpPr/>
          <p:nvPr/>
        </p:nvSpPr>
        <p:spPr>
          <a:xfrm>
            <a:off x="1464564" y="2660353"/>
            <a:ext cx="127407" cy="0"/>
          </a:xfrm>
          <a:prstGeom prst="line">
            <a:avLst/>
          </a:prstGeom>
          <a:noFill/>
          <a:ln w="15875">
            <a:solidFill>
              <a:srgbClr val="C44F4F">
                <a:alpha val="76000"/>
              </a:srgbClr>
            </a:solidFill>
            <a:prstDash val="dot"/>
            <a:headEnd type="none"/>
            <a:tailEnd type="none"/>
          </a:ln>
        </p:spPr>
      </p:sp>
      <p:sp>
        <p:nvSpPr>
          <p:cNvPr id="1119" name="Shape 1117"/>
          <p:cNvSpPr/>
          <p:nvPr/>
        </p:nvSpPr>
        <p:spPr>
          <a:xfrm>
            <a:off x="1589227" y="2657609"/>
            <a:ext cx="0" cy="105832"/>
          </a:xfrm>
          <a:prstGeom prst="line">
            <a:avLst/>
          </a:prstGeom>
          <a:noFill/>
          <a:ln w="15875">
            <a:solidFill>
              <a:srgbClr val="C44F4F">
                <a:alpha val="76000"/>
              </a:srgbClr>
            </a:solidFill>
            <a:prstDash val="dot"/>
            <a:headEnd type="none"/>
            <a:tailEnd type="none"/>
          </a:ln>
        </p:spPr>
      </p:sp>
      <p:sp>
        <p:nvSpPr>
          <p:cNvPr id="1120" name="Shape 1118"/>
          <p:cNvSpPr/>
          <p:nvPr/>
        </p:nvSpPr>
        <p:spPr>
          <a:xfrm>
            <a:off x="1589227" y="2760699"/>
            <a:ext cx="127407" cy="0"/>
          </a:xfrm>
          <a:prstGeom prst="line">
            <a:avLst/>
          </a:prstGeom>
          <a:noFill/>
          <a:ln w="15875">
            <a:solidFill>
              <a:srgbClr val="C44F4F">
                <a:alpha val="76000"/>
              </a:srgbClr>
            </a:solidFill>
            <a:prstDash val="dot"/>
            <a:headEnd type="none"/>
            <a:tailEnd type="none"/>
          </a:ln>
        </p:spPr>
      </p:sp>
      <p:sp>
        <p:nvSpPr>
          <p:cNvPr id="1121" name="Shape 1119"/>
          <p:cNvSpPr/>
          <p:nvPr/>
        </p:nvSpPr>
        <p:spPr>
          <a:xfrm>
            <a:off x="1713891" y="2757955"/>
            <a:ext cx="0" cy="98640"/>
          </a:xfrm>
          <a:prstGeom prst="line">
            <a:avLst/>
          </a:prstGeom>
          <a:noFill/>
          <a:ln w="15875">
            <a:solidFill>
              <a:srgbClr val="C44F4F">
                <a:alpha val="76000"/>
              </a:srgbClr>
            </a:solidFill>
            <a:prstDash val="dot"/>
            <a:headEnd type="none"/>
            <a:tailEnd type="none"/>
          </a:ln>
        </p:spPr>
      </p:sp>
      <p:sp>
        <p:nvSpPr>
          <p:cNvPr id="1122" name="Shape 1120"/>
          <p:cNvSpPr/>
          <p:nvPr/>
        </p:nvSpPr>
        <p:spPr>
          <a:xfrm>
            <a:off x="1713891" y="2853852"/>
            <a:ext cx="127406" cy="0"/>
          </a:xfrm>
          <a:prstGeom prst="line">
            <a:avLst/>
          </a:prstGeom>
          <a:noFill/>
          <a:ln w="15875">
            <a:solidFill>
              <a:srgbClr val="C44F4F">
                <a:alpha val="76000"/>
              </a:srgbClr>
            </a:solidFill>
            <a:prstDash val="dot"/>
            <a:headEnd type="none"/>
            <a:tailEnd type="none"/>
          </a:ln>
        </p:spPr>
      </p:sp>
      <p:sp>
        <p:nvSpPr>
          <p:cNvPr id="1123" name="Shape 1121"/>
          <p:cNvSpPr/>
          <p:nvPr/>
        </p:nvSpPr>
        <p:spPr>
          <a:xfrm>
            <a:off x="1838553" y="2851109"/>
            <a:ext cx="0" cy="67082"/>
          </a:xfrm>
          <a:prstGeom prst="line">
            <a:avLst/>
          </a:prstGeom>
          <a:noFill/>
          <a:ln w="15875">
            <a:solidFill>
              <a:srgbClr val="C44F4F">
                <a:alpha val="76000"/>
              </a:srgbClr>
            </a:solidFill>
            <a:prstDash val="dot"/>
            <a:headEnd type="none"/>
            <a:tailEnd type="none"/>
          </a:ln>
        </p:spPr>
      </p:sp>
      <p:sp>
        <p:nvSpPr>
          <p:cNvPr id="1124" name="Shape 1122"/>
          <p:cNvSpPr/>
          <p:nvPr/>
        </p:nvSpPr>
        <p:spPr>
          <a:xfrm>
            <a:off x="1838553" y="2915448"/>
            <a:ext cx="127407" cy="0"/>
          </a:xfrm>
          <a:prstGeom prst="line">
            <a:avLst/>
          </a:prstGeom>
          <a:noFill/>
          <a:ln w="15875">
            <a:solidFill>
              <a:srgbClr val="C44F4F">
                <a:alpha val="76000"/>
              </a:srgbClr>
            </a:solidFill>
            <a:prstDash val="dot"/>
            <a:headEnd type="none"/>
            <a:tailEnd type="none"/>
          </a:ln>
        </p:spPr>
      </p:sp>
      <p:sp>
        <p:nvSpPr>
          <p:cNvPr id="1125" name="Shape 1123"/>
          <p:cNvSpPr/>
          <p:nvPr/>
        </p:nvSpPr>
        <p:spPr>
          <a:xfrm>
            <a:off x="1963217" y="2912704"/>
            <a:ext cx="0" cy="68888"/>
          </a:xfrm>
          <a:prstGeom prst="line">
            <a:avLst/>
          </a:prstGeom>
          <a:noFill/>
          <a:ln w="15875">
            <a:solidFill>
              <a:srgbClr val="C44F4F">
                <a:alpha val="76000"/>
              </a:srgbClr>
            </a:solidFill>
            <a:prstDash val="dot"/>
            <a:headEnd type="none"/>
            <a:tailEnd type="none"/>
          </a:ln>
        </p:spPr>
      </p:sp>
      <p:sp>
        <p:nvSpPr>
          <p:cNvPr id="1126" name="Shape 1124"/>
          <p:cNvSpPr/>
          <p:nvPr/>
        </p:nvSpPr>
        <p:spPr>
          <a:xfrm>
            <a:off x="1963217" y="2978849"/>
            <a:ext cx="127407" cy="0"/>
          </a:xfrm>
          <a:prstGeom prst="line">
            <a:avLst/>
          </a:prstGeom>
          <a:noFill/>
          <a:ln w="15875">
            <a:solidFill>
              <a:srgbClr val="C44F4F">
                <a:alpha val="76000"/>
              </a:srgbClr>
            </a:solidFill>
            <a:prstDash val="dot"/>
            <a:headEnd type="none"/>
            <a:tailEnd type="none"/>
          </a:ln>
        </p:spPr>
      </p:sp>
      <p:sp>
        <p:nvSpPr>
          <p:cNvPr id="1127" name="Shape 1125"/>
          <p:cNvSpPr/>
          <p:nvPr/>
        </p:nvSpPr>
        <p:spPr>
          <a:xfrm>
            <a:off x="2087880" y="2976106"/>
            <a:ext cx="0" cy="70472"/>
          </a:xfrm>
          <a:prstGeom prst="line">
            <a:avLst/>
          </a:prstGeom>
          <a:noFill/>
          <a:ln w="15875">
            <a:solidFill>
              <a:srgbClr val="C44F4F">
                <a:alpha val="76000"/>
              </a:srgbClr>
            </a:solidFill>
            <a:prstDash val="dot"/>
            <a:headEnd type="none"/>
            <a:tailEnd type="none"/>
          </a:ln>
        </p:spPr>
      </p:sp>
      <p:sp>
        <p:nvSpPr>
          <p:cNvPr id="1128" name="Shape 1126"/>
          <p:cNvSpPr/>
          <p:nvPr/>
        </p:nvSpPr>
        <p:spPr>
          <a:xfrm>
            <a:off x="2087880" y="3043835"/>
            <a:ext cx="127406" cy="0"/>
          </a:xfrm>
          <a:prstGeom prst="line">
            <a:avLst/>
          </a:prstGeom>
          <a:noFill/>
          <a:ln w="15875">
            <a:solidFill>
              <a:srgbClr val="C44F4F">
                <a:alpha val="76000"/>
              </a:srgbClr>
            </a:solidFill>
            <a:prstDash val="dot"/>
            <a:headEnd type="none"/>
            <a:tailEnd type="none"/>
          </a:ln>
        </p:spPr>
      </p:sp>
      <p:sp>
        <p:nvSpPr>
          <p:cNvPr id="1129" name="Shape 1127"/>
          <p:cNvSpPr/>
          <p:nvPr/>
        </p:nvSpPr>
        <p:spPr>
          <a:xfrm>
            <a:off x="2212543" y="3041091"/>
            <a:ext cx="0" cy="68191"/>
          </a:xfrm>
          <a:prstGeom prst="line">
            <a:avLst/>
          </a:prstGeom>
          <a:noFill/>
          <a:ln w="15875">
            <a:solidFill>
              <a:srgbClr val="C44F4F">
                <a:alpha val="76000"/>
              </a:srgbClr>
            </a:solidFill>
            <a:prstDash val="dot"/>
            <a:headEnd type="none"/>
            <a:tailEnd type="none"/>
          </a:ln>
        </p:spPr>
      </p:sp>
      <p:sp>
        <p:nvSpPr>
          <p:cNvPr id="1130" name="Shape 1128"/>
          <p:cNvSpPr/>
          <p:nvPr/>
        </p:nvSpPr>
        <p:spPr>
          <a:xfrm>
            <a:off x="2212543" y="3106539"/>
            <a:ext cx="127407" cy="0"/>
          </a:xfrm>
          <a:prstGeom prst="line">
            <a:avLst/>
          </a:prstGeom>
          <a:noFill/>
          <a:ln w="15875">
            <a:solidFill>
              <a:srgbClr val="C44F4F">
                <a:alpha val="76000"/>
              </a:srgbClr>
            </a:solidFill>
            <a:prstDash val="dot"/>
            <a:headEnd type="none"/>
            <a:tailEnd type="none"/>
          </a:ln>
        </p:spPr>
      </p:sp>
      <p:sp>
        <p:nvSpPr>
          <p:cNvPr id="1131" name="Shape 1129"/>
          <p:cNvSpPr/>
          <p:nvPr/>
        </p:nvSpPr>
        <p:spPr>
          <a:xfrm>
            <a:off x="2337206" y="3103796"/>
            <a:ext cx="0" cy="69110"/>
          </a:xfrm>
          <a:prstGeom prst="line">
            <a:avLst/>
          </a:prstGeom>
          <a:noFill/>
          <a:ln w="15875">
            <a:solidFill>
              <a:srgbClr val="C44F4F">
                <a:alpha val="76000"/>
              </a:srgbClr>
            </a:solidFill>
            <a:prstDash val="dot"/>
            <a:headEnd type="none"/>
            <a:tailEnd type="none"/>
          </a:ln>
        </p:spPr>
      </p:sp>
      <p:sp>
        <p:nvSpPr>
          <p:cNvPr id="1132" name="Shape 1130"/>
          <p:cNvSpPr/>
          <p:nvPr/>
        </p:nvSpPr>
        <p:spPr>
          <a:xfrm>
            <a:off x="2337206" y="3170162"/>
            <a:ext cx="127407" cy="0"/>
          </a:xfrm>
          <a:prstGeom prst="line">
            <a:avLst/>
          </a:prstGeom>
          <a:noFill/>
          <a:ln w="15875">
            <a:solidFill>
              <a:srgbClr val="C44F4F">
                <a:alpha val="76000"/>
              </a:srgbClr>
            </a:solidFill>
            <a:prstDash val="dot"/>
            <a:headEnd type="none"/>
            <a:tailEnd type="none"/>
          </a:ln>
        </p:spPr>
      </p:sp>
      <p:sp>
        <p:nvSpPr>
          <p:cNvPr id="1133" name="Shape 1131"/>
          <p:cNvSpPr/>
          <p:nvPr/>
        </p:nvSpPr>
        <p:spPr>
          <a:xfrm>
            <a:off x="2461870" y="3167419"/>
            <a:ext cx="0" cy="66005"/>
          </a:xfrm>
          <a:prstGeom prst="line">
            <a:avLst/>
          </a:prstGeom>
          <a:noFill/>
          <a:ln w="15875">
            <a:solidFill>
              <a:srgbClr val="C44F4F">
                <a:alpha val="76000"/>
              </a:srgbClr>
            </a:solidFill>
            <a:prstDash val="dot"/>
            <a:headEnd type="none"/>
            <a:tailEnd type="none"/>
          </a:ln>
        </p:spPr>
      </p:sp>
      <p:sp>
        <p:nvSpPr>
          <p:cNvPr id="1134" name="Shape 1132"/>
          <p:cNvSpPr/>
          <p:nvPr/>
        </p:nvSpPr>
        <p:spPr>
          <a:xfrm>
            <a:off x="2461870" y="3230680"/>
            <a:ext cx="127406" cy="0"/>
          </a:xfrm>
          <a:prstGeom prst="line">
            <a:avLst/>
          </a:prstGeom>
          <a:noFill/>
          <a:ln w="15875">
            <a:solidFill>
              <a:srgbClr val="C44F4F">
                <a:alpha val="76000"/>
              </a:srgbClr>
            </a:solidFill>
            <a:prstDash val="dot"/>
            <a:headEnd type="none"/>
            <a:tailEnd type="none"/>
          </a:ln>
        </p:spPr>
      </p:sp>
      <p:sp>
        <p:nvSpPr>
          <p:cNvPr id="1135" name="Shape 1133"/>
          <p:cNvSpPr/>
          <p:nvPr/>
        </p:nvSpPr>
        <p:spPr>
          <a:xfrm>
            <a:off x="2586533" y="3227937"/>
            <a:ext cx="0" cy="69585"/>
          </a:xfrm>
          <a:prstGeom prst="line">
            <a:avLst/>
          </a:prstGeom>
          <a:noFill/>
          <a:ln w="15875">
            <a:solidFill>
              <a:srgbClr val="C44F4F">
                <a:alpha val="76000"/>
              </a:srgbClr>
            </a:solidFill>
            <a:prstDash val="dot"/>
            <a:headEnd type="none"/>
            <a:tailEnd type="none"/>
          </a:ln>
        </p:spPr>
      </p:sp>
      <p:sp>
        <p:nvSpPr>
          <p:cNvPr id="1136" name="Shape 1134"/>
          <p:cNvSpPr/>
          <p:nvPr/>
        </p:nvSpPr>
        <p:spPr>
          <a:xfrm>
            <a:off x="2586533" y="3294779"/>
            <a:ext cx="127407" cy="0"/>
          </a:xfrm>
          <a:prstGeom prst="line">
            <a:avLst/>
          </a:prstGeom>
          <a:noFill/>
          <a:ln w="15875">
            <a:solidFill>
              <a:srgbClr val="C44F4F">
                <a:alpha val="76000"/>
              </a:srgbClr>
            </a:solidFill>
            <a:prstDash val="dot"/>
            <a:headEnd type="none"/>
            <a:tailEnd type="none"/>
          </a:ln>
        </p:spPr>
      </p:sp>
      <p:sp>
        <p:nvSpPr>
          <p:cNvPr id="1137" name="Shape 1135"/>
          <p:cNvSpPr/>
          <p:nvPr/>
        </p:nvSpPr>
        <p:spPr>
          <a:xfrm>
            <a:off x="2711196" y="3292036"/>
            <a:ext cx="0" cy="88184"/>
          </a:xfrm>
          <a:prstGeom prst="line">
            <a:avLst/>
          </a:prstGeom>
          <a:noFill/>
          <a:ln w="15875">
            <a:solidFill>
              <a:srgbClr val="C44F4F">
                <a:alpha val="76000"/>
              </a:srgbClr>
            </a:solidFill>
            <a:prstDash val="dot"/>
            <a:headEnd type="none"/>
            <a:tailEnd type="none"/>
          </a:ln>
        </p:spPr>
      </p:sp>
      <p:sp>
        <p:nvSpPr>
          <p:cNvPr id="1138" name="Shape 1136"/>
          <p:cNvSpPr/>
          <p:nvPr/>
        </p:nvSpPr>
        <p:spPr>
          <a:xfrm>
            <a:off x="2711196" y="3377477"/>
            <a:ext cx="127407" cy="0"/>
          </a:xfrm>
          <a:prstGeom prst="line">
            <a:avLst/>
          </a:prstGeom>
          <a:noFill/>
          <a:ln w="15875">
            <a:solidFill>
              <a:srgbClr val="C44F4F">
                <a:alpha val="76000"/>
              </a:srgbClr>
            </a:solidFill>
            <a:prstDash val="dot"/>
            <a:headEnd type="none"/>
            <a:tailEnd type="none"/>
          </a:ln>
        </p:spPr>
      </p:sp>
      <p:sp>
        <p:nvSpPr>
          <p:cNvPr id="1139" name="Shape 1137"/>
          <p:cNvSpPr/>
          <p:nvPr/>
        </p:nvSpPr>
        <p:spPr>
          <a:xfrm>
            <a:off x="2835859" y="3374733"/>
            <a:ext cx="0" cy="56531"/>
          </a:xfrm>
          <a:prstGeom prst="line">
            <a:avLst/>
          </a:prstGeom>
          <a:noFill/>
          <a:ln w="15875">
            <a:solidFill>
              <a:srgbClr val="C44F4F">
                <a:alpha val="76000"/>
              </a:srgbClr>
            </a:solidFill>
            <a:prstDash val="dot"/>
            <a:headEnd type="none"/>
            <a:tailEnd type="none"/>
          </a:ln>
        </p:spPr>
      </p:sp>
      <p:sp>
        <p:nvSpPr>
          <p:cNvPr id="1140" name="Shape 1138"/>
          <p:cNvSpPr/>
          <p:nvPr/>
        </p:nvSpPr>
        <p:spPr>
          <a:xfrm>
            <a:off x="2835859" y="3428521"/>
            <a:ext cx="127406" cy="0"/>
          </a:xfrm>
          <a:prstGeom prst="line">
            <a:avLst/>
          </a:prstGeom>
          <a:noFill/>
          <a:ln w="15875">
            <a:solidFill>
              <a:srgbClr val="C44F4F">
                <a:alpha val="76000"/>
              </a:srgbClr>
            </a:solidFill>
            <a:prstDash val="dot"/>
            <a:headEnd type="none"/>
            <a:tailEnd type="none"/>
          </a:ln>
        </p:spPr>
      </p:sp>
      <p:sp>
        <p:nvSpPr>
          <p:cNvPr id="1141" name="Shape 1139"/>
          <p:cNvSpPr/>
          <p:nvPr/>
        </p:nvSpPr>
        <p:spPr>
          <a:xfrm>
            <a:off x="2960522" y="3425778"/>
            <a:ext cx="0" cy="59287"/>
          </a:xfrm>
          <a:prstGeom prst="line">
            <a:avLst/>
          </a:prstGeom>
          <a:noFill/>
          <a:ln w="15875">
            <a:solidFill>
              <a:srgbClr val="C44F4F">
                <a:alpha val="76000"/>
              </a:srgbClr>
            </a:solidFill>
            <a:prstDash val="dot"/>
            <a:headEnd type="none"/>
            <a:tailEnd type="none"/>
          </a:ln>
        </p:spPr>
      </p:sp>
      <p:sp>
        <p:nvSpPr>
          <p:cNvPr id="1142" name="Shape 1140"/>
          <p:cNvSpPr/>
          <p:nvPr/>
        </p:nvSpPr>
        <p:spPr>
          <a:xfrm>
            <a:off x="2960522" y="3482322"/>
            <a:ext cx="127407" cy="0"/>
          </a:xfrm>
          <a:prstGeom prst="line">
            <a:avLst/>
          </a:prstGeom>
          <a:noFill/>
          <a:ln w="15875">
            <a:solidFill>
              <a:srgbClr val="C44F4F">
                <a:alpha val="76000"/>
              </a:srgbClr>
            </a:solidFill>
            <a:prstDash val="dot"/>
            <a:headEnd type="none"/>
            <a:tailEnd type="none"/>
          </a:ln>
        </p:spPr>
      </p:sp>
      <p:sp>
        <p:nvSpPr>
          <p:cNvPr id="1143" name="Shape 1141"/>
          <p:cNvSpPr/>
          <p:nvPr/>
        </p:nvSpPr>
        <p:spPr>
          <a:xfrm>
            <a:off x="3085186" y="3479579"/>
            <a:ext cx="0" cy="55739"/>
          </a:xfrm>
          <a:prstGeom prst="line">
            <a:avLst/>
          </a:prstGeom>
          <a:noFill/>
          <a:ln w="15875">
            <a:solidFill>
              <a:srgbClr val="C44F4F">
                <a:alpha val="76000"/>
              </a:srgbClr>
            </a:solidFill>
            <a:prstDash val="dot"/>
            <a:headEnd type="none"/>
            <a:tailEnd type="none"/>
          </a:ln>
        </p:spPr>
      </p:sp>
      <p:sp>
        <p:nvSpPr>
          <p:cNvPr id="1144" name="Shape 1142"/>
          <p:cNvSpPr/>
          <p:nvPr/>
        </p:nvSpPr>
        <p:spPr>
          <a:xfrm>
            <a:off x="3085186" y="3532574"/>
            <a:ext cx="127407" cy="0"/>
          </a:xfrm>
          <a:prstGeom prst="line">
            <a:avLst/>
          </a:prstGeom>
          <a:noFill/>
          <a:ln w="15875">
            <a:solidFill>
              <a:srgbClr val="C44F4F">
                <a:alpha val="76000"/>
              </a:srgbClr>
            </a:solidFill>
            <a:prstDash val="dot"/>
            <a:headEnd type="none"/>
            <a:tailEnd type="none"/>
          </a:ln>
        </p:spPr>
      </p:sp>
      <p:sp>
        <p:nvSpPr>
          <p:cNvPr id="1145" name="Shape 1143"/>
          <p:cNvSpPr/>
          <p:nvPr/>
        </p:nvSpPr>
        <p:spPr>
          <a:xfrm>
            <a:off x="3209849" y="3529831"/>
            <a:ext cx="0" cy="56404"/>
          </a:xfrm>
          <a:prstGeom prst="line">
            <a:avLst/>
          </a:prstGeom>
          <a:noFill/>
          <a:ln w="15875">
            <a:solidFill>
              <a:srgbClr val="C44F4F">
                <a:alpha val="76000"/>
              </a:srgbClr>
            </a:solidFill>
            <a:prstDash val="dot"/>
            <a:headEnd type="none"/>
            <a:tailEnd type="none"/>
          </a:ln>
        </p:spPr>
      </p:sp>
      <p:sp>
        <p:nvSpPr>
          <p:cNvPr id="1146" name="Shape 1144"/>
          <p:cNvSpPr/>
          <p:nvPr/>
        </p:nvSpPr>
        <p:spPr>
          <a:xfrm>
            <a:off x="3209849" y="3583492"/>
            <a:ext cx="127406" cy="0"/>
          </a:xfrm>
          <a:prstGeom prst="line">
            <a:avLst/>
          </a:prstGeom>
          <a:noFill/>
          <a:ln w="15875">
            <a:solidFill>
              <a:srgbClr val="C44F4F">
                <a:alpha val="76000"/>
              </a:srgbClr>
            </a:solidFill>
            <a:prstDash val="dot"/>
            <a:headEnd type="none"/>
            <a:tailEnd type="none"/>
          </a:ln>
        </p:spPr>
      </p:sp>
      <p:sp>
        <p:nvSpPr>
          <p:cNvPr id="1147" name="Shape 1145"/>
          <p:cNvSpPr/>
          <p:nvPr/>
        </p:nvSpPr>
        <p:spPr>
          <a:xfrm>
            <a:off x="3334512" y="3580748"/>
            <a:ext cx="0" cy="57671"/>
          </a:xfrm>
          <a:prstGeom prst="line">
            <a:avLst/>
          </a:prstGeom>
          <a:noFill/>
          <a:ln w="15875">
            <a:solidFill>
              <a:srgbClr val="C44F4F">
                <a:alpha val="76000"/>
              </a:srgbClr>
            </a:solidFill>
            <a:prstDash val="dot"/>
            <a:headEnd type="none"/>
            <a:tailEnd type="none"/>
          </a:ln>
        </p:spPr>
      </p:sp>
      <p:sp>
        <p:nvSpPr>
          <p:cNvPr id="1148" name="Shape 1146"/>
          <p:cNvSpPr/>
          <p:nvPr/>
        </p:nvSpPr>
        <p:spPr>
          <a:xfrm>
            <a:off x="3334512" y="3635677"/>
            <a:ext cx="127407" cy="0"/>
          </a:xfrm>
          <a:prstGeom prst="line">
            <a:avLst/>
          </a:prstGeom>
          <a:noFill/>
          <a:ln w="15875">
            <a:solidFill>
              <a:srgbClr val="C44F4F">
                <a:alpha val="76000"/>
              </a:srgbClr>
            </a:solidFill>
            <a:prstDash val="dot"/>
            <a:headEnd type="none"/>
            <a:tailEnd type="none"/>
          </a:ln>
        </p:spPr>
      </p:sp>
      <p:sp>
        <p:nvSpPr>
          <p:cNvPr id="1149" name="Shape 1147"/>
          <p:cNvSpPr/>
          <p:nvPr/>
        </p:nvSpPr>
        <p:spPr>
          <a:xfrm>
            <a:off x="3459175" y="3632933"/>
            <a:ext cx="0" cy="55485"/>
          </a:xfrm>
          <a:prstGeom prst="line">
            <a:avLst/>
          </a:prstGeom>
          <a:noFill/>
          <a:ln w="15875">
            <a:solidFill>
              <a:srgbClr val="C44F4F">
                <a:alpha val="76000"/>
              </a:srgbClr>
            </a:solidFill>
            <a:prstDash val="dot"/>
            <a:headEnd type="none"/>
            <a:tailEnd type="none"/>
          </a:ln>
        </p:spPr>
      </p:sp>
      <p:sp>
        <p:nvSpPr>
          <p:cNvPr id="1150" name="Shape 1148"/>
          <p:cNvSpPr/>
          <p:nvPr/>
        </p:nvSpPr>
        <p:spPr>
          <a:xfrm>
            <a:off x="3459175" y="3685675"/>
            <a:ext cx="127407" cy="0"/>
          </a:xfrm>
          <a:prstGeom prst="line">
            <a:avLst/>
          </a:prstGeom>
          <a:noFill/>
          <a:ln w="15875">
            <a:solidFill>
              <a:srgbClr val="C44F4F">
                <a:alpha val="76000"/>
              </a:srgbClr>
            </a:solidFill>
            <a:prstDash val="dot"/>
            <a:headEnd type="none"/>
            <a:tailEnd type="none"/>
          </a:ln>
        </p:spPr>
      </p:sp>
      <p:sp>
        <p:nvSpPr>
          <p:cNvPr id="1151" name="Shape 1149"/>
          <p:cNvSpPr/>
          <p:nvPr/>
        </p:nvSpPr>
        <p:spPr>
          <a:xfrm>
            <a:off x="3583839" y="3682932"/>
            <a:ext cx="0" cy="56182"/>
          </a:xfrm>
          <a:prstGeom prst="line">
            <a:avLst/>
          </a:prstGeom>
          <a:noFill/>
          <a:ln w="15875">
            <a:solidFill>
              <a:srgbClr val="C44F4F">
                <a:alpha val="76000"/>
              </a:srgbClr>
            </a:solidFill>
            <a:prstDash val="dot"/>
            <a:headEnd type="none"/>
            <a:tailEnd type="none"/>
          </a:ln>
        </p:spPr>
      </p:sp>
      <p:sp>
        <p:nvSpPr>
          <p:cNvPr id="1152" name="Shape 1150"/>
          <p:cNvSpPr/>
          <p:nvPr/>
        </p:nvSpPr>
        <p:spPr>
          <a:xfrm>
            <a:off x="3583839" y="3736371"/>
            <a:ext cx="127406" cy="0"/>
          </a:xfrm>
          <a:prstGeom prst="line">
            <a:avLst/>
          </a:prstGeom>
          <a:noFill/>
          <a:ln w="15875">
            <a:solidFill>
              <a:srgbClr val="C44F4F">
                <a:alpha val="76000"/>
              </a:srgbClr>
            </a:solidFill>
            <a:prstDash val="dot"/>
            <a:headEnd type="none"/>
            <a:tailEnd type="none"/>
          </a:ln>
        </p:spPr>
      </p:sp>
      <p:sp>
        <p:nvSpPr>
          <p:cNvPr id="1153" name="Shape 1151"/>
          <p:cNvSpPr/>
          <p:nvPr/>
        </p:nvSpPr>
        <p:spPr>
          <a:xfrm>
            <a:off x="3708501" y="3733628"/>
            <a:ext cx="0" cy="55770"/>
          </a:xfrm>
          <a:prstGeom prst="line">
            <a:avLst/>
          </a:prstGeom>
          <a:noFill/>
          <a:ln w="15875">
            <a:solidFill>
              <a:srgbClr val="C44F4F">
                <a:alpha val="76000"/>
              </a:srgbClr>
            </a:solidFill>
            <a:prstDash val="dot"/>
            <a:headEnd type="none"/>
            <a:tailEnd type="none"/>
          </a:ln>
        </p:spPr>
      </p:sp>
      <p:sp>
        <p:nvSpPr>
          <p:cNvPr id="1154" name="Shape 1152"/>
          <p:cNvSpPr/>
          <p:nvPr/>
        </p:nvSpPr>
        <p:spPr>
          <a:xfrm>
            <a:off x="3708501" y="3786655"/>
            <a:ext cx="127407" cy="0"/>
          </a:xfrm>
          <a:prstGeom prst="line">
            <a:avLst/>
          </a:prstGeom>
          <a:noFill/>
          <a:ln w="15875">
            <a:solidFill>
              <a:srgbClr val="C44F4F">
                <a:alpha val="76000"/>
              </a:srgbClr>
            </a:solidFill>
            <a:prstDash val="dot"/>
            <a:headEnd type="none"/>
            <a:tailEnd type="none"/>
          </a:ln>
        </p:spPr>
      </p:sp>
      <p:sp>
        <p:nvSpPr>
          <p:cNvPr id="1155" name="Shape 1153"/>
          <p:cNvSpPr/>
          <p:nvPr/>
        </p:nvSpPr>
        <p:spPr>
          <a:xfrm>
            <a:off x="3833165" y="3783912"/>
            <a:ext cx="0" cy="53109"/>
          </a:xfrm>
          <a:prstGeom prst="line">
            <a:avLst/>
          </a:prstGeom>
          <a:noFill/>
          <a:ln w="15875">
            <a:solidFill>
              <a:srgbClr val="C44F4F">
                <a:alpha val="76000"/>
              </a:srgbClr>
            </a:solidFill>
            <a:prstDash val="dot"/>
            <a:headEnd type="none"/>
            <a:tailEnd type="none"/>
          </a:ln>
        </p:spPr>
      </p:sp>
      <p:sp>
        <p:nvSpPr>
          <p:cNvPr id="1156" name="Shape 1154"/>
          <p:cNvSpPr/>
          <p:nvPr/>
        </p:nvSpPr>
        <p:spPr>
          <a:xfrm>
            <a:off x="3833165" y="3834277"/>
            <a:ext cx="127407" cy="0"/>
          </a:xfrm>
          <a:prstGeom prst="line">
            <a:avLst/>
          </a:prstGeom>
          <a:noFill/>
          <a:ln w="15875">
            <a:solidFill>
              <a:srgbClr val="C44F4F">
                <a:alpha val="76000"/>
              </a:srgbClr>
            </a:solidFill>
            <a:prstDash val="dot"/>
            <a:headEnd type="none"/>
            <a:tailEnd type="none"/>
          </a:ln>
        </p:spPr>
      </p:sp>
      <p:sp>
        <p:nvSpPr>
          <p:cNvPr id="1157" name="Shape 1155"/>
          <p:cNvSpPr/>
          <p:nvPr/>
        </p:nvSpPr>
        <p:spPr>
          <a:xfrm>
            <a:off x="3957828" y="3831534"/>
            <a:ext cx="0" cy="53521"/>
          </a:xfrm>
          <a:prstGeom prst="line">
            <a:avLst/>
          </a:prstGeom>
          <a:noFill/>
          <a:ln w="15875">
            <a:solidFill>
              <a:srgbClr val="C44F4F">
                <a:alpha val="76000"/>
              </a:srgbClr>
            </a:solidFill>
            <a:prstDash val="dot"/>
            <a:headEnd type="none"/>
            <a:tailEnd type="none"/>
          </a:ln>
        </p:spPr>
      </p:sp>
      <p:sp>
        <p:nvSpPr>
          <p:cNvPr id="1158" name="Shape 1156"/>
          <p:cNvSpPr/>
          <p:nvPr/>
        </p:nvSpPr>
        <p:spPr>
          <a:xfrm>
            <a:off x="3957828" y="3882312"/>
            <a:ext cx="127406" cy="0"/>
          </a:xfrm>
          <a:prstGeom prst="line">
            <a:avLst/>
          </a:prstGeom>
          <a:noFill/>
          <a:ln w="15875">
            <a:solidFill>
              <a:srgbClr val="C44F4F">
                <a:alpha val="76000"/>
              </a:srgbClr>
            </a:solidFill>
            <a:prstDash val="dot"/>
            <a:headEnd type="none"/>
            <a:tailEnd type="none"/>
          </a:ln>
        </p:spPr>
      </p:sp>
      <p:sp>
        <p:nvSpPr>
          <p:cNvPr id="1159" name="Shape 1157"/>
          <p:cNvSpPr/>
          <p:nvPr/>
        </p:nvSpPr>
        <p:spPr>
          <a:xfrm>
            <a:off x="4082491" y="3879569"/>
            <a:ext cx="0" cy="55137"/>
          </a:xfrm>
          <a:prstGeom prst="line">
            <a:avLst/>
          </a:prstGeom>
          <a:noFill/>
          <a:ln w="15875">
            <a:solidFill>
              <a:srgbClr val="C44F4F">
                <a:alpha val="76000"/>
              </a:srgbClr>
            </a:solidFill>
            <a:prstDash val="dot"/>
            <a:headEnd type="none"/>
            <a:tailEnd type="none"/>
          </a:ln>
        </p:spPr>
      </p:sp>
      <p:sp>
        <p:nvSpPr>
          <p:cNvPr id="1160" name="Shape 1158"/>
          <p:cNvSpPr/>
          <p:nvPr/>
        </p:nvSpPr>
        <p:spPr>
          <a:xfrm>
            <a:off x="4082491" y="3931962"/>
            <a:ext cx="127407" cy="0"/>
          </a:xfrm>
          <a:prstGeom prst="line">
            <a:avLst/>
          </a:prstGeom>
          <a:noFill/>
          <a:ln w="15875">
            <a:solidFill>
              <a:srgbClr val="C44F4F">
                <a:alpha val="76000"/>
              </a:srgbClr>
            </a:solidFill>
            <a:prstDash val="dot"/>
            <a:headEnd type="none"/>
            <a:tailEnd type="none"/>
          </a:ln>
        </p:spPr>
      </p:sp>
      <p:sp>
        <p:nvSpPr>
          <p:cNvPr id="1161" name="Shape 1159"/>
          <p:cNvSpPr/>
          <p:nvPr/>
        </p:nvSpPr>
        <p:spPr>
          <a:xfrm>
            <a:off x="4207154" y="3929219"/>
            <a:ext cx="0" cy="54661"/>
          </a:xfrm>
          <a:prstGeom prst="line">
            <a:avLst/>
          </a:prstGeom>
          <a:noFill/>
          <a:ln w="15875">
            <a:solidFill>
              <a:srgbClr val="C44F4F">
                <a:alpha val="76000"/>
              </a:srgbClr>
            </a:solidFill>
            <a:prstDash val="dot"/>
            <a:headEnd type="none"/>
            <a:tailEnd type="none"/>
          </a:ln>
        </p:spPr>
      </p:sp>
      <p:sp>
        <p:nvSpPr>
          <p:cNvPr id="1162" name="Shape 1160"/>
          <p:cNvSpPr/>
          <p:nvPr/>
        </p:nvSpPr>
        <p:spPr>
          <a:xfrm>
            <a:off x="4207154" y="3981137"/>
            <a:ext cx="127407" cy="0"/>
          </a:xfrm>
          <a:prstGeom prst="line">
            <a:avLst/>
          </a:prstGeom>
          <a:noFill/>
          <a:ln w="15875">
            <a:solidFill>
              <a:srgbClr val="C44F4F">
                <a:alpha val="76000"/>
              </a:srgbClr>
            </a:solidFill>
            <a:prstDash val="dot"/>
            <a:headEnd type="none"/>
            <a:tailEnd type="none"/>
          </a:ln>
        </p:spPr>
      </p:sp>
      <p:sp>
        <p:nvSpPr>
          <p:cNvPr id="1163" name="Shape 1161"/>
          <p:cNvSpPr/>
          <p:nvPr/>
        </p:nvSpPr>
        <p:spPr>
          <a:xfrm>
            <a:off x="4331818" y="3978394"/>
            <a:ext cx="0" cy="55517"/>
          </a:xfrm>
          <a:prstGeom prst="line">
            <a:avLst/>
          </a:prstGeom>
          <a:noFill/>
          <a:ln w="15875">
            <a:solidFill>
              <a:srgbClr val="C44F4F">
                <a:alpha val="76000"/>
              </a:srgbClr>
            </a:solidFill>
            <a:prstDash val="dot"/>
            <a:headEnd type="none"/>
            <a:tailEnd type="none"/>
          </a:ln>
        </p:spPr>
      </p:sp>
      <p:sp>
        <p:nvSpPr>
          <p:cNvPr id="1164" name="Shape 1162"/>
          <p:cNvSpPr/>
          <p:nvPr/>
        </p:nvSpPr>
        <p:spPr>
          <a:xfrm>
            <a:off x="4331818" y="4031167"/>
            <a:ext cx="127406" cy="0"/>
          </a:xfrm>
          <a:prstGeom prst="line">
            <a:avLst/>
          </a:prstGeom>
          <a:noFill/>
          <a:ln w="15875">
            <a:solidFill>
              <a:srgbClr val="C44F4F">
                <a:alpha val="76000"/>
              </a:srgbClr>
            </a:solidFill>
            <a:prstDash val="dot"/>
            <a:headEnd type="none"/>
            <a:tailEnd type="none"/>
          </a:ln>
        </p:spPr>
      </p:sp>
      <p:sp>
        <p:nvSpPr>
          <p:cNvPr id="1165" name="Shape 1163"/>
          <p:cNvSpPr/>
          <p:nvPr/>
        </p:nvSpPr>
        <p:spPr>
          <a:xfrm>
            <a:off x="4456481" y="4028424"/>
            <a:ext cx="0" cy="53077"/>
          </a:xfrm>
          <a:prstGeom prst="line">
            <a:avLst/>
          </a:prstGeom>
          <a:noFill/>
          <a:ln w="15875">
            <a:solidFill>
              <a:srgbClr val="C44F4F">
                <a:alpha val="76000"/>
              </a:srgbClr>
            </a:solidFill>
            <a:prstDash val="dot"/>
            <a:headEnd type="none"/>
            <a:tailEnd type="none"/>
          </a:ln>
        </p:spPr>
      </p:sp>
      <p:sp>
        <p:nvSpPr>
          <p:cNvPr id="1166" name="Shape 1164"/>
          <p:cNvSpPr/>
          <p:nvPr/>
        </p:nvSpPr>
        <p:spPr>
          <a:xfrm>
            <a:off x="4456481" y="4078758"/>
            <a:ext cx="127407" cy="0"/>
          </a:xfrm>
          <a:prstGeom prst="line">
            <a:avLst/>
          </a:prstGeom>
          <a:noFill/>
          <a:ln w="15875">
            <a:solidFill>
              <a:srgbClr val="C44F4F">
                <a:alpha val="76000"/>
              </a:srgbClr>
            </a:solidFill>
            <a:prstDash val="dot"/>
            <a:headEnd type="none"/>
            <a:tailEnd type="none"/>
          </a:ln>
        </p:spPr>
      </p:sp>
      <p:sp>
        <p:nvSpPr>
          <p:cNvPr id="1167" name="Shape 1165"/>
          <p:cNvSpPr/>
          <p:nvPr/>
        </p:nvSpPr>
        <p:spPr>
          <a:xfrm>
            <a:off x="4581144" y="4076015"/>
            <a:ext cx="0" cy="52000"/>
          </a:xfrm>
          <a:prstGeom prst="line">
            <a:avLst/>
          </a:prstGeom>
          <a:noFill/>
          <a:ln w="15875">
            <a:solidFill>
              <a:srgbClr val="C44F4F">
                <a:alpha val="76000"/>
              </a:srgbClr>
            </a:solidFill>
            <a:prstDash val="dot"/>
            <a:headEnd type="none"/>
            <a:tailEnd type="none"/>
          </a:ln>
        </p:spPr>
      </p:sp>
      <p:sp>
        <p:nvSpPr>
          <p:cNvPr id="1168" name="Shape 1166"/>
          <p:cNvSpPr/>
          <p:nvPr/>
        </p:nvSpPr>
        <p:spPr>
          <a:xfrm>
            <a:off x="4581144" y="4125271"/>
            <a:ext cx="127407" cy="0"/>
          </a:xfrm>
          <a:prstGeom prst="line">
            <a:avLst/>
          </a:prstGeom>
          <a:noFill/>
          <a:ln w="15875">
            <a:solidFill>
              <a:srgbClr val="C44F4F">
                <a:alpha val="76000"/>
              </a:srgbClr>
            </a:solidFill>
            <a:prstDash val="dot"/>
            <a:headEnd type="none"/>
            <a:tailEnd type="none"/>
          </a:ln>
        </p:spPr>
      </p:sp>
      <p:sp>
        <p:nvSpPr>
          <p:cNvPr id="1169" name="Shape 1167"/>
          <p:cNvSpPr/>
          <p:nvPr/>
        </p:nvSpPr>
        <p:spPr>
          <a:xfrm>
            <a:off x="4705807" y="4122528"/>
            <a:ext cx="0" cy="49940"/>
          </a:xfrm>
          <a:prstGeom prst="line">
            <a:avLst/>
          </a:prstGeom>
          <a:noFill/>
          <a:ln w="15875">
            <a:solidFill>
              <a:srgbClr val="C44F4F">
                <a:alpha val="76000"/>
              </a:srgbClr>
            </a:solidFill>
            <a:prstDash val="dot"/>
            <a:headEnd type="none"/>
            <a:tailEnd type="none"/>
          </a:ln>
        </p:spPr>
      </p:sp>
      <p:sp>
        <p:nvSpPr>
          <p:cNvPr id="1170" name="Shape 1168"/>
          <p:cNvSpPr/>
          <p:nvPr/>
        </p:nvSpPr>
        <p:spPr>
          <a:xfrm>
            <a:off x="4705807" y="4169725"/>
            <a:ext cx="127406" cy="0"/>
          </a:xfrm>
          <a:prstGeom prst="line">
            <a:avLst/>
          </a:prstGeom>
          <a:noFill/>
          <a:ln w="15875">
            <a:solidFill>
              <a:srgbClr val="C44F4F">
                <a:alpha val="76000"/>
              </a:srgbClr>
            </a:solidFill>
            <a:prstDash val="dot"/>
            <a:headEnd type="none"/>
            <a:tailEnd type="none"/>
          </a:ln>
        </p:spPr>
      </p:sp>
      <p:sp>
        <p:nvSpPr>
          <p:cNvPr id="1171" name="Shape 1169"/>
          <p:cNvSpPr/>
          <p:nvPr/>
        </p:nvSpPr>
        <p:spPr>
          <a:xfrm>
            <a:off x="4830470" y="4166982"/>
            <a:ext cx="0" cy="47817"/>
          </a:xfrm>
          <a:prstGeom prst="line">
            <a:avLst/>
          </a:prstGeom>
          <a:noFill/>
          <a:ln w="15875">
            <a:solidFill>
              <a:srgbClr val="C44F4F">
                <a:alpha val="76000"/>
              </a:srgbClr>
            </a:solidFill>
            <a:prstDash val="dot"/>
            <a:headEnd type="none"/>
            <a:tailEnd type="none"/>
          </a:ln>
        </p:spPr>
      </p:sp>
      <p:sp>
        <p:nvSpPr>
          <p:cNvPr id="1172" name="Shape 1170"/>
          <p:cNvSpPr/>
          <p:nvPr/>
        </p:nvSpPr>
        <p:spPr>
          <a:xfrm>
            <a:off x="4830470" y="4212056"/>
            <a:ext cx="127407" cy="0"/>
          </a:xfrm>
          <a:prstGeom prst="line">
            <a:avLst/>
          </a:prstGeom>
          <a:noFill/>
          <a:ln w="15875">
            <a:solidFill>
              <a:srgbClr val="C44F4F">
                <a:alpha val="76000"/>
              </a:srgbClr>
            </a:solidFill>
            <a:prstDash val="dot"/>
            <a:headEnd type="none"/>
            <a:tailEnd type="none"/>
          </a:ln>
        </p:spPr>
      </p:sp>
      <p:sp>
        <p:nvSpPr>
          <p:cNvPr id="1173" name="Shape 1171"/>
          <p:cNvSpPr/>
          <p:nvPr/>
        </p:nvSpPr>
        <p:spPr>
          <a:xfrm>
            <a:off x="4955134" y="4209313"/>
            <a:ext cx="0" cy="52000"/>
          </a:xfrm>
          <a:prstGeom prst="line">
            <a:avLst/>
          </a:prstGeom>
          <a:noFill/>
          <a:ln w="15875">
            <a:solidFill>
              <a:srgbClr val="C44F4F">
                <a:alpha val="76000"/>
              </a:srgbClr>
            </a:solidFill>
            <a:prstDash val="dot"/>
            <a:headEnd type="none"/>
            <a:tailEnd type="none"/>
          </a:ln>
        </p:spPr>
      </p:sp>
      <p:sp>
        <p:nvSpPr>
          <p:cNvPr id="1174" name="Shape 1172"/>
          <p:cNvSpPr/>
          <p:nvPr/>
        </p:nvSpPr>
        <p:spPr>
          <a:xfrm>
            <a:off x="4955134" y="4258570"/>
            <a:ext cx="127407" cy="0"/>
          </a:xfrm>
          <a:prstGeom prst="line">
            <a:avLst/>
          </a:prstGeom>
          <a:noFill/>
          <a:ln w="15875">
            <a:solidFill>
              <a:srgbClr val="C44F4F">
                <a:alpha val="76000"/>
              </a:srgbClr>
            </a:solidFill>
            <a:prstDash val="dot"/>
            <a:headEnd type="none"/>
            <a:tailEnd type="none"/>
          </a:ln>
        </p:spPr>
      </p:sp>
      <p:sp>
        <p:nvSpPr>
          <p:cNvPr id="1175" name="Shape 1173"/>
          <p:cNvSpPr/>
          <p:nvPr/>
        </p:nvSpPr>
        <p:spPr>
          <a:xfrm>
            <a:off x="5079797" y="4255827"/>
            <a:ext cx="0" cy="52792"/>
          </a:xfrm>
          <a:prstGeom prst="line">
            <a:avLst/>
          </a:prstGeom>
          <a:noFill/>
          <a:ln w="15875">
            <a:solidFill>
              <a:srgbClr val="C44F4F">
                <a:alpha val="76000"/>
              </a:srgbClr>
            </a:solidFill>
            <a:prstDash val="dot"/>
            <a:headEnd type="none"/>
            <a:tailEnd type="none"/>
          </a:ln>
        </p:spPr>
      </p:sp>
      <p:sp>
        <p:nvSpPr>
          <p:cNvPr id="1176" name="Shape 1174"/>
          <p:cNvSpPr/>
          <p:nvPr/>
        </p:nvSpPr>
        <p:spPr>
          <a:xfrm>
            <a:off x="5079797" y="4305875"/>
            <a:ext cx="127406" cy="0"/>
          </a:xfrm>
          <a:prstGeom prst="line">
            <a:avLst/>
          </a:prstGeom>
          <a:noFill/>
          <a:ln w="15875">
            <a:solidFill>
              <a:srgbClr val="C44F4F">
                <a:alpha val="76000"/>
              </a:srgbClr>
            </a:solidFill>
            <a:prstDash val="dot"/>
            <a:headEnd type="none"/>
            <a:tailEnd type="none"/>
          </a:ln>
        </p:spPr>
      </p:sp>
      <p:sp>
        <p:nvSpPr>
          <p:cNvPr id="1177" name="Shape 1175"/>
          <p:cNvSpPr/>
          <p:nvPr/>
        </p:nvSpPr>
        <p:spPr>
          <a:xfrm>
            <a:off x="5204460" y="4303132"/>
            <a:ext cx="0" cy="51746"/>
          </a:xfrm>
          <a:prstGeom prst="line">
            <a:avLst/>
          </a:prstGeom>
          <a:noFill/>
          <a:ln w="15875">
            <a:solidFill>
              <a:srgbClr val="C44F4F">
                <a:alpha val="76000"/>
              </a:srgbClr>
            </a:solidFill>
            <a:prstDash val="dot"/>
            <a:headEnd type="none"/>
            <a:tailEnd type="none"/>
          </a:ln>
        </p:spPr>
      </p:sp>
      <p:sp>
        <p:nvSpPr>
          <p:cNvPr id="1178" name="Shape 1176"/>
          <p:cNvSpPr/>
          <p:nvPr/>
        </p:nvSpPr>
        <p:spPr>
          <a:xfrm>
            <a:off x="5204460" y="4352135"/>
            <a:ext cx="127407" cy="0"/>
          </a:xfrm>
          <a:prstGeom prst="line">
            <a:avLst/>
          </a:prstGeom>
          <a:noFill/>
          <a:ln w="15875">
            <a:solidFill>
              <a:srgbClr val="C44F4F">
                <a:alpha val="76000"/>
              </a:srgbClr>
            </a:solidFill>
            <a:prstDash val="dot"/>
            <a:headEnd type="none"/>
            <a:tailEnd type="none"/>
          </a:ln>
        </p:spPr>
      </p:sp>
      <p:sp>
        <p:nvSpPr>
          <p:cNvPr id="1179" name="Shape 1177"/>
          <p:cNvSpPr/>
          <p:nvPr/>
        </p:nvSpPr>
        <p:spPr>
          <a:xfrm>
            <a:off x="5329123" y="4349392"/>
            <a:ext cx="0" cy="53742"/>
          </a:xfrm>
          <a:prstGeom prst="line">
            <a:avLst/>
          </a:prstGeom>
          <a:noFill/>
          <a:ln w="15875">
            <a:solidFill>
              <a:srgbClr val="C44F4F">
                <a:alpha val="76000"/>
              </a:srgbClr>
            </a:solidFill>
            <a:prstDash val="dot"/>
            <a:headEnd type="none"/>
            <a:tailEnd type="none"/>
          </a:ln>
        </p:spPr>
      </p:sp>
      <p:sp>
        <p:nvSpPr>
          <p:cNvPr id="1180" name="Shape 1178"/>
          <p:cNvSpPr/>
          <p:nvPr/>
        </p:nvSpPr>
        <p:spPr>
          <a:xfrm>
            <a:off x="5329123" y="4400391"/>
            <a:ext cx="127407" cy="0"/>
          </a:xfrm>
          <a:prstGeom prst="line">
            <a:avLst/>
          </a:prstGeom>
          <a:noFill/>
          <a:ln w="15875">
            <a:solidFill>
              <a:srgbClr val="C44F4F">
                <a:alpha val="76000"/>
              </a:srgbClr>
            </a:solidFill>
            <a:prstDash val="dot"/>
            <a:headEnd type="none"/>
            <a:tailEnd type="none"/>
          </a:ln>
        </p:spPr>
      </p:sp>
      <p:sp>
        <p:nvSpPr>
          <p:cNvPr id="1181" name="Shape 1179"/>
          <p:cNvSpPr/>
          <p:nvPr/>
        </p:nvSpPr>
        <p:spPr>
          <a:xfrm>
            <a:off x="5453787" y="4397648"/>
            <a:ext cx="0" cy="54947"/>
          </a:xfrm>
          <a:prstGeom prst="line">
            <a:avLst/>
          </a:prstGeom>
          <a:noFill/>
          <a:ln w="15875">
            <a:solidFill>
              <a:srgbClr val="C44F4F">
                <a:alpha val="76000"/>
              </a:srgbClr>
            </a:solidFill>
            <a:prstDash val="dot"/>
            <a:headEnd type="none"/>
            <a:tailEnd type="none"/>
          </a:ln>
        </p:spPr>
      </p:sp>
      <p:sp>
        <p:nvSpPr>
          <p:cNvPr id="1182" name="Shape 1180"/>
          <p:cNvSpPr/>
          <p:nvPr/>
        </p:nvSpPr>
        <p:spPr>
          <a:xfrm>
            <a:off x="5453787" y="4449851"/>
            <a:ext cx="127406" cy="0"/>
          </a:xfrm>
          <a:prstGeom prst="line">
            <a:avLst/>
          </a:prstGeom>
          <a:noFill/>
          <a:ln w="15875">
            <a:solidFill>
              <a:srgbClr val="C44F4F">
                <a:alpha val="76000"/>
              </a:srgbClr>
            </a:solidFill>
            <a:prstDash val="dot"/>
            <a:headEnd type="none"/>
            <a:tailEnd type="none"/>
          </a:ln>
        </p:spPr>
      </p:sp>
      <p:sp>
        <p:nvSpPr>
          <p:cNvPr id="1183" name="Shape 1181"/>
          <p:cNvSpPr/>
          <p:nvPr/>
        </p:nvSpPr>
        <p:spPr>
          <a:xfrm>
            <a:off x="5578449" y="4447108"/>
            <a:ext cx="0" cy="53109"/>
          </a:xfrm>
          <a:prstGeom prst="line">
            <a:avLst/>
          </a:prstGeom>
          <a:noFill/>
          <a:ln w="15875">
            <a:solidFill>
              <a:srgbClr val="C44F4F">
                <a:alpha val="76000"/>
              </a:srgbClr>
            </a:solidFill>
            <a:prstDash val="dot"/>
            <a:headEnd type="none"/>
            <a:tailEnd type="none"/>
          </a:ln>
        </p:spPr>
      </p:sp>
      <p:sp>
        <p:nvSpPr>
          <p:cNvPr id="1184" name="Shape 1182"/>
          <p:cNvSpPr/>
          <p:nvPr/>
        </p:nvSpPr>
        <p:spPr>
          <a:xfrm>
            <a:off x="5578449" y="4497474"/>
            <a:ext cx="127407" cy="0"/>
          </a:xfrm>
          <a:prstGeom prst="line">
            <a:avLst/>
          </a:prstGeom>
          <a:noFill/>
          <a:ln w="15875">
            <a:solidFill>
              <a:srgbClr val="C44F4F">
                <a:alpha val="76000"/>
              </a:srgbClr>
            </a:solidFill>
            <a:prstDash val="dot"/>
            <a:headEnd type="none"/>
            <a:tailEnd type="none"/>
          </a:ln>
        </p:spPr>
      </p:sp>
      <p:sp>
        <p:nvSpPr>
          <p:cNvPr id="1185" name="Shape 1183"/>
          <p:cNvSpPr/>
          <p:nvPr/>
        </p:nvSpPr>
        <p:spPr>
          <a:xfrm>
            <a:off x="5703113" y="4494731"/>
            <a:ext cx="0" cy="50162"/>
          </a:xfrm>
          <a:prstGeom prst="line">
            <a:avLst/>
          </a:prstGeom>
          <a:noFill/>
          <a:ln w="15875">
            <a:solidFill>
              <a:srgbClr val="C44F4F">
                <a:alpha val="76000"/>
              </a:srgbClr>
            </a:solidFill>
            <a:prstDash val="dot"/>
            <a:headEnd type="none"/>
            <a:tailEnd type="none"/>
          </a:ln>
        </p:spPr>
      </p:sp>
      <p:sp>
        <p:nvSpPr>
          <p:cNvPr id="1186" name="Shape 1184"/>
          <p:cNvSpPr/>
          <p:nvPr/>
        </p:nvSpPr>
        <p:spPr>
          <a:xfrm>
            <a:off x="5703113" y="4542149"/>
            <a:ext cx="127407" cy="0"/>
          </a:xfrm>
          <a:prstGeom prst="line">
            <a:avLst/>
          </a:prstGeom>
          <a:noFill/>
          <a:ln w="15875">
            <a:solidFill>
              <a:srgbClr val="C44F4F">
                <a:alpha val="76000"/>
              </a:srgbClr>
            </a:solidFill>
            <a:prstDash val="dot"/>
            <a:headEnd type="none"/>
            <a:tailEnd type="none"/>
          </a:ln>
        </p:spPr>
      </p:sp>
      <p:sp>
        <p:nvSpPr>
          <p:cNvPr id="1187" name="Shape 1185"/>
          <p:cNvSpPr/>
          <p:nvPr/>
        </p:nvSpPr>
        <p:spPr>
          <a:xfrm>
            <a:off x="5827776" y="4539406"/>
            <a:ext cx="0" cy="48008"/>
          </a:xfrm>
          <a:prstGeom prst="line">
            <a:avLst/>
          </a:prstGeom>
          <a:noFill/>
          <a:ln w="15875">
            <a:solidFill>
              <a:srgbClr val="C44F4F">
                <a:alpha val="76000"/>
              </a:srgbClr>
            </a:solidFill>
            <a:prstDash val="dot"/>
            <a:headEnd type="none"/>
            <a:tailEnd type="none"/>
          </a:ln>
        </p:spPr>
      </p:sp>
      <p:sp>
        <p:nvSpPr>
          <p:cNvPr id="1188" name="Shape 1186"/>
          <p:cNvSpPr/>
          <p:nvPr/>
        </p:nvSpPr>
        <p:spPr>
          <a:xfrm>
            <a:off x="5827776" y="4584671"/>
            <a:ext cx="127406" cy="0"/>
          </a:xfrm>
          <a:prstGeom prst="line">
            <a:avLst/>
          </a:prstGeom>
          <a:noFill/>
          <a:ln w="15875">
            <a:solidFill>
              <a:srgbClr val="C44F4F">
                <a:alpha val="76000"/>
              </a:srgbClr>
            </a:solidFill>
            <a:prstDash val="dot"/>
            <a:headEnd type="none"/>
            <a:tailEnd type="none"/>
          </a:ln>
        </p:spPr>
      </p:sp>
      <p:sp>
        <p:nvSpPr>
          <p:cNvPr id="1189" name="Shape 1187"/>
          <p:cNvSpPr/>
          <p:nvPr/>
        </p:nvSpPr>
        <p:spPr>
          <a:xfrm>
            <a:off x="5952439" y="4581927"/>
            <a:ext cx="0" cy="44871"/>
          </a:xfrm>
          <a:prstGeom prst="line">
            <a:avLst/>
          </a:prstGeom>
          <a:noFill/>
          <a:ln w="15875">
            <a:solidFill>
              <a:srgbClr val="C44F4F">
                <a:alpha val="76000"/>
              </a:srgbClr>
            </a:solidFill>
            <a:prstDash val="dot"/>
            <a:headEnd type="none"/>
            <a:tailEnd type="none"/>
          </a:ln>
        </p:spPr>
      </p:sp>
      <p:sp>
        <p:nvSpPr>
          <p:cNvPr id="1190" name="Shape 1188"/>
          <p:cNvSpPr/>
          <p:nvPr/>
        </p:nvSpPr>
        <p:spPr>
          <a:xfrm>
            <a:off x="5952439" y="4624055"/>
            <a:ext cx="127407" cy="0"/>
          </a:xfrm>
          <a:prstGeom prst="line">
            <a:avLst/>
          </a:prstGeom>
          <a:noFill/>
          <a:ln w="15875">
            <a:solidFill>
              <a:srgbClr val="C44F4F">
                <a:alpha val="76000"/>
              </a:srgbClr>
            </a:solidFill>
            <a:prstDash val="dot"/>
            <a:headEnd type="none"/>
            <a:tailEnd type="none"/>
          </a:ln>
        </p:spPr>
      </p:sp>
      <p:sp>
        <p:nvSpPr>
          <p:cNvPr id="1191" name="Shape 1189"/>
          <p:cNvSpPr/>
          <p:nvPr/>
        </p:nvSpPr>
        <p:spPr>
          <a:xfrm>
            <a:off x="6077102" y="4621312"/>
            <a:ext cx="0" cy="46550"/>
          </a:xfrm>
          <a:prstGeom prst="line">
            <a:avLst/>
          </a:prstGeom>
          <a:noFill/>
          <a:ln w="15875">
            <a:solidFill>
              <a:srgbClr val="C44F4F">
                <a:alpha val="76000"/>
              </a:srgbClr>
            </a:solidFill>
            <a:prstDash val="dot"/>
            <a:headEnd type="none"/>
            <a:tailEnd type="none"/>
          </a:ln>
        </p:spPr>
      </p:sp>
      <p:sp>
        <p:nvSpPr>
          <p:cNvPr id="1192" name="Shape 1190"/>
          <p:cNvSpPr/>
          <p:nvPr/>
        </p:nvSpPr>
        <p:spPr>
          <a:xfrm>
            <a:off x="6077102" y="4665119"/>
            <a:ext cx="127407" cy="0"/>
          </a:xfrm>
          <a:prstGeom prst="line">
            <a:avLst/>
          </a:prstGeom>
          <a:noFill/>
          <a:ln w="15875">
            <a:solidFill>
              <a:srgbClr val="C44F4F">
                <a:alpha val="76000"/>
              </a:srgbClr>
            </a:solidFill>
            <a:prstDash val="dot"/>
            <a:headEnd type="none"/>
            <a:tailEnd type="none"/>
          </a:ln>
        </p:spPr>
      </p:sp>
      <p:sp>
        <p:nvSpPr>
          <p:cNvPr id="1193" name="Shape 1191"/>
          <p:cNvSpPr/>
          <p:nvPr/>
        </p:nvSpPr>
        <p:spPr>
          <a:xfrm>
            <a:off x="6201766" y="4662375"/>
            <a:ext cx="0" cy="46392"/>
          </a:xfrm>
          <a:prstGeom prst="line">
            <a:avLst/>
          </a:prstGeom>
          <a:noFill/>
          <a:ln w="15875">
            <a:solidFill>
              <a:srgbClr val="C44F4F">
                <a:alpha val="76000"/>
              </a:srgbClr>
            </a:solidFill>
            <a:prstDash val="dot"/>
            <a:headEnd type="none"/>
            <a:tailEnd type="none"/>
          </a:ln>
        </p:spPr>
      </p:sp>
      <p:sp>
        <p:nvSpPr>
          <p:cNvPr id="1194" name="Shape 1192"/>
          <p:cNvSpPr/>
          <p:nvPr/>
        </p:nvSpPr>
        <p:spPr>
          <a:xfrm>
            <a:off x="6201766" y="4706024"/>
            <a:ext cx="127406" cy="0"/>
          </a:xfrm>
          <a:prstGeom prst="line">
            <a:avLst/>
          </a:prstGeom>
          <a:noFill/>
          <a:ln w="15875">
            <a:solidFill>
              <a:srgbClr val="C44F4F">
                <a:alpha val="76000"/>
              </a:srgbClr>
            </a:solidFill>
            <a:prstDash val="dot"/>
            <a:headEnd type="none"/>
            <a:tailEnd type="none"/>
          </a:ln>
        </p:spPr>
      </p:sp>
      <p:sp>
        <p:nvSpPr>
          <p:cNvPr id="1195" name="Shape 1193"/>
          <p:cNvSpPr/>
          <p:nvPr/>
        </p:nvSpPr>
        <p:spPr>
          <a:xfrm>
            <a:off x="6326429" y="4703280"/>
            <a:ext cx="0" cy="44649"/>
          </a:xfrm>
          <a:prstGeom prst="line">
            <a:avLst/>
          </a:prstGeom>
          <a:noFill/>
          <a:ln w="15875">
            <a:solidFill>
              <a:srgbClr val="C44F4F">
                <a:alpha val="76000"/>
              </a:srgbClr>
            </a:solidFill>
            <a:prstDash val="dot"/>
            <a:headEnd type="none"/>
            <a:tailEnd type="none"/>
          </a:ln>
        </p:spPr>
      </p:sp>
      <p:sp>
        <p:nvSpPr>
          <p:cNvPr id="1196" name="Shape 1194"/>
          <p:cNvSpPr/>
          <p:nvPr/>
        </p:nvSpPr>
        <p:spPr>
          <a:xfrm>
            <a:off x="6326429" y="4745186"/>
            <a:ext cx="127407" cy="0"/>
          </a:xfrm>
          <a:prstGeom prst="line">
            <a:avLst/>
          </a:prstGeom>
          <a:noFill/>
          <a:ln w="15875">
            <a:solidFill>
              <a:srgbClr val="C44F4F">
                <a:alpha val="76000"/>
              </a:srgbClr>
            </a:solidFill>
            <a:prstDash val="dot"/>
            <a:headEnd type="none"/>
            <a:tailEnd type="none"/>
          </a:ln>
        </p:spPr>
      </p:sp>
      <p:sp>
        <p:nvSpPr>
          <p:cNvPr id="1197" name="Shape 1195"/>
          <p:cNvSpPr/>
          <p:nvPr/>
        </p:nvSpPr>
        <p:spPr>
          <a:xfrm>
            <a:off x="6451092" y="4742443"/>
            <a:ext cx="0" cy="44300"/>
          </a:xfrm>
          <a:prstGeom prst="line">
            <a:avLst/>
          </a:prstGeom>
          <a:noFill/>
          <a:ln w="15875">
            <a:solidFill>
              <a:srgbClr val="C44F4F">
                <a:alpha val="76000"/>
              </a:srgbClr>
            </a:solidFill>
            <a:prstDash val="dot"/>
            <a:headEnd type="none"/>
            <a:tailEnd type="none"/>
          </a:ln>
        </p:spPr>
      </p:sp>
      <p:sp>
        <p:nvSpPr>
          <p:cNvPr id="1198" name="Shape 1196"/>
          <p:cNvSpPr/>
          <p:nvPr/>
        </p:nvSpPr>
        <p:spPr>
          <a:xfrm>
            <a:off x="6451092" y="4784000"/>
            <a:ext cx="127407" cy="0"/>
          </a:xfrm>
          <a:prstGeom prst="line">
            <a:avLst/>
          </a:prstGeom>
          <a:noFill/>
          <a:ln w="15875">
            <a:solidFill>
              <a:srgbClr val="C44F4F">
                <a:alpha val="76000"/>
              </a:srgbClr>
            </a:solidFill>
            <a:prstDash val="dot"/>
            <a:headEnd type="none"/>
            <a:tailEnd type="none"/>
          </a:ln>
        </p:spPr>
      </p:sp>
      <p:sp>
        <p:nvSpPr>
          <p:cNvPr id="1199" name="Shape 1197"/>
          <p:cNvSpPr/>
          <p:nvPr/>
        </p:nvSpPr>
        <p:spPr>
          <a:xfrm>
            <a:off x="6575755" y="4781257"/>
            <a:ext cx="0" cy="44776"/>
          </a:xfrm>
          <a:prstGeom prst="line">
            <a:avLst/>
          </a:prstGeom>
          <a:noFill/>
          <a:ln w="15875">
            <a:solidFill>
              <a:srgbClr val="C44F4F">
                <a:alpha val="76000"/>
              </a:srgbClr>
            </a:solidFill>
            <a:prstDash val="dot"/>
            <a:headEnd type="none"/>
            <a:tailEnd type="none"/>
          </a:ln>
        </p:spPr>
      </p:sp>
      <p:sp>
        <p:nvSpPr>
          <p:cNvPr id="1200" name="Shape 1198"/>
          <p:cNvSpPr/>
          <p:nvPr/>
        </p:nvSpPr>
        <p:spPr>
          <a:xfrm>
            <a:off x="6575755" y="4823289"/>
            <a:ext cx="127406" cy="0"/>
          </a:xfrm>
          <a:prstGeom prst="line">
            <a:avLst/>
          </a:prstGeom>
          <a:noFill/>
          <a:ln w="15875">
            <a:solidFill>
              <a:srgbClr val="C44F4F">
                <a:alpha val="76000"/>
              </a:srgbClr>
            </a:solidFill>
            <a:prstDash val="dot"/>
            <a:headEnd type="none"/>
            <a:tailEnd type="none"/>
          </a:ln>
        </p:spPr>
      </p:sp>
      <p:sp>
        <p:nvSpPr>
          <p:cNvPr id="1201" name="Shape 1199"/>
          <p:cNvSpPr/>
          <p:nvPr/>
        </p:nvSpPr>
        <p:spPr>
          <a:xfrm>
            <a:off x="6700418" y="4820546"/>
            <a:ext cx="0" cy="40086"/>
          </a:xfrm>
          <a:prstGeom prst="line">
            <a:avLst/>
          </a:prstGeom>
          <a:noFill/>
          <a:ln w="15875">
            <a:solidFill>
              <a:srgbClr val="C44F4F">
                <a:alpha val="76000"/>
              </a:srgbClr>
            </a:solidFill>
            <a:prstDash val="dot"/>
            <a:headEnd type="none"/>
            <a:tailEnd type="none"/>
          </a:ln>
        </p:spPr>
      </p:sp>
      <p:sp>
        <p:nvSpPr>
          <p:cNvPr id="1202" name="Shape 1200"/>
          <p:cNvSpPr/>
          <p:nvPr/>
        </p:nvSpPr>
        <p:spPr>
          <a:xfrm>
            <a:off x="6700418" y="4857889"/>
            <a:ext cx="127407" cy="0"/>
          </a:xfrm>
          <a:prstGeom prst="line">
            <a:avLst/>
          </a:prstGeom>
          <a:noFill/>
          <a:ln w="15875">
            <a:solidFill>
              <a:srgbClr val="C44F4F">
                <a:alpha val="76000"/>
              </a:srgbClr>
            </a:solidFill>
            <a:prstDash val="dot"/>
            <a:headEnd type="none"/>
            <a:tailEnd type="none"/>
          </a:ln>
        </p:spPr>
      </p:sp>
      <p:sp>
        <p:nvSpPr>
          <p:cNvPr id="1203" name="Shape 1201"/>
          <p:cNvSpPr/>
          <p:nvPr/>
        </p:nvSpPr>
        <p:spPr>
          <a:xfrm>
            <a:off x="6825082" y="4855146"/>
            <a:ext cx="0" cy="31246"/>
          </a:xfrm>
          <a:prstGeom prst="line">
            <a:avLst/>
          </a:prstGeom>
          <a:noFill/>
          <a:ln w="15875">
            <a:solidFill>
              <a:srgbClr val="C44F4F">
                <a:alpha val="76000"/>
              </a:srgbClr>
            </a:solidFill>
            <a:prstDash val="dot"/>
            <a:headEnd type="none"/>
            <a:tailEnd type="none"/>
          </a:ln>
        </p:spPr>
      </p:sp>
      <p:sp>
        <p:nvSpPr>
          <p:cNvPr id="1204" name="Shape 1202"/>
          <p:cNvSpPr/>
          <p:nvPr/>
        </p:nvSpPr>
        <p:spPr>
          <a:xfrm>
            <a:off x="6825082" y="4883649"/>
            <a:ext cx="127407" cy="0"/>
          </a:xfrm>
          <a:prstGeom prst="line">
            <a:avLst/>
          </a:prstGeom>
          <a:noFill/>
          <a:ln w="15875">
            <a:solidFill>
              <a:srgbClr val="C44F4F">
                <a:alpha val="76000"/>
              </a:srgbClr>
            </a:solidFill>
            <a:prstDash val="dot"/>
            <a:headEnd type="none"/>
            <a:tailEnd type="none"/>
          </a:ln>
        </p:spPr>
      </p:sp>
      <p:sp>
        <p:nvSpPr>
          <p:cNvPr id="1205" name="Shape 1203"/>
          <p:cNvSpPr/>
          <p:nvPr/>
        </p:nvSpPr>
        <p:spPr>
          <a:xfrm>
            <a:off x="6949745" y="4880906"/>
            <a:ext cx="0" cy="16228"/>
          </a:xfrm>
          <a:prstGeom prst="line">
            <a:avLst/>
          </a:prstGeom>
          <a:noFill/>
          <a:ln w="15875">
            <a:solidFill>
              <a:srgbClr val="C44F4F">
                <a:alpha val="76000"/>
              </a:srgbClr>
            </a:solidFill>
            <a:prstDash val="dot"/>
            <a:headEnd type="none"/>
            <a:tailEnd type="none"/>
          </a:ln>
        </p:spPr>
      </p:sp>
      <p:sp>
        <p:nvSpPr>
          <p:cNvPr id="1206" name="Shape 1204"/>
          <p:cNvSpPr/>
          <p:nvPr/>
        </p:nvSpPr>
        <p:spPr>
          <a:xfrm>
            <a:off x="6949745" y="4894390"/>
            <a:ext cx="127406" cy="0"/>
          </a:xfrm>
          <a:prstGeom prst="line">
            <a:avLst/>
          </a:prstGeom>
          <a:noFill/>
          <a:ln w="15875">
            <a:solidFill>
              <a:srgbClr val="C44F4F">
                <a:alpha val="76000"/>
              </a:srgbClr>
            </a:solidFill>
            <a:prstDash val="dot"/>
            <a:headEnd type="none"/>
            <a:tailEnd type="none"/>
          </a:ln>
        </p:spPr>
      </p:sp>
      <p:sp>
        <p:nvSpPr>
          <p:cNvPr id="1207" name="Shape 1205"/>
          <p:cNvSpPr/>
          <p:nvPr/>
        </p:nvSpPr>
        <p:spPr>
          <a:xfrm>
            <a:off x="7074408" y="4891647"/>
            <a:ext cx="0" cy="6722"/>
          </a:xfrm>
          <a:prstGeom prst="line">
            <a:avLst/>
          </a:prstGeom>
          <a:noFill/>
          <a:ln w="15875">
            <a:solidFill>
              <a:srgbClr val="C44F4F">
                <a:alpha val="76000"/>
              </a:srgbClr>
            </a:solidFill>
            <a:prstDash val="dot"/>
            <a:headEnd type="none"/>
            <a:tailEnd type="none"/>
          </a:ln>
        </p:spPr>
      </p:sp>
      <p:sp>
        <p:nvSpPr>
          <p:cNvPr id="1208" name="Shape 1206"/>
          <p:cNvSpPr/>
          <p:nvPr/>
        </p:nvSpPr>
        <p:spPr>
          <a:xfrm>
            <a:off x="7074408" y="4895626"/>
            <a:ext cx="127407" cy="0"/>
          </a:xfrm>
          <a:prstGeom prst="line">
            <a:avLst/>
          </a:prstGeom>
          <a:noFill/>
          <a:ln w="15875">
            <a:solidFill>
              <a:srgbClr val="C44F4F">
                <a:alpha val="76000"/>
              </a:srgbClr>
            </a:solidFill>
            <a:prstDash val="dot"/>
            <a:headEnd type="none"/>
            <a:tailEnd type="none"/>
          </a:ln>
        </p:spPr>
      </p:sp>
      <p:sp>
        <p:nvSpPr>
          <p:cNvPr id="1209" name="Shape 1207"/>
          <p:cNvSpPr/>
          <p:nvPr/>
        </p:nvSpPr>
        <p:spPr>
          <a:xfrm>
            <a:off x="7199071" y="4887528"/>
            <a:ext cx="0" cy="10841"/>
          </a:xfrm>
          <a:prstGeom prst="line">
            <a:avLst/>
          </a:prstGeom>
          <a:noFill/>
          <a:ln w="15875">
            <a:solidFill>
              <a:srgbClr val="C44F4F">
                <a:alpha val="76000"/>
              </a:srgbClr>
            </a:solidFill>
            <a:prstDash val="dot"/>
            <a:headEnd type="none"/>
            <a:tailEnd type="none"/>
          </a:ln>
        </p:spPr>
      </p:sp>
      <p:sp>
        <p:nvSpPr>
          <p:cNvPr id="1210" name="Shape 1208"/>
          <p:cNvSpPr/>
          <p:nvPr/>
        </p:nvSpPr>
        <p:spPr>
          <a:xfrm>
            <a:off x="7199071" y="4890271"/>
            <a:ext cx="127407" cy="0"/>
          </a:xfrm>
          <a:prstGeom prst="line">
            <a:avLst/>
          </a:prstGeom>
          <a:noFill/>
          <a:ln w="15875">
            <a:solidFill>
              <a:srgbClr val="C44F4F">
                <a:alpha val="76000"/>
              </a:srgbClr>
            </a:solidFill>
            <a:prstDash val="dot"/>
            <a:headEnd type="none"/>
            <a:tailEnd type="none"/>
          </a:ln>
        </p:spPr>
      </p:sp>
      <p:sp>
        <p:nvSpPr>
          <p:cNvPr id="1211" name="Shape 1209"/>
          <p:cNvSpPr/>
          <p:nvPr/>
        </p:nvSpPr>
        <p:spPr>
          <a:xfrm>
            <a:off x="7323735" y="4874030"/>
            <a:ext cx="0" cy="18984"/>
          </a:xfrm>
          <a:prstGeom prst="line">
            <a:avLst/>
          </a:prstGeom>
          <a:noFill/>
          <a:ln w="15875">
            <a:solidFill>
              <a:srgbClr val="C44F4F">
                <a:alpha val="76000"/>
              </a:srgbClr>
            </a:solidFill>
            <a:prstDash val="dot"/>
            <a:headEnd type="none"/>
            <a:tailEnd type="none"/>
          </a:ln>
        </p:spPr>
      </p:sp>
      <p:sp>
        <p:nvSpPr>
          <p:cNvPr id="1212" name="Shape 1210"/>
          <p:cNvSpPr/>
          <p:nvPr/>
        </p:nvSpPr>
        <p:spPr>
          <a:xfrm>
            <a:off x="7323735" y="4876774"/>
            <a:ext cx="127406" cy="0"/>
          </a:xfrm>
          <a:prstGeom prst="line">
            <a:avLst/>
          </a:prstGeom>
          <a:noFill/>
          <a:ln w="15875">
            <a:solidFill>
              <a:srgbClr val="C44F4F">
                <a:alpha val="76000"/>
              </a:srgbClr>
            </a:solidFill>
            <a:prstDash val="dot"/>
            <a:headEnd type="none"/>
            <a:tailEnd type="none"/>
          </a:ln>
        </p:spPr>
      </p:sp>
      <p:sp>
        <p:nvSpPr>
          <p:cNvPr id="1213" name="Shape 1211"/>
          <p:cNvSpPr/>
          <p:nvPr/>
        </p:nvSpPr>
        <p:spPr>
          <a:xfrm>
            <a:off x="7448397" y="4858663"/>
            <a:ext cx="0" cy="20854"/>
          </a:xfrm>
          <a:prstGeom prst="line">
            <a:avLst/>
          </a:prstGeom>
          <a:noFill/>
          <a:ln w="15875">
            <a:solidFill>
              <a:srgbClr val="C44F4F">
                <a:alpha val="76000"/>
              </a:srgbClr>
            </a:solidFill>
            <a:prstDash val="dot"/>
            <a:headEnd type="none"/>
            <a:tailEnd type="none"/>
          </a:ln>
        </p:spPr>
      </p:sp>
      <p:sp>
        <p:nvSpPr>
          <p:cNvPr id="1214" name="Shape 1212"/>
          <p:cNvSpPr/>
          <p:nvPr/>
        </p:nvSpPr>
        <p:spPr>
          <a:xfrm>
            <a:off x="7448397" y="4861406"/>
            <a:ext cx="127407" cy="0"/>
          </a:xfrm>
          <a:prstGeom prst="line">
            <a:avLst/>
          </a:prstGeom>
          <a:noFill/>
          <a:ln w="15875">
            <a:solidFill>
              <a:srgbClr val="C44F4F">
                <a:alpha val="76000"/>
              </a:srgbClr>
            </a:solidFill>
            <a:prstDash val="dot"/>
            <a:headEnd type="none"/>
            <a:tailEnd type="none"/>
          </a:ln>
        </p:spPr>
      </p:sp>
      <p:sp>
        <p:nvSpPr>
          <p:cNvPr id="1215" name="Shape 1213"/>
          <p:cNvSpPr/>
          <p:nvPr/>
        </p:nvSpPr>
        <p:spPr>
          <a:xfrm>
            <a:off x="7573061" y="4842187"/>
            <a:ext cx="0" cy="21963"/>
          </a:xfrm>
          <a:prstGeom prst="line">
            <a:avLst/>
          </a:prstGeom>
          <a:noFill/>
          <a:ln w="15875">
            <a:solidFill>
              <a:srgbClr val="C44F4F">
                <a:alpha val="76000"/>
              </a:srgbClr>
            </a:solidFill>
            <a:prstDash val="dot"/>
            <a:headEnd type="none"/>
            <a:tailEnd type="none"/>
          </a:ln>
        </p:spPr>
      </p:sp>
      <p:sp>
        <p:nvSpPr>
          <p:cNvPr id="1216" name="Shape 1214"/>
          <p:cNvSpPr/>
          <p:nvPr/>
        </p:nvSpPr>
        <p:spPr>
          <a:xfrm>
            <a:off x="7573061" y="4844930"/>
            <a:ext cx="127407" cy="0"/>
          </a:xfrm>
          <a:prstGeom prst="line">
            <a:avLst/>
          </a:prstGeom>
          <a:noFill/>
          <a:ln w="15875">
            <a:solidFill>
              <a:srgbClr val="C44F4F">
                <a:alpha val="76000"/>
              </a:srgbClr>
            </a:solidFill>
            <a:prstDash val="dot"/>
            <a:headEnd type="none"/>
            <a:tailEnd type="none"/>
          </a:ln>
        </p:spPr>
      </p:sp>
      <p:sp>
        <p:nvSpPr>
          <p:cNvPr id="1217" name="Shape 1215"/>
          <p:cNvSpPr/>
          <p:nvPr/>
        </p:nvSpPr>
        <p:spPr>
          <a:xfrm>
            <a:off x="7697724" y="4835533"/>
            <a:ext cx="0" cy="12140"/>
          </a:xfrm>
          <a:prstGeom prst="line">
            <a:avLst/>
          </a:prstGeom>
          <a:noFill/>
          <a:ln w="15875">
            <a:solidFill>
              <a:srgbClr val="C44F4F">
                <a:alpha val="76000"/>
              </a:srgbClr>
            </a:solidFill>
            <a:prstDash val="dot"/>
            <a:headEnd type="none"/>
            <a:tailEnd type="none"/>
          </a:ln>
        </p:spPr>
      </p:sp>
      <p:sp>
        <p:nvSpPr>
          <p:cNvPr id="1218" name="Shape 1216"/>
          <p:cNvSpPr/>
          <p:nvPr/>
        </p:nvSpPr>
        <p:spPr>
          <a:xfrm>
            <a:off x="7697724" y="4838276"/>
            <a:ext cx="127406" cy="0"/>
          </a:xfrm>
          <a:prstGeom prst="line">
            <a:avLst/>
          </a:prstGeom>
          <a:noFill/>
          <a:ln w="15875">
            <a:solidFill>
              <a:srgbClr val="C44F4F">
                <a:alpha val="76000"/>
              </a:srgbClr>
            </a:solidFill>
            <a:prstDash val="dot"/>
            <a:headEnd type="none"/>
            <a:tailEnd type="none"/>
          </a:ln>
        </p:spPr>
      </p:sp>
      <p:sp>
        <p:nvSpPr>
          <p:cNvPr id="1219" name="Shape 1217"/>
          <p:cNvSpPr/>
          <p:nvPr/>
        </p:nvSpPr>
        <p:spPr>
          <a:xfrm>
            <a:off x="7822387" y="4832048"/>
            <a:ext cx="0" cy="8972"/>
          </a:xfrm>
          <a:prstGeom prst="line">
            <a:avLst/>
          </a:prstGeom>
          <a:noFill/>
          <a:ln w="15875">
            <a:solidFill>
              <a:srgbClr val="C44F4F">
                <a:alpha val="76000"/>
              </a:srgbClr>
            </a:solidFill>
            <a:prstDash val="dot"/>
            <a:headEnd type="none"/>
            <a:tailEnd type="none"/>
          </a:ln>
        </p:spPr>
      </p:sp>
      <p:sp>
        <p:nvSpPr>
          <p:cNvPr id="1220" name="Shape 1218"/>
          <p:cNvSpPr/>
          <p:nvPr/>
        </p:nvSpPr>
        <p:spPr>
          <a:xfrm>
            <a:off x="7822387" y="4834791"/>
            <a:ext cx="127407" cy="0"/>
          </a:xfrm>
          <a:prstGeom prst="line">
            <a:avLst/>
          </a:prstGeom>
          <a:noFill/>
          <a:ln w="15875">
            <a:solidFill>
              <a:srgbClr val="C44F4F">
                <a:alpha val="76000"/>
              </a:srgbClr>
            </a:solidFill>
            <a:prstDash val="dot"/>
            <a:headEnd type="none"/>
            <a:tailEnd type="none"/>
          </a:ln>
        </p:spPr>
      </p:sp>
      <p:sp>
        <p:nvSpPr>
          <p:cNvPr id="1221" name="Shape 1219"/>
          <p:cNvSpPr/>
          <p:nvPr/>
        </p:nvSpPr>
        <p:spPr>
          <a:xfrm>
            <a:off x="7947050" y="4827834"/>
            <a:ext cx="0" cy="9700"/>
          </a:xfrm>
          <a:prstGeom prst="line">
            <a:avLst/>
          </a:prstGeom>
          <a:noFill/>
          <a:ln w="15875">
            <a:solidFill>
              <a:srgbClr val="C44F4F">
                <a:alpha val="76000"/>
              </a:srgbClr>
            </a:solidFill>
            <a:prstDash val="dot"/>
            <a:headEnd type="none"/>
            <a:tailEnd type="none"/>
          </a:ln>
        </p:spPr>
      </p:sp>
      <p:sp>
        <p:nvSpPr>
          <p:cNvPr id="1222" name="Shape 1220"/>
          <p:cNvSpPr/>
          <p:nvPr/>
        </p:nvSpPr>
        <p:spPr>
          <a:xfrm>
            <a:off x="7947050" y="4830577"/>
            <a:ext cx="127407" cy="0"/>
          </a:xfrm>
          <a:prstGeom prst="line">
            <a:avLst/>
          </a:prstGeom>
          <a:noFill/>
          <a:ln w="15875">
            <a:solidFill>
              <a:srgbClr val="C44F4F">
                <a:alpha val="76000"/>
              </a:srgbClr>
            </a:solidFill>
            <a:prstDash val="dot"/>
            <a:headEnd type="none"/>
            <a:tailEnd type="none"/>
          </a:ln>
        </p:spPr>
      </p:sp>
      <p:sp>
        <p:nvSpPr>
          <p:cNvPr id="1223" name="Shape 1221"/>
          <p:cNvSpPr/>
          <p:nvPr/>
        </p:nvSpPr>
        <p:spPr>
          <a:xfrm>
            <a:off x="8071714" y="4825362"/>
            <a:ext cx="0" cy="7958"/>
          </a:xfrm>
          <a:prstGeom prst="line">
            <a:avLst/>
          </a:prstGeom>
          <a:noFill/>
          <a:ln w="15875">
            <a:solidFill>
              <a:srgbClr val="C44F4F">
                <a:alpha val="76000"/>
              </a:srgbClr>
            </a:solidFill>
            <a:prstDash val="dot"/>
            <a:headEnd type="none"/>
            <a:tailEnd type="none"/>
          </a:ln>
        </p:spPr>
      </p:sp>
      <p:sp>
        <p:nvSpPr>
          <p:cNvPr id="1224" name="Shape 1222"/>
          <p:cNvSpPr/>
          <p:nvPr/>
        </p:nvSpPr>
        <p:spPr>
          <a:xfrm>
            <a:off x="8071714" y="4828106"/>
            <a:ext cx="127406" cy="0"/>
          </a:xfrm>
          <a:prstGeom prst="line">
            <a:avLst/>
          </a:prstGeom>
          <a:noFill/>
          <a:ln w="15875">
            <a:solidFill>
              <a:srgbClr val="C44F4F">
                <a:alpha val="76000"/>
              </a:srgbClr>
            </a:solidFill>
            <a:prstDash val="dot"/>
            <a:headEnd type="none"/>
            <a:tailEnd type="none"/>
          </a:ln>
        </p:spPr>
      </p:sp>
      <p:sp>
        <p:nvSpPr>
          <p:cNvPr id="1225" name="Shape 1223"/>
          <p:cNvSpPr/>
          <p:nvPr/>
        </p:nvSpPr>
        <p:spPr>
          <a:xfrm>
            <a:off x="8196377" y="4820831"/>
            <a:ext cx="0" cy="10017"/>
          </a:xfrm>
          <a:prstGeom prst="line">
            <a:avLst/>
          </a:prstGeom>
          <a:noFill/>
          <a:ln w="15875">
            <a:solidFill>
              <a:srgbClr val="C44F4F">
                <a:alpha val="76000"/>
              </a:srgbClr>
            </a:solidFill>
            <a:prstDash val="dot"/>
            <a:headEnd type="none"/>
            <a:tailEnd type="none"/>
          </a:ln>
        </p:spPr>
      </p:sp>
      <p:sp>
        <p:nvSpPr>
          <p:cNvPr id="1226" name="Shape 1224"/>
          <p:cNvSpPr/>
          <p:nvPr/>
        </p:nvSpPr>
        <p:spPr>
          <a:xfrm>
            <a:off x="8196377" y="4823575"/>
            <a:ext cx="127407" cy="0"/>
          </a:xfrm>
          <a:prstGeom prst="line">
            <a:avLst/>
          </a:prstGeom>
          <a:noFill/>
          <a:ln w="15875">
            <a:solidFill>
              <a:srgbClr val="C44F4F">
                <a:alpha val="76000"/>
              </a:srgbClr>
            </a:solidFill>
            <a:prstDash val="dot"/>
            <a:headEnd type="none"/>
            <a:tailEnd type="none"/>
          </a:ln>
        </p:spPr>
      </p:sp>
      <p:sp>
        <p:nvSpPr>
          <p:cNvPr id="1227" name="Shape 1225"/>
          <p:cNvSpPr/>
          <p:nvPr/>
        </p:nvSpPr>
        <p:spPr>
          <a:xfrm>
            <a:off x="8321040" y="4818772"/>
            <a:ext cx="0" cy="7546"/>
          </a:xfrm>
          <a:prstGeom prst="line">
            <a:avLst/>
          </a:prstGeom>
          <a:noFill/>
          <a:ln w="15875">
            <a:solidFill>
              <a:srgbClr val="C44F4F">
                <a:alpha val="76000"/>
              </a:srgbClr>
            </a:solidFill>
            <a:prstDash val="dot"/>
            <a:headEnd type="none"/>
            <a:tailEnd type="none"/>
          </a:ln>
        </p:spPr>
      </p:sp>
      <p:sp>
        <p:nvSpPr>
          <p:cNvPr id="1228" name="Shape 1226"/>
          <p:cNvSpPr/>
          <p:nvPr/>
        </p:nvSpPr>
        <p:spPr>
          <a:xfrm>
            <a:off x="841248" y="2236124"/>
            <a:ext cx="127407" cy="0"/>
          </a:xfrm>
          <a:prstGeom prst="line">
            <a:avLst/>
          </a:prstGeom>
          <a:noFill/>
          <a:ln w="15875">
            <a:solidFill>
              <a:srgbClr val="2F7F93">
                <a:alpha val="76000"/>
              </a:srgbClr>
            </a:solidFill>
            <a:prstDash val="dot"/>
            <a:headEnd type="none"/>
            <a:tailEnd type="none"/>
          </a:ln>
        </p:spPr>
      </p:sp>
      <p:sp>
        <p:nvSpPr>
          <p:cNvPr id="1229" name="Shape 1227"/>
          <p:cNvSpPr/>
          <p:nvPr/>
        </p:nvSpPr>
        <p:spPr>
          <a:xfrm>
            <a:off x="965911" y="2233380"/>
            <a:ext cx="0" cy="88308"/>
          </a:xfrm>
          <a:prstGeom prst="line">
            <a:avLst/>
          </a:prstGeom>
          <a:noFill/>
          <a:ln w="15875">
            <a:solidFill>
              <a:srgbClr val="2F7F93">
                <a:alpha val="76000"/>
              </a:srgbClr>
            </a:solidFill>
            <a:prstDash val="dot"/>
            <a:headEnd type="none"/>
            <a:tailEnd type="none"/>
          </a:ln>
        </p:spPr>
      </p:sp>
      <p:sp>
        <p:nvSpPr>
          <p:cNvPr id="1230" name="Shape 1228"/>
          <p:cNvSpPr/>
          <p:nvPr/>
        </p:nvSpPr>
        <p:spPr>
          <a:xfrm>
            <a:off x="965911" y="2318945"/>
            <a:ext cx="127406" cy="0"/>
          </a:xfrm>
          <a:prstGeom prst="line">
            <a:avLst/>
          </a:prstGeom>
          <a:noFill/>
          <a:ln w="15875">
            <a:solidFill>
              <a:srgbClr val="2F7F93">
                <a:alpha val="76000"/>
              </a:srgbClr>
            </a:solidFill>
            <a:prstDash val="dot"/>
            <a:headEnd type="none"/>
            <a:tailEnd type="none"/>
          </a:ln>
        </p:spPr>
      </p:sp>
      <p:sp>
        <p:nvSpPr>
          <p:cNvPr id="1231" name="Shape 1229"/>
          <p:cNvSpPr/>
          <p:nvPr/>
        </p:nvSpPr>
        <p:spPr>
          <a:xfrm>
            <a:off x="1090574" y="2316202"/>
            <a:ext cx="0" cy="345112"/>
          </a:xfrm>
          <a:prstGeom prst="line">
            <a:avLst/>
          </a:prstGeom>
          <a:noFill/>
          <a:ln w="15875">
            <a:solidFill>
              <a:srgbClr val="2F7F93">
                <a:alpha val="76000"/>
              </a:srgbClr>
            </a:solidFill>
            <a:prstDash val="dot"/>
            <a:headEnd type="none"/>
            <a:tailEnd type="none"/>
          </a:ln>
        </p:spPr>
      </p:sp>
      <p:sp>
        <p:nvSpPr>
          <p:cNvPr id="1232" name="Shape 1230"/>
          <p:cNvSpPr/>
          <p:nvPr/>
        </p:nvSpPr>
        <p:spPr>
          <a:xfrm>
            <a:off x="1090574" y="2658571"/>
            <a:ext cx="127407" cy="0"/>
          </a:xfrm>
          <a:prstGeom prst="line">
            <a:avLst/>
          </a:prstGeom>
          <a:noFill/>
          <a:ln w="15875">
            <a:solidFill>
              <a:srgbClr val="2F7F93">
                <a:alpha val="76000"/>
              </a:srgbClr>
            </a:solidFill>
            <a:prstDash val="dot"/>
            <a:headEnd type="none"/>
            <a:tailEnd type="none"/>
          </a:ln>
        </p:spPr>
      </p:sp>
      <p:sp>
        <p:nvSpPr>
          <p:cNvPr id="1233" name="Shape 1231"/>
          <p:cNvSpPr/>
          <p:nvPr/>
        </p:nvSpPr>
        <p:spPr>
          <a:xfrm>
            <a:off x="1215238" y="2655827"/>
            <a:ext cx="0" cy="414497"/>
          </a:xfrm>
          <a:prstGeom prst="line">
            <a:avLst/>
          </a:prstGeom>
          <a:noFill/>
          <a:ln w="15875">
            <a:solidFill>
              <a:srgbClr val="2F7F93">
                <a:alpha val="76000"/>
              </a:srgbClr>
            </a:solidFill>
            <a:prstDash val="dot"/>
            <a:headEnd type="none"/>
            <a:tailEnd type="none"/>
          </a:ln>
        </p:spPr>
      </p:sp>
      <p:sp>
        <p:nvSpPr>
          <p:cNvPr id="1234" name="Shape 1232"/>
          <p:cNvSpPr/>
          <p:nvPr/>
        </p:nvSpPr>
        <p:spPr>
          <a:xfrm>
            <a:off x="1215238" y="3067581"/>
            <a:ext cx="127407" cy="0"/>
          </a:xfrm>
          <a:prstGeom prst="line">
            <a:avLst/>
          </a:prstGeom>
          <a:noFill/>
          <a:ln w="15875">
            <a:solidFill>
              <a:srgbClr val="2F7F93">
                <a:alpha val="76000"/>
              </a:srgbClr>
            </a:solidFill>
            <a:prstDash val="dot"/>
            <a:headEnd type="none"/>
            <a:tailEnd type="none"/>
          </a:ln>
        </p:spPr>
      </p:sp>
      <p:sp>
        <p:nvSpPr>
          <p:cNvPr id="1235" name="Shape 1233"/>
          <p:cNvSpPr/>
          <p:nvPr/>
        </p:nvSpPr>
        <p:spPr>
          <a:xfrm>
            <a:off x="1339901" y="3064838"/>
            <a:ext cx="0" cy="398569"/>
          </a:xfrm>
          <a:prstGeom prst="line">
            <a:avLst/>
          </a:prstGeom>
          <a:noFill/>
          <a:ln w="15875">
            <a:solidFill>
              <a:srgbClr val="2F7F93">
                <a:alpha val="76000"/>
              </a:srgbClr>
            </a:solidFill>
            <a:prstDash val="dot"/>
            <a:headEnd type="none"/>
            <a:tailEnd type="none"/>
          </a:ln>
        </p:spPr>
      </p:sp>
      <p:sp>
        <p:nvSpPr>
          <p:cNvPr id="1236" name="Shape 1234"/>
          <p:cNvSpPr/>
          <p:nvPr/>
        </p:nvSpPr>
        <p:spPr>
          <a:xfrm>
            <a:off x="1339901" y="3460664"/>
            <a:ext cx="127406" cy="0"/>
          </a:xfrm>
          <a:prstGeom prst="line">
            <a:avLst/>
          </a:prstGeom>
          <a:noFill/>
          <a:ln w="15875">
            <a:solidFill>
              <a:srgbClr val="2F7F93">
                <a:alpha val="76000"/>
              </a:srgbClr>
            </a:solidFill>
            <a:prstDash val="dot"/>
            <a:headEnd type="none"/>
            <a:tailEnd type="none"/>
          </a:ln>
        </p:spPr>
      </p:sp>
      <p:sp>
        <p:nvSpPr>
          <p:cNvPr id="1237" name="Shape 1235"/>
          <p:cNvSpPr/>
          <p:nvPr/>
        </p:nvSpPr>
        <p:spPr>
          <a:xfrm>
            <a:off x="1464564" y="3457921"/>
            <a:ext cx="0" cy="337670"/>
          </a:xfrm>
          <a:prstGeom prst="line">
            <a:avLst/>
          </a:prstGeom>
          <a:noFill/>
          <a:ln w="15875">
            <a:solidFill>
              <a:srgbClr val="2F7F93">
                <a:alpha val="76000"/>
              </a:srgbClr>
            </a:solidFill>
            <a:prstDash val="dot"/>
            <a:headEnd type="none"/>
            <a:tailEnd type="none"/>
          </a:ln>
        </p:spPr>
      </p:sp>
      <p:sp>
        <p:nvSpPr>
          <p:cNvPr id="1238" name="Shape 1236"/>
          <p:cNvSpPr/>
          <p:nvPr/>
        </p:nvSpPr>
        <p:spPr>
          <a:xfrm>
            <a:off x="1464564" y="3792847"/>
            <a:ext cx="127407" cy="0"/>
          </a:xfrm>
          <a:prstGeom prst="line">
            <a:avLst/>
          </a:prstGeom>
          <a:noFill/>
          <a:ln w="15875">
            <a:solidFill>
              <a:srgbClr val="2F7F93">
                <a:alpha val="76000"/>
              </a:srgbClr>
            </a:solidFill>
            <a:prstDash val="dot"/>
            <a:headEnd type="none"/>
            <a:tailEnd type="none"/>
          </a:ln>
        </p:spPr>
      </p:sp>
      <p:sp>
        <p:nvSpPr>
          <p:cNvPr id="1239" name="Shape 1237"/>
          <p:cNvSpPr/>
          <p:nvPr/>
        </p:nvSpPr>
        <p:spPr>
          <a:xfrm>
            <a:off x="1589227" y="3790104"/>
            <a:ext cx="0" cy="244307"/>
          </a:xfrm>
          <a:prstGeom prst="line">
            <a:avLst/>
          </a:prstGeom>
          <a:noFill/>
          <a:ln w="15875">
            <a:solidFill>
              <a:srgbClr val="2F7F93">
                <a:alpha val="76000"/>
              </a:srgbClr>
            </a:solidFill>
            <a:prstDash val="dot"/>
            <a:headEnd type="none"/>
            <a:tailEnd type="none"/>
          </a:ln>
        </p:spPr>
      </p:sp>
      <p:sp>
        <p:nvSpPr>
          <p:cNvPr id="1240" name="Shape 1238"/>
          <p:cNvSpPr/>
          <p:nvPr/>
        </p:nvSpPr>
        <p:spPr>
          <a:xfrm>
            <a:off x="1589227" y="4031668"/>
            <a:ext cx="127407" cy="0"/>
          </a:xfrm>
          <a:prstGeom prst="line">
            <a:avLst/>
          </a:prstGeom>
          <a:noFill/>
          <a:ln w="15875">
            <a:solidFill>
              <a:srgbClr val="2F7F93">
                <a:alpha val="76000"/>
              </a:srgbClr>
            </a:solidFill>
            <a:prstDash val="dot"/>
            <a:headEnd type="none"/>
            <a:tailEnd type="none"/>
          </a:ln>
        </p:spPr>
      </p:sp>
      <p:sp>
        <p:nvSpPr>
          <p:cNvPr id="1241" name="Shape 1239"/>
          <p:cNvSpPr/>
          <p:nvPr/>
        </p:nvSpPr>
        <p:spPr>
          <a:xfrm>
            <a:off x="1713891" y="4028925"/>
            <a:ext cx="0" cy="142258"/>
          </a:xfrm>
          <a:prstGeom prst="line">
            <a:avLst/>
          </a:prstGeom>
          <a:noFill/>
          <a:ln w="15875">
            <a:solidFill>
              <a:srgbClr val="2F7F93">
                <a:alpha val="76000"/>
              </a:srgbClr>
            </a:solidFill>
            <a:prstDash val="dot"/>
            <a:headEnd type="none"/>
            <a:tailEnd type="none"/>
          </a:ln>
        </p:spPr>
      </p:sp>
      <p:sp>
        <p:nvSpPr>
          <p:cNvPr id="1242" name="Shape 1240"/>
          <p:cNvSpPr/>
          <p:nvPr/>
        </p:nvSpPr>
        <p:spPr>
          <a:xfrm>
            <a:off x="1713891" y="4168440"/>
            <a:ext cx="127406" cy="0"/>
          </a:xfrm>
          <a:prstGeom prst="line">
            <a:avLst/>
          </a:prstGeom>
          <a:noFill/>
          <a:ln w="15875">
            <a:solidFill>
              <a:srgbClr val="2F7F93">
                <a:alpha val="76000"/>
              </a:srgbClr>
            </a:solidFill>
            <a:prstDash val="dot"/>
            <a:headEnd type="none"/>
            <a:tailEnd type="none"/>
          </a:ln>
        </p:spPr>
      </p:sp>
      <p:sp>
        <p:nvSpPr>
          <p:cNvPr id="1243" name="Shape 1241"/>
          <p:cNvSpPr/>
          <p:nvPr/>
        </p:nvSpPr>
        <p:spPr>
          <a:xfrm>
            <a:off x="1838553" y="4165696"/>
            <a:ext cx="0" cy="29754"/>
          </a:xfrm>
          <a:prstGeom prst="line">
            <a:avLst/>
          </a:prstGeom>
          <a:noFill/>
          <a:ln w="15875">
            <a:solidFill>
              <a:srgbClr val="2F7F93">
                <a:alpha val="76000"/>
              </a:srgbClr>
            </a:solidFill>
            <a:prstDash val="dot"/>
            <a:headEnd type="none"/>
            <a:tailEnd type="none"/>
          </a:ln>
        </p:spPr>
      </p:sp>
      <p:sp>
        <p:nvSpPr>
          <p:cNvPr id="1244" name="Shape 1242"/>
          <p:cNvSpPr/>
          <p:nvPr/>
        </p:nvSpPr>
        <p:spPr>
          <a:xfrm>
            <a:off x="1838553" y="4192707"/>
            <a:ext cx="127407" cy="0"/>
          </a:xfrm>
          <a:prstGeom prst="line">
            <a:avLst/>
          </a:prstGeom>
          <a:noFill/>
          <a:ln w="15875">
            <a:solidFill>
              <a:srgbClr val="2F7F93">
                <a:alpha val="76000"/>
              </a:srgbClr>
            </a:solidFill>
            <a:prstDash val="dot"/>
            <a:headEnd type="none"/>
            <a:tailEnd type="none"/>
          </a:ln>
        </p:spPr>
      </p:sp>
      <p:sp>
        <p:nvSpPr>
          <p:cNvPr id="1245" name="Shape 1243"/>
          <p:cNvSpPr/>
          <p:nvPr/>
        </p:nvSpPr>
        <p:spPr>
          <a:xfrm>
            <a:off x="1963217" y="4189964"/>
            <a:ext cx="0" cy="6413"/>
          </a:xfrm>
          <a:prstGeom prst="line">
            <a:avLst/>
          </a:prstGeom>
          <a:noFill/>
          <a:ln w="15875">
            <a:solidFill>
              <a:srgbClr val="2F7F93">
                <a:alpha val="76000"/>
              </a:srgbClr>
            </a:solidFill>
            <a:prstDash val="dot"/>
            <a:headEnd type="none"/>
            <a:tailEnd type="none"/>
          </a:ln>
        </p:spPr>
      </p:sp>
      <p:sp>
        <p:nvSpPr>
          <p:cNvPr id="1246" name="Shape 1244"/>
          <p:cNvSpPr/>
          <p:nvPr/>
        </p:nvSpPr>
        <p:spPr>
          <a:xfrm>
            <a:off x="1963217" y="4193633"/>
            <a:ext cx="127407" cy="0"/>
          </a:xfrm>
          <a:prstGeom prst="line">
            <a:avLst/>
          </a:prstGeom>
          <a:noFill/>
          <a:ln w="15875">
            <a:solidFill>
              <a:srgbClr val="2F7F93">
                <a:alpha val="76000"/>
              </a:srgbClr>
            </a:solidFill>
            <a:prstDash val="dot"/>
            <a:headEnd type="none"/>
            <a:tailEnd type="none"/>
          </a:ln>
        </p:spPr>
      </p:sp>
      <p:sp>
        <p:nvSpPr>
          <p:cNvPr id="1247" name="Shape 1245"/>
          <p:cNvSpPr/>
          <p:nvPr/>
        </p:nvSpPr>
        <p:spPr>
          <a:xfrm>
            <a:off x="2087880" y="4177859"/>
            <a:ext cx="0" cy="18518"/>
          </a:xfrm>
          <a:prstGeom prst="line">
            <a:avLst/>
          </a:prstGeom>
          <a:noFill/>
          <a:ln w="15875">
            <a:solidFill>
              <a:srgbClr val="2F7F93">
                <a:alpha val="76000"/>
              </a:srgbClr>
            </a:solidFill>
            <a:prstDash val="dot"/>
            <a:headEnd type="none"/>
            <a:tailEnd type="none"/>
          </a:ln>
        </p:spPr>
      </p:sp>
      <p:sp>
        <p:nvSpPr>
          <p:cNvPr id="1248" name="Shape 1246"/>
          <p:cNvSpPr/>
          <p:nvPr/>
        </p:nvSpPr>
        <p:spPr>
          <a:xfrm>
            <a:off x="2087880" y="4180602"/>
            <a:ext cx="127406" cy="0"/>
          </a:xfrm>
          <a:prstGeom prst="line">
            <a:avLst/>
          </a:prstGeom>
          <a:noFill/>
          <a:ln w="15875">
            <a:solidFill>
              <a:srgbClr val="2F7F93">
                <a:alpha val="76000"/>
              </a:srgbClr>
            </a:solidFill>
            <a:prstDash val="dot"/>
            <a:headEnd type="none"/>
            <a:tailEnd type="none"/>
          </a:ln>
        </p:spPr>
      </p:sp>
      <p:sp>
        <p:nvSpPr>
          <p:cNvPr id="1249" name="Shape 1247"/>
          <p:cNvSpPr/>
          <p:nvPr/>
        </p:nvSpPr>
        <p:spPr>
          <a:xfrm>
            <a:off x="2212543" y="4154287"/>
            <a:ext cx="0" cy="29059"/>
          </a:xfrm>
          <a:prstGeom prst="line">
            <a:avLst/>
          </a:prstGeom>
          <a:noFill/>
          <a:ln w="15875">
            <a:solidFill>
              <a:srgbClr val="2F7F93">
                <a:alpha val="76000"/>
              </a:srgbClr>
            </a:solidFill>
            <a:prstDash val="dot"/>
            <a:headEnd type="none"/>
            <a:tailEnd type="none"/>
          </a:ln>
        </p:spPr>
      </p:sp>
      <p:sp>
        <p:nvSpPr>
          <p:cNvPr id="1250" name="Shape 1248"/>
          <p:cNvSpPr/>
          <p:nvPr/>
        </p:nvSpPr>
        <p:spPr>
          <a:xfrm>
            <a:off x="2212543" y="4157030"/>
            <a:ext cx="127407" cy="0"/>
          </a:xfrm>
          <a:prstGeom prst="line">
            <a:avLst/>
          </a:prstGeom>
          <a:noFill/>
          <a:ln w="15875">
            <a:solidFill>
              <a:srgbClr val="2F7F93">
                <a:alpha val="76000"/>
              </a:srgbClr>
            </a:solidFill>
            <a:prstDash val="dot"/>
            <a:headEnd type="none"/>
            <a:tailEnd type="none"/>
          </a:ln>
        </p:spPr>
      </p:sp>
      <p:sp>
        <p:nvSpPr>
          <p:cNvPr id="1251" name="Shape 1249"/>
          <p:cNvSpPr/>
          <p:nvPr/>
        </p:nvSpPr>
        <p:spPr>
          <a:xfrm>
            <a:off x="2337206" y="4134074"/>
            <a:ext cx="0" cy="25699"/>
          </a:xfrm>
          <a:prstGeom prst="line">
            <a:avLst/>
          </a:prstGeom>
          <a:noFill/>
          <a:ln w="15875">
            <a:solidFill>
              <a:srgbClr val="2F7F93">
                <a:alpha val="76000"/>
              </a:srgbClr>
            </a:solidFill>
            <a:prstDash val="dot"/>
            <a:headEnd type="none"/>
            <a:tailEnd type="none"/>
          </a:ln>
        </p:spPr>
      </p:sp>
      <p:sp>
        <p:nvSpPr>
          <p:cNvPr id="1252" name="Shape 1250"/>
          <p:cNvSpPr/>
          <p:nvPr/>
        </p:nvSpPr>
        <p:spPr>
          <a:xfrm>
            <a:off x="2337206" y="4136817"/>
            <a:ext cx="127407" cy="0"/>
          </a:xfrm>
          <a:prstGeom prst="line">
            <a:avLst/>
          </a:prstGeom>
          <a:noFill/>
          <a:ln w="15875">
            <a:solidFill>
              <a:srgbClr val="2F7F93">
                <a:alpha val="76000"/>
              </a:srgbClr>
            </a:solidFill>
            <a:prstDash val="dot"/>
            <a:headEnd type="none"/>
            <a:tailEnd type="none"/>
          </a:ln>
        </p:spPr>
      </p:sp>
      <p:sp>
        <p:nvSpPr>
          <p:cNvPr id="1253" name="Shape 1251"/>
          <p:cNvSpPr/>
          <p:nvPr/>
        </p:nvSpPr>
        <p:spPr>
          <a:xfrm>
            <a:off x="2461870" y="4116119"/>
            <a:ext cx="0" cy="23441"/>
          </a:xfrm>
          <a:prstGeom prst="line">
            <a:avLst/>
          </a:prstGeom>
          <a:noFill/>
          <a:ln w="15875">
            <a:solidFill>
              <a:srgbClr val="2F7F93">
                <a:alpha val="76000"/>
              </a:srgbClr>
            </a:solidFill>
            <a:prstDash val="dot"/>
            <a:headEnd type="none"/>
            <a:tailEnd type="none"/>
          </a:ln>
        </p:spPr>
      </p:sp>
      <p:sp>
        <p:nvSpPr>
          <p:cNvPr id="1254" name="Shape 1252"/>
          <p:cNvSpPr/>
          <p:nvPr/>
        </p:nvSpPr>
        <p:spPr>
          <a:xfrm>
            <a:off x="2461870" y="4118863"/>
            <a:ext cx="127406" cy="0"/>
          </a:xfrm>
          <a:prstGeom prst="line">
            <a:avLst/>
          </a:prstGeom>
          <a:noFill/>
          <a:ln w="15875">
            <a:solidFill>
              <a:srgbClr val="2F7F93">
                <a:alpha val="76000"/>
              </a:srgbClr>
            </a:solidFill>
            <a:prstDash val="dot"/>
            <a:headEnd type="none"/>
            <a:tailEnd type="none"/>
          </a:ln>
        </p:spPr>
      </p:sp>
      <p:sp>
        <p:nvSpPr>
          <p:cNvPr id="1255" name="Shape 1253"/>
          <p:cNvSpPr/>
          <p:nvPr/>
        </p:nvSpPr>
        <p:spPr>
          <a:xfrm>
            <a:off x="2586533" y="4115830"/>
            <a:ext cx="0" cy="5776"/>
          </a:xfrm>
          <a:prstGeom prst="line">
            <a:avLst/>
          </a:prstGeom>
          <a:noFill/>
          <a:ln w="15875">
            <a:solidFill>
              <a:srgbClr val="2F7F93">
                <a:alpha val="76000"/>
              </a:srgbClr>
            </a:solidFill>
            <a:prstDash val="dot"/>
            <a:headEnd type="none"/>
            <a:tailEnd type="none"/>
          </a:ln>
        </p:spPr>
      </p:sp>
      <p:sp>
        <p:nvSpPr>
          <p:cNvPr id="1256" name="Shape 1254"/>
          <p:cNvSpPr/>
          <p:nvPr/>
        </p:nvSpPr>
        <p:spPr>
          <a:xfrm>
            <a:off x="2586533" y="4118573"/>
            <a:ext cx="127407" cy="0"/>
          </a:xfrm>
          <a:prstGeom prst="line">
            <a:avLst/>
          </a:prstGeom>
          <a:noFill/>
          <a:ln w="15875">
            <a:solidFill>
              <a:srgbClr val="2F7F93">
                <a:alpha val="76000"/>
              </a:srgbClr>
            </a:solidFill>
            <a:prstDash val="dot"/>
            <a:headEnd type="none"/>
            <a:tailEnd type="none"/>
          </a:ln>
        </p:spPr>
      </p:sp>
      <p:sp>
        <p:nvSpPr>
          <p:cNvPr id="1257" name="Shape 1255"/>
          <p:cNvSpPr/>
          <p:nvPr/>
        </p:nvSpPr>
        <p:spPr>
          <a:xfrm>
            <a:off x="2711196" y="4115830"/>
            <a:ext cx="0" cy="41019"/>
          </a:xfrm>
          <a:prstGeom prst="line">
            <a:avLst/>
          </a:prstGeom>
          <a:noFill/>
          <a:ln w="15875">
            <a:solidFill>
              <a:srgbClr val="2F7F93">
                <a:alpha val="76000"/>
              </a:srgbClr>
            </a:solidFill>
            <a:prstDash val="dot"/>
            <a:headEnd type="none"/>
            <a:tailEnd type="none"/>
          </a:ln>
        </p:spPr>
      </p:sp>
      <p:sp>
        <p:nvSpPr>
          <p:cNvPr id="1258" name="Shape 1256"/>
          <p:cNvSpPr/>
          <p:nvPr/>
        </p:nvSpPr>
        <p:spPr>
          <a:xfrm>
            <a:off x="2711196" y="4154105"/>
            <a:ext cx="127407" cy="0"/>
          </a:xfrm>
          <a:prstGeom prst="line">
            <a:avLst/>
          </a:prstGeom>
          <a:noFill/>
          <a:ln w="15875">
            <a:solidFill>
              <a:srgbClr val="2F7F93">
                <a:alpha val="76000"/>
              </a:srgbClr>
            </a:solidFill>
            <a:prstDash val="dot"/>
            <a:headEnd type="none"/>
            <a:tailEnd type="none"/>
          </a:ln>
        </p:spPr>
      </p:sp>
      <p:sp>
        <p:nvSpPr>
          <p:cNvPr id="1259" name="Shape 1257"/>
          <p:cNvSpPr/>
          <p:nvPr/>
        </p:nvSpPr>
        <p:spPr>
          <a:xfrm>
            <a:off x="2835859" y="4131989"/>
            <a:ext cx="0" cy="24860"/>
          </a:xfrm>
          <a:prstGeom prst="line">
            <a:avLst/>
          </a:prstGeom>
          <a:noFill/>
          <a:ln w="15875">
            <a:solidFill>
              <a:srgbClr val="2F7F93">
                <a:alpha val="76000"/>
              </a:srgbClr>
            </a:solidFill>
            <a:prstDash val="dot"/>
            <a:headEnd type="none"/>
            <a:tailEnd type="none"/>
          </a:ln>
        </p:spPr>
      </p:sp>
      <p:sp>
        <p:nvSpPr>
          <p:cNvPr id="1260" name="Shape 1258"/>
          <p:cNvSpPr/>
          <p:nvPr/>
        </p:nvSpPr>
        <p:spPr>
          <a:xfrm>
            <a:off x="2835859" y="4134732"/>
            <a:ext cx="127406" cy="0"/>
          </a:xfrm>
          <a:prstGeom prst="line">
            <a:avLst/>
          </a:prstGeom>
          <a:noFill/>
          <a:ln w="15875">
            <a:solidFill>
              <a:srgbClr val="2F7F93">
                <a:alpha val="76000"/>
              </a:srgbClr>
            </a:solidFill>
            <a:prstDash val="dot"/>
            <a:headEnd type="none"/>
            <a:tailEnd type="none"/>
          </a:ln>
        </p:spPr>
      </p:sp>
      <p:sp>
        <p:nvSpPr>
          <p:cNvPr id="1261" name="Shape 1259"/>
          <p:cNvSpPr/>
          <p:nvPr/>
        </p:nvSpPr>
        <p:spPr>
          <a:xfrm>
            <a:off x="2960522" y="4131989"/>
            <a:ext cx="0" cy="11597"/>
          </a:xfrm>
          <a:prstGeom prst="line">
            <a:avLst/>
          </a:prstGeom>
          <a:noFill/>
          <a:ln w="15875">
            <a:solidFill>
              <a:srgbClr val="2F7F93">
                <a:alpha val="76000"/>
              </a:srgbClr>
            </a:solidFill>
            <a:prstDash val="dot"/>
            <a:headEnd type="none"/>
            <a:tailEnd type="none"/>
          </a:ln>
        </p:spPr>
      </p:sp>
      <p:sp>
        <p:nvSpPr>
          <p:cNvPr id="1262" name="Shape 1260"/>
          <p:cNvSpPr/>
          <p:nvPr/>
        </p:nvSpPr>
        <p:spPr>
          <a:xfrm>
            <a:off x="2960522" y="4140842"/>
            <a:ext cx="127407" cy="0"/>
          </a:xfrm>
          <a:prstGeom prst="line">
            <a:avLst/>
          </a:prstGeom>
          <a:noFill/>
          <a:ln w="15875">
            <a:solidFill>
              <a:srgbClr val="2F7F93">
                <a:alpha val="76000"/>
              </a:srgbClr>
            </a:solidFill>
            <a:prstDash val="dot"/>
            <a:headEnd type="none"/>
            <a:tailEnd type="none"/>
          </a:ln>
        </p:spPr>
      </p:sp>
      <p:sp>
        <p:nvSpPr>
          <p:cNvPr id="1263" name="Shape 1261"/>
          <p:cNvSpPr/>
          <p:nvPr/>
        </p:nvSpPr>
        <p:spPr>
          <a:xfrm>
            <a:off x="3085186" y="4138099"/>
            <a:ext cx="0" cy="18373"/>
          </a:xfrm>
          <a:prstGeom prst="line">
            <a:avLst/>
          </a:prstGeom>
          <a:noFill/>
          <a:ln w="15875">
            <a:solidFill>
              <a:srgbClr val="2F7F93">
                <a:alpha val="76000"/>
              </a:srgbClr>
            </a:solidFill>
            <a:prstDash val="dot"/>
            <a:headEnd type="none"/>
            <a:tailEnd type="none"/>
          </a:ln>
        </p:spPr>
      </p:sp>
      <p:sp>
        <p:nvSpPr>
          <p:cNvPr id="1264" name="Shape 1262"/>
          <p:cNvSpPr/>
          <p:nvPr/>
        </p:nvSpPr>
        <p:spPr>
          <a:xfrm>
            <a:off x="3085186" y="4153729"/>
            <a:ext cx="127407" cy="0"/>
          </a:xfrm>
          <a:prstGeom prst="line">
            <a:avLst/>
          </a:prstGeom>
          <a:noFill/>
          <a:ln w="15875">
            <a:solidFill>
              <a:srgbClr val="2F7F93">
                <a:alpha val="76000"/>
              </a:srgbClr>
            </a:solidFill>
            <a:prstDash val="dot"/>
            <a:headEnd type="none"/>
            <a:tailEnd type="none"/>
          </a:ln>
        </p:spPr>
      </p:sp>
      <p:sp>
        <p:nvSpPr>
          <p:cNvPr id="1265" name="Shape 1263"/>
          <p:cNvSpPr/>
          <p:nvPr/>
        </p:nvSpPr>
        <p:spPr>
          <a:xfrm>
            <a:off x="3209849" y="4150985"/>
            <a:ext cx="0" cy="29667"/>
          </a:xfrm>
          <a:prstGeom prst="line">
            <a:avLst/>
          </a:prstGeom>
          <a:noFill/>
          <a:ln w="15875">
            <a:solidFill>
              <a:srgbClr val="2F7F93">
                <a:alpha val="76000"/>
              </a:srgbClr>
            </a:solidFill>
            <a:prstDash val="dot"/>
            <a:headEnd type="none"/>
            <a:tailEnd type="none"/>
          </a:ln>
        </p:spPr>
      </p:sp>
      <p:sp>
        <p:nvSpPr>
          <p:cNvPr id="1266" name="Shape 1264"/>
          <p:cNvSpPr/>
          <p:nvPr/>
        </p:nvSpPr>
        <p:spPr>
          <a:xfrm>
            <a:off x="3209849" y="4177909"/>
            <a:ext cx="127406" cy="0"/>
          </a:xfrm>
          <a:prstGeom prst="line">
            <a:avLst/>
          </a:prstGeom>
          <a:noFill/>
          <a:ln w="15875">
            <a:solidFill>
              <a:srgbClr val="2F7F93">
                <a:alpha val="76000"/>
              </a:srgbClr>
            </a:solidFill>
            <a:prstDash val="dot"/>
            <a:headEnd type="none"/>
            <a:tailEnd type="none"/>
          </a:ln>
        </p:spPr>
      </p:sp>
      <p:sp>
        <p:nvSpPr>
          <p:cNvPr id="1267" name="Shape 1265"/>
          <p:cNvSpPr/>
          <p:nvPr/>
        </p:nvSpPr>
        <p:spPr>
          <a:xfrm>
            <a:off x="3334512" y="4175166"/>
            <a:ext cx="0" cy="35690"/>
          </a:xfrm>
          <a:prstGeom prst="line">
            <a:avLst/>
          </a:prstGeom>
          <a:noFill/>
          <a:ln w="15875">
            <a:solidFill>
              <a:srgbClr val="2F7F93">
                <a:alpha val="76000"/>
              </a:srgbClr>
            </a:solidFill>
            <a:prstDash val="dot"/>
            <a:headEnd type="none"/>
            <a:tailEnd type="none"/>
          </a:ln>
        </p:spPr>
      </p:sp>
      <p:sp>
        <p:nvSpPr>
          <p:cNvPr id="1268" name="Shape 1266"/>
          <p:cNvSpPr/>
          <p:nvPr/>
        </p:nvSpPr>
        <p:spPr>
          <a:xfrm>
            <a:off x="3334512" y="4208113"/>
            <a:ext cx="127407" cy="0"/>
          </a:xfrm>
          <a:prstGeom prst="line">
            <a:avLst/>
          </a:prstGeom>
          <a:noFill/>
          <a:ln w="15875">
            <a:solidFill>
              <a:srgbClr val="2F7F93">
                <a:alpha val="76000"/>
              </a:srgbClr>
            </a:solidFill>
            <a:prstDash val="dot"/>
            <a:headEnd type="none"/>
            <a:tailEnd type="none"/>
          </a:ln>
        </p:spPr>
      </p:sp>
      <p:sp>
        <p:nvSpPr>
          <p:cNvPr id="1269" name="Shape 1267"/>
          <p:cNvSpPr/>
          <p:nvPr/>
        </p:nvSpPr>
        <p:spPr>
          <a:xfrm>
            <a:off x="3459175" y="4205370"/>
            <a:ext cx="0" cy="31433"/>
          </a:xfrm>
          <a:prstGeom prst="line">
            <a:avLst/>
          </a:prstGeom>
          <a:noFill/>
          <a:ln w="15875">
            <a:solidFill>
              <a:srgbClr val="2F7F93">
                <a:alpha val="76000"/>
              </a:srgbClr>
            </a:solidFill>
            <a:prstDash val="dot"/>
            <a:headEnd type="none"/>
            <a:tailEnd type="none"/>
          </a:ln>
        </p:spPr>
      </p:sp>
      <p:sp>
        <p:nvSpPr>
          <p:cNvPr id="1270" name="Shape 1268"/>
          <p:cNvSpPr/>
          <p:nvPr/>
        </p:nvSpPr>
        <p:spPr>
          <a:xfrm>
            <a:off x="3459175" y="4234060"/>
            <a:ext cx="127407" cy="0"/>
          </a:xfrm>
          <a:prstGeom prst="line">
            <a:avLst/>
          </a:prstGeom>
          <a:noFill/>
          <a:ln w="15875">
            <a:solidFill>
              <a:srgbClr val="2F7F93">
                <a:alpha val="76000"/>
              </a:srgbClr>
            </a:solidFill>
            <a:prstDash val="dot"/>
            <a:headEnd type="none"/>
            <a:tailEnd type="none"/>
          </a:ln>
        </p:spPr>
      </p:sp>
      <p:sp>
        <p:nvSpPr>
          <p:cNvPr id="1271" name="Shape 1269"/>
          <p:cNvSpPr/>
          <p:nvPr/>
        </p:nvSpPr>
        <p:spPr>
          <a:xfrm>
            <a:off x="3583839" y="4231316"/>
            <a:ext cx="0" cy="32823"/>
          </a:xfrm>
          <a:prstGeom prst="line">
            <a:avLst/>
          </a:prstGeom>
          <a:noFill/>
          <a:ln w="15875">
            <a:solidFill>
              <a:srgbClr val="2F7F93">
                <a:alpha val="76000"/>
              </a:srgbClr>
            </a:solidFill>
            <a:prstDash val="dot"/>
            <a:headEnd type="none"/>
            <a:tailEnd type="none"/>
          </a:ln>
        </p:spPr>
      </p:sp>
      <p:sp>
        <p:nvSpPr>
          <p:cNvPr id="1272" name="Shape 1270"/>
          <p:cNvSpPr/>
          <p:nvPr/>
        </p:nvSpPr>
        <p:spPr>
          <a:xfrm>
            <a:off x="3583839" y="4261396"/>
            <a:ext cx="127406" cy="0"/>
          </a:xfrm>
          <a:prstGeom prst="line">
            <a:avLst/>
          </a:prstGeom>
          <a:noFill/>
          <a:ln w="15875">
            <a:solidFill>
              <a:srgbClr val="2F7F93">
                <a:alpha val="76000"/>
              </a:srgbClr>
            </a:solidFill>
            <a:prstDash val="dot"/>
            <a:headEnd type="none"/>
            <a:tailEnd type="none"/>
          </a:ln>
        </p:spPr>
      </p:sp>
      <p:sp>
        <p:nvSpPr>
          <p:cNvPr id="1273" name="Shape 1271"/>
          <p:cNvSpPr/>
          <p:nvPr/>
        </p:nvSpPr>
        <p:spPr>
          <a:xfrm>
            <a:off x="3708501" y="4258653"/>
            <a:ext cx="0" cy="30275"/>
          </a:xfrm>
          <a:prstGeom prst="line">
            <a:avLst/>
          </a:prstGeom>
          <a:noFill/>
          <a:ln w="15875">
            <a:solidFill>
              <a:srgbClr val="2F7F93">
                <a:alpha val="76000"/>
              </a:srgbClr>
            </a:solidFill>
            <a:prstDash val="dot"/>
            <a:headEnd type="none"/>
            <a:tailEnd type="none"/>
          </a:ln>
        </p:spPr>
      </p:sp>
      <p:sp>
        <p:nvSpPr>
          <p:cNvPr id="1274" name="Shape 1272"/>
          <p:cNvSpPr/>
          <p:nvPr/>
        </p:nvSpPr>
        <p:spPr>
          <a:xfrm>
            <a:off x="3708501" y="4286185"/>
            <a:ext cx="127407" cy="0"/>
          </a:xfrm>
          <a:prstGeom prst="line">
            <a:avLst/>
          </a:prstGeom>
          <a:noFill/>
          <a:ln w="15875">
            <a:solidFill>
              <a:srgbClr val="2F7F93">
                <a:alpha val="76000"/>
              </a:srgbClr>
            </a:solidFill>
            <a:prstDash val="dot"/>
            <a:headEnd type="none"/>
            <a:tailEnd type="none"/>
          </a:ln>
        </p:spPr>
      </p:sp>
      <p:sp>
        <p:nvSpPr>
          <p:cNvPr id="1275" name="Shape 1273"/>
          <p:cNvSpPr/>
          <p:nvPr/>
        </p:nvSpPr>
        <p:spPr>
          <a:xfrm>
            <a:off x="3833165" y="4283442"/>
            <a:ext cx="0" cy="24223"/>
          </a:xfrm>
          <a:prstGeom prst="line">
            <a:avLst/>
          </a:prstGeom>
          <a:noFill/>
          <a:ln w="15875">
            <a:solidFill>
              <a:srgbClr val="2F7F93">
                <a:alpha val="76000"/>
              </a:srgbClr>
            </a:solidFill>
            <a:prstDash val="dot"/>
            <a:headEnd type="none"/>
            <a:tailEnd type="none"/>
          </a:ln>
        </p:spPr>
      </p:sp>
      <p:sp>
        <p:nvSpPr>
          <p:cNvPr id="1276" name="Shape 1274"/>
          <p:cNvSpPr/>
          <p:nvPr/>
        </p:nvSpPr>
        <p:spPr>
          <a:xfrm>
            <a:off x="3833165" y="4304921"/>
            <a:ext cx="127407" cy="0"/>
          </a:xfrm>
          <a:prstGeom prst="line">
            <a:avLst/>
          </a:prstGeom>
          <a:noFill/>
          <a:ln w="15875">
            <a:solidFill>
              <a:srgbClr val="2F7F93">
                <a:alpha val="76000"/>
              </a:srgbClr>
            </a:solidFill>
            <a:prstDash val="dot"/>
            <a:headEnd type="none"/>
            <a:tailEnd type="none"/>
          </a:ln>
        </p:spPr>
      </p:sp>
      <p:sp>
        <p:nvSpPr>
          <p:cNvPr id="1277" name="Shape 1275"/>
          <p:cNvSpPr/>
          <p:nvPr/>
        </p:nvSpPr>
        <p:spPr>
          <a:xfrm>
            <a:off x="3957828" y="4302178"/>
            <a:ext cx="0" cy="25410"/>
          </a:xfrm>
          <a:prstGeom prst="line">
            <a:avLst/>
          </a:prstGeom>
          <a:noFill/>
          <a:ln w="15875">
            <a:solidFill>
              <a:srgbClr val="2F7F93">
                <a:alpha val="76000"/>
              </a:srgbClr>
            </a:solidFill>
            <a:prstDash val="dot"/>
            <a:headEnd type="none"/>
            <a:tailEnd type="none"/>
          </a:ln>
        </p:spPr>
      </p:sp>
      <p:sp>
        <p:nvSpPr>
          <p:cNvPr id="1278" name="Shape 1276"/>
          <p:cNvSpPr/>
          <p:nvPr/>
        </p:nvSpPr>
        <p:spPr>
          <a:xfrm>
            <a:off x="3957828" y="4324845"/>
            <a:ext cx="127406" cy="0"/>
          </a:xfrm>
          <a:prstGeom prst="line">
            <a:avLst/>
          </a:prstGeom>
          <a:noFill/>
          <a:ln w="15875">
            <a:solidFill>
              <a:srgbClr val="2F7F93">
                <a:alpha val="76000"/>
              </a:srgbClr>
            </a:solidFill>
            <a:prstDash val="dot"/>
            <a:headEnd type="none"/>
            <a:tailEnd type="none"/>
          </a:ln>
        </p:spPr>
      </p:sp>
      <p:sp>
        <p:nvSpPr>
          <p:cNvPr id="1279" name="Shape 1277"/>
          <p:cNvSpPr/>
          <p:nvPr/>
        </p:nvSpPr>
        <p:spPr>
          <a:xfrm>
            <a:off x="4082491" y="4322101"/>
            <a:ext cx="0" cy="24309"/>
          </a:xfrm>
          <a:prstGeom prst="line">
            <a:avLst/>
          </a:prstGeom>
          <a:noFill/>
          <a:ln w="15875">
            <a:solidFill>
              <a:srgbClr val="2F7F93">
                <a:alpha val="76000"/>
              </a:srgbClr>
            </a:solidFill>
            <a:prstDash val="dot"/>
            <a:headEnd type="none"/>
            <a:tailEnd type="none"/>
          </a:ln>
        </p:spPr>
      </p:sp>
      <p:sp>
        <p:nvSpPr>
          <p:cNvPr id="1280" name="Shape 1278"/>
          <p:cNvSpPr/>
          <p:nvPr/>
        </p:nvSpPr>
        <p:spPr>
          <a:xfrm>
            <a:off x="4082491" y="4343668"/>
            <a:ext cx="127407" cy="0"/>
          </a:xfrm>
          <a:prstGeom prst="line">
            <a:avLst/>
          </a:prstGeom>
          <a:noFill/>
          <a:ln w="15875">
            <a:solidFill>
              <a:srgbClr val="2F7F93">
                <a:alpha val="76000"/>
              </a:srgbClr>
            </a:solidFill>
            <a:prstDash val="dot"/>
            <a:headEnd type="none"/>
            <a:tailEnd type="none"/>
          </a:ln>
        </p:spPr>
      </p:sp>
      <p:sp>
        <p:nvSpPr>
          <p:cNvPr id="1281" name="Shape 1279"/>
          <p:cNvSpPr/>
          <p:nvPr/>
        </p:nvSpPr>
        <p:spPr>
          <a:xfrm>
            <a:off x="4207154" y="4340924"/>
            <a:ext cx="0" cy="20110"/>
          </a:xfrm>
          <a:prstGeom prst="line">
            <a:avLst/>
          </a:prstGeom>
          <a:noFill/>
          <a:ln w="15875">
            <a:solidFill>
              <a:srgbClr val="2F7F93">
                <a:alpha val="76000"/>
              </a:srgbClr>
            </a:solidFill>
            <a:prstDash val="dot"/>
            <a:headEnd type="none"/>
            <a:tailEnd type="none"/>
          </a:ln>
        </p:spPr>
      </p:sp>
      <p:sp>
        <p:nvSpPr>
          <p:cNvPr id="1282" name="Shape 1280"/>
          <p:cNvSpPr/>
          <p:nvPr/>
        </p:nvSpPr>
        <p:spPr>
          <a:xfrm>
            <a:off x="4207154" y="4358292"/>
            <a:ext cx="127407" cy="0"/>
          </a:xfrm>
          <a:prstGeom prst="line">
            <a:avLst/>
          </a:prstGeom>
          <a:noFill/>
          <a:ln w="15875">
            <a:solidFill>
              <a:srgbClr val="2F7F93">
                <a:alpha val="76000"/>
              </a:srgbClr>
            </a:solidFill>
            <a:prstDash val="dot"/>
            <a:headEnd type="none"/>
            <a:tailEnd type="none"/>
          </a:ln>
        </p:spPr>
      </p:sp>
      <p:sp>
        <p:nvSpPr>
          <p:cNvPr id="1283" name="Shape 1281"/>
          <p:cNvSpPr/>
          <p:nvPr/>
        </p:nvSpPr>
        <p:spPr>
          <a:xfrm>
            <a:off x="4331818" y="4355548"/>
            <a:ext cx="0" cy="20139"/>
          </a:xfrm>
          <a:prstGeom prst="line">
            <a:avLst/>
          </a:prstGeom>
          <a:noFill/>
          <a:ln w="15875">
            <a:solidFill>
              <a:srgbClr val="2F7F93">
                <a:alpha val="76000"/>
              </a:srgbClr>
            </a:solidFill>
            <a:prstDash val="dot"/>
            <a:headEnd type="none"/>
            <a:tailEnd type="none"/>
          </a:ln>
        </p:spPr>
      </p:sp>
      <p:sp>
        <p:nvSpPr>
          <p:cNvPr id="1284" name="Shape 1282"/>
          <p:cNvSpPr/>
          <p:nvPr/>
        </p:nvSpPr>
        <p:spPr>
          <a:xfrm>
            <a:off x="4331818" y="4372945"/>
            <a:ext cx="127406" cy="0"/>
          </a:xfrm>
          <a:prstGeom prst="line">
            <a:avLst/>
          </a:prstGeom>
          <a:noFill/>
          <a:ln w="15875">
            <a:solidFill>
              <a:srgbClr val="2F7F93">
                <a:alpha val="76000"/>
              </a:srgbClr>
            </a:solidFill>
            <a:prstDash val="dot"/>
            <a:headEnd type="none"/>
            <a:tailEnd type="none"/>
          </a:ln>
        </p:spPr>
      </p:sp>
      <p:sp>
        <p:nvSpPr>
          <p:cNvPr id="1285" name="Shape 1283"/>
          <p:cNvSpPr/>
          <p:nvPr/>
        </p:nvSpPr>
        <p:spPr>
          <a:xfrm>
            <a:off x="4456481" y="4370201"/>
            <a:ext cx="0" cy="15969"/>
          </a:xfrm>
          <a:prstGeom prst="line">
            <a:avLst/>
          </a:prstGeom>
          <a:noFill/>
          <a:ln w="15875">
            <a:solidFill>
              <a:srgbClr val="2F7F93">
                <a:alpha val="76000"/>
              </a:srgbClr>
            </a:solidFill>
            <a:prstDash val="dot"/>
            <a:headEnd type="none"/>
            <a:tailEnd type="none"/>
          </a:ln>
        </p:spPr>
      </p:sp>
      <p:sp>
        <p:nvSpPr>
          <p:cNvPr id="1286" name="Shape 1284"/>
          <p:cNvSpPr/>
          <p:nvPr/>
        </p:nvSpPr>
        <p:spPr>
          <a:xfrm>
            <a:off x="4456481" y="4383428"/>
            <a:ext cx="127407" cy="0"/>
          </a:xfrm>
          <a:prstGeom prst="line">
            <a:avLst/>
          </a:prstGeom>
          <a:noFill/>
          <a:ln w="15875">
            <a:solidFill>
              <a:srgbClr val="2F7F93">
                <a:alpha val="76000"/>
              </a:srgbClr>
            </a:solidFill>
            <a:prstDash val="dot"/>
            <a:headEnd type="none"/>
            <a:tailEnd type="none"/>
          </a:ln>
        </p:spPr>
      </p:sp>
      <p:sp>
        <p:nvSpPr>
          <p:cNvPr id="1287" name="Shape 1285"/>
          <p:cNvSpPr/>
          <p:nvPr/>
        </p:nvSpPr>
        <p:spPr>
          <a:xfrm>
            <a:off x="4581144" y="4380684"/>
            <a:ext cx="0" cy="17099"/>
          </a:xfrm>
          <a:prstGeom prst="line">
            <a:avLst/>
          </a:prstGeom>
          <a:noFill/>
          <a:ln w="15875">
            <a:solidFill>
              <a:srgbClr val="2F7F93">
                <a:alpha val="76000"/>
              </a:srgbClr>
            </a:solidFill>
            <a:prstDash val="dot"/>
            <a:headEnd type="none"/>
            <a:tailEnd type="none"/>
          </a:ln>
        </p:spPr>
      </p:sp>
      <p:sp>
        <p:nvSpPr>
          <p:cNvPr id="1288" name="Shape 1286"/>
          <p:cNvSpPr/>
          <p:nvPr/>
        </p:nvSpPr>
        <p:spPr>
          <a:xfrm>
            <a:off x="4581144" y="4395040"/>
            <a:ext cx="127407" cy="0"/>
          </a:xfrm>
          <a:prstGeom prst="line">
            <a:avLst/>
          </a:prstGeom>
          <a:noFill/>
          <a:ln w="15875">
            <a:solidFill>
              <a:srgbClr val="2F7F93">
                <a:alpha val="76000"/>
              </a:srgbClr>
            </a:solidFill>
            <a:prstDash val="dot"/>
            <a:headEnd type="none"/>
            <a:tailEnd type="none"/>
          </a:ln>
        </p:spPr>
      </p:sp>
      <p:sp>
        <p:nvSpPr>
          <p:cNvPr id="1289" name="Shape 1287"/>
          <p:cNvSpPr/>
          <p:nvPr/>
        </p:nvSpPr>
        <p:spPr>
          <a:xfrm>
            <a:off x="4705807" y="4392297"/>
            <a:ext cx="0" cy="18576"/>
          </a:xfrm>
          <a:prstGeom prst="line">
            <a:avLst/>
          </a:prstGeom>
          <a:noFill/>
          <a:ln w="15875">
            <a:solidFill>
              <a:srgbClr val="2F7F93">
                <a:alpha val="76000"/>
              </a:srgbClr>
            </a:solidFill>
            <a:prstDash val="dot"/>
            <a:headEnd type="none"/>
            <a:tailEnd type="none"/>
          </a:ln>
        </p:spPr>
      </p:sp>
      <p:sp>
        <p:nvSpPr>
          <p:cNvPr id="1290" name="Shape 1288"/>
          <p:cNvSpPr/>
          <p:nvPr/>
        </p:nvSpPr>
        <p:spPr>
          <a:xfrm>
            <a:off x="4705807" y="4408129"/>
            <a:ext cx="127406" cy="0"/>
          </a:xfrm>
          <a:prstGeom prst="line">
            <a:avLst/>
          </a:prstGeom>
          <a:noFill/>
          <a:ln w="15875">
            <a:solidFill>
              <a:srgbClr val="2F7F93">
                <a:alpha val="76000"/>
              </a:srgbClr>
            </a:solidFill>
            <a:prstDash val="dot"/>
            <a:headEnd type="none"/>
            <a:tailEnd type="none"/>
          </a:ln>
        </p:spPr>
      </p:sp>
      <p:sp>
        <p:nvSpPr>
          <p:cNvPr id="1291" name="Shape 1289"/>
          <p:cNvSpPr/>
          <p:nvPr/>
        </p:nvSpPr>
        <p:spPr>
          <a:xfrm>
            <a:off x="4830470" y="4405386"/>
            <a:ext cx="0" cy="21153"/>
          </a:xfrm>
          <a:prstGeom prst="line">
            <a:avLst/>
          </a:prstGeom>
          <a:noFill/>
          <a:ln w="15875">
            <a:solidFill>
              <a:srgbClr val="2F7F93">
                <a:alpha val="76000"/>
              </a:srgbClr>
            </a:solidFill>
            <a:prstDash val="dot"/>
            <a:headEnd type="none"/>
            <a:tailEnd type="none"/>
          </a:ln>
        </p:spPr>
      </p:sp>
      <p:sp>
        <p:nvSpPr>
          <p:cNvPr id="1292" name="Shape 1290"/>
          <p:cNvSpPr/>
          <p:nvPr/>
        </p:nvSpPr>
        <p:spPr>
          <a:xfrm>
            <a:off x="4830470" y="4423796"/>
            <a:ext cx="127407" cy="0"/>
          </a:xfrm>
          <a:prstGeom prst="line">
            <a:avLst/>
          </a:prstGeom>
          <a:noFill/>
          <a:ln w="15875">
            <a:solidFill>
              <a:srgbClr val="2F7F93">
                <a:alpha val="76000"/>
              </a:srgbClr>
            </a:solidFill>
            <a:prstDash val="dot"/>
            <a:headEnd type="none"/>
            <a:tailEnd type="none"/>
          </a:ln>
        </p:spPr>
      </p:sp>
      <p:sp>
        <p:nvSpPr>
          <p:cNvPr id="1293" name="Shape 1291"/>
          <p:cNvSpPr/>
          <p:nvPr/>
        </p:nvSpPr>
        <p:spPr>
          <a:xfrm>
            <a:off x="4955134" y="4421053"/>
            <a:ext cx="0" cy="34271"/>
          </a:xfrm>
          <a:prstGeom prst="line">
            <a:avLst/>
          </a:prstGeom>
          <a:noFill/>
          <a:ln w="15875">
            <a:solidFill>
              <a:srgbClr val="2F7F93">
                <a:alpha val="76000"/>
              </a:srgbClr>
            </a:solidFill>
            <a:prstDash val="dot"/>
            <a:headEnd type="none"/>
            <a:tailEnd type="none"/>
          </a:ln>
        </p:spPr>
      </p:sp>
      <p:sp>
        <p:nvSpPr>
          <p:cNvPr id="1294" name="Shape 1292"/>
          <p:cNvSpPr/>
          <p:nvPr/>
        </p:nvSpPr>
        <p:spPr>
          <a:xfrm>
            <a:off x="4955134" y="4452581"/>
            <a:ext cx="127407" cy="0"/>
          </a:xfrm>
          <a:prstGeom prst="line">
            <a:avLst/>
          </a:prstGeom>
          <a:noFill/>
          <a:ln w="15875">
            <a:solidFill>
              <a:srgbClr val="2F7F93">
                <a:alpha val="76000"/>
              </a:srgbClr>
            </a:solidFill>
            <a:prstDash val="dot"/>
            <a:headEnd type="none"/>
            <a:tailEnd type="none"/>
          </a:ln>
        </p:spPr>
      </p:sp>
      <p:sp>
        <p:nvSpPr>
          <p:cNvPr id="1295" name="Shape 1293"/>
          <p:cNvSpPr/>
          <p:nvPr/>
        </p:nvSpPr>
        <p:spPr>
          <a:xfrm>
            <a:off x="5079797" y="4449837"/>
            <a:ext cx="0" cy="34097"/>
          </a:xfrm>
          <a:prstGeom prst="line">
            <a:avLst/>
          </a:prstGeom>
          <a:noFill/>
          <a:ln w="15875">
            <a:solidFill>
              <a:srgbClr val="2F7F93">
                <a:alpha val="76000"/>
              </a:srgbClr>
            </a:solidFill>
            <a:prstDash val="dot"/>
            <a:headEnd type="none"/>
            <a:tailEnd type="none"/>
          </a:ln>
        </p:spPr>
      </p:sp>
      <p:sp>
        <p:nvSpPr>
          <p:cNvPr id="1296" name="Shape 1294"/>
          <p:cNvSpPr/>
          <p:nvPr/>
        </p:nvSpPr>
        <p:spPr>
          <a:xfrm>
            <a:off x="5079797" y="4481192"/>
            <a:ext cx="127406" cy="0"/>
          </a:xfrm>
          <a:prstGeom prst="line">
            <a:avLst/>
          </a:prstGeom>
          <a:noFill/>
          <a:ln w="15875">
            <a:solidFill>
              <a:srgbClr val="2F7F93">
                <a:alpha val="76000"/>
              </a:srgbClr>
            </a:solidFill>
            <a:prstDash val="dot"/>
            <a:headEnd type="none"/>
            <a:tailEnd type="none"/>
          </a:ln>
        </p:spPr>
      </p:sp>
      <p:sp>
        <p:nvSpPr>
          <p:cNvPr id="1297" name="Shape 1295"/>
          <p:cNvSpPr/>
          <p:nvPr/>
        </p:nvSpPr>
        <p:spPr>
          <a:xfrm>
            <a:off x="5204460" y="4478448"/>
            <a:ext cx="0" cy="29203"/>
          </a:xfrm>
          <a:prstGeom prst="line">
            <a:avLst/>
          </a:prstGeom>
          <a:noFill/>
          <a:ln w="15875">
            <a:solidFill>
              <a:srgbClr val="2F7F93">
                <a:alpha val="76000"/>
              </a:srgbClr>
            </a:solidFill>
            <a:prstDash val="dot"/>
            <a:headEnd type="none"/>
            <a:tailEnd type="none"/>
          </a:ln>
        </p:spPr>
      </p:sp>
      <p:sp>
        <p:nvSpPr>
          <p:cNvPr id="1298" name="Shape 1296"/>
          <p:cNvSpPr/>
          <p:nvPr/>
        </p:nvSpPr>
        <p:spPr>
          <a:xfrm>
            <a:off x="5204460" y="4504909"/>
            <a:ext cx="127407" cy="0"/>
          </a:xfrm>
          <a:prstGeom prst="line">
            <a:avLst/>
          </a:prstGeom>
          <a:noFill/>
          <a:ln w="15875">
            <a:solidFill>
              <a:srgbClr val="2F7F93">
                <a:alpha val="76000"/>
              </a:srgbClr>
            </a:solidFill>
            <a:prstDash val="dot"/>
            <a:headEnd type="none"/>
            <a:tailEnd type="none"/>
          </a:ln>
        </p:spPr>
      </p:sp>
      <p:sp>
        <p:nvSpPr>
          <p:cNvPr id="1299" name="Shape 1297"/>
          <p:cNvSpPr/>
          <p:nvPr/>
        </p:nvSpPr>
        <p:spPr>
          <a:xfrm>
            <a:off x="5329123" y="4502165"/>
            <a:ext cx="0" cy="31781"/>
          </a:xfrm>
          <a:prstGeom prst="line">
            <a:avLst/>
          </a:prstGeom>
          <a:noFill/>
          <a:ln w="15875">
            <a:solidFill>
              <a:srgbClr val="2F7F93">
                <a:alpha val="76000"/>
              </a:srgbClr>
            </a:solidFill>
            <a:prstDash val="dot"/>
            <a:headEnd type="none"/>
            <a:tailEnd type="none"/>
          </a:ln>
        </p:spPr>
      </p:sp>
      <p:sp>
        <p:nvSpPr>
          <p:cNvPr id="1300" name="Shape 1298"/>
          <p:cNvSpPr/>
          <p:nvPr/>
        </p:nvSpPr>
        <p:spPr>
          <a:xfrm>
            <a:off x="5329123" y="4531203"/>
            <a:ext cx="127407" cy="0"/>
          </a:xfrm>
          <a:prstGeom prst="line">
            <a:avLst/>
          </a:prstGeom>
          <a:noFill/>
          <a:ln w="15875">
            <a:solidFill>
              <a:srgbClr val="2F7F93">
                <a:alpha val="76000"/>
              </a:srgbClr>
            </a:solidFill>
            <a:prstDash val="dot"/>
            <a:headEnd type="none"/>
            <a:tailEnd type="none"/>
          </a:ln>
        </p:spPr>
      </p:sp>
      <p:sp>
        <p:nvSpPr>
          <p:cNvPr id="1301" name="Shape 1299"/>
          <p:cNvSpPr/>
          <p:nvPr/>
        </p:nvSpPr>
        <p:spPr>
          <a:xfrm>
            <a:off x="5453787" y="4528460"/>
            <a:ext cx="0" cy="31694"/>
          </a:xfrm>
          <a:prstGeom prst="line">
            <a:avLst/>
          </a:prstGeom>
          <a:noFill/>
          <a:ln w="15875">
            <a:solidFill>
              <a:srgbClr val="2F7F93">
                <a:alpha val="76000"/>
              </a:srgbClr>
            </a:solidFill>
            <a:prstDash val="dot"/>
            <a:headEnd type="none"/>
            <a:tailEnd type="none"/>
          </a:ln>
        </p:spPr>
      </p:sp>
      <p:sp>
        <p:nvSpPr>
          <p:cNvPr id="1302" name="Shape 1300"/>
          <p:cNvSpPr/>
          <p:nvPr/>
        </p:nvSpPr>
        <p:spPr>
          <a:xfrm>
            <a:off x="5453787" y="4557411"/>
            <a:ext cx="127406" cy="0"/>
          </a:xfrm>
          <a:prstGeom prst="line">
            <a:avLst/>
          </a:prstGeom>
          <a:noFill/>
          <a:ln w="15875">
            <a:solidFill>
              <a:srgbClr val="2F7F93">
                <a:alpha val="76000"/>
              </a:srgbClr>
            </a:solidFill>
            <a:prstDash val="dot"/>
            <a:headEnd type="none"/>
            <a:tailEnd type="none"/>
          </a:ln>
        </p:spPr>
      </p:sp>
      <p:sp>
        <p:nvSpPr>
          <p:cNvPr id="1303" name="Shape 1301"/>
          <p:cNvSpPr/>
          <p:nvPr/>
        </p:nvSpPr>
        <p:spPr>
          <a:xfrm>
            <a:off x="5578449" y="4554667"/>
            <a:ext cx="0" cy="30622"/>
          </a:xfrm>
          <a:prstGeom prst="line">
            <a:avLst/>
          </a:prstGeom>
          <a:noFill/>
          <a:ln w="15875">
            <a:solidFill>
              <a:srgbClr val="2F7F93">
                <a:alpha val="76000"/>
              </a:srgbClr>
            </a:solidFill>
            <a:prstDash val="dot"/>
            <a:headEnd type="none"/>
            <a:tailEnd type="none"/>
          </a:ln>
        </p:spPr>
      </p:sp>
      <p:sp>
        <p:nvSpPr>
          <p:cNvPr id="1304" name="Shape 1302"/>
          <p:cNvSpPr/>
          <p:nvPr/>
        </p:nvSpPr>
        <p:spPr>
          <a:xfrm>
            <a:off x="5578449" y="4582547"/>
            <a:ext cx="127407" cy="0"/>
          </a:xfrm>
          <a:prstGeom prst="line">
            <a:avLst/>
          </a:prstGeom>
          <a:noFill/>
          <a:ln w="15875">
            <a:solidFill>
              <a:srgbClr val="2F7F93">
                <a:alpha val="76000"/>
              </a:srgbClr>
            </a:solidFill>
            <a:prstDash val="dot"/>
            <a:headEnd type="none"/>
            <a:tailEnd type="none"/>
          </a:ln>
        </p:spPr>
      </p:sp>
      <p:sp>
        <p:nvSpPr>
          <p:cNvPr id="1305" name="Shape 1303"/>
          <p:cNvSpPr/>
          <p:nvPr/>
        </p:nvSpPr>
        <p:spPr>
          <a:xfrm>
            <a:off x="5703113" y="4579803"/>
            <a:ext cx="0" cy="27756"/>
          </a:xfrm>
          <a:prstGeom prst="line">
            <a:avLst/>
          </a:prstGeom>
          <a:noFill/>
          <a:ln w="15875">
            <a:solidFill>
              <a:srgbClr val="2F7F93">
                <a:alpha val="76000"/>
              </a:srgbClr>
            </a:solidFill>
            <a:prstDash val="dot"/>
            <a:headEnd type="none"/>
            <a:tailEnd type="none"/>
          </a:ln>
        </p:spPr>
      </p:sp>
      <p:sp>
        <p:nvSpPr>
          <p:cNvPr id="1306" name="Shape 1304"/>
          <p:cNvSpPr/>
          <p:nvPr/>
        </p:nvSpPr>
        <p:spPr>
          <a:xfrm>
            <a:off x="5703113" y="4604816"/>
            <a:ext cx="127407" cy="0"/>
          </a:xfrm>
          <a:prstGeom prst="line">
            <a:avLst/>
          </a:prstGeom>
          <a:noFill/>
          <a:ln w="15875">
            <a:solidFill>
              <a:srgbClr val="2F7F93">
                <a:alpha val="76000"/>
              </a:srgbClr>
            </a:solidFill>
            <a:prstDash val="dot"/>
            <a:headEnd type="none"/>
            <a:tailEnd type="none"/>
          </a:ln>
        </p:spPr>
      </p:sp>
      <p:sp>
        <p:nvSpPr>
          <p:cNvPr id="1307" name="Shape 1305"/>
          <p:cNvSpPr/>
          <p:nvPr/>
        </p:nvSpPr>
        <p:spPr>
          <a:xfrm>
            <a:off x="5827776" y="4602072"/>
            <a:ext cx="0" cy="29406"/>
          </a:xfrm>
          <a:prstGeom prst="line">
            <a:avLst/>
          </a:prstGeom>
          <a:noFill/>
          <a:ln w="15875">
            <a:solidFill>
              <a:srgbClr val="2F7F93">
                <a:alpha val="76000"/>
              </a:srgbClr>
            </a:solidFill>
            <a:prstDash val="dot"/>
            <a:headEnd type="none"/>
            <a:tailEnd type="none"/>
          </a:ln>
        </p:spPr>
      </p:sp>
      <p:sp>
        <p:nvSpPr>
          <p:cNvPr id="1308" name="Shape 1306"/>
          <p:cNvSpPr/>
          <p:nvPr/>
        </p:nvSpPr>
        <p:spPr>
          <a:xfrm>
            <a:off x="5827776" y="4628735"/>
            <a:ext cx="127406" cy="0"/>
          </a:xfrm>
          <a:prstGeom prst="line">
            <a:avLst/>
          </a:prstGeom>
          <a:noFill/>
          <a:ln w="15875">
            <a:solidFill>
              <a:srgbClr val="2F7F93">
                <a:alpha val="76000"/>
              </a:srgbClr>
            </a:solidFill>
            <a:prstDash val="dot"/>
            <a:headEnd type="none"/>
            <a:tailEnd type="none"/>
          </a:ln>
        </p:spPr>
      </p:sp>
      <p:sp>
        <p:nvSpPr>
          <p:cNvPr id="1309" name="Shape 1307"/>
          <p:cNvSpPr/>
          <p:nvPr/>
        </p:nvSpPr>
        <p:spPr>
          <a:xfrm>
            <a:off x="5952439" y="4625992"/>
            <a:ext cx="0" cy="29059"/>
          </a:xfrm>
          <a:prstGeom prst="line">
            <a:avLst/>
          </a:prstGeom>
          <a:noFill/>
          <a:ln w="15875">
            <a:solidFill>
              <a:srgbClr val="2F7F93">
                <a:alpha val="76000"/>
              </a:srgbClr>
            </a:solidFill>
            <a:prstDash val="dot"/>
            <a:headEnd type="none"/>
            <a:tailEnd type="none"/>
          </a:ln>
        </p:spPr>
      </p:sp>
      <p:sp>
        <p:nvSpPr>
          <p:cNvPr id="1310" name="Shape 1308"/>
          <p:cNvSpPr/>
          <p:nvPr/>
        </p:nvSpPr>
        <p:spPr>
          <a:xfrm>
            <a:off x="5952439" y="4652308"/>
            <a:ext cx="127407" cy="0"/>
          </a:xfrm>
          <a:prstGeom prst="line">
            <a:avLst/>
          </a:prstGeom>
          <a:noFill/>
          <a:ln w="15875">
            <a:solidFill>
              <a:srgbClr val="2F7F93">
                <a:alpha val="76000"/>
              </a:srgbClr>
            </a:solidFill>
            <a:prstDash val="dot"/>
            <a:headEnd type="none"/>
            <a:tailEnd type="none"/>
          </a:ln>
        </p:spPr>
      </p:sp>
      <p:sp>
        <p:nvSpPr>
          <p:cNvPr id="1311" name="Shape 1309"/>
          <p:cNvSpPr/>
          <p:nvPr/>
        </p:nvSpPr>
        <p:spPr>
          <a:xfrm>
            <a:off x="6077102" y="4649564"/>
            <a:ext cx="0" cy="37109"/>
          </a:xfrm>
          <a:prstGeom prst="line">
            <a:avLst/>
          </a:prstGeom>
          <a:noFill/>
          <a:ln w="15875">
            <a:solidFill>
              <a:srgbClr val="2F7F93">
                <a:alpha val="76000"/>
              </a:srgbClr>
            </a:solidFill>
            <a:prstDash val="dot"/>
            <a:headEnd type="none"/>
            <a:tailEnd type="none"/>
          </a:ln>
        </p:spPr>
      </p:sp>
      <p:sp>
        <p:nvSpPr>
          <p:cNvPr id="1312" name="Shape 1310"/>
          <p:cNvSpPr/>
          <p:nvPr/>
        </p:nvSpPr>
        <p:spPr>
          <a:xfrm>
            <a:off x="6077102" y="4683930"/>
            <a:ext cx="127407" cy="0"/>
          </a:xfrm>
          <a:prstGeom prst="line">
            <a:avLst/>
          </a:prstGeom>
          <a:noFill/>
          <a:ln w="15875">
            <a:solidFill>
              <a:srgbClr val="2F7F93">
                <a:alpha val="76000"/>
              </a:srgbClr>
            </a:solidFill>
            <a:prstDash val="dot"/>
            <a:headEnd type="none"/>
            <a:tailEnd type="none"/>
          </a:ln>
        </p:spPr>
      </p:sp>
      <p:sp>
        <p:nvSpPr>
          <p:cNvPr id="1313" name="Shape 1311"/>
          <p:cNvSpPr/>
          <p:nvPr/>
        </p:nvSpPr>
        <p:spPr>
          <a:xfrm>
            <a:off x="6201766" y="4681187"/>
            <a:ext cx="0" cy="36820"/>
          </a:xfrm>
          <a:prstGeom prst="line">
            <a:avLst/>
          </a:prstGeom>
          <a:noFill/>
          <a:ln w="15875">
            <a:solidFill>
              <a:srgbClr val="2F7F93">
                <a:alpha val="76000"/>
              </a:srgbClr>
            </a:solidFill>
            <a:prstDash val="dot"/>
            <a:headEnd type="none"/>
            <a:tailEnd type="none"/>
          </a:ln>
        </p:spPr>
      </p:sp>
      <p:sp>
        <p:nvSpPr>
          <p:cNvPr id="1314" name="Shape 1312"/>
          <p:cNvSpPr/>
          <p:nvPr/>
        </p:nvSpPr>
        <p:spPr>
          <a:xfrm>
            <a:off x="6201766" y="4715263"/>
            <a:ext cx="127406" cy="0"/>
          </a:xfrm>
          <a:prstGeom prst="line">
            <a:avLst/>
          </a:prstGeom>
          <a:noFill/>
          <a:ln w="15875">
            <a:solidFill>
              <a:srgbClr val="2F7F93">
                <a:alpha val="76000"/>
              </a:srgbClr>
            </a:solidFill>
            <a:prstDash val="dot"/>
            <a:headEnd type="none"/>
            <a:tailEnd type="none"/>
          </a:ln>
        </p:spPr>
      </p:sp>
      <p:sp>
        <p:nvSpPr>
          <p:cNvPr id="1315" name="Shape 1313"/>
          <p:cNvSpPr/>
          <p:nvPr/>
        </p:nvSpPr>
        <p:spPr>
          <a:xfrm>
            <a:off x="6326429" y="4712520"/>
            <a:ext cx="0" cy="31723"/>
          </a:xfrm>
          <a:prstGeom prst="line">
            <a:avLst/>
          </a:prstGeom>
          <a:noFill/>
          <a:ln w="15875">
            <a:solidFill>
              <a:srgbClr val="2F7F93">
                <a:alpha val="76000"/>
              </a:srgbClr>
            </a:solidFill>
            <a:prstDash val="dot"/>
            <a:headEnd type="none"/>
            <a:tailEnd type="none"/>
          </a:ln>
        </p:spPr>
      </p:sp>
      <p:sp>
        <p:nvSpPr>
          <p:cNvPr id="1316" name="Shape 1314"/>
          <p:cNvSpPr/>
          <p:nvPr/>
        </p:nvSpPr>
        <p:spPr>
          <a:xfrm>
            <a:off x="6326429" y="4741500"/>
            <a:ext cx="127407" cy="0"/>
          </a:xfrm>
          <a:prstGeom prst="line">
            <a:avLst/>
          </a:prstGeom>
          <a:noFill/>
          <a:ln w="15875">
            <a:solidFill>
              <a:srgbClr val="2F7F93">
                <a:alpha val="76000"/>
              </a:srgbClr>
            </a:solidFill>
            <a:prstDash val="dot"/>
            <a:headEnd type="none"/>
            <a:tailEnd type="none"/>
          </a:ln>
        </p:spPr>
      </p:sp>
      <p:sp>
        <p:nvSpPr>
          <p:cNvPr id="1317" name="Shape 1315"/>
          <p:cNvSpPr/>
          <p:nvPr/>
        </p:nvSpPr>
        <p:spPr>
          <a:xfrm>
            <a:off x="6451092" y="4738757"/>
            <a:ext cx="0" cy="30970"/>
          </a:xfrm>
          <a:prstGeom prst="line">
            <a:avLst/>
          </a:prstGeom>
          <a:noFill/>
          <a:ln w="15875">
            <a:solidFill>
              <a:srgbClr val="2F7F93">
                <a:alpha val="76000"/>
              </a:srgbClr>
            </a:solidFill>
            <a:prstDash val="dot"/>
            <a:headEnd type="none"/>
            <a:tailEnd type="none"/>
          </a:ln>
        </p:spPr>
      </p:sp>
      <p:sp>
        <p:nvSpPr>
          <p:cNvPr id="1318" name="Shape 1316"/>
          <p:cNvSpPr/>
          <p:nvPr/>
        </p:nvSpPr>
        <p:spPr>
          <a:xfrm>
            <a:off x="6451092" y="4766983"/>
            <a:ext cx="127407" cy="0"/>
          </a:xfrm>
          <a:prstGeom prst="line">
            <a:avLst/>
          </a:prstGeom>
          <a:noFill/>
          <a:ln w="15875">
            <a:solidFill>
              <a:srgbClr val="2F7F93">
                <a:alpha val="76000"/>
              </a:srgbClr>
            </a:solidFill>
            <a:prstDash val="dot"/>
            <a:headEnd type="none"/>
            <a:tailEnd type="none"/>
          </a:ln>
        </p:spPr>
      </p:sp>
      <p:sp>
        <p:nvSpPr>
          <p:cNvPr id="1319" name="Shape 1317"/>
          <p:cNvSpPr/>
          <p:nvPr/>
        </p:nvSpPr>
        <p:spPr>
          <a:xfrm>
            <a:off x="6575755" y="4764240"/>
            <a:ext cx="0" cy="32302"/>
          </a:xfrm>
          <a:prstGeom prst="line">
            <a:avLst/>
          </a:prstGeom>
          <a:noFill/>
          <a:ln w="15875">
            <a:solidFill>
              <a:srgbClr val="2F7F93">
                <a:alpha val="76000"/>
              </a:srgbClr>
            </a:solidFill>
            <a:prstDash val="dot"/>
            <a:headEnd type="none"/>
            <a:tailEnd type="none"/>
          </a:ln>
        </p:spPr>
      </p:sp>
      <p:sp>
        <p:nvSpPr>
          <p:cNvPr id="1320" name="Shape 1318"/>
          <p:cNvSpPr/>
          <p:nvPr/>
        </p:nvSpPr>
        <p:spPr>
          <a:xfrm>
            <a:off x="6575755" y="4793799"/>
            <a:ext cx="127406" cy="0"/>
          </a:xfrm>
          <a:prstGeom prst="line">
            <a:avLst/>
          </a:prstGeom>
          <a:noFill/>
          <a:ln w="15875">
            <a:solidFill>
              <a:srgbClr val="2F7F93">
                <a:alpha val="76000"/>
              </a:srgbClr>
            </a:solidFill>
            <a:prstDash val="dot"/>
            <a:headEnd type="none"/>
            <a:tailEnd type="none"/>
          </a:ln>
        </p:spPr>
      </p:sp>
      <p:sp>
        <p:nvSpPr>
          <p:cNvPr id="1321" name="Shape 1319"/>
          <p:cNvSpPr/>
          <p:nvPr/>
        </p:nvSpPr>
        <p:spPr>
          <a:xfrm>
            <a:off x="6700418" y="4791056"/>
            <a:ext cx="0" cy="25902"/>
          </a:xfrm>
          <a:prstGeom prst="line">
            <a:avLst/>
          </a:prstGeom>
          <a:noFill/>
          <a:ln w="15875">
            <a:solidFill>
              <a:srgbClr val="2F7F93">
                <a:alpha val="76000"/>
              </a:srgbClr>
            </a:solidFill>
            <a:prstDash val="dot"/>
            <a:headEnd type="none"/>
            <a:tailEnd type="none"/>
          </a:ln>
        </p:spPr>
      </p:sp>
      <p:sp>
        <p:nvSpPr>
          <p:cNvPr id="1322" name="Shape 1320"/>
          <p:cNvSpPr/>
          <p:nvPr/>
        </p:nvSpPr>
        <p:spPr>
          <a:xfrm>
            <a:off x="6700418" y="4814215"/>
            <a:ext cx="127407" cy="0"/>
          </a:xfrm>
          <a:prstGeom prst="line">
            <a:avLst/>
          </a:prstGeom>
          <a:noFill/>
          <a:ln w="15875">
            <a:solidFill>
              <a:srgbClr val="2F7F93">
                <a:alpha val="76000"/>
              </a:srgbClr>
            </a:solidFill>
            <a:prstDash val="dot"/>
            <a:headEnd type="none"/>
            <a:tailEnd type="none"/>
          </a:ln>
        </p:spPr>
      </p:sp>
      <p:sp>
        <p:nvSpPr>
          <p:cNvPr id="1323" name="Shape 1321"/>
          <p:cNvSpPr/>
          <p:nvPr/>
        </p:nvSpPr>
        <p:spPr>
          <a:xfrm>
            <a:off x="6825082" y="4811472"/>
            <a:ext cx="0" cy="29117"/>
          </a:xfrm>
          <a:prstGeom prst="line">
            <a:avLst/>
          </a:prstGeom>
          <a:noFill/>
          <a:ln w="15875">
            <a:solidFill>
              <a:srgbClr val="2F7F93">
                <a:alpha val="76000"/>
              </a:srgbClr>
            </a:solidFill>
            <a:prstDash val="dot"/>
            <a:headEnd type="none"/>
            <a:tailEnd type="none"/>
          </a:ln>
        </p:spPr>
      </p:sp>
      <p:sp>
        <p:nvSpPr>
          <p:cNvPr id="1324" name="Shape 1322"/>
          <p:cNvSpPr/>
          <p:nvPr/>
        </p:nvSpPr>
        <p:spPr>
          <a:xfrm>
            <a:off x="6825082" y="4837845"/>
            <a:ext cx="127407" cy="0"/>
          </a:xfrm>
          <a:prstGeom prst="line">
            <a:avLst/>
          </a:prstGeom>
          <a:noFill/>
          <a:ln w="15875">
            <a:solidFill>
              <a:srgbClr val="2F7F93">
                <a:alpha val="76000"/>
              </a:srgbClr>
            </a:solidFill>
            <a:prstDash val="dot"/>
            <a:headEnd type="none"/>
            <a:tailEnd type="none"/>
          </a:ln>
        </p:spPr>
      </p:sp>
      <p:sp>
        <p:nvSpPr>
          <p:cNvPr id="1325" name="Shape 1323"/>
          <p:cNvSpPr/>
          <p:nvPr/>
        </p:nvSpPr>
        <p:spPr>
          <a:xfrm>
            <a:off x="6949745" y="4835102"/>
            <a:ext cx="0" cy="24975"/>
          </a:xfrm>
          <a:prstGeom prst="line">
            <a:avLst/>
          </a:prstGeom>
          <a:noFill/>
          <a:ln w="15875">
            <a:solidFill>
              <a:srgbClr val="2F7F93">
                <a:alpha val="76000"/>
              </a:srgbClr>
            </a:solidFill>
            <a:prstDash val="dot"/>
            <a:headEnd type="none"/>
            <a:tailEnd type="none"/>
          </a:ln>
        </p:spPr>
      </p:sp>
      <p:sp>
        <p:nvSpPr>
          <p:cNvPr id="1326" name="Shape 1324"/>
          <p:cNvSpPr/>
          <p:nvPr/>
        </p:nvSpPr>
        <p:spPr>
          <a:xfrm>
            <a:off x="6949745" y="4857334"/>
            <a:ext cx="127406" cy="0"/>
          </a:xfrm>
          <a:prstGeom prst="line">
            <a:avLst/>
          </a:prstGeom>
          <a:noFill/>
          <a:ln w="15875">
            <a:solidFill>
              <a:srgbClr val="2F7F93">
                <a:alpha val="76000"/>
              </a:srgbClr>
            </a:solidFill>
            <a:prstDash val="dot"/>
            <a:headEnd type="none"/>
            <a:tailEnd type="none"/>
          </a:ln>
        </p:spPr>
      </p:sp>
      <p:sp>
        <p:nvSpPr>
          <p:cNvPr id="1327" name="Shape 1325"/>
          <p:cNvSpPr/>
          <p:nvPr/>
        </p:nvSpPr>
        <p:spPr>
          <a:xfrm>
            <a:off x="7074408" y="4854591"/>
            <a:ext cx="0" cy="24252"/>
          </a:xfrm>
          <a:prstGeom prst="line">
            <a:avLst/>
          </a:prstGeom>
          <a:noFill/>
          <a:ln w="15875">
            <a:solidFill>
              <a:srgbClr val="2F7F93">
                <a:alpha val="76000"/>
              </a:srgbClr>
            </a:solidFill>
            <a:prstDash val="dot"/>
            <a:headEnd type="none"/>
            <a:tailEnd type="none"/>
          </a:ln>
        </p:spPr>
      </p:sp>
      <p:sp>
        <p:nvSpPr>
          <p:cNvPr id="1328" name="Shape 1326"/>
          <p:cNvSpPr/>
          <p:nvPr/>
        </p:nvSpPr>
        <p:spPr>
          <a:xfrm>
            <a:off x="7074408" y="4876099"/>
            <a:ext cx="127407" cy="0"/>
          </a:xfrm>
          <a:prstGeom prst="line">
            <a:avLst/>
          </a:prstGeom>
          <a:noFill/>
          <a:ln w="15875">
            <a:solidFill>
              <a:srgbClr val="2F7F93">
                <a:alpha val="76000"/>
              </a:srgbClr>
            </a:solidFill>
            <a:prstDash val="dot"/>
            <a:headEnd type="none"/>
            <a:tailEnd type="none"/>
          </a:ln>
        </p:spPr>
      </p:sp>
      <p:sp>
        <p:nvSpPr>
          <p:cNvPr id="1329" name="Shape 1327"/>
          <p:cNvSpPr/>
          <p:nvPr/>
        </p:nvSpPr>
        <p:spPr>
          <a:xfrm>
            <a:off x="7199071" y="4873356"/>
            <a:ext cx="0" cy="21993"/>
          </a:xfrm>
          <a:prstGeom prst="line">
            <a:avLst/>
          </a:prstGeom>
          <a:noFill/>
          <a:ln w="15875">
            <a:solidFill>
              <a:srgbClr val="2F7F93">
                <a:alpha val="76000"/>
              </a:srgbClr>
            </a:solidFill>
            <a:prstDash val="dot"/>
            <a:headEnd type="none"/>
            <a:tailEnd type="none"/>
          </a:ln>
        </p:spPr>
      </p:sp>
      <p:sp>
        <p:nvSpPr>
          <p:cNvPr id="1330" name="Shape 1328"/>
          <p:cNvSpPr/>
          <p:nvPr/>
        </p:nvSpPr>
        <p:spPr>
          <a:xfrm>
            <a:off x="7199071" y="4892606"/>
            <a:ext cx="127407" cy="0"/>
          </a:xfrm>
          <a:prstGeom prst="line">
            <a:avLst/>
          </a:prstGeom>
          <a:noFill/>
          <a:ln w="15875">
            <a:solidFill>
              <a:srgbClr val="2F7F93">
                <a:alpha val="76000"/>
              </a:srgbClr>
            </a:solidFill>
            <a:prstDash val="dot"/>
            <a:headEnd type="none"/>
            <a:tailEnd type="none"/>
          </a:ln>
        </p:spPr>
      </p:sp>
      <p:sp>
        <p:nvSpPr>
          <p:cNvPr id="1331" name="Shape 1329"/>
          <p:cNvSpPr/>
          <p:nvPr/>
        </p:nvSpPr>
        <p:spPr>
          <a:xfrm>
            <a:off x="7323735" y="4889862"/>
            <a:ext cx="0" cy="8006"/>
          </a:xfrm>
          <a:prstGeom prst="line">
            <a:avLst/>
          </a:prstGeom>
          <a:noFill/>
          <a:ln w="15875">
            <a:solidFill>
              <a:srgbClr val="2F7F93">
                <a:alpha val="76000"/>
              </a:srgbClr>
            </a:solidFill>
            <a:prstDash val="dot"/>
            <a:headEnd type="none"/>
            <a:tailEnd type="none"/>
          </a:ln>
        </p:spPr>
      </p:sp>
      <p:sp>
        <p:nvSpPr>
          <p:cNvPr id="1332" name="Shape 1330"/>
          <p:cNvSpPr/>
          <p:nvPr/>
        </p:nvSpPr>
        <p:spPr>
          <a:xfrm>
            <a:off x="7323735" y="4895125"/>
            <a:ext cx="127406" cy="0"/>
          </a:xfrm>
          <a:prstGeom prst="line">
            <a:avLst/>
          </a:prstGeom>
          <a:noFill/>
          <a:ln w="15875">
            <a:solidFill>
              <a:srgbClr val="2F7F93">
                <a:alpha val="76000"/>
              </a:srgbClr>
            </a:solidFill>
            <a:prstDash val="dot"/>
            <a:headEnd type="none"/>
            <a:tailEnd type="none"/>
          </a:ln>
        </p:spPr>
      </p:sp>
      <p:sp>
        <p:nvSpPr>
          <p:cNvPr id="1333" name="Shape 1331"/>
          <p:cNvSpPr/>
          <p:nvPr/>
        </p:nvSpPr>
        <p:spPr>
          <a:xfrm>
            <a:off x="7448397" y="4887198"/>
            <a:ext cx="0" cy="10670"/>
          </a:xfrm>
          <a:prstGeom prst="line">
            <a:avLst/>
          </a:prstGeom>
          <a:noFill/>
          <a:ln w="15875">
            <a:solidFill>
              <a:srgbClr val="2F7F93">
                <a:alpha val="76000"/>
              </a:srgbClr>
            </a:solidFill>
            <a:prstDash val="dot"/>
            <a:headEnd type="none"/>
            <a:tailEnd type="none"/>
          </a:ln>
        </p:spPr>
      </p:sp>
      <p:sp>
        <p:nvSpPr>
          <p:cNvPr id="1334" name="Shape 1332"/>
          <p:cNvSpPr/>
          <p:nvPr/>
        </p:nvSpPr>
        <p:spPr>
          <a:xfrm>
            <a:off x="7448397" y="4889941"/>
            <a:ext cx="127407" cy="0"/>
          </a:xfrm>
          <a:prstGeom prst="line">
            <a:avLst/>
          </a:prstGeom>
          <a:noFill/>
          <a:ln w="15875">
            <a:solidFill>
              <a:srgbClr val="2F7F93">
                <a:alpha val="76000"/>
              </a:srgbClr>
            </a:solidFill>
            <a:prstDash val="dot"/>
            <a:headEnd type="none"/>
            <a:tailEnd type="none"/>
          </a:ln>
        </p:spPr>
      </p:sp>
      <p:sp>
        <p:nvSpPr>
          <p:cNvPr id="1335" name="Shape 1333"/>
          <p:cNvSpPr/>
          <p:nvPr/>
        </p:nvSpPr>
        <p:spPr>
          <a:xfrm>
            <a:off x="7573061" y="4873298"/>
            <a:ext cx="0" cy="19386"/>
          </a:xfrm>
          <a:prstGeom prst="line">
            <a:avLst/>
          </a:prstGeom>
          <a:noFill/>
          <a:ln w="15875">
            <a:solidFill>
              <a:srgbClr val="2F7F93">
                <a:alpha val="76000"/>
              </a:srgbClr>
            </a:solidFill>
            <a:prstDash val="dot"/>
            <a:headEnd type="none"/>
            <a:tailEnd type="none"/>
          </a:ln>
        </p:spPr>
      </p:sp>
      <p:sp>
        <p:nvSpPr>
          <p:cNvPr id="1336" name="Shape 1334"/>
          <p:cNvSpPr/>
          <p:nvPr/>
        </p:nvSpPr>
        <p:spPr>
          <a:xfrm>
            <a:off x="7573061" y="4876041"/>
            <a:ext cx="127407" cy="0"/>
          </a:xfrm>
          <a:prstGeom prst="line">
            <a:avLst/>
          </a:prstGeom>
          <a:noFill/>
          <a:ln w="15875">
            <a:solidFill>
              <a:srgbClr val="2F7F93">
                <a:alpha val="76000"/>
              </a:srgbClr>
            </a:solidFill>
            <a:prstDash val="dot"/>
            <a:headEnd type="none"/>
            <a:tailEnd type="none"/>
          </a:ln>
        </p:spPr>
      </p:sp>
      <p:sp>
        <p:nvSpPr>
          <p:cNvPr id="1337" name="Shape 1335"/>
          <p:cNvSpPr/>
          <p:nvPr/>
        </p:nvSpPr>
        <p:spPr>
          <a:xfrm>
            <a:off x="7697724" y="4873298"/>
            <a:ext cx="0" cy="5805"/>
          </a:xfrm>
          <a:prstGeom prst="line">
            <a:avLst/>
          </a:prstGeom>
          <a:noFill/>
          <a:ln w="15875">
            <a:solidFill>
              <a:srgbClr val="2F7F93">
                <a:alpha val="76000"/>
              </a:srgbClr>
            </a:solidFill>
            <a:prstDash val="dot"/>
            <a:headEnd type="none"/>
            <a:tailEnd type="none"/>
          </a:ln>
        </p:spPr>
      </p:sp>
      <p:sp>
        <p:nvSpPr>
          <p:cNvPr id="1338" name="Shape 1336"/>
          <p:cNvSpPr/>
          <p:nvPr/>
        </p:nvSpPr>
        <p:spPr>
          <a:xfrm>
            <a:off x="7697724" y="4876360"/>
            <a:ext cx="127406" cy="0"/>
          </a:xfrm>
          <a:prstGeom prst="line">
            <a:avLst/>
          </a:prstGeom>
          <a:noFill/>
          <a:ln w="15875">
            <a:solidFill>
              <a:srgbClr val="2F7F93">
                <a:alpha val="76000"/>
              </a:srgbClr>
            </a:solidFill>
            <a:prstDash val="dot"/>
            <a:headEnd type="none"/>
            <a:tailEnd type="none"/>
          </a:ln>
        </p:spPr>
      </p:sp>
      <p:sp>
        <p:nvSpPr>
          <p:cNvPr id="1339" name="Shape 1337"/>
          <p:cNvSpPr/>
          <p:nvPr/>
        </p:nvSpPr>
        <p:spPr>
          <a:xfrm>
            <a:off x="7822387" y="4873617"/>
            <a:ext cx="0" cy="9280"/>
          </a:xfrm>
          <a:prstGeom prst="line">
            <a:avLst/>
          </a:prstGeom>
          <a:noFill/>
          <a:ln w="15875">
            <a:solidFill>
              <a:srgbClr val="2F7F93">
                <a:alpha val="76000"/>
              </a:srgbClr>
            </a:solidFill>
            <a:prstDash val="dot"/>
            <a:headEnd type="none"/>
            <a:tailEnd type="none"/>
          </a:ln>
        </p:spPr>
      </p:sp>
      <p:sp>
        <p:nvSpPr>
          <p:cNvPr id="1340" name="Shape 1338"/>
          <p:cNvSpPr/>
          <p:nvPr/>
        </p:nvSpPr>
        <p:spPr>
          <a:xfrm>
            <a:off x="7822387" y="4880153"/>
            <a:ext cx="127407" cy="0"/>
          </a:xfrm>
          <a:prstGeom prst="line">
            <a:avLst/>
          </a:prstGeom>
          <a:noFill/>
          <a:ln w="15875">
            <a:solidFill>
              <a:srgbClr val="2F7F93">
                <a:alpha val="76000"/>
              </a:srgbClr>
            </a:solidFill>
            <a:prstDash val="dot"/>
            <a:headEnd type="none"/>
            <a:tailEnd type="none"/>
          </a:ln>
        </p:spPr>
      </p:sp>
      <p:sp>
        <p:nvSpPr>
          <p:cNvPr id="1341" name="Shape 1339"/>
          <p:cNvSpPr/>
          <p:nvPr/>
        </p:nvSpPr>
        <p:spPr>
          <a:xfrm>
            <a:off x="7947050" y="4877150"/>
            <a:ext cx="0" cy="5747"/>
          </a:xfrm>
          <a:prstGeom prst="line">
            <a:avLst/>
          </a:prstGeom>
          <a:noFill/>
          <a:ln w="15875">
            <a:solidFill>
              <a:srgbClr val="2F7F93">
                <a:alpha val="76000"/>
              </a:srgbClr>
            </a:solidFill>
            <a:prstDash val="dot"/>
            <a:headEnd type="none"/>
            <a:tailEnd type="none"/>
          </a:ln>
        </p:spPr>
      </p:sp>
      <p:sp>
        <p:nvSpPr>
          <p:cNvPr id="1342" name="Shape 1340"/>
          <p:cNvSpPr/>
          <p:nvPr/>
        </p:nvSpPr>
        <p:spPr>
          <a:xfrm>
            <a:off x="7947050" y="4879893"/>
            <a:ext cx="127407" cy="0"/>
          </a:xfrm>
          <a:prstGeom prst="line">
            <a:avLst/>
          </a:prstGeom>
          <a:noFill/>
          <a:ln w="15875">
            <a:solidFill>
              <a:srgbClr val="2F7F93">
                <a:alpha val="76000"/>
              </a:srgbClr>
            </a:solidFill>
            <a:prstDash val="dot"/>
            <a:headEnd type="none"/>
            <a:tailEnd type="none"/>
          </a:ln>
        </p:spPr>
      </p:sp>
      <p:sp>
        <p:nvSpPr>
          <p:cNvPr id="1343" name="Shape 1341"/>
          <p:cNvSpPr/>
          <p:nvPr/>
        </p:nvSpPr>
        <p:spPr>
          <a:xfrm>
            <a:off x="8071714" y="4877150"/>
            <a:ext cx="0" cy="6847"/>
          </a:xfrm>
          <a:prstGeom prst="line">
            <a:avLst/>
          </a:prstGeom>
          <a:noFill/>
          <a:ln w="15875">
            <a:solidFill>
              <a:srgbClr val="2F7F93">
                <a:alpha val="76000"/>
              </a:srgbClr>
            </a:solidFill>
            <a:prstDash val="dot"/>
            <a:headEnd type="none"/>
            <a:tailEnd type="none"/>
          </a:ln>
        </p:spPr>
      </p:sp>
      <p:sp>
        <p:nvSpPr>
          <p:cNvPr id="1344" name="Shape 1342"/>
          <p:cNvSpPr/>
          <p:nvPr/>
        </p:nvSpPr>
        <p:spPr>
          <a:xfrm>
            <a:off x="8071714" y="4881254"/>
            <a:ext cx="127406" cy="0"/>
          </a:xfrm>
          <a:prstGeom prst="line">
            <a:avLst/>
          </a:prstGeom>
          <a:noFill/>
          <a:ln w="15875">
            <a:solidFill>
              <a:srgbClr val="2F7F93">
                <a:alpha val="76000"/>
              </a:srgbClr>
            </a:solidFill>
            <a:prstDash val="dot"/>
            <a:headEnd type="none"/>
            <a:tailEnd type="none"/>
          </a:ln>
        </p:spPr>
      </p:sp>
      <p:sp>
        <p:nvSpPr>
          <p:cNvPr id="1345" name="Shape 1343"/>
          <p:cNvSpPr/>
          <p:nvPr/>
        </p:nvSpPr>
        <p:spPr>
          <a:xfrm>
            <a:off x="8196377" y="4873674"/>
            <a:ext cx="0" cy="10322"/>
          </a:xfrm>
          <a:prstGeom prst="line">
            <a:avLst/>
          </a:prstGeom>
          <a:noFill/>
          <a:ln w="15875">
            <a:solidFill>
              <a:srgbClr val="2F7F93">
                <a:alpha val="76000"/>
              </a:srgbClr>
            </a:solidFill>
            <a:prstDash val="dot"/>
            <a:headEnd type="none"/>
            <a:tailEnd type="none"/>
          </a:ln>
        </p:spPr>
      </p:sp>
      <p:sp>
        <p:nvSpPr>
          <p:cNvPr id="1346" name="Shape 1344"/>
          <p:cNvSpPr/>
          <p:nvPr/>
        </p:nvSpPr>
        <p:spPr>
          <a:xfrm>
            <a:off x="8196377" y="4876418"/>
            <a:ext cx="127407" cy="0"/>
          </a:xfrm>
          <a:prstGeom prst="line">
            <a:avLst/>
          </a:prstGeom>
          <a:noFill/>
          <a:ln w="15875">
            <a:solidFill>
              <a:srgbClr val="2F7F93">
                <a:alpha val="76000"/>
              </a:srgbClr>
            </a:solidFill>
            <a:prstDash val="dot"/>
            <a:headEnd type="none"/>
            <a:tailEnd type="none"/>
          </a:ln>
        </p:spPr>
      </p:sp>
      <p:sp>
        <p:nvSpPr>
          <p:cNvPr id="1347" name="Shape 1345"/>
          <p:cNvSpPr/>
          <p:nvPr/>
        </p:nvSpPr>
        <p:spPr>
          <a:xfrm>
            <a:off x="8321040" y="4872053"/>
            <a:ext cx="0" cy="7108"/>
          </a:xfrm>
          <a:prstGeom prst="line">
            <a:avLst/>
          </a:prstGeom>
          <a:noFill/>
          <a:ln w="15875">
            <a:solidFill>
              <a:srgbClr val="2F7F93">
                <a:alpha val="76000"/>
              </a:srgbClr>
            </a:solidFill>
            <a:prstDash val="dot"/>
            <a:headEnd type="none"/>
            <a:tailEnd type="none"/>
          </a:ln>
        </p:spPr>
      </p:sp>
      <p:sp>
        <p:nvSpPr>
          <p:cNvPr id="1348" name="Shape 1346"/>
          <p:cNvSpPr/>
          <p:nvPr/>
        </p:nvSpPr>
        <p:spPr>
          <a:xfrm>
            <a:off x="841248" y="2424399"/>
            <a:ext cx="127407" cy="0"/>
          </a:xfrm>
          <a:prstGeom prst="line">
            <a:avLst/>
          </a:prstGeom>
          <a:noFill/>
          <a:ln w="15875">
            <a:solidFill>
              <a:srgbClr val="D87932">
                <a:alpha val="76000"/>
              </a:srgbClr>
            </a:solidFill>
            <a:prstDash val="dot"/>
            <a:headEnd type="none"/>
            <a:tailEnd type="none"/>
          </a:ln>
        </p:spPr>
      </p:sp>
      <p:sp>
        <p:nvSpPr>
          <p:cNvPr id="1349" name="Shape 1347"/>
          <p:cNvSpPr/>
          <p:nvPr/>
        </p:nvSpPr>
        <p:spPr>
          <a:xfrm>
            <a:off x="965911" y="2421656"/>
            <a:ext cx="0" cy="544775"/>
          </a:xfrm>
          <a:prstGeom prst="line">
            <a:avLst/>
          </a:prstGeom>
          <a:noFill/>
          <a:ln w="15875">
            <a:solidFill>
              <a:srgbClr val="D87932">
                <a:alpha val="76000"/>
              </a:srgbClr>
            </a:solidFill>
            <a:prstDash val="dot"/>
            <a:headEnd type="none"/>
            <a:tailEnd type="none"/>
          </a:ln>
        </p:spPr>
      </p:sp>
      <p:sp>
        <p:nvSpPr>
          <p:cNvPr id="1350" name="Shape 1348"/>
          <p:cNvSpPr/>
          <p:nvPr/>
        </p:nvSpPr>
        <p:spPr>
          <a:xfrm>
            <a:off x="965911" y="2963688"/>
            <a:ext cx="127406" cy="0"/>
          </a:xfrm>
          <a:prstGeom prst="line">
            <a:avLst/>
          </a:prstGeom>
          <a:noFill/>
          <a:ln w="15875">
            <a:solidFill>
              <a:srgbClr val="D87932">
                <a:alpha val="76000"/>
              </a:srgbClr>
            </a:solidFill>
            <a:prstDash val="dot"/>
            <a:headEnd type="none"/>
            <a:tailEnd type="none"/>
          </a:ln>
        </p:spPr>
      </p:sp>
      <p:sp>
        <p:nvSpPr>
          <p:cNvPr id="1351" name="Shape 1349"/>
          <p:cNvSpPr/>
          <p:nvPr/>
        </p:nvSpPr>
        <p:spPr>
          <a:xfrm>
            <a:off x="1090574" y="2960945"/>
            <a:ext cx="0" cy="346888"/>
          </a:xfrm>
          <a:prstGeom prst="line">
            <a:avLst/>
          </a:prstGeom>
          <a:noFill/>
          <a:ln w="15875">
            <a:solidFill>
              <a:srgbClr val="D87932">
                <a:alpha val="76000"/>
              </a:srgbClr>
            </a:solidFill>
            <a:prstDash val="dot"/>
            <a:headEnd type="none"/>
            <a:tailEnd type="none"/>
          </a:ln>
        </p:spPr>
      </p:sp>
      <p:sp>
        <p:nvSpPr>
          <p:cNvPr id="1352" name="Shape 1350"/>
          <p:cNvSpPr/>
          <p:nvPr/>
        </p:nvSpPr>
        <p:spPr>
          <a:xfrm>
            <a:off x="1090574" y="3305089"/>
            <a:ext cx="127407" cy="0"/>
          </a:xfrm>
          <a:prstGeom prst="line">
            <a:avLst/>
          </a:prstGeom>
          <a:noFill/>
          <a:ln w="15875">
            <a:solidFill>
              <a:srgbClr val="D87932">
                <a:alpha val="76000"/>
              </a:srgbClr>
            </a:solidFill>
            <a:prstDash val="dot"/>
            <a:headEnd type="none"/>
            <a:tailEnd type="none"/>
          </a:ln>
        </p:spPr>
      </p:sp>
      <p:sp>
        <p:nvSpPr>
          <p:cNvPr id="1353" name="Shape 1351"/>
          <p:cNvSpPr/>
          <p:nvPr/>
        </p:nvSpPr>
        <p:spPr>
          <a:xfrm>
            <a:off x="1215238" y="3302346"/>
            <a:ext cx="0" cy="438234"/>
          </a:xfrm>
          <a:prstGeom prst="line">
            <a:avLst/>
          </a:prstGeom>
          <a:noFill/>
          <a:ln w="15875">
            <a:solidFill>
              <a:srgbClr val="D87932">
                <a:alpha val="76000"/>
              </a:srgbClr>
            </a:solidFill>
            <a:prstDash val="dot"/>
            <a:headEnd type="none"/>
            <a:tailEnd type="none"/>
          </a:ln>
        </p:spPr>
      </p:sp>
      <p:sp>
        <p:nvSpPr>
          <p:cNvPr id="1354" name="Shape 1352"/>
          <p:cNvSpPr/>
          <p:nvPr/>
        </p:nvSpPr>
        <p:spPr>
          <a:xfrm>
            <a:off x="1215238" y="3737836"/>
            <a:ext cx="127407" cy="0"/>
          </a:xfrm>
          <a:prstGeom prst="line">
            <a:avLst/>
          </a:prstGeom>
          <a:noFill/>
          <a:ln w="15875">
            <a:solidFill>
              <a:srgbClr val="D87932">
                <a:alpha val="76000"/>
              </a:srgbClr>
            </a:solidFill>
            <a:prstDash val="dot"/>
            <a:headEnd type="none"/>
            <a:tailEnd type="none"/>
          </a:ln>
        </p:spPr>
      </p:sp>
      <p:sp>
        <p:nvSpPr>
          <p:cNvPr id="1355" name="Shape 1353"/>
          <p:cNvSpPr/>
          <p:nvPr/>
        </p:nvSpPr>
        <p:spPr>
          <a:xfrm>
            <a:off x="1339901" y="3735093"/>
            <a:ext cx="0" cy="490880"/>
          </a:xfrm>
          <a:prstGeom prst="line">
            <a:avLst/>
          </a:prstGeom>
          <a:noFill/>
          <a:ln w="15875">
            <a:solidFill>
              <a:srgbClr val="D87932">
                <a:alpha val="76000"/>
              </a:srgbClr>
            </a:solidFill>
            <a:prstDash val="dot"/>
            <a:headEnd type="none"/>
            <a:tailEnd type="none"/>
          </a:ln>
        </p:spPr>
      </p:sp>
      <p:sp>
        <p:nvSpPr>
          <p:cNvPr id="1356" name="Shape 1354"/>
          <p:cNvSpPr/>
          <p:nvPr/>
        </p:nvSpPr>
        <p:spPr>
          <a:xfrm>
            <a:off x="1339901" y="4223230"/>
            <a:ext cx="127406" cy="0"/>
          </a:xfrm>
          <a:prstGeom prst="line">
            <a:avLst/>
          </a:prstGeom>
          <a:noFill/>
          <a:ln w="15875">
            <a:solidFill>
              <a:srgbClr val="D87932">
                <a:alpha val="76000"/>
              </a:srgbClr>
            </a:solidFill>
            <a:prstDash val="dot"/>
            <a:headEnd type="none"/>
            <a:tailEnd type="none"/>
          </a:ln>
        </p:spPr>
      </p:sp>
      <p:sp>
        <p:nvSpPr>
          <p:cNvPr id="1357" name="Shape 1355"/>
          <p:cNvSpPr/>
          <p:nvPr/>
        </p:nvSpPr>
        <p:spPr>
          <a:xfrm>
            <a:off x="1464564" y="4220487"/>
            <a:ext cx="0" cy="322340"/>
          </a:xfrm>
          <a:prstGeom prst="line">
            <a:avLst/>
          </a:prstGeom>
          <a:noFill/>
          <a:ln w="15875">
            <a:solidFill>
              <a:srgbClr val="D87932">
                <a:alpha val="76000"/>
              </a:srgbClr>
            </a:solidFill>
            <a:prstDash val="dot"/>
            <a:headEnd type="none"/>
            <a:tailEnd type="none"/>
          </a:ln>
        </p:spPr>
      </p:sp>
      <p:sp>
        <p:nvSpPr>
          <p:cNvPr id="1358" name="Shape 1356"/>
          <p:cNvSpPr/>
          <p:nvPr/>
        </p:nvSpPr>
        <p:spPr>
          <a:xfrm>
            <a:off x="1464564" y="4540084"/>
            <a:ext cx="127407" cy="0"/>
          </a:xfrm>
          <a:prstGeom prst="line">
            <a:avLst/>
          </a:prstGeom>
          <a:noFill/>
          <a:ln w="15875">
            <a:solidFill>
              <a:srgbClr val="D87932">
                <a:alpha val="76000"/>
              </a:srgbClr>
            </a:solidFill>
            <a:prstDash val="dot"/>
            <a:headEnd type="none"/>
            <a:tailEnd type="none"/>
          </a:ln>
        </p:spPr>
      </p:sp>
      <p:sp>
        <p:nvSpPr>
          <p:cNvPr id="1359" name="Shape 1357"/>
          <p:cNvSpPr/>
          <p:nvPr/>
        </p:nvSpPr>
        <p:spPr>
          <a:xfrm>
            <a:off x="1589227" y="4537340"/>
            <a:ext cx="0" cy="301800"/>
          </a:xfrm>
          <a:prstGeom prst="line">
            <a:avLst/>
          </a:prstGeom>
          <a:noFill/>
          <a:ln w="15875">
            <a:solidFill>
              <a:srgbClr val="D87932">
                <a:alpha val="76000"/>
              </a:srgbClr>
            </a:solidFill>
            <a:prstDash val="dot"/>
            <a:headEnd type="none"/>
            <a:tailEnd type="none"/>
          </a:ln>
        </p:spPr>
      </p:sp>
      <p:sp>
        <p:nvSpPr>
          <p:cNvPr id="1360" name="Shape 1358"/>
          <p:cNvSpPr/>
          <p:nvPr/>
        </p:nvSpPr>
        <p:spPr>
          <a:xfrm>
            <a:off x="1589227" y="4836398"/>
            <a:ext cx="127407" cy="0"/>
          </a:xfrm>
          <a:prstGeom prst="line">
            <a:avLst/>
          </a:prstGeom>
          <a:noFill/>
          <a:ln w="15875">
            <a:solidFill>
              <a:srgbClr val="D87932">
                <a:alpha val="76000"/>
              </a:srgbClr>
            </a:solidFill>
            <a:prstDash val="dot"/>
            <a:headEnd type="none"/>
            <a:tailEnd type="none"/>
          </a:ln>
        </p:spPr>
      </p:sp>
      <p:sp>
        <p:nvSpPr>
          <p:cNvPr id="1361" name="Shape 1359"/>
          <p:cNvSpPr/>
          <p:nvPr/>
        </p:nvSpPr>
        <p:spPr>
          <a:xfrm>
            <a:off x="1713891" y="4729510"/>
            <a:ext cx="0" cy="109631"/>
          </a:xfrm>
          <a:prstGeom prst="line">
            <a:avLst/>
          </a:prstGeom>
          <a:noFill/>
          <a:ln w="15875">
            <a:solidFill>
              <a:srgbClr val="D87932">
                <a:alpha val="76000"/>
              </a:srgbClr>
            </a:solidFill>
            <a:prstDash val="dot"/>
            <a:headEnd type="none"/>
            <a:tailEnd type="none"/>
          </a:ln>
        </p:spPr>
      </p:sp>
      <p:sp>
        <p:nvSpPr>
          <p:cNvPr id="1362" name="Shape 1360"/>
          <p:cNvSpPr/>
          <p:nvPr/>
        </p:nvSpPr>
        <p:spPr>
          <a:xfrm>
            <a:off x="1713891" y="4732253"/>
            <a:ext cx="127406" cy="0"/>
          </a:xfrm>
          <a:prstGeom prst="line">
            <a:avLst/>
          </a:prstGeom>
          <a:noFill/>
          <a:ln w="15875">
            <a:solidFill>
              <a:srgbClr val="D87932">
                <a:alpha val="76000"/>
              </a:srgbClr>
            </a:solidFill>
            <a:prstDash val="dot"/>
            <a:headEnd type="none"/>
            <a:tailEnd type="none"/>
          </a:ln>
        </p:spPr>
      </p:sp>
      <p:sp>
        <p:nvSpPr>
          <p:cNvPr id="1363" name="Shape 1361"/>
          <p:cNvSpPr/>
          <p:nvPr/>
        </p:nvSpPr>
        <p:spPr>
          <a:xfrm>
            <a:off x="1838553" y="4639709"/>
            <a:ext cx="0" cy="95287"/>
          </a:xfrm>
          <a:prstGeom prst="line">
            <a:avLst/>
          </a:prstGeom>
          <a:noFill/>
          <a:ln w="15875">
            <a:solidFill>
              <a:srgbClr val="D87932">
                <a:alpha val="76000"/>
              </a:srgbClr>
            </a:solidFill>
            <a:prstDash val="dot"/>
            <a:headEnd type="none"/>
            <a:tailEnd type="none"/>
          </a:ln>
        </p:spPr>
      </p:sp>
      <p:sp>
        <p:nvSpPr>
          <p:cNvPr id="1364" name="Shape 1362"/>
          <p:cNvSpPr/>
          <p:nvPr/>
        </p:nvSpPr>
        <p:spPr>
          <a:xfrm>
            <a:off x="1838553" y="4642452"/>
            <a:ext cx="127407" cy="0"/>
          </a:xfrm>
          <a:prstGeom prst="line">
            <a:avLst/>
          </a:prstGeom>
          <a:noFill/>
          <a:ln w="15875">
            <a:solidFill>
              <a:srgbClr val="D87932">
                <a:alpha val="76000"/>
              </a:srgbClr>
            </a:solidFill>
            <a:prstDash val="dot"/>
            <a:headEnd type="none"/>
            <a:tailEnd type="none"/>
          </a:ln>
        </p:spPr>
      </p:sp>
      <p:sp>
        <p:nvSpPr>
          <p:cNvPr id="1365" name="Shape 1363"/>
          <p:cNvSpPr/>
          <p:nvPr/>
        </p:nvSpPr>
        <p:spPr>
          <a:xfrm>
            <a:off x="1963217" y="4444620"/>
            <a:ext cx="0" cy="200575"/>
          </a:xfrm>
          <a:prstGeom prst="line">
            <a:avLst/>
          </a:prstGeom>
          <a:noFill/>
          <a:ln w="15875">
            <a:solidFill>
              <a:srgbClr val="D87932">
                <a:alpha val="76000"/>
              </a:srgbClr>
            </a:solidFill>
            <a:prstDash val="dot"/>
            <a:headEnd type="none"/>
            <a:tailEnd type="none"/>
          </a:ln>
        </p:spPr>
      </p:sp>
      <p:sp>
        <p:nvSpPr>
          <p:cNvPr id="1366" name="Shape 1364"/>
          <p:cNvSpPr/>
          <p:nvPr/>
        </p:nvSpPr>
        <p:spPr>
          <a:xfrm>
            <a:off x="1963217" y="4447363"/>
            <a:ext cx="127407" cy="0"/>
          </a:xfrm>
          <a:prstGeom prst="line">
            <a:avLst/>
          </a:prstGeom>
          <a:noFill/>
          <a:ln w="15875">
            <a:solidFill>
              <a:srgbClr val="D87932">
                <a:alpha val="76000"/>
              </a:srgbClr>
            </a:solidFill>
            <a:prstDash val="dot"/>
            <a:headEnd type="none"/>
            <a:tailEnd type="none"/>
          </a:ln>
        </p:spPr>
      </p:sp>
      <p:sp>
        <p:nvSpPr>
          <p:cNvPr id="1367" name="Shape 1365"/>
          <p:cNvSpPr/>
          <p:nvPr/>
        </p:nvSpPr>
        <p:spPr>
          <a:xfrm>
            <a:off x="2087880" y="4180618"/>
            <a:ext cx="0" cy="269489"/>
          </a:xfrm>
          <a:prstGeom prst="line">
            <a:avLst/>
          </a:prstGeom>
          <a:noFill/>
          <a:ln w="15875">
            <a:solidFill>
              <a:srgbClr val="D87932">
                <a:alpha val="76000"/>
              </a:srgbClr>
            </a:solidFill>
            <a:prstDash val="dot"/>
            <a:headEnd type="none"/>
            <a:tailEnd type="none"/>
          </a:ln>
        </p:spPr>
      </p:sp>
      <p:sp>
        <p:nvSpPr>
          <p:cNvPr id="1368" name="Shape 1366"/>
          <p:cNvSpPr/>
          <p:nvPr/>
        </p:nvSpPr>
        <p:spPr>
          <a:xfrm>
            <a:off x="2087880" y="4183361"/>
            <a:ext cx="127406" cy="0"/>
          </a:xfrm>
          <a:prstGeom prst="line">
            <a:avLst/>
          </a:prstGeom>
          <a:noFill/>
          <a:ln w="15875">
            <a:solidFill>
              <a:srgbClr val="D87932">
                <a:alpha val="76000"/>
              </a:srgbClr>
            </a:solidFill>
            <a:prstDash val="dot"/>
            <a:headEnd type="none"/>
            <a:tailEnd type="none"/>
          </a:ln>
        </p:spPr>
      </p:sp>
      <p:sp>
        <p:nvSpPr>
          <p:cNvPr id="1369" name="Shape 1367"/>
          <p:cNvSpPr/>
          <p:nvPr/>
        </p:nvSpPr>
        <p:spPr>
          <a:xfrm>
            <a:off x="2212543" y="3929832"/>
            <a:ext cx="0" cy="256272"/>
          </a:xfrm>
          <a:prstGeom prst="line">
            <a:avLst/>
          </a:prstGeom>
          <a:noFill/>
          <a:ln w="15875">
            <a:solidFill>
              <a:srgbClr val="D87932">
                <a:alpha val="76000"/>
              </a:srgbClr>
            </a:solidFill>
            <a:prstDash val="dot"/>
            <a:headEnd type="none"/>
            <a:tailEnd type="none"/>
          </a:ln>
        </p:spPr>
      </p:sp>
      <p:sp>
        <p:nvSpPr>
          <p:cNvPr id="1370" name="Shape 1368"/>
          <p:cNvSpPr/>
          <p:nvPr/>
        </p:nvSpPr>
        <p:spPr>
          <a:xfrm>
            <a:off x="2212543" y="3932575"/>
            <a:ext cx="127407" cy="0"/>
          </a:xfrm>
          <a:prstGeom prst="line">
            <a:avLst/>
          </a:prstGeom>
          <a:noFill/>
          <a:ln w="15875">
            <a:solidFill>
              <a:srgbClr val="D87932">
                <a:alpha val="76000"/>
              </a:srgbClr>
            </a:solidFill>
            <a:prstDash val="dot"/>
            <a:headEnd type="none"/>
            <a:tailEnd type="none"/>
          </a:ln>
        </p:spPr>
      </p:sp>
      <p:sp>
        <p:nvSpPr>
          <p:cNvPr id="1371" name="Shape 1369"/>
          <p:cNvSpPr/>
          <p:nvPr/>
        </p:nvSpPr>
        <p:spPr>
          <a:xfrm>
            <a:off x="2337206" y="3661421"/>
            <a:ext cx="0" cy="273897"/>
          </a:xfrm>
          <a:prstGeom prst="line">
            <a:avLst/>
          </a:prstGeom>
          <a:noFill/>
          <a:ln w="15875">
            <a:solidFill>
              <a:srgbClr val="D87932">
                <a:alpha val="76000"/>
              </a:srgbClr>
            </a:solidFill>
            <a:prstDash val="dot"/>
            <a:headEnd type="none"/>
            <a:tailEnd type="none"/>
          </a:ln>
        </p:spPr>
      </p:sp>
      <p:sp>
        <p:nvSpPr>
          <p:cNvPr id="1372" name="Shape 1370"/>
          <p:cNvSpPr/>
          <p:nvPr/>
        </p:nvSpPr>
        <p:spPr>
          <a:xfrm>
            <a:off x="2337206" y="3664165"/>
            <a:ext cx="127407" cy="0"/>
          </a:xfrm>
          <a:prstGeom prst="line">
            <a:avLst/>
          </a:prstGeom>
          <a:noFill/>
          <a:ln w="15875">
            <a:solidFill>
              <a:srgbClr val="D87932">
                <a:alpha val="76000"/>
              </a:srgbClr>
            </a:solidFill>
            <a:prstDash val="dot"/>
            <a:headEnd type="none"/>
            <a:tailEnd type="none"/>
          </a:ln>
        </p:spPr>
      </p:sp>
      <p:sp>
        <p:nvSpPr>
          <p:cNvPr id="1373" name="Shape 1371"/>
          <p:cNvSpPr/>
          <p:nvPr/>
        </p:nvSpPr>
        <p:spPr>
          <a:xfrm>
            <a:off x="2461870" y="3420365"/>
            <a:ext cx="0" cy="246543"/>
          </a:xfrm>
          <a:prstGeom prst="line">
            <a:avLst/>
          </a:prstGeom>
          <a:noFill/>
          <a:ln w="15875">
            <a:solidFill>
              <a:srgbClr val="D87932">
                <a:alpha val="76000"/>
              </a:srgbClr>
            </a:solidFill>
            <a:prstDash val="dot"/>
            <a:headEnd type="none"/>
            <a:tailEnd type="none"/>
          </a:ln>
        </p:spPr>
      </p:sp>
      <p:sp>
        <p:nvSpPr>
          <p:cNvPr id="1374" name="Shape 1372"/>
          <p:cNvSpPr/>
          <p:nvPr/>
        </p:nvSpPr>
        <p:spPr>
          <a:xfrm>
            <a:off x="2461870" y="3423108"/>
            <a:ext cx="127406" cy="0"/>
          </a:xfrm>
          <a:prstGeom prst="line">
            <a:avLst/>
          </a:prstGeom>
          <a:noFill/>
          <a:ln w="15875">
            <a:solidFill>
              <a:srgbClr val="D87932">
                <a:alpha val="76000"/>
              </a:srgbClr>
            </a:solidFill>
            <a:prstDash val="dot"/>
            <a:headEnd type="none"/>
            <a:tailEnd type="none"/>
          </a:ln>
        </p:spPr>
      </p:sp>
      <p:sp>
        <p:nvSpPr>
          <p:cNvPr id="1375" name="Shape 1373"/>
          <p:cNvSpPr/>
          <p:nvPr/>
        </p:nvSpPr>
        <p:spPr>
          <a:xfrm>
            <a:off x="2586533" y="3420365"/>
            <a:ext cx="0" cy="36359"/>
          </a:xfrm>
          <a:prstGeom prst="line">
            <a:avLst/>
          </a:prstGeom>
          <a:noFill/>
          <a:ln w="15875">
            <a:solidFill>
              <a:srgbClr val="D87932">
                <a:alpha val="76000"/>
              </a:srgbClr>
            </a:solidFill>
            <a:prstDash val="dot"/>
            <a:headEnd type="none"/>
            <a:tailEnd type="none"/>
          </a:ln>
        </p:spPr>
      </p:sp>
      <p:sp>
        <p:nvSpPr>
          <p:cNvPr id="1376" name="Shape 1374"/>
          <p:cNvSpPr/>
          <p:nvPr/>
        </p:nvSpPr>
        <p:spPr>
          <a:xfrm>
            <a:off x="2586533" y="3453981"/>
            <a:ext cx="127407" cy="0"/>
          </a:xfrm>
          <a:prstGeom prst="line">
            <a:avLst/>
          </a:prstGeom>
          <a:noFill/>
          <a:ln w="15875">
            <a:solidFill>
              <a:srgbClr val="D87932">
                <a:alpha val="76000"/>
              </a:srgbClr>
            </a:solidFill>
            <a:prstDash val="dot"/>
            <a:headEnd type="none"/>
            <a:tailEnd type="none"/>
          </a:ln>
        </p:spPr>
      </p:sp>
      <p:sp>
        <p:nvSpPr>
          <p:cNvPr id="1377" name="Shape 1375"/>
          <p:cNvSpPr/>
          <p:nvPr/>
        </p:nvSpPr>
        <p:spPr>
          <a:xfrm>
            <a:off x="2711196" y="3107588"/>
            <a:ext cx="0" cy="349136"/>
          </a:xfrm>
          <a:prstGeom prst="line">
            <a:avLst/>
          </a:prstGeom>
          <a:noFill/>
          <a:ln w="15875">
            <a:solidFill>
              <a:srgbClr val="D87932">
                <a:alpha val="76000"/>
              </a:srgbClr>
            </a:solidFill>
            <a:prstDash val="dot"/>
            <a:headEnd type="none"/>
            <a:tailEnd type="none"/>
          </a:ln>
        </p:spPr>
      </p:sp>
      <p:sp>
        <p:nvSpPr>
          <p:cNvPr id="1378" name="Shape 1376"/>
          <p:cNvSpPr/>
          <p:nvPr/>
        </p:nvSpPr>
        <p:spPr>
          <a:xfrm>
            <a:off x="2711196" y="3110331"/>
            <a:ext cx="127407" cy="0"/>
          </a:xfrm>
          <a:prstGeom prst="line">
            <a:avLst/>
          </a:prstGeom>
          <a:noFill/>
          <a:ln w="15875">
            <a:solidFill>
              <a:srgbClr val="D87932">
                <a:alpha val="76000"/>
              </a:srgbClr>
            </a:solidFill>
            <a:prstDash val="dot"/>
            <a:headEnd type="none"/>
            <a:tailEnd type="none"/>
          </a:ln>
        </p:spPr>
      </p:sp>
      <p:sp>
        <p:nvSpPr>
          <p:cNvPr id="1379" name="Shape 1377"/>
          <p:cNvSpPr/>
          <p:nvPr/>
        </p:nvSpPr>
        <p:spPr>
          <a:xfrm>
            <a:off x="2835859" y="3107588"/>
            <a:ext cx="0" cy="26811"/>
          </a:xfrm>
          <a:prstGeom prst="line">
            <a:avLst/>
          </a:prstGeom>
          <a:noFill/>
          <a:ln w="15875">
            <a:solidFill>
              <a:srgbClr val="D87932">
                <a:alpha val="76000"/>
              </a:srgbClr>
            </a:solidFill>
            <a:prstDash val="dot"/>
            <a:headEnd type="none"/>
            <a:tailEnd type="none"/>
          </a:ln>
        </p:spPr>
      </p:sp>
      <p:sp>
        <p:nvSpPr>
          <p:cNvPr id="1380" name="Shape 1378"/>
          <p:cNvSpPr/>
          <p:nvPr/>
        </p:nvSpPr>
        <p:spPr>
          <a:xfrm>
            <a:off x="2835859" y="3131656"/>
            <a:ext cx="127406" cy="0"/>
          </a:xfrm>
          <a:prstGeom prst="line">
            <a:avLst/>
          </a:prstGeom>
          <a:noFill/>
          <a:ln w="15875">
            <a:solidFill>
              <a:srgbClr val="D87932">
                <a:alpha val="76000"/>
              </a:srgbClr>
            </a:solidFill>
            <a:prstDash val="dot"/>
            <a:headEnd type="none"/>
            <a:tailEnd type="none"/>
          </a:ln>
        </p:spPr>
      </p:sp>
      <p:sp>
        <p:nvSpPr>
          <p:cNvPr id="1381" name="Shape 1379"/>
          <p:cNvSpPr/>
          <p:nvPr/>
        </p:nvSpPr>
        <p:spPr>
          <a:xfrm>
            <a:off x="2960522" y="3056731"/>
            <a:ext cx="0" cy="77668"/>
          </a:xfrm>
          <a:prstGeom prst="line">
            <a:avLst/>
          </a:prstGeom>
          <a:noFill/>
          <a:ln w="15875">
            <a:solidFill>
              <a:srgbClr val="D87932">
                <a:alpha val="76000"/>
              </a:srgbClr>
            </a:solidFill>
            <a:prstDash val="dot"/>
            <a:headEnd type="none"/>
            <a:tailEnd type="none"/>
          </a:ln>
        </p:spPr>
      </p:sp>
      <p:sp>
        <p:nvSpPr>
          <p:cNvPr id="1382" name="Shape 1380"/>
          <p:cNvSpPr/>
          <p:nvPr/>
        </p:nvSpPr>
        <p:spPr>
          <a:xfrm>
            <a:off x="2960522" y="3059475"/>
            <a:ext cx="127407" cy="0"/>
          </a:xfrm>
          <a:prstGeom prst="line">
            <a:avLst/>
          </a:prstGeom>
          <a:noFill/>
          <a:ln w="15875">
            <a:solidFill>
              <a:srgbClr val="D87932">
                <a:alpha val="76000"/>
              </a:srgbClr>
            </a:solidFill>
            <a:prstDash val="dot"/>
            <a:headEnd type="none"/>
            <a:tailEnd type="none"/>
          </a:ln>
        </p:spPr>
      </p:sp>
      <p:sp>
        <p:nvSpPr>
          <p:cNvPr id="1383" name="Shape 1381"/>
          <p:cNvSpPr/>
          <p:nvPr/>
        </p:nvSpPr>
        <p:spPr>
          <a:xfrm>
            <a:off x="3085186" y="3056731"/>
            <a:ext cx="0" cy="18796"/>
          </a:xfrm>
          <a:prstGeom prst="line">
            <a:avLst/>
          </a:prstGeom>
          <a:noFill/>
          <a:ln w="15875">
            <a:solidFill>
              <a:srgbClr val="D87932">
                <a:alpha val="76000"/>
              </a:srgbClr>
            </a:solidFill>
            <a:prstDash val="dot"/>
            <a:headEnd type="none"/>
            <a:tailEnd type="none"/>
          </a:ln>
        </p:spPr>
      </p:sp>
      <p:sp>
        <p:nvSpPr>
          <p:cNvPr id="1384" name="Shape 1382"/>
          <p:cNvSpPr/>
          <p:nvPr/>
        </p:nvSpPr>
        <p:spPr>
          <a:xfrm>
            <a:off x="3085186" y="3072784"/>
            <a:ext cx="127407" cy="0"/>
          </a:xfrm>
          <a:prstGeom prst="line">
            <a:avLst/>
          </a:prstGeom>
          <a:noFill/>
          <a:ln w="15875">
            <a:solidFill>
              <a:srgbClr val="D87932">
                <a:alpha val="76000"/>
              </a:srgbClr>
            </a:solidFill>
            <a:prstDash val="dot"/>
            <a:headEnd type="none"/>
            <a:tailEnd type="none"/>
          </a:ln>
        </p:spPr>
      </p:sp>
      <p:sp>
        <p:nvSpPr>
          <p:cNvPr id="1385" name="Shape 1383"/>
          <p:cNvSpPr/>
          <p:nvPr/>
        </p:nvSpPr>
        <p:spPr>
          <a:xfrm>
            <a:off x="3209849" y="3070041"/>
            <a:ext cx="0" cy="8353"/>
          </a:xfrm>
          <a:prstGeom prst="line">
            <a:avLst/>
          </a:prstGeom>
          <a:noFill/>
          <a:ln w="15875">
            <a:solidFill>
              <a:srgbClr val="D87932">
                <a:alpha val="76000"/>
              </a:srgbClr>
            </a:solidFill>
            <a:prstDash val="dot"/>
            <a:headEnd type="none"/>
            <a:tailEnd type="none"/>
          </a:ln>
        </p:spPr>
      </p:sp>
      <p:sp>
        <p:nvSpPr>
          <p:cNvPr id="1386" name="Shape 1384"/>
          <p:cNvSpPr/>
          <p:nvPr/>
        </p:nvSpPr>
        <p:spPr>
          <a:xfrm>
            <a:off x="3209849" y="3075651"/>
            <a:ext cx="127406" cy="0"/>
          </a:xfrm>
          <a:prstGeom prst="line">
            <a:avLst/>
          </a:prstGeom>
          <a:noFill/>
          <a:ln w="15875">
            <a:solidFill>
              <a:srgbClr val="D87932">
                <a:alpha val="76000"/>
              </a:srgbClr>
            </a:solidFill>
            <a:prstDash val="dot"/>
            <a:headEnd type="none"/>
            <a:tailEnd type="none"/>
          </a:ln>
        </p:spPr>
      </p:sp>
      <p:sp>
        <p:nvSpPr>
          <p:cNvPr id="1387" name="Shape 1385"/>
          <p:cNvSpPr/>
          <p:nvPr/>
        </p:nvSpPr>
        <p:spPr>
          <a:xfrm>
            <a:off x="3334512" y="3020628"/>
            <a:ext cx="0" cy="57766"/>
          </a:xfrm>
          <a:prstGeom prst="line">
            <a:avLst/>
          </a:prstGeom>
          <a:noFill/>
          <a:ln w="15875">
            <a:solidFill>
              <a:srgbClr val="D87932">
                <a:alpha val="76000"/>
              </a:srgbClr>
            </a:solidFill>
            <a:prstDash val="dot"/>
            <a:headEnd type="none"/>
            <a:tailEnd type="none"/>
          </a:ln>
        </p:spPr>
      </p:sp>
      <p:sp>
        <p:nvSpPr>
          <p:cNvPr id="1388" name="Shape 1386"/>
          <p:cNvSpPr/>
          <p:nvPr/>
        </p:nvSpPr>
        <p:spPr>
          <a:xfrm>
            <a:off x="3334512" y="3023371"/>
            <a:ext cx="127407" cy="0"/>
          </a:xfrm>
          <a:prstGeom prst="line">
            <a:avLst/>
          </a:prstGeom>
          <a:noFill/>
          <a:ln w="15875">
            <a:solidFill>
              <a:srgbClr val="D87932">
                <a:alpha val="76000"/>
              </a:srgbClr>
            </a:solidFill>
            <a:prstDash val="dot"/>
            <a:headEnd type="none"/>
            <a:tailEnd type="none"/>
          </a:ln>
        </p:spPr>
      </p:sp>
      <p:sp>
        <p:nvSpPr>
          <p:cNvPr id="1389" name="Shape 1387"/>
          <p:cNvSpPr/>
          <p:nvPr/>
        </p:nvSpPr>
        <p:spPr>
          <a:xfrm>
            <a:off x="3459175" y="2994576"/>
            <a:ext cx="0" cy="31539"/>
          </a:xfrm>
          <a:prstGeom prst="line">
            <a:avLst/>
          </a:prstGeom>
          <a:noFill/>
          <a:ln w="15875">
            <a:solidFill>
              <a:srgbClr val="D87932">
                <a:alpha val="76000"/>
              </a:srgbClr>
            </a:solidFill>
            <a:prstDash val="dot"/>
            <a:headEnd type="none"/>
            <a:tailEnd type="none"/>
          </a:ln>
        </p:spPr>
      </p:sp>
      <p:sp>
        <p:nvSpPr>
          <p:cNvPr id="1390" name="Shape 1388"/>
          <p:cNvSpPr/>
          <p:nvPr/>
        </p:nvSpPr>
        <p:spPr>
          <a:xfrm>
            <a:off x="3459175" y="2997319"/>
            <a:ext cx="127407" cy="0"/>
          </a:xfrm>
          <a:prstGeom prst="line">
            <a:avLst/>
          </a:prstGeom>
          <a:noFill/>
          <a:ln w="15875">
            <a:solidFill>
              <a:srgbClr val="D87932">
                <a:alpha val="76000"/>
              </a:srgbClr>
            </a:solidFill>
            <a:prstDash val="dot"/>
            <a:headEnd type="none"/>
            <a:tailEnd type="none"/>
          </a:ln>
        </p:spPr>
      </p:sp>
      <p:sp>
        <p:nvSpPr>
          <p:cNvPr id="1391" name="Shape 1389"/>
          <p:cNvSpPr/>
          <p:nvPr/>
        </p:nvSpPr>
        <p:spPr>
          <a:xfrm>
            <a:off x="3583839" y="2970566"/>
            <a:ext cx="0" cy="29496"/>
          </a:xfrm>
          <a:prstGeom prst="line">
            <a:avLst/>
          </a:prstGeom>
          <a:noFill/>
          <a:ln w="15875">
            <a:solidFill>
              <a:srgbClr val="D87932">
                <a:alpha val="76000"/>
              </a:srgbClr>
            </a:solidFill>
            <a:prstDash val="dot"/>
            <a:headEnd type="none"/>
            <a:tailEnd type="none"/>
          </a:ln>
        </p:spPr>
      </p:sp>
      <p:sp>
        <p:nvSpPr>
          <p:cNvPr id="1392" name="Shape 1390"/>
          <p:cNvSpPr/>
          <p:nvPr/>
        </p:nvSpPr>
        <p:spPr>
          <a:xfrm>
            <a:off x="3583839" y="2973309"/>
            <a:ext cx="127406" cy="0"/>
          </a:xfrm>
          <a:prstGeom prst="line">
            <a:avLst/>
          </a:prstGeom>
          <a:noFill/>
          <a:ln w="15875">
            <a:solidFill>
              <a:srgbClr val="D87932">
                <a:alpha val="76000"/>
              </a:srgbClr>
            </a:solidFill>
            <a:prstDash val="dot"/>
            <a:headEnd type="none"/>
            <a:tailEnd type="none"/>
          </a:ln>
        </p:spPr>
      </p:sp>
      <p:sp>
        <p:nvSpPr>
          <p:cNvPr id="1393" name="Shape 1391"/>
          <p:cNvSpPr/>
          <p:nvPr/>
        </p:nvSpPr>
        <p:spPr>
          <a:xfrm>
            <a:off x="3708501" y="2917711"/>
            <a:ext cx="0" cy="58341"/>
          </a:xfrm>
          <a:prstGeom prst="line">
            <a:avLst/>
          </a:prstGeom>
          <a:noFill/>
          <a:ln w="15875">
            <a:solidFill>
              <a:srgbClr val="D87932">
                <a:alpha val="76000"/>
              </a:srgbClr>
            </a:solidFill>
            <a:prstDash val="dot"/>
            <a:headEnd type="none"/>
            <a:tailEnd type="none"/>
          </a:ln>
        </p:spPr>
      </p:sp>
      <p:sp>
        <p:nvSpPr>
          <p:cNvPr id="1394" name="Shape 1392"/>
          <p:cNvSpPr/>
          <p:nvPr/>
        </p:nvSpPr>
        <p:spPr>
          <a:xfrm>
            <a:off x="3708501" y="2920454"/>
            <a:ext cx="127407" cy="0"/>
          </a:xfrm>
          <a:prstGeom prst="line">
            <a:avLst/>
          </a:prstGeom>
          <a:noFill/>
          <a:ln w="15875">
            <a:solidFill>
              <a:srgbClr val="D87932">
                <a:alpha val="76000"/>
              </a:srgbClr>
            </a:solidFill>
            <a:prstDash val="dot"/>
            <a:headEnd type="none"/>
            <a:tailEnd type="none"/>
          </a:ln>
        </p:spPr>
      </p:sp>
      <p:sp>
        <p:nvSpPr>
          <p:cNvPr id="1395" name="Shape 1393"/>
          <p:cNvSpPr/>
          <p:nvPr/>
        </p:nvSpPr>
        <p:spPr>
          <a:xfrm>
            <a:off x="3833165" y="2917711"/>
            <a:ext cx="0" cy="39275"/>
          </a:xfrm>
          <a:prstGeom prst="line">
            <a:avLst/>
          </a:prstGeom>
          <a:noFill/>
          <a:ln w="15875">
            <a:solidFill>
              <a:srgbClr val="D87932">
                <a:alpha val="76000"/>
              </a:srgbClr>
            </a:solidFill>
            <a:prstDash val="dot"/>
            <a:headEnd type="none"/>
            <a:tailEnd type="none"/>
          </a:ln>
        </p:spPr>
      </p:sp>
      <p:sp>
        <p:nvSpPr>
          <p:cNvPr id="1396" name="Shape 1394"/>
          <p:cNvSpPr/>
          <p:nvPr/>
        </p:nvSpPr>
        <p:spPr>
          <a:xfrm>
            <a:off x="3833165" y="2954243"/>
            <a:ext cx="127407" cy="0"/>
          </a:xfrm>
          <a:prstGeom prst="line">
            <a:avLst/>
          </a:prstGeom>
          <a:noFill/>
          <a:ln w="15875">
            <a:solidFill>
              <a:srgbClr val="D87932">
                <a:alpha val="76000"/>
              </a:srgbClr>
            </a:solidFill>
            <a:prstDash val="dot"/>
            <a:headEnd type="none"/>
            <a:tailEnd type="none"/>
          </a:ln>
        </p:spPr>
      </p:sp>
      <p:sp>
        <p:nvSpPr>
          <p:cNvPr id="1397" name="Shape 1395"/>
          <p:cNvSpPr/>
          <p:nvPr/>
        </p:nvSpPr>
        <p:spPr>
          <a:xfrm>
            <a:off x="3957828" y="2949985"/>
            <a:ext cx="0" cy="7001"/>
          </a:xfrm>
          <a:prstGeom prst="line">
            <a:avLst/>
          </a:prstGeom>
          <a:noFill/>
          <a:ln w="15875">
            <a:solidFill>
              <a:srgbClr val="D87932">
                <a:alpha val="76000"/>
              </a:srgbClr>
            </a:solidFill>
            <a:prstDash val="dot"/>
            <a:headEnd type="none"/>
            <a:tailEnd type="none"/>
          </a:ln>
        </p:spPr>
      </p:sp>
      <p:sp>
        <p:nvSpPr>
          <p:cNvPr id="1398" name="Shape 1396"/>
          <p:cNvSpPr/>
          <p:nvPr/>
        </p:nvSpPr>
        <p:spPr>
          <a:xfrm>
            <a:off x="3957828" y="2952728"/>
            <a:ext cx="127406" cy="0"/>
          </a:xfrm>
          <a:prstGeom prst="line">
            <a:avLst/>
          </a:prstGeom>
          <a:noFill/>
          <a:ln w="15875">
            <a:solidFill>
              <a:srgbClr val="D87932">
                <a:alpha val="76000"/>
              </a:srgbClr>
            </a:solidFill>
            <a:prstDash val="dot"/>
            <a:headEnd type="none"/>
            <a:tailEnd type="none"/>
          </a:ln>
        </p:spPr>
      </p:sp>
      <p:sp>
        <p:nvSpPr>
          <p:cNvPr id="1399" name="Shape 1397"/>
          <p:cNvSpPr/>
          <p:nvPr/>
        </p:nvSpPr>
        <p:spPr>
          <a:xfrm>
            <a:off x="4082491" y="2911673"/>
            <a:ext cx="0" cy="43799"/>
          </a:xfrm>
          <a:prstGeom prst="line">
            <a:avLst/>
          </a:prstGeom>
          <a:noFill/>
          <a:ln w="15875">
            <a:solidFill>
              <a:srgbClr val="D87932">
                <a:alpha val="76000"/>
              </a:srgbClr>
            </a:solidFill>
            <a:prstDash val="dot"/>
            <a:headEnd type="none"/>
            <a:tailEnd type="none"/>
          </a:ln>
        </p:spPr>
      </p:sp>
      <p:sp>
        <p:nvSpPr>
          <p:cNvPr id="1400" name="Shape 1398"/>
          <p:cNvSpPr/>
          <p:nvPr/>
        </p:nvSpPr>
        <p:spPr>
          <a:xfrm>
            <a:off x="4082491" y="2914416"/>
            <a:ext cx="127407" cy="0"/>
          </a:xfrm>
          <a:prstGeom prst="line">
            <a:avLst/>
          </a:prstGeom>
          <a:noFill/>
          <a:ln w="15875">
            <a:solidFill>
              <a:srgbClr val="D87932">
                <a:alpha val="76000"/>
              </a:srgbClr>
            </a:solidFill>
            <a:prstDash val="dot"/>
            <a:headEnd type="none"/>
            <a:tailEnd type="none"/>
          </a:ln>
        </p:spPr>
      </p:sp>
      <p:sp>
        <p:nvSpPr>
          <p:cNvPr id="1401" name="Shape 1399"/>
          <p:cNvSpPr/>
          <p:nvPr/>
        </p:nvSpPr>
        <p:spPr>
          <a:xfrm>
            <a:off x="4207154" y="2870222"/>
            <a:ext cx="0" cy="46938"/>
          </a:xfrm>
          <a:prstGeom prst="line">
            <a:avLst/>
          </a:prstGeom>
          <a:noFill/>
          <a:ln w="15875">
            <a:solidFill>
              <a:srgbClr val="D87932">
                <a:alpha val="76000"/>
              </a:srgbClr>
            </a:solidFill>
            <a:prstDash val="dot"/>
            <a:headEnd type="none"/>
            <a:tailEnd type="none"/>
          </a:ln>
        </p:spPr>
      </p:sp>
      <p:sp>
        <p:nvSpPr>
          <p:cNvPr id="1402" name="Shape 1400"/>
          <p:cNvSpPr/>
          <p:nvPr/>
        </p:nvSpPr>
        <p:spPr>
          <a:xfrm>
            <a:off x="4207154" y="2872965"/>
            <a:ext cx="127407" cy="0"/>
          </a:xfrm>
          <a:prstGeom prst="line">
            <a:avLst/>
          </a:prstGeom>
          <a:noFill/>
          <a:ln w="15875">
            <a:solidFill>
              <a:srgbClr val="D87932">
                <a:alpha val="76000"/>
              </a:srgbClr>
            </a:solidFill>
            <a:prstDash val="dot"/>
            <a:headEnd type="none"/>
            <a:tailEnd type="none"/>
          </a:ln>
        </p:spPr>
      </p:sp>
      <p:sp>
        <p:nvSpPr>
          <p:cNvPr id="1403" name="Shape 1401"/>
          <p:cNvSpPr/>
          <p:nvPr/>
        </p:nvSpPr>
        <p:spPr>
          <a:xfrm>
            <a:off x="4331818" y="2792043"/>
            <a:ext cx="0" cy="83665"/>
          </a:xfrm>
          <a:prstGeom prst="line">
            <a:avLst/>
          </a:prstGeom>
          <a:noFill/>
          <a:ln w="15875">
            <a:solidFill>
              <a:srgbClr val="D87932">
                <a:alpha val="76000"/>
              </a:srgbClr>
            </a:solidFill>
            <a:prstDash val="dot"/>
            <a:headEnd type="none"/>
            <a:tailEnd type="none"/>
          </a:ln>
        </p:spPr>
      </p:sp>
      <p:sp>
        <p:nvSpPr>
          <p:cNvPr id="1404" name="Shape 1402"/>
          <p:cNvSpPr/>
          <p:nvPr/>
        </p:nvSpPr>
        <p:spPr>
          <a:xfrm>
            <a:off x="4331818" y="2794786"/>
            <a:ext cx="127406" cy="0"/>
          </a:xfrm>
          <a:prstGeom prst="line">
            <a:avLst/>
          </a:prstGeom>
          <a:noFill/>
          <a:ln w="15875">
            <a:solidFill>
              <a:srgbClr val="D87932">
                <a:alpha val="76000"/>
              </a:srgbClr>
            </a:solidFill>
            <a:prstDash val="dot"/>
            <a:headEnd type="none"/>
            <a:tailEnd type="none"/>
          </a:ln>
        </p:spPr>
      </p:sp>
      <p:sp>
        <p:nvSpPr>
          <p:cNvPr id="1405" name="Shape 1403"/>
          <p:cNvSpPr/>
          <p:nvPr/>
        </p:nvSpPr>
        <p:spPr>
          <a:xfrm>
            <a:off x="4456481" y="2772645"/>
            <a:ext cx="0" cy="24884"/>
          </a:xfrm>
          <a:prstGeom prst="line">
            <a:avLst/>
          </a:prstGeom>
          <a:noFill/>
          <a:ln w="15875">
            <a:solidFill>
              <a:srgbClr val="D87932">
                <a:alpha val="76000"/>
              </a:srgbClr>
            </a:solidFill>
            <a:prstDash val="dot"/>
            <a:headEnd type="none"/>
            <a:tailEnd type="none"/>
          </a:ln>
        </p:spPr>
      </p:sp>
      <p:sp>
        <p:nvSpPr>
          <p:cNvPr id="1406" name="Shape 1404"/>
          <p:cNvSpPr/>
          <p:nvPr/>
        </p:nvSpPr>
        <p:spPr>
          <a:xfrm>
            <a:off x="4456481" y="2775388"/>
            <a:ext cx="127407" cy="0"/>
          </a:xfrm>
          <a:prstGeom prst="line">
            <a:avLst/>
          </a:prstGeom>
          <a:noFill/>
          <a:ln w="15875">
            <a:solidFill>
              <a:srgbClr val="D87932">
                <a:alpha val="76000"/>
              </a:srgbClr>
            </a:solidFill>
            <a:prstDash val="dot"/>
            <a:headEnd type="none"/>
            <a:tailEnd type="none"/>
          </a:ln>
        </p:spPr>
      </p:sp>
      <p:sp>
        <p:nvSpPr>
          <p:cNvPr id="1407" name="Shape 1405"/>
          <p:cNvSpPr/>
          <p:nvPr/>
        </p:nvSpPr>
        <p:spPr>
          <a:xfrm>
            <a:off x="4581144" y="2761925"/>
            <a:ext cx="0" cy="16206"/>
          </a:xfrm>
          <a:prstGeom prst="line">
            <a:avLst/>
          </a:prstGeom>
          <a:noFill/>
          <a:ln w="15875">
            <a:solidFill>
              <a:srgbClr val="D87932">
                <a:alpha val="76000"/>
              </a:srgbClr>
            </a:solidFill>
            <a:prstDash val="dot"/>
            <a:headEnd type="none"/>
            <a:tailEnd type="none"/>
          </a:ln>
        </p:spPr>
      </p:sp>
      <p:sp>
        <p:nvSpPr>
          <p:cNvPr id="1408" name="Shape 1406"/>
          <p:cNvSpPr/>
          <p:nvPr/>
        </p:nvSpPr>
        <p:spPr>
          <a:xfrm>
            <a:off x="4581144" y="2764669"/>
            <a:ext cx="127407" cy="0"/>
          </a:xfrm>
          <a:prstGeom prst="line">
            <a:avLst/>
          </a:prstGeom>
          <a:noFill/>
          <a:ln w="15875">
            <a:solidFill>
              <a:srgbClr val="D87932">
                <a:alpha val="76000"/>
              </a:srgbClr>
            </a:solidFill>
            <a:prstDash val="dot"/>
            <a:headEnd type="none"/>
            <a:tailEnd type="none"/>
          </a:ln>
        </p:spPr>
      </p:sp>
      <p:sp>
        <p:nvSpPr>
          <p:cNvPr id="1409" name="Shape 1407"/>
          <p:cNvSpPr/>
          <p:nvPr/>
        </p:nvSpPr>
        <p:spPr>
          <a:xfrm>
            <a:off x="4705807" y="2761925"/>
            <a:ext cx="0" cy="70155"/>
          </a:xfrm>
          <a:prstGeom prst="line">
            <a:avLst/>
          </a:prstGeom>
          <a:noFill/>
          <a:ln w="15875">
            <a:solidFill>
              <a:srgbClr val="D87932">
                <a:alpha val="76000"/>
              </a:srgbClr>
            </a:solidFill>
            <a:prstDash val="dot"/>
            <a:headEnd type="none"/>
            <a:tailEnd type="none"/>
          </a:ln>
        </p:spPr>
      </p:sp>
      <p:sp>
        <p:nvSpPr>
          <p:cNvPr id="1410" name="Shape 1408"/>
          <p:cNvSpPr/>
          <p:nvPr/>
        </p:nvSpPr>
        <p:spPr>
          <a:xfrm>
            <a:off x="4705807" y="2829338"/>
            <a:ext cx="127406" cy="0"/>
          </a:xfrm>
          <a:prstGeom prst="line">
            <a:avLst/>
          </a:prstGeom>
          <a:noFill/>
          <a:ln w="15875">
            <a:solidFill>
              <a:srgbClr val="D87932">
                <a:alpha val="76000"/>
              </a:srgbClr>
            </a:solidFill>
            <a:prstDash val="dot"/>
            <a:headEnd type="none"/>
            <a:tailEnd type="none"/>
          </a:ln>
        </p:spPr>
      </p:sp>
      <p:sp>
        <p:nvSpPr>
          <p:cNvPr id="1411" name="Shape 1409"/>
          <p:cNvSpPr/>
          <p:nvPr/>
        </p:nvSpPr>
        <p:spPr>
          <a:xfrm>
            <a:off x="4830470" y="2826594"/>
            <a:ext cx="0" cy="105571"/>
          </a:xfrm>
          <a:prstGeom prst="line">
            <a:avLst/>
          </a:prstGeom>
          <a:noFill/>
          <a:ln w="15875">
            <a:solidFill>
              <a:srgbClr val="D87932">
                <a:alpha val="76000"/>
              </a:srgbClr>
            </a:solidFill>
            <a:prstDash val="dot"/>
            <a:headEnd type="none"/>
            <a:tailEnd type="none"/>
          </a:ln>
        </p:spPr>
      </p:sp>
      <p:sp>
        <p:nvSpPr>
          <p:cNvPr id="1412" name="Shape 1410"/>
          <p:cNvSpPr/>
          <p:nvPr/>
        </p:nvSpPr>
        <p:spPr>
          <a:xfrm>
            <a:off x="4830470" y="2929422"/>
            <a:ext cx="127407" cy="0"/>
          </a:xfrm>
          <a:prstGeom prst="line">
            <a:avLst/>
          </a:prstGeom>
          <a:noFill/>
          <a:ln w="15875">
            <a:solidFill>
              <a:srgbClr val="D87932">
                <a:alpha val="76000"/>
              </a:srgbClr>
            </a:solidFill>
            <a:prstDash val="dot"/>
            <a:headEnd type="none"/>
            <a:tailEnd type="none"/>
          </a:ln>
        </p:spPr>
      </p:sp>
      <p:sp>
        <p:nvSpPr>
          <p:cNvPr id="1413" name="Shape 1411"/>
          <p:cNvSpPr/>
          <p:nvPr/>
        </p:nvSpPr>
        <p:spPr>
          <a:xfrm>
            <a:off x="4955134" y="2905725"/>
            <a:ext cx="0" cy="26440"/>
          </a:xfrm>
          <a:prstGeom prst="line">
            <a:avLst/>
          </a:prstGeom>
          <a:noFill/>
          <a:ln w="15875">
            <a:solidFill>
              <a:srgbClr val="D87932">
                <a:alpha val="76000"/>
              </a:srgbClr>
            </a:solidFill>
            <a:prstDash val="dot"/>
            <a:headEnd type="none"/>
            <a:tailEnd type="none"/>
          </a:ln>
        </p:spPr>
      </p:sp>
      <p:sp>
        <p:nvSpPr>
          <p:cNvPr id="1414" name="Shape 1412"/>
          <p:cNvSpPr/>
          <p:nvPr/>
        </p:nvSpPr>
        <p:spPr>
          <a:xfrm>
            <a:off x="4955134" y="2908469"/>
            <a:ext cx="127407" cy="0"/>
          </a:xfrm>
          <a:prstGeom prst="line">
            <a:avLst/>
          </a:prstGeom>
          <a:noFill/>
          <a:ln w="15875">
            <a:solidFill>
              <a:srgbClr val="D87932">
                <a:alpha val="76000"/>
              </a:srgbClr>
            </a:solidFill>
            <a:prstDash val="dot"/>
            <a:headEnd type="none"/>
            <a:tailEnd type="none"/>
          </a:ln>
        </p:spPr>
      </p:sp>
      <p:sp>
        <p:nvSpPr>
          <p:cNvPr id="1415" name="Shape 1413"/>
          <p:cNvSpPr/>
          <p:nvPr/>
        </p:nvSpPr>
        <p:spPr>
          <a:xfrm>
            <a:off x="5079797" y="2835780"/>
            <a:ext cx="0" cy="75432"/>
          </a:xfrm>
          <a:prstGeom prst="line">
            <a:avLst/>
          </a:prstGeom>
          <a:noFill/>
          <a:ln w="15875">
            <a:solidFill>
              <a:srgbClr val="D87932">
                <a:alpha val="76000"/>
              </a:srgbClr>
            </a:solidFill>
            <a:prstDash val="dot"/>
            <a:headEnd type="none"/>
            <a:tailEnd type="none"/>
          </a:ln>
        </p:spPr>
      </p:sp>
      <p:sp>
        <p:nvSpPr>
          <p:cNvPr id="1416" name="Shape 1414"/>
          <p:cNvSpPr/>
          <p:nvPr/>
        </p:nvSpPr>
        <p:spPr>
          <a:xfrm>
            <a:off x="5079797" y="2838523"/>
            <a:ext cx="127406" cy="0"/>
          </a:xfrm>
          <a:prstGeom prst="line">
            <a:avLst/>
          </a:prstGeom>
          <a:noFill/>
          <a:ln w="15875">
            <a:solidFill>
              <a:srgbClr val="D87932">
                <a:alpha val="76000"/>
              </a:srgbClr>
            </a:solidFill>
            <a:prstDash val="dot"/>
            <a:headEnd type="none"/>
            <a:tailEnd type="none"/>
          </a:ln>
        </p:spPr>
      </p:sp>
      <p:sp>
        <p:nvSpPr>
          <p:cNvPr id="1417" name="Shape 1415"/>
          <p:cNvSpPr/>
          <p:nvPr/>
        </p:nvSpPr>
        <p:spPr>
          <a:xfrm>
            <a:off x="5204460" y="2783279"/>
            <a:ext cx="0" cy="57987"/>
          </a:xfrm>
          <a:prstGeom prst="line">
            <a:avLst/>
          </a:prstGeom>
          <a:noFill/>
          <a:ln w="15875">
            <a:solidFill>
              <a:srgbClr val="D87932">
                <a:alpha val="76000"/>
              </a:srgbClr>
            </a:solidFill>
            <a:prstDash val="dot"/>
            <a:headEnd type="none"/>
            <a:tailEnd type="none"/>
          </a:ln>
        </p:spPr>
      </p:sp>
      <p:sp>
        <p:nvSpPr>
          <p:cNvPr id="1418" name="Shape 1416"/>
          <p:cNvSpPr/>
          <p:nvPr/>
        </p:nvSpPr>
        <p:spPr>
          <a:xfrm>
            <a:off x="5204460" y="2786022"/>
            <a:ext cx="127407" cy="0"/>
          </a:xfrm>
          <a:prstGeom prst="line">
            <a:avLst/>
          </a:prstGeom>
          <a:noFill/>
          <a:ln w="15875">
            <a:solidFill>
              <a:srgbClr val="D87932">
                <a:alpha val="76000"/>
              </a:srgbClr>
            </a:solidFill>
            <a:prstDash val="dot"/>
            <a:headEnd type="none"/>
            <a:tailEnd type="none"/>
          </a:ln>
        </p:spPr>
      </p:sp>
      <p:sp>
        <p:nvSpPr>
          <p:cNvPr id="1419" name="Shape 1417"/>
          <p:cNvSpPr/>
          <p:nvPr/>
        </p:nvSpPr>
        <p:spPr>
          <a:xfrm>
            <a:off x="5329123" y="2648518"/>
            <a:ext cx="0" cy="140248"/>
          </a:xfrm>
          <a:prstGeom prst="line">
            <a:avLst/>
          </a:prstGeom>
          <a:noFill/>
          <a:ln w="15875">
            <a:solidFill>
              <a:srgbClr val="D87932">
                <a:alpha val="76000"/>
              </a:srgbClr>
            </a:solidFill>
            <a:prstDash val="dot"/>
            <a:headEnd type="none"/>
            <a:tailEnd type="none"/>
          </a:ln>
        </p:spPr>
      </p:sp>
      <p:sp>
        <p:nvSpPr>
          <p:cNvPr id="1420" name="Shape 1418"/>
          <p:cNvSpPr/>
          <p:nvPr/>
        </p:nvSpPr>
        <p:spPr>
          <a:xfrm>
            <a:off x="5329123" y="2651261"/>
            <a:ext cx="127407" cy="0"/>
          </a:xfrm>
          <a:prstGeom prst="line">
            <a:avLst/>
          </a:prstGeom>
          <a:noFill/>
          <a:ln w="15875">
            <a:solidFill>
              <a:srgbClr val="D87932">
                <a:alpha val="76000"/>
              </a:srgbClr>
            </a:solidFill>
            <a:prstDash val="dot"/>
            <a:headEnd type="none"/>
            <a:tailEnd type="none"/>
          </a:ln>
        </p:spPr>
      </p:sp>
      <p:sp>
        <p:nvSpPr>
          <p:cNvPr id="1421" name="Shape 1419"/>
          <p:cNvSpPr/>
          <p:nvPr/>
        </p:nvSpPr>
        <p:spPr>
          <a:xfrm>
            <a:off x="5453787" y="2459671"/>
            <a:ext cx="0" cy="194333"/>
          </a:xfrm>
          <a:prstGeom prst="line">
            <a:avLst/>
          </a:prstGeom>
          <a:noFill/>
          <a:ln w="15875">
            <a:solidFill>
              <a:srgbClr val="D87932">
                <a:alpha val="76000"/>
              </a:srgbClr>
            </a:solidFill>
            <a:prstDash val="dot"/>
            <a:headEnd type="none"/>
            <a:tailEnd type="none"/>
          </a:ln>
        </p:spPr>
      </p:sp>
      <p:sp>
        <p:nvSpPr>
          <p:cNvPr id="1422" name="Shape 1420"/>
          <p:cNvSpPr/>
          <p:nvPr/>
        </p:nvSpPr>
        <p:spPr>
          <a:xfrm>
            <a:off x="5453787" y="2462414"/>
            <a:ext cx="127406" cy="0"/>
          </a:xfrm>
          <a:prstGeom prst="line">
            <a:avLst/>
          </a:prstGeom>
          <a:noFill/>
          <a:ln w="15875">
            <a:solidFill>
              <a:srgbClr val="D87932">
                <a:alpha val="76000"/>
              </a:srgbClr>
            </a:solidFill>
            <a:prstDash val="dot"/>
            <a:headEnd type="none"/>
            <a:tailEnd type="none"/>
          </a:ln>
        </p:spPr>
      </p:sp>
      <p:sp>
        <p:nvSpPr>
          <p:cNvPr id="1423" name="Shape 1421"/>
          <p:cNvSpPr/>
          <p:nvPr/>
        </p:nvSpPr>
        <p:spPr>
          <a:xfrm>
            <a:off x="5578449" y="2295232"/>
            <a:ext cx="0" cy="169925"/>
          </a:xfrm>
          <a:prstGeom prst="line">
            <a:avLst/>
          </a:prstGeom>
          <a:noFill/>
          <a:ln w="15875">
            <a:solidFill>
              <a:srgbClr val="D87932">
                <a:alpha val="76000"/>
              </a:srgbClr>
            </a:solidFill>
            <a:prstDash val="dot"/>
            <a:headEnd type="none"/>
            <a:tailEnd type="none"/>
          </a:ln>
        </p:spPr>
      </p:sp>
      <p:sp>
        <p:nvSpPr>
          <p:cNvPr id="1424" name="Shape 1422"/>
          <p:cNvSpPr/>
          <p:nvPr/>
        </p:nvSpPr>
        <p:spPr>
          <a:xfrm>
            <a:off x="5578449" y="2297975"/>
            <a:ext cx="127407" cy="0"/>
          </a:xfrm>
          <a:prstGeom prst="line">
            <a:avLst/>
          </a:prstGeom>
          <a:noFill/>
          <a:ln w="15875">
            <a:solidFill>
              <a:srgbClr val="D87932">
                <a:alpha val="76000"/>
              </a:srgbClr>
            </a:solidFill>
            <a:prstDash val="dot"/>
            <a:headEnd type="none"/>
            <a:tailEnd type="none"/>
          </a:ln>
        </p:spPr>
      </p:sp>
      <p:sp>
        <p:nvSpPr>
          <p:cNvPr id="1425" name="Shape 1423"/>
          <p:cNvSpPr/>
          <p:nvPr/>
        </p:nvSpPr>
        <p:spPr>
          <a:xfrm>
            <a:off x="5703113" y="2246369"/>
            <a:ext cx="0" cy="54350"/>
          </a:xfrm>
          <a:prstGeom prst="line">
            <a:avLst/>
          </a:prstGeom>
          <a:noFill/>
          <a:ln w="15875">
            <a:solidFill>
              <a:srgbClr val="D87932">
                <a:alpha val="76000"/>
              </a:srgbClr>
            </a:solidFill>
            <a:prstDash val="dot"/>
            <a:headEnd type="none"/>
            <a:tailEnd type="none"/>
          </a:ln>
        </p:spPr>
      </p:sp>
      <p:sp>
        <p:nvSpPr>
          <p:cNvPr id="1426" name="Shape 1424"/>
          <p:cNvSpPr/>
          <p:nvPr/>
        </p:nvSpPr>
        <p:spPr>
          <a:xfrm>
            <a:off x="5703113" y="2249112"/>
            <a:ext cx="127407" cy="0"/>
          </a:xfrm>
          <a:prstGeom prst="line">
            <a:avLst/>
          </a:prstGeom>
          <a:noFill/>
          <a:ln w="15875">
            <a:solidFill>
              <a:srgbClr val="D87932">
                <a:alpha val="76000"/>
              </a:srgbClr>
            </a:solidFill>
            <a:prstDash val="dot"/>
            <a:headEnd type="none"/>
            <a:tailEnd type="none"/>
          </a:ln>
        </p:spPr>
      </p:sp>
      <p:sp>
        <p:nvSpPr>
          <p:cNvPr id="1427" name="Shape 1425"/>
          <p:cNvSpPr/>
          <p:nvPr/>
        </p:nvSpPr>
        <p:spPr>
          <a:xfrm>
            <a:off x="5827776" y="2246369"/>
            <a:ext cx="0" cy="12136"/>
          </a:xfrm>
          <a:prstGeom prst="line">
            <a:avLst/>
          </a:prstGeom>
          <a:noFill/>
          <a:ln w="15875">
            <a:solidFill>
              <a:srgbClr val="D87932">
                <a:alpha val="76000"/>
              </a:srgbClr>
            </a:solidFill>
            <a:prstDash val="dot"/>
            <a:headEnd type="none"/>
            <a:tailEnd type="none"/>
          </a:ln>
        </p:spPr>
      </p:sp>
      <p:sp>
        <p:nvSpPr>
          <p:cNvPr id="1428" name="Shape 1426"/>
          <p:cNvSpPr/>
          <p:nvPr/>
        </p:nvSpPr>
        <p:spPr>
          <a:xfrm>
            <a:off x="5827776" y="2255762"/>
            <a:ext cx="127406" cy="0"/>
          </a:xfrm>
          <a:prstGeom prst="line">
            <a:avLst/>
          </a:prstGeom>
          <a:noFill/>
          <a:ln w="15875">
            <a:solidFill>
              <a:srgbClr val="D87932">
                <a:alpha val="76000"/>
              </a:srgbClr>
            </a:solidFill>
            <a:prstDash val="dot"/>
            <a:headEnd type="none"/>
            <a:tailEnd type="none"/>
          </a:ln>
        </p:spPr>
      </p:sp>
      <p:sp>
        <p:nvSpPr>
          <p:cNvPr id="1429" name="Shape 1427"/>
          <p:cNvSpPr/>
          <p:nvPr/>
        </p:nvSpPr>
        <p:spPr>
          <a:xfrm>
            <a:off x="5952439" y="2253019"/>
            <a:ext cx="0" cy="104293"/>
          </a:xfrm>
          <a:prstGeom prst="line">
            <a:avLst/>
          </a:prstGeom>
          <a:noFill/>
          <a:ln w="15875">
            <a:solidFill>
              <a:srgbClr val="D87932">
                <a:alpha val="76000"/>
              </a:srgbClr>
            </a:solidFill>
            <a:prstDash val="dot"/>
            <a:headEnd type="none"/>
            <a:tailEnd type="none"/>
          </a:ln>
        </p:spPr>
      </p:sp>
      <p:sp>
        <p:nvSpPr>
          <p:cNvPr id="1430" name="Shape 1428"/>
          <p:cNvSpPr/>
          <p:nvPr/>
        </p:nvSpPr>
        <p:spPr>
          <a:xfrm>
            <a:off x="5952439" y="2354569"/>
            <a:ext cx="127407" cy="0"/>
          </a:xfrm>
          <a:prstGeom prst="line">
            <a:avLst/>
          </a:prstGeom>
          <a:noFill/>
          <a:ln w="15875">
            <a:solidFill>
              <a:srgbClr val="D87932">
                <a:alpha val="76000"/>
              </a:srgbClr>
            </a:solidFill>
            <a:prstDash val="dot"/>
            <a:headEnd type="none"/>
            <a:tailEnd type="none"/>
          </a:ln>
        </p:spPr>
      </p:sp>
      <p:sp>
        <p:nvSpPr>
          <p:cNvPr id="1431" name="Shape 1429"/>
          <p:cNvSpPr/>
          <p:nvPr/>
        </p:nvSpPr>
        <p:spPr>
          <a:xfrm>
            <a:off x="6077102" y="2351826"/>
            <a:ext cx="0" cy="49582"/>
          </a:xfrm>
          <a:prstGeom prst="line">
            <a:avLst/>
          </a:prstGeom>
          <a:noFill/>
          <a:ln w="15875">
            <a:solidFill>
              <a:srgbClr val="D87932">
                <a:alpha val="76000"/>
              </a:srgbClr>
            </a:solidFill>
            <a:prstDash val="dot"/>
            <a:headEnd type="none"/>
            <a:tailEnd type="none"/>
          </a:ln>
        </p:spPr>
      </p:sp>
      <p:sp>
        <p:nvSpPr>
          <p:cNvPr id="1432" name="Shape 1430"/>
          <p:cNvSpPr/>
          <p:nvPr/>
        </p:nvSpPr>
        <p:spPr>
          <a:xfrm>
            <a:off x="6077102" y="2398665"/>
            <a:ext cx="127407" cy="0"/>
          </a:xfrm>
          <a:prstGeom prst="line">
            <a:avLst/>
          </a:prstGeom>
          <a:noFill/>
          <a:ln w="15875">
            <a:solidFill>
              <a:srgbClr val="D87932">
                <a:alpha val="76000"/>
              </a:srgbClr>
            </a:solidFill>
            <a:prstDash val="dot"/>
            <a:headEnd type="none"/>
            <a:tailEnd type="none"/>
          </a:ln>
        </p:spPr>
      </p:sp>
      <p:sp>
        <p:nvSpPr>
          <p:cNvPr id="1433" name="Shape 1431"/>
          <p:cNvSpPr/>
          <p:nvPr/>
        </p:nvSpPr>
        <p:spPr>
          <a:xfrm>
            <a:off x="6201766" y="2395922"/>
            <a:ext cx="0" cy="11658"/>
          </a:xfrm>
          <a:prstGeom prst="line">
            <a:avLst/>
          </a:prstGeom>
          <a:noFill/>
          <a:ln w="15875">
            <a:solidFill>
              <a:srgbClr val="D87932">
                <a:alpha val="76000"/>
              </a:srgbClr>
            </a:solidFill>
            <a:prstDash val="dot"/>
            <a:headEnd type="none"/>
            <a:tailEnd type="none"/>
          </a:ln>
        </p:spPr>
      </p:sp>
      <p:sp>
        <p:nvSpPr>
          <p:cNvPr id="1434" name="Shape 1432"/>
          <p:cNvSpPr/>
          <p:nvPr/>
        </p:nvSpPr>
        <p:spPr>
          <a:xfrm>
            <a:off x="6201766" y="2404836"/>
            <a:ext cx="127406" cy="0"/>
          </a:xfrm>
          <a:prstGeom prst="line">
            <a:avLst/>
          </a:prstGeom>
          <a:noFill/>
          <a:ln w="15875">
            <a:solidFill>
              <a:srgbClr val="D87932">
                <a:alpha val="76000"/>
              </a:srgbClr>
            </a:solidFill>
            <a:prstDash val="dot"/>
            <a:headEnd type="none"/>
            <a:tailEnd type="none"/>
          </a:ln>
        </p:spPr>
      </p:sp>
      <p:sp>
        <p:nvSpPr>
          <p:cNvPr id="1435" name="Shape 1433"/>
          <p:cNvSpPr/>
          <p:nvPr/>
        </p:nvSpPr>
        <p:spPr>
          <a:xfrm>
            <a:off x="6326429" y="2402093"/>
            <a:ext cx="0" cy="70338"/>
          </a:xfrm>
          <a:prstGeom prst="line">
            <a:avLst/>
          </a:prstGeom>
          <a:noFill/>
          <a:ln w="15875">
            <a:solidFill>
              <a:srgbClr val="D87932">
                <a:alpha val="76000"/>
              </a:srgbClr>
            </a:solidFill>
            <a:prstDash val="dot"/>
            <a:headEnd type="none"/>
            <a:tailEnd type="none"/>
          </a:ln>
        </p:spPr>
      </p:sp>
      <p:sp>
        <p:nvSpPr>
          <p:cNvPr id="1436" name="Shape 1434"/>
          <p:cNvSpPr/>
          <p:nvPr/>
        </p:nvSpPr>
        <p:spPr>
          <a:xfrm>
            <a:off x="6326429" y="2469688"/>
            <a:ext cx="127407" cy="0"/>
          </a:xfrm>
          <a:prstGeom prst="line">
            <a:avLst/>
          </a:prstGeom>
          <a:noFill/>
          <a:ln w="15875">
            <a:solidFill>
              <a:srgbClr val="D87932">
                <a:alpha val="76000"/>
              </a:srgbClr>
            </a:solidFill>
            <a:prstDash val="dot"/>
            <a:headEnd type="none"/>
            <a:tailEnd type="none"/>
          </a:ln>
        </p:spPr>
      </p:sp>
      <p:sp>
        <p:nvSpPr>
          <p:cNvPr id="1437" name="Shape 1435"/>
          <p:cNvSpPr/>
          <p:nvPr/>
        </p:nvSpPr>
        <p:spPr>
          <a:xfrm>
            <a:off x="6451092" y="2466945"/>
            <a:ext cx="0" cy="55295"/>
          </a:xfrm>
          <a:prstGeom prst="line">
            <a:avLst/>
          </a:prstGeom>
          <a:noFill/>
          <a:ln w="15875">
            <a:solidFill>
              <a:srgbClr val="D87932">
                <a:alpha val="76000"/>
              </a:srgbClr>
            </a:solidFill>
            <a:prstDash val="dot"/>
            <a:headEnd type="none"/>
            <a:tailEnd type="none"/>
          </a:ln>
        </p:spPr>
      </p:sp>
      <p:sp>
        <p:nvSpPr>
          <p:cNvPr id="1438" name="Shape 1436"/>
          <p:cNvSpPr/>
          <p:nvPr/>
        </p:nvSpPr>
        <p:spPr>
          <a:xfrm>
            <a:off x="6451092" y="2519497"/>
            <a:ext cx="127407" cy="0"/>
          </a:xfrm>
          <a:prstGeom prst="line">
            <a:avLst/>
          </a:prstGeom>
          <a:noFill/>
          <a:ln w="15875">
            <a:solidFill>
              <a:srgbClr val="D87932">
                <a:alpha val="76000"/>
              </a:srgbClr>
            </a:solidFill>
            <a:prstDash val="dot"/>
            <a:headEnd type="none"/>
            <a:tailEnd type="none"/>
          </a:ln>
        </p:spPr>
      </p:sp>
      <p:sp>
        <p:nvSpPr>
          <p:cNvPr id="1439" name="Shape 1437"/>
          <p:cNvSpPr/>
          <p:nvPr/>
        </p:nvSpPr>
        <p:spPr>
          <a:xfrm>
            <a:off x="6575755" y="2516754"/>
            <a:ext cx="0" cy="19311"/>
          </a:xfrm>
          <a:prstGeom prst="line">
            <a:avLst/>
          </a:prstGeom>
          <a:noFill/>
          <a:ln w="15875">
            <a:solidFill>
              <a:srgbClr val="D87932">
                <a:alpha val="76000"/>
              </a:srgbClr>
            </a:solidFill>
            <a:prstDash val="dot"/>
            <a:headEnd type="none"/>
            <a:tailEnd type="none"/>
          </a:ln>
        </p:spPr>
      </p:sp>
      <p:sp>
        <p:nvSpPr>
          <p:cNvPr id="1440" name="Shape 1438"/>
          <p:cNvSpPr/>
          <p:nvPr/>
        </p:nvSpPr>
        <p:spPr>
          <a:xfrm>
            <a:off x="6575755" y="2533322"/>
            <a:ext cx="127406" cy="0"/>
          </a:xfrm>
          <a:prstGeom prst="line">
            <a:avLst/>
          </a:prstGeom>
          <a:noFill/>
          <a:ln w="15875">
            <a:solidFill>
              <a:srgbClr val="D87932">
                <a:alpha val="76000"/>
              </a:srgbClr>
            </a:solidFill>
            <a:prstDash val="dot"/>
            <a:headEnd type="none"/>
            <a:tailEnd type="none"/>
          </a:ln>
        </p:spPr>
      </p:sp>
      <p:sp>
        <p:nvSpPr>
          <p:cNvPr id="1441" name="Shape 1439"/>
          <p:cNvSpPr/>
          <p:nvPr/>
        </p:nvSpPr>
        <p:spPr>
          <a:xfrm>
            <a:off x="6700418" y="2530579"/>
            <a:ext cx="0" cy="75660"/>
          </a:xfrm>
          <a:prstGeom prst="line">
            <a:avLst/>
          </a:prstGeom>
          <a:noFill/>
          <a:ln w="15875">
            <a:solidFill>
              <a:srgbClr val="D87932">
                <a:alpha val="76000"/>
              </a:srgbClr>
            </a:solidFill>
            <a:prstDash val="dot"/>
            <a:headEnd type="none"/>
            <a:tailEnd type="none"/>
          </a:ln>
        </p:spPr>
      </p:sp>
      <p:sp>
        <p:nvSpPr>
          <p:cNvPr id="1442" name="Shape 1440"/>
          <p:cNvSpPr/>
          <p:nvPr/>
        </p:nvSpPr>
        <p:spPr>
          <a:xfrm>
            <a:off x="6700418" y="2603495"/>
            <a:ext cx="127407" cy="0"/>
          </a:xfrm>
          <a:prstGeom prst="line">
            <a:avLst/>
          </a:prstGeom>
          <a:noFill/>
          <a:ln w="15875">
            <a:solidFill>
              <a:srgbClr val="D87932">
                <a:alpha val="76000"/>
              </a:srgbClr>
            </a:solidFill>
            <a:prstDash val="dot"/>
            <a:headEnd type="none"/>
            <a:tailEnd type="none"/>
          </a:ln>
        </p:spPr>
      </p:sp>
      <p:sp>
        <p:nvSpPr>
          <p:cNvPr id="1443" name="Shape 1441"/>
          <p:cNvSpPr/>
          <p:nvPr/>
        </p:nvSpPr>
        <p:spPr>
          <a:xfrm>
            <a:off x="6825082" y="2594093"/>
            <a:ext cx="0" cy="12146"/>
          </a:xfrm>
          <a:prstGeom prst="line">
            <a:avLst/>
          </a:prstGeom>
          <a:noFill/>
          <a:ln w="15875">
            <a:solidFill>
              <a:srgbClr val="D87932">
                <a:alpha val="76000"/>
              </a:srgbClr>
            </a:solidFill>
            <a:prstDash val="dot"/>
            <a:headEnd type="none"/>
            <a:tailEnd type="none"/>
          </a:ln>
        </p:spPr>
      </p:sp>
      <p:sp>
        <p:nvSpPr>
          <p:cNvPr id="1444" name="Shape 1442"/>
          <p:cNvSpPr/>
          <p:nvPr/>
        </p:nvSpPr>
        <p:spPr>
          <a:xfrm>
            <a:off x="6825082" y="2596836"/>
            <a:ext cx="127407" cy="0"/>
          </a:xfrm>
          <a:prstGeom prst="line">
            <a:avLst/>
          </a:prstGeom>
          <a:noFill/>
          <a:ln w="15875">
            <a:solidFill>
              <a:srgbClr val="D87932">
                <a:alpha val="76000"/>
              </a:srgbClr>
            </a:solidFill>
            <a:prstDash val="dot"/>
            <a:headEnd type="none"/>
            <a:tailEnd type="none"/>
          </a:ln>
        </p:spPr>
      </p:sp>
      <p:sp>
        <p:nvSpPr>
          <p:cNvPr id="1445" name="Shape 1443"/>
          <p:cNvSpPr/>
          <p:nvPr/>
        </p:nvSpPr>
        <p:spPr>
          <a:xfrm>
            <a:off x="6949745" y="2558183"/>
            <a:ext cx="0" cy="41396"/>
          </a:xfrm>
          <a:prstGeom prst="line">
            <a:avLst/>
          </a:prstGeom>
          <a:noFill/>
          <a:ln w="15875">
            <a:solidFill>
              <a:srgbClr val="D87932">
                <a:alpha val="76000"/>
              </a:srgbClr>
            </a:solidFill>
            <a:prstDash val="dot"/>
            <a:headEnd type="none"/>
            <a:tailEnd type="none"/>
          </a:ln>
        </p:spPr>
      </p:sp>
      <p:sp>
        <p:nvSpPr>
          <p:cNvPr id="1446" name="Shape 1444"/>
          <p:cNvSpPr/>
          <p:nvPr/>
        </p:nvSpPr>
        <p:spPr>
          <a:xfrm>
            <a:off x="6949745" y="2560926"/>
            <a:ext cx="127406" cy="0"/>
          </a:xfrm>
          <a:prstGeom prst="line">
            <a:avLst/>
          </a:prstGeom>
          <a:noFill/>
          <a:ln w="15875">
            <a:solidFill>
              <a:srgbClr val="D87932">
                <a:alpha val="76000"/>
              </a:srgbClr>
            </a:solidFill>
            <a:prstDash val="dot"/>
            <a:headEnd type="none"/>
            <a:tailEnd type="none"/>
          </a:ln>
        </p:spPr>
      </p:sp>
      <p:sp>
        <p:nvSpPr>
          <p:cNvPr id="1447" name="Shape 1445"/>
          <p:cNvSpPr/>
          <p:nvPr/>
        </p:nvSpPr>
        <p:spPr>
          <a:xfrm>
            <a:off x="7074408" y="2473668"/>
            <a:ext cx="0" cy="90001"/>
          </a:xfrm>
          <a:prstGeom prst="line">
            <a:avLst/>
          </a:prstGeom>
          <a:noFill/>
          <a:ln w="15875">
            <a:solidFill>
              <a:srgbClr val="D87932">
                <a:alpha val="76000"/>
              </a:srgbClr>
            </a:solidFill>
            <a:prstDash val="dot"/>
            <a:headEnd type="none"/>
            <a:tailEnd type="none"/>
          </a:ln>
        </p:spPr>
      </p:sp>
      <p:sp>
        <p:nvSpPr>
          <p:cNvPr id="1448" name="Shape 1446"/>
          <p:cNvSpPr/>
          <p:nvPr/>
        </p:nvSpPr>
        <p:spPr>
          <a:xfrm>
            <a:off x="7074408" y="2476411"/>
            <a:ext cx="127407" cy="0"/>
          </a:xfrm>
          <a:prstGeom prst="line">
            <a:avLst/>
          </a:prstGeom>
          <a:noFill/>
          <a:ln w="15875">
            <a:solidFill>
              <a:srgbClr val="D87932">
                <a:alpha val="76000"/>
              </a:srgbClr>
            </a:solidFill>
            <a:prstDash val="dot"/>
            <a:headEnd type="none"/>
            <a:tailEnd type="none"/>
          </a:ln>
        </p:spPr>
      </p:sp>
      <p:sp>
        <p:nvSpPr>
          <p:cNvPr id="1449" name="Shape 1447"/>
          <p:cNvSpPr/>
          <p:nvPr/>
        </p:nvSpPr>
        <p:spPr>
          <a:xfrm>
            <a:off x="7199071" y="2355823"/>
            <a:ext cx="0" cy="123332"/>
          </a:xfrm>
          <a:prstGeom prst="line">
            <a:avLst/>
          </a:prstGeom>
          <a:noFill/>
          <a:ln w="15875">
            <a:solidFill>
              <a:srgbClr val="D87932">
                <a:alpha val="76000"/>
              </a:srgbClr>
            </a:solidFill>
            <a:prstDash val="dot"/>
            <a:headEnd type="none"/>
            <a:tailEnd type="none"/>
          </a:ln>
        </p:spPr>
      </p:sp>
      <p:sp>
        <p:nvSpPr>
          <p:cNvPr id="1450" name="Shape 1448"/>
          <p:cNvSpPr/>
          <p:nvPr/>
        </p:nvSpPr>
        <p:spPr>
          <a:xfrm>
            <a:off x="7199071" y="2358566"/>
            <a:ext cx="127407" cy="0"/>
          </a:xfrm>
          <a:prstGeom prst="line">
            <a:avLst/>
          </a:prstGeom>
          <a:noFill/>
          <a:ln w="15875">
            <a:solidFill>
              <a:srgbClr val="D87932">
                <a:alpha val="76000"/>
              </a:srgbClr>
            </a:solidFill>
            <a:prstDash val="dot"/>
            <a:headEnd type="none"/>
            <a:tailEnd type="none"/>
          </a:ln>
        </p:spPr>
      </p:sp>
      <p:sp>
        <p:nvSpPr>
          <p:cNvPr id="1451" name="Shape 1449"/>
          <p:cNvSpPr/>
          <p:nvPr/>
        </p:nvSpPr>
        <p:spPr>
          <a:xfrm>
            <a:off x="7323735" y="2310708"/>
            <a:ext cx="0" cy="50601"/>
          </a:xfrm>
          <a:prstGeom prst="line">
            <a:avLst/>
          </a:prstGeom>
          <a:noFill/>
          <a:ln w="15875">
            <a:solidFill>
              <a:srgbClr val="D87932">
                <a:alpha val="76000"/>
              </a:srgbClr>
            </a:solidFill>
            <a:prstDash val="dot"/>
            <a:headEnd type="none"/>
            <a:tailEnd type="none"/>
          </a:ln>
        </p:spPr>
      </p:sp>
      <p:sp>
        <p:nvSpPr>
          <p:cNvPr id="1452" name="Shape 1450"/>
          <p:cNvSpPr/>
          <p:nvPr/>
        </p:nvSpPr>
        <p:spPr>
          <a:xfrm>
            <a:off x="7323735" y="2313452"/>
            <a:ext cx="127406" cy="0"/>
          </a:xfrm>
          <a:prstGeom prst="line">
            <a:avLst/>
          </a:prstGeom>
          <a:noFill/>
          <a:ln w="15875">
            <a:solidFill>
              <a:srgbClr val="D87932">
                <a:alpha val="76000"/>
              </a:srgbClr>
            </a:solidFill>
            <a:prstDash val="dot"/>
            <a:headEnd type="none"/>
            <a:tailEnd type="none"/>
          </a:ln>
        </p:spPr>
      </p:sp>
      <p:sp>
        <p:nvSpPr>
          <p:cNvPr id="1453" name="Shape 1451"/>
          <p:cNvSpPr/>
          <p:nvPr/>
        </p:nvSpPr>
        <p:spPr>
          <a:xfrm>
            <a:off x="7448397" y="2310708"/>
            <a:ext cx="0" cy="112652"/>
          </a:xfrm>
          <a:prstGeom prst="line">
            <a:avLst/>
          </a:prstGeom>
          <a:noFill/>
          <a:ln w="15875">
            <a:solidFill>
              <a:srgbClr val="D87932">
                <a:alpha val="76000"/>
              </a:srgbClr>
            </a:solidFill>
            <a:prstDash val="dot"/>
            <a:headEnd type="none"/>
            <a:tailEnd type="none"/>
          </a:ln>
        </p:spPr>
      </p:sp>
      <p:sp>
        <p:nvSpPr>
          <p:cNvPr id="1454" name="Shape 1452"/>
          <p:cNvSpPr/>
          <p:nvPr/>
        </p:nvSpPr>
        <p:spPr>
          <a:xfrm>
            <a:off x="7448397" y="2420617"/>
            <a:ext cx="127407" cy="0"/>
          </a:xfrm>
          <a:prstGeom prst="line">
            <a:avLst/>
          </a:prstGeom>
          <a:noFill/>
          <a:ln w="15875">
            <a:solidFill>
              <a:srgbClr val="D87932">
                <a:alpha val="76000"/>
              </a:srgbClr>
            </a:solidFill>
            <a:prstDash val="dot"/>
            <a:headEnd type="none"/>
            <a:tailEnd type="none"/>
          </a:ln>
        </p:spPr>
      </p:sp>
      <p:sp>
        <p:nvSpPr>
          <p:cNvPr id="1455" name="Shape 1453"/>
          <p:cNvSpPr/>
          <p:nvPr/>
        </p:nvSpPr>
        <p:spPr>
          <a:xfrm>
            <a:off x="7573061" y="2417874"/>
            <a:ext cx="0" cy="263854"/>
          </a:xfrm>
          <a:prstGeom prst="line">
            <a:avLst/>
          </a:prstGeom>
          <a:noFill/>
          <a:ln w="15875">
            <a:solidFill>
              <a:srgbClr val="D87932">
                <a:alpha val="76000"/>
              </a:srgbClr>
            </a:solidFill>
            <a:prstDash val="dot"/>
            <a:headEnd type="none"/>
            <a:tailEnd type="none"/>
          </a:ln>
        </p:spPr>
      </p:sp>
      <p:sp>
        <p:nvSpPr>
          <p:cNvPr id="1456" name="Shape 1454"/>
          <p:cNvSpPr/>
          <p:nvPr/>
        </p:nvSpPr>
        <p:spPr>
          <a:xfrm>
            <a:off x="7573061" y="2678984"/>
            <a:ext cx="127407" cy="0"/>
          </a:xfrm>
          <a:prstGeom prst="line">
            <a:avLst/>
          </a:prstGeom>
          <a:noFill/>
          <a:ln w="15875">
            <a:solidFill>
              <a:srgbClr val="D87932">
                <a:alpha val="76000"/>
              </a:srgbClr>
            </a:solidFill>
            <a:prstDash val="dot"/>
            <a:headEnd type="none"/>
            <a:tailEnd type="none"/>
          </a:ln>
        </p:spPr>
      </p:sp>
      <p:sp>
        <p:nvSpPr>
          <p:cNvPr id="1457" name="Shape 1455"/>
          <p:cNvSpPr/>
          <p:nvPr/>
        </p:nvSpPr>
        <p:spPr>
          <a:xfrm>
            <a:off x="7697724" y="2676241"/>
            <a:ext cx="0" cy="185476"/>
          </a:xfrm>
          <a:prstGeom prst="line">
            <a:avLst/>
          </a:prstGeom>
          <a:noFill/>
          <a:ln w="15875">
            <a:solidFill>
              <a:srgbClr val="D87932">
                <a:alpha val="76000"/>
              </a:srgbClr>
            </a:solidFill>
            <a:prstDash val="dot"/>
            <a:headEnd type="none"/>
            <a:tailEnd type="none"/>
          </a:ln>
        </p:spPr>
      </p:sp>
      <p:sp>
        <p:nvSpPr>
          <p:cNvPr id="1458" name="Shape 1456"/>
          <p:cNvSpPr/>
          <p:nvPr/>
        </p:nvSpPr>
        <p:spPr>
          <a:xfrm>
            <a:off x="7697724" y="2858973"/>
            <a:ext cx="127406" cy="0"/>
          </a:xfrm>
          <a:prstGeom prst="line">
            <a:avLst/>
          </a:prstGeom>
          <a:noFill/>
          <a:ln w="15875">
            <a:solidFill>
              <a:srgbClr val="D87932">
                <a:alpha val="76000"/>
              </a:srgbClr>
            </a:solidFill>
            <a:prstDash val="dot"/>
            <a:headEnd type="none"/>
            <a:tailEnd type="none"/>
          </a:ln>
        </p:spPr>
      </p:sp>
      <p:sp>
        <p:nvSpPr>
          <p:cNvPr id="1459" name="Shape 1457"/>
          <p:cNvSpPr/>
          <p:nvPr/>
        </p:nvSpPr>
        <p:spPr>
          <a:xfrm>
            <a:off x="7822387" y="2856230"/>
            <a:ext cx="0" cy="67351"/>
          </a:xfrm>
          <a:prstGeom prst="line">
            <a:avLst/>
          </a:prstGeom>
          <a:noFill/>
          <a:ln w="15875">
            <a:solidFill>
              <a:srgbClr val="D87932">
                <a:alpha val="76000"/>
              </a:srgbClr>
            </a:solidFill>
            <a:prstDash val="dot"/>
            <a:headEnd type="none"/>
            <a:tailEnd type="none"/>
          </a:ln>
        </p:spPr>
      </p:sp>
      <p:sp>
        <p:nvSpPr>
          <p:cNvPr id="1460" name="Shape 1458"/>
          <p:cNvSpPr/>
          <p:nvPr/>
        </p:nvSpPr>
        <p:spPr>
          <a:xfrm>
            <a:off x="7822387" y="2920838"/>
            <a:ext cx="127407" cy="0"/>
          </a:xfrm>
          <a:prstGeom prst="line">
            <a:avLst/>
          </a:prstGeom>
          <a:noFill/>
          <a:ln w="15875">
            <a:solidFill>
              <a:srgbClr val="D87932">
                <a:alpha val="76000"/>
              </a:srgbClr>
            </a:solidFill>
            <a:prstDash val="dot"/>
            <a:headEnd type="none"/>
            <a:tailEnd type="none"/>
          </a:ln>
        </p:spPr>
      </p:sp>
      <p:sp>
        <p:nvSpPr>
          <p:cNvPr id="1461" name="Shape 1459"/>
          <p:cNvSpPr/>
          <p:nvPr/>
        </p:nvSpPr>
        <p:spPr>
          <a:xfrm>
            <a:off x="7947050" y="2918095"/>
            <a:ext cx="0" cy="64317"/>
          </a:xfrm>
          <a:prstGeom prst="line">
            <a:avLst/>
          </a:prstGeom>
          <a:noFill/>
          <a:ln w="15875">
            <a:solidFill>
              <a:srgbClr val="D87932">
                <a:alpha val="76000"/>
              </a:srgbClr>
            </a:solidFill>
            <a:prstDash val="dot"/>
            <a:headEnd type="none"/>
            <a:tailEnd type="none"/>
          </a:ln>
        </p:spPr>
      </p:sp>
      <p:sp>
        <p:nvSpPr>
          <p:cNvPr id="1462" name="Shape 1460"/>
          <p:cNvSpPr/>
          <p:nvPr/>
        </p:nvSpPr>
        <p:spPr>
          <a:xfrm>
            <a:off x="7947050" y="2979669"/>
            <a:ext cx="127407" cy="0"/>
          </a:xfrm>
          <a:prstGeom prst="line">
            <a:avLst/>
          </a:prstGeom>
          <a:noFill/>
          <a:ln w="15875">
            <a:solidFill>
              <a:srgbClr val="D87932">
                <a:alpha val="76000"/>
              </a:srgbClr>
            </a:solidFill>
            <a:prstDash val="dot"/>
            <a:headEnd type="none"/>
            <a:tailEnd type="none"/>
          </a:ln>
        </p:spPr>
      </p:sp>
      <p:sp>
        <p:nvSpPr>
          <p:cNvPr id="1463" name="Shape 1461"/>
          <p:cNvSpPr/>
          <p:nvPr/>
        </p:nvSpPr>
        <p:spPr>
          <a:xfrm>
            <a:off x="8071714" y="2961953"/>
            <a:ext cx="0" cy="20460"/>
          </a:xfrm>
          <a:prstGeom prst="line">
            <a:avLst/>
          </a:prstGeom>
          <a:noFill/>
          <a:ln w="15875">
            <a:solidFill>
              <a:srgbClr val="D87932">
                <a:alpha val="76000"/>
              </a:srgbClr>
            </a:solidFill>
            <a:prstDash val="dot"/>
            <a:headEnd type="none"/>
            <a:tailEnd type="none"/>
          </a:ln>
        </p:spPr>
      </p:sp>
      <p:sp>
        <p:nvSpPr>
          <p:cNvPr id="1464" name="Shape 1462"/>
          <p:cNvSpPr/>
          <p:nvPr/>
        </p:nvSpPr>
        <p:spPr>
          <a:xfrm>
            <a:off x="8071714" y="2964696"/>
            <a:ext cx="127406" cy="0"/>
          </a:xfrm>
          <a:prstGeom prst="line">
            <a:avLst/>
          </a:prstGeom>
          <a:noFill/>
          <a:ln w="15875">
            <a:solidFill>
              <a:srgbClr val="D87932">
                <a:alpha val="76000"/>
              </a:srgbClr>
            </a:solidFill>
            <a:prstDash val="dot"/>
            <a:headEnd type="none"/>
            <a:tailEnd type="none"/>
          </a:ln>
        </p:spPr>
      </p:sp>
      <p:sp>
        <p:nvSpPr>
          <p:cNvPr id="1465" name="Shape 1463"/>
          <p:cNvSpPr/>
          <p:nvPr/>
        </p:nvSpPr>
        <p:spPr>
          <a:xfrm>
            <a:off x="8196377" y="2913425"/>
            <a:ext cx="0" cy="54015"/>
          </a:xfrm>
          <a:prstGeom prst="line">
            <a:avLst/>
          </a:prstGeom>
          <a:noFill/>
          <a:ln w="15875">
            <a:solidFill>
              <a:srgbClr val="D87932">
                <a:alpha val="76000"/>
              </a:srgbClr>
            </a:solidFill>
            <a:prstDash val="dot"/>
            <a:headEnd type="none"/>
            <a:tailEnd type="none"/>
          </a:ln>
        </p:spPr>
      </p:sp>
      <p:sp>
        <p:nvSpPr>
          <p:cNvPr id="1466" name="Shape 1464"/>
          <p:cNvSpPr/>
          <p:nvPr/>
        </p:nvSpPr>
        <p:spPr>
          <a:xfrm>
            <a:off x="8196377" y="2916168"/>
            <a:ext cx="127407" cy="0"/>
          </a:xfrm>
          <a:prstGeom prst="line">
            <a:avLst/>
          </a:prstGeom>
          <a:noFill/>
          <a:ln w="15875">
            <a:solidFill>
              <a:srgbClr val="D87932">
                <a:alpha val="76000"/>
              </a:srgbClr>
            </a:solidFill>
            <a:prstDash val="dot"/>
            <a:headEnd type="none"/>
            <a:tailEnd type="none"/>
          </a:ln>
        </p:spPr>
      </p:sp>
      <p:sp>
        <p:nvSpPr>
          <p:cNvPr id="1467" name="Shape 1465"/>
          <p:cNvSpPr/>
          <p:nvPr/>
        </p:nvSpPr>
        <p:spPr>
          <a:xfrm>
            <a:off x="8321040" y="2787843"/>
            <a:ext cx="0" cy="131068"/>
          </a:xfrm>
          <a:prstGeom prst="line">
            <a:avLst/>
          </a:prstGeom>
          <a:noFill/>
          <a:ln w="15875">
            <a:solidFill>
              <a:srgbClr val="D87932">
                <a:alpha val="76000"/>
              </a:srgbClr>
            </a:solidFill>
            <a:prstDash val="dot"/>
            <a:headEnd type="none"/>
            <a:tailEnd type="none"/>
          </a:ln>
        </p:spPr>
      </p:sp>
      <p:sp>
        <p:nvSpPr>
          <p:cNvPr id="1468" name="Shape 1466"/>
          <p:cNvSpPr/>
          <p:nvPr/>
        </p:nvSpPr>
        <p:spPr>
          <a:xfrm>
            <a:off x="841248" y="2322905"/>
            <a:ext cx="127407" cy="0"/>
          </a:xfrm>
          <a:prstGeom prst="line">
            <a:avLst/>
          </a:prstGeom>
          <a:noFill/>
          <a:ln w="15875">
            <a:solidFill>
              <a:srgbClr val="A64E8E">
                <a:alpha val="76000"/>
              </a:srgbClr>
            </a:solidFill>
            <a:prstDash val="dot"/>
            <a:headEnd type="none"/>
            <a:tailEnd type="none"/>
          </a:ln>
        </p:spPr>
      </p:sp>
      <p:sp>
        <p:nvSpPr>
          <p:cNvPr id="1469" name="Shape 1467"/>
          <p:cNvSpPr/>
          <p:nvPr/>
        </p:nvSpPr>
        <p:spPr>
          <a:xfrm>
            <a:off x="965911" y="2320162"/>
            <a:ext cx="0" cy="5486"/>
          </a:xfrm>
          <a:prstGeom prst="line">
            <a:avLst/>
          </a:prstGeom>
          <a:noFill/>
          <a:ln w="15875">
            <a:solidFill>
              <a:srgbClr val="A64E8E">
                <a:alpha val="76000"/>
              </a:srgbClr>
            </a:solidFill>
            <a:prstDash val="dot"/>
            <a:headEnd type="none"/>
            <a:tailEnd type="none"/>
          </a:ln>
        </p:spPr>
      </p:sp>
      <p:sp>
        <p:nvSpPr>
          <p:cNvPr id="1470" name="Shape 1468"/>
          <p:cNvSpPr/>
          <p:nvPr/>
        </p:nvSpPr>
        <p:spPr>
          <a:xfrm>
            <a:off x="965911" y="2322905"/>
            <a:ext cx="127406" cy="0"/>
          </a:xfrm>
          <a:prstGeom prst="line">
            <a:avLst/>
          </a:prstGeom>
          <a:noFill/>
          <a:ln w="15875">
            <a:solidFill>
              <a:srgbClr val="A64E8E">
                <a:alpha val="76000"/>
              </a:srgbClr>
            </a:solidFill>
            <a:prstDash val="dot"/>
            <a:headEnd type="none"/>
            <a:tailEnd type="none"/>
          </a:ln>
        </p:spPr>
      </p:sp>
      <p:sp>
        <p:nvSpPr>
          <p:cNvPr id="1471" name="Shape 1469"/>
          <p:cNvSpPr/>
          <p:nvPr/>
        </p:nvSpPr>
        <p:spPr>
          <a:xfrm>
            <a:off x="1090574" y="2320162"/>
            <a:ext cx="0" cy="59121"/>
          </a:xfrm>
          <a:prstGeom prst="line">
            <a:avLst/>
          </a:prstGeom>
          <a:noFill/>
          <a:ln w="15875">
            <a:solidFill>
              <a:srgbClr val="A64E8E">
                <a:alpha val="76000"/>
              </a:srgbClr>
            </a:solidFill>
            <a:prstDash val="dot"/>
            <a:headEnd type="none"/>
            <a:tailEnd type="none"/>
          </a:ln>
        </p:spPr>
      </p:sp>
      <p:sp>
        <p:nvSpPr>
          <p:cNvPr id="1472" name="Shape 1470"/>
          <p:cNvSpPr/>
          <p:nvPr/>
        </p:nvSpPr>
        <p:spPr>
          <a:xfrm>
            <a:off x="1090574" y="2376539"/>
            <a:ext cx="127407" cy="0"/>
          </a:xfrm>
          <a:prstGeom prst="line">
            <a:avLst/>
          </a:prstGeom>
          <a:noFill/>
          <a:ln w="15875">
            <a:solidFill>
              <a:srgbClr val="A64E8E">
                <a:alpha val="76000"/>
              </a:srgbClr>
            </a:solidFill>
            <a:prstDash val="dot"/>
            <a:headEnd type="none"/>
            <a:tailEnd type="none"/>
          </a:ln>
        </p:spPr>
      </p:sp>
      <p:sp>
        <p:nvSpPr>
          <p:cNvPr id="1473" name="Shape 1471"/>
          <p:cNvSpPr/>
          <p:nvPr/>
        </p:nvSpPr>
        <p:spPr>
          <a:xfrm>
            <a:off x="1215238" y="2373796"/>
            <a:ext cx="0" cy="145902"/>
          </a:xfrm>
          <a:prstGeom prst="line">
            <a:avLst/>
          </a:prstGeom>
          <a:noFill/>
          <a:ln w="15875">
            <a:solidFill>
              <a:srgbClr val="A64E8E">
                <a:alpha val="76000"/>
              </a:srgbClr>
            </a:solidFill>
            <a:prstDash val="dot"/>
            <a:headEnd type="none"/>
            <a:tailEnd type="none"/>
          </a:ln>
        </p:spPr>
      </p:sp>
      <p:sp>
        <p:nvSpPr>
          <p:cNvPr id="1474" name="Shape 1472"/>
          <p:cNvSpPr/>
          <p:nvPr/>
        </p:nvSpPr>
        <p:spPr>
          <a:xfrm>
            <a:off x="1215238" y="2516955"/>
            <a:ext cx="127407" cy="0"/>
          </a:xfrm>
          <a:prstGeom prst="line">
            <a:avLst/>
          </a:prstGeom>
          <a:noFill/>
          <a:ln w="15875">
            <a:solidFill>
              <a:srgbClr val="A64E8E">
                <a:alpha val="76000"/>
              </a:srgbClr>
            </a:solidFill>
            <a:prstDash val="dot"/>
            <a:headEnd type="none"/>
            <a:tailEnd type="none"/>
          </a:ln>
        </p:spPr>
      </p:sp>
      <p:sp>
        <p:nvSpPr>
          <p:cNvPr id="1475" name="Shape 1473"/>
          <p:cNvSpPr/>
          <p:nvPr/>
        </p:nvSpPr>
        <p:spPr>
          <a:xfrm>
            <a:off x="1339901" y="2514211"/>
            <a:ext cx="0" cy="92268"/>
          </a:xfrm>
          <a:prstGeom prst="line">
            <a:avLst/>
          </a:prstGeom>
          <a:noFill/>
          <a:ln w="15875">
            <a:solidFill>
              <a:srgbClr val="A64E8E">
                <a:alpha val="76000"/>
              </a:srgbClr>
            </a:solidFill>
            <a:prstDash val="dot"/>
            <a:headEnd type="none"/>
            <a:tailEnd type="none"/>
          </a:ln>
        </p:spPr>
      </p:sp>
      <p:sp>
        <p:nvSpPr>
          <p:cNvPr id="1476" name="Shape 1474"/>
          <p:cNvSpPr/>
          <p:nvPr/>
        </p:nvSpPr>
        <p:spPr>
          <a:xfrm>
            <a:off x="1339901" y="2603736"/>
            <a:ext cx="127406" cy="0"/>
          </a:xfrm>
          <a:prstGeom prst="line">
            <a:avLst/>
          </a:prstGeom>
          <a:noFill/>
          <a:ln w="15875">
            <a:solidFill>
              <a:srgbClr val="A64E8E">
                <a:alpha val="76000"/>
              </a:srgbClr>
            </a:solidFill>
            <a:prstDash val="dot"/>
            <a:headEnd type="none"/>
            <a:tailEnd type="none"/>
          </a:ln>
        </p:spPr>
      </p:sp>
      <p:sp>
        <p:nvSpPr>
          <p:cNvPr id="1477" name="Shape 1475"/>
          <p:cNvSpPr/>
          <p:nvPr/>
        </p:nvSpPr>
        <p:spPr>
          <a:xfrm>
            <a:off x="1464564" y="2600993"/>
            <a:ext cx="0" cy="373100"/>
          </a:xfrm>
          <a:prstGeom prst="line">
            <a:avLst/>
          </a:prstGeom>
          <a:noFill/>
          <a:ln w="15875">
            <a:solidFill>
              <a:srgbClr val="A64E8E">
                <a:alpha val="76000"/>
              </a:srgbClr>
            </a:solidFill>
            <a:prstDash val="dot"/>
            <a:headEnd type="none"/>
            <a:tailEnd type="none"/>
          </a:ln>
        </p:spPr>
      </p:sp>
      <p:sp>
        <p:nvSpPr>
          <p:cNvPr id="1478" name="Shape 1476"/>
          <p:cNvSpPr/>
          <p:nvPr/>
        </p:nvSpPr>
        <p:spPr>
          <a:xfrm>
            <a:off x="1464564" y="2971349"/>
            <a:ext cx="127407" cy="0"/>
          </a:xfrm>
          <a:prstGeom prst="line">
            <a:avLst/>
          </a:prstGeom>
          <a:noFill/>
          <a:ln w="15875">
            <a:solidFill>
              <a:srgbClr val="A64E8E">
                <a:alpha val="76000"/>
              </a:srgbClr>
            </a:solidFill>
            <a:prstDash val="dot"/>
            <a:headEnd type="none"/>
            <a:tailEnd type="none"/>
          </a:ln>
        </p:spPr>
      </p:sp>
      <p:sp>
        <p:nvSpPr>
          <p:cNvPr id="1479" name="Shape 1477"/>
          <p:cNvSpPr/>
          <p:nvPr/>
        </p:nvSpPr>
        <p:spPr>
          <a:xfrm>
            <a:off x="1589227" y="2968606"/>
            <a:ext cx="0" cy="179050"/>
          </a:xfrm>
          <a:prstGeom prst="line">
            <a:avLst/>
          </a:prstGeom>
          <a:noFill/>
          <a:ln w="15875">
            <a:solidFill>
              <a:srgbClr val="A64E8E">
                <a:alpha val="76000"/>
              </a:srgbClr>
            </a:solidFill>
            <a:prstDash val="dot"/>
            <a:headEnd type="none"/>
            <a:tailEnd type="none"/>
          </a:ln>
        </p:spPr>
      </p:sp>
      <p:sp>
        <p:nvSpPr>
          <p:cNvPr id="1480" name="Shape 1478"/>
          <p:cNvSpPr/>
          <p:nvPr/>
        </p:nvSpPr>
        <p:spPr>
          <a:xfrm>
            <a:off x="1589227" y="3144913"/>
            <a:ext cx="127407" cy="0"/>
          </a:xfrm>
          <a:prstGeom prst="line">
            <a:avLst/>
          </a:prstGeom>
          <a:noFill/>
          <a:ln w="15875">
            <a:solidFill>
              <a:srgbClr val="A64E8E">
                <a:alpha val="76000"/>
              </a:srgbClr>
            </a:solidFill>
            <a:prstDash val="dot"/>
            <a:headEnd type="none"/>
            <a:tailEnd type="none"/>
          </a:ln>
        </p:spPr>
      </p:sp>
      <p:sp>
        <p:nvSpPr>
          <p:cNvPr id="1481" name="Shape 1479"/>
          <p:cNvSpPr/>
          <p:nvPr/>
        </p:nvSpPr>
        <p:spPr>
          <a:xfrm>
            <a:off x="1713891" y="3142169"/>
            <a:ext cx="0" cy="286318"/>
          </a:xfrm>
          <a:prstGeom prst="line">
            <a:avLst/>
          </a:prstGeom>
          <a:noFill/>
          <a:ln w="15875">
            <a:solidFill>
              <a:srgbClr val="A64E8E">
                <a:alpha val="76000"/>
              </a:srgbClr>
            </a:solidFill>
            <a:prstDash val="dot"/>
            <a:headEnd type="none"/>
            <a:tailEnd type="none"/>
          </a:ln>
        </p:spPr>
      </p:sp>
      <p:sp>
        <p:nvSpPr>
          <p:cNvPr id="1482" name="Shape 1480"/>
          <p:cNvSpPr/>
          <p:nvPr/>
        </p:nvSpPr>
        <p:spPr>
          <a:xfrm>
            <a:off x="1713891" y="3425745"/>
            <a:ext cx="127406" cy="0"/>
          </a:xfrm>
          <a:prstGeom prst="line">
            <a:avLst/>
          </a:prstGeom>
          <a:noFill/>
          <a:ln w="15875">
            <a:solidFill>
              <a:srgbClr val="A64E8E">
                <a:alpha val="76000"/>
              </a:srgbClr>
            </a:solidFill>
            <a:prstDash val="dot"/>
            <a:headEnd type="none"/>
            <a:tailEnd type="none"/>
          </a:ln>
        </p:spPr>
      </p:sp>
      <p:sp>
        <p:nvSpPr>
          <p:cNvPr id="1483" name="Shape 1481"/>
          <p:cNvSpPr/>
          <p:nvPr/>
        </p:nvSpPr>
        <p:spPr>
          <a:xfrm>
            <a:off x="1838553" y="3423001"/>
            <a:ext cx="0" cy="232683"/>
          </a:xfrm>
          <a:prstGeom prst="line">
            <a:avLst/>
          </a:prstGeom>
          <a:noFill/>
          <a:ln w="15875">
            <a:solidFill>
              <a:srgbClr val="A64E8E">
                <a:alpha val="76000"/>
              </a:srgbClr>
            </a:solidFill>
            <a:prstDash val="dot"/>
            <a:headEnd type="none"/>
            <a:tailEnd type="none"/>
          </a:ln>
        </p:spPr>
      </p:sp>
      <p:sp>
        <p:nvSpPr>
          <p:cNvPr id="1484" name="Shape 1482"/>
          <p:cNvSpPr/>
          <p:nvPr/>
        </p:nvSpPr>
        <p:spPr>
          <a:xfrm>
            <a:off x="1838553" y="3652941"/>
            <a:ext cx="127407" cy="0"/>
          </a:xfrm>
          <a:prstGeom prst="line">
            <a:avLst/>
          </a:prstGeom>
          <a:noFill/>
          <a:ln w="15875">
            <a:solidFill>
              <a:srgbClr val="A64E8E">
                <a:alpha val="76000"/>
              </a:srgbClr>
            </a:solidFill>
            <a:prstDash val="dot"/>
            <a:headEnd type="none"/>
            <a:tailEnd type="none"/>
          </a:ln>
        </p:spPr>
      </p:sp>
      <p:sp>
        <p:nvSpPr>
          <p:cNvPr id="1485" name="Shape 1483"/>
          <p:cNvSpPr/>
          <p:nvPr/>
        </p:nvSpPr>
        <p:spPr>
          <a:xfrm>
            <a:off x="1963217" y="3650198"/>
            <a:ext cx="0" cy="92269"/>
          </a:xfrm>
          <a:prstGeom prst="line">
            <a:avLst/>
          </a:prstGeom>
          <a:noFill/>
          <a:ln w="15875">
            <a:solidFill>
              <a:srgbClr val="A64E8E">
                <a:alpha val="76000"/>
              </a:srgbClr>
            </a:solidFill>
            <a:prstDash val="dot"/>
            <a:headEnd type="none"/>
            <a:tailEnd type="none"/>
          </a:ln>
        </p:spPr>
      </p:sp>
      <p:sp>
        <p:nvSpPr>
          <p:cNvPr id="1486" name="Shape 1484"/>
          <p:cNvSpPr/>
          <p:nvPr/>
        </p:nvSpPr>
        <p:spPr>
          <a:xfrm>
            <a:off x="1963217" y="3739724"/>
            <a:ext cx="127407" cy="0"/>
          </a:xfrm>
          <a:prstGeom prst="line">
            <a:avLst/>
          </a:prstGeom>
          <a:noFill/>
          <a:ln w="15875">
            <a:solidFill>
              <a:srgbClr val="A64E8E">
                <a:alpha val="76000"/>
              </a:srgbClr>
            </a:solidFill>
            <a:prstDash val="dot"/>
            <a:headEnd type="none"/>
            <a:tailEnd type="none"/>
          </a:ln>
        </p:spPr>
      </p:sp>
      <p:sp>
        <p:nvSpPr>
          <p:cNvPr id="1487" name="Shape 1485"/>
          <p:cNvSpPr/>
          <p:nvPr/>
        </p:nvSpPr>
        <p:spPr>
          <a:xfrm>
            <a:off x="2087880" y="3736980"/>
            <a:ext cx="0" cy="5486"/>
          </a:xfrm>
          <a:prstGeom prst="line">
            <a:avLst/>
          </a:prstGeom>
          <a:noFill/>
          <a:ln w="15875">
            <a:solidFill>
              <a:srgbClr val="A64E8E">
                <a:alpha val="76000"/>
              </a:srgbClr>
            </a:solidFill>
            <a:prstDash val="dot"/>
            <a:headEnd type="none"/>
            <a:tailEnd type="none"/>
          </a:ln>
        </p:spPr>
      </p:sp>
      <p:sp>
        <p:nvSpPr>
          <p:cNvPr id="1488" name="Shape 1486"/>
          <p:cNvSpPr/>
          <p:nvPr/>
        </p:nvSpPr>
        <p:spPr>
          <a:xfrm>
            <a:off x="2087880" y="3739724"/>
            <a:ext cx="127406" cy="0"/>
          </a:xfrm>
          <a:prstGeom prst="line">
            <a:avLst/>
          </a:prstGeom>
          <a:noFill/>
          <a:ln w="15875">
            <a:solidFill>
              <a:srgbClr val="A64E8E">
                <a:alpha val="76000"/>
              </a:srgbClr>
            </a:solidFill>
            <a:prstDash val="dot"/>
            <a:headEnd type="none"/>
            <a:tailEnd type="none"/>
          </a:ln>
        </p:spPr>
      </p:sp>
      <p:sp>
        <p:nvSpPr>
          <p:cNvPr id="1489" name="Shape 1487"/>
          <p:cNvSpPr/>
          <p:nvPr/>
        </p:nvSpPr>
        <p:spPr>
          <a:xfrm>
            <a:off x="2212543" y="3650198"/>
            <a:ext cx="0" cy="92269"/>
          </a:xfrm>
          <a:prstGeom prst="line">
            <a:avLst/>
          </a:prstGeom>
          <a:noFill/>
          <a:ln w="15875">
            <a:solidFill>
              <a:srgbClr val="A64E8E">
                <a:alpha val="76000"/>
              </a:srgbClr>
            </a:solidFill>
            <a:prstDash val="dot"/>
            <a:headEnd type="none"/>
            <a:tailEnd type="none"/>
          </a:ln>
        </p:spPr>
      </p:sp>
      <p:sp>
        <p:nvSpPr>
          <p:cNvPr id="1490" name="Shape 1488"/>
          <p:cNvSpPr/>
          <p:nvPr/>
        </p:nvSpPr>
        <p:spPr>
          <a:xfrm>
            <a:off x="2212543" y="3652941"/>
            <a:ext cx="127407" cy="0"/>
          </a:xfrm>
          <a:prstGeom prst="line">
            <a:avLst/>
          </a:prstGeom>
          <a:noFill/>
          <a:ln w="15875">
            <a:solidFill>
              <a:srgbClr val="A64E8E">
                <a:alpha val="76000"/>
              </a:srgbClr>
            </a:solidFill>
            <a:prstDash val="dot"/>
            <a:headEnd type="none"/>
            <a:tailEnd type="none"/>
          </a:ln>
        </p:spPr>
      </p:sp>
      <p:sp>
        <p:nvSpPr>
          <p:cNvPr id="1491" name="Shape 1489"/>
          <p:cNvSpPr/>
          <p:nvPr/>
        </p:nvSpPr>
        <p:spPr>
          <a:xfrm>
            <a:off x="2337206" y="3563417"/>
            <a:ext cx="0" cy="92268"/>
          </a:xfrm>
          <a:prstGeom prst="line">
            <a:avLst/>
          </a:prstGeom>
          <a:noFill/>
          <a:ln w="15875">
            <a:solidFill>
              <a:srgbClr val="A64E8E">
                <a:alpha val="76000"/>
              </a:srgbClr>
            </a:solidFill>
            <a:prstDash val="dot"/>
            <a:headEnd type="none"/>
            <a:tailEnd type="none"/>
          </a:ln>
        </p:spPr>
      </p:sp>
      <p:sp>
        <p:nvSpPr>
          <p:cNvPr id="1492" name="Shape 1490"/>
          <p:cNvSpPr/>
          <p:nvPr/>
        </p:nvSpPr>
        <p:spPr>
          <a:xfrm>
            <a:off x="2337206" y="3566160"/>
            <a:ext cx="127407" cy="0"/>
          </a:xfrm>
          <a:prstGeom prst="line">
            <a:avLst/>
          </a:prstGeom>
          <a:noFill/>
          <a:ln w="15875">
            <a:solidFill>
              <a:srgbClr val="A64E8E">
                <a:alpha val="76000"/>
              </a:srgbClr>
            </a:solidFill>
            <a:prstDash val="dot"/>
            <a:headEnd type="none"/>
            <a:tailEnd type="none"/>
          </a:ln>
        </p:spPr>
      </p:sp>
      <p:sp>
        <p:nvSpPr>
          <p:cNvPr id="1493" name="Shape 1491"/>
          <p:cNvSpPr/>
          <p:nvPr/>
        </p:nvSpPr>
        <p:spPr>
          <a:xfrm>
            <a:off x="2461870" y="3563417"/>
            <a:ext cx="0" cy="92268"/>
          </a:xfrm>
          <a:prstGeom prst="line">
            <a:avLst/>
          </a:prstGeom>
          <a:noFill/>
          <a:ln w="15875">
            <a:solidFill>
              <a:srgbClr val="A64E8E">
                <a:alpha val="76000"/>
              </a:srgbClr>
            </a:solidFill>
            <a:prstDash val="dot"/>
            <a:headEnd type="none"/>
            <a:tailEnd type="none"/>
          </a:ln>
        </p:spPr>
      </p:sp>
      <p:sp>
        <p:nvSpPr>
          <p:cNvPr id="1494" name="Shape 1492"/>
          <p:cNvSpPr/>
          <p:nvPr/>
        </p:nvSpPr>
        <p:spPr>
          <a:xfrm>
            <a:off x="2461870" y="3652941"/>
            <a:ext cx="127406" cy="0"/>
          </a:xfrm>
          <a:prstGeom prst="line">
            <a:avLst/>
          </a:prstGeom>
          <a:noFill/>
          <a:ln w="15875">
            <a:solidFill>
              <a:srgbClr val="A64E8E">
                <a:alpha val="76000"/>
              </a:srgbClr>
            </a:solidFill>
            <a:prstDash val="dot"/>
            <a:headEnd type="none"/>
            <a:tailEnd type="none"/>
          </a:ln>
        </p:spPr>
      </p:sp>
      <p:sp>
        <p:nvSpPr>
          <p:cNvPr id="1495" name="Shape 1493"/>
          <p:cNvSpPr/>
          <p:nvPr/>
        </p:nvSpPr>
        <p:spPr>
          <a:xfrm>
            <a:off x="2586533" y="3509783"/>
            <a:ext cx="0" cy="145902"/>
          </a:xfrm>
          <a:prstGeom prst="line">
            <a:avLst/>
          </a:prstGeom>
          <a:noFill/>
          <a:ln w="15875">
            <a:solidFill>
              <a:srgbClr val="A64E8E">
                <a:alpha val="76000"/>
              </a:srgbClr>
            </a:solidFill>
            <a:prstDash val="dot"/>
            <a:headEnd type="none"/>
            <a:tailEnd type="none"/>
          </a:ln>
        </p:spPr>
      </p:sp>
      <p:sp>
        <p:nvSpPr>
          <p:cNvPr id="1496" name="Shape 1494"/>
          <p:cNvSpPr/>
          <p:nvPr/>
        </p:nvSpPr>
        <p:spPr>
          <a:xfrm>
            <a:off x="2586533" y="3512526"/>
            <a:ext cx="127407" cy="0"/>
          </a:xfrm>
          <a:prstGeom prst="line">
            <a:avLst/>
          </a:prstGeom>
          <a:noFill/>
          <a:ln w="15875">
            <a:solidFill>
              <a:srgbClr val="A64E8E">
                <a:alpha val="76000"/>
              </a:srgbClr>
            </a:solidFill>
            <a:prstDash val="dot"/>
            <a:headEnd type="none"/>
            <a:tailEnd type="none"/>
          </a:ln>
        </p:spPr>
      </p:sp>
      <p:sp>
        <p:nvSpPr>
          <p:cNvPr id="1497" name="Shape 1495"/>
          <p:cNvSpPr/>
          <p:nvPr/>
        </p:nvSpPr>
        <p:spPr>
          <a:xfrm>
            <a:off x="2711196" y="3423001"/>
            <a:ext cx="0" cy="92268"/>
          </a:xfrm>
          <a:prstGeom prst="line">
            <a:avLst/>
          </a:prstGeom>
          <a:noFill/>
          <a:ln w="15875">
            <a:solidFill>
              <a:srgbClr val="A64E8E">
                <a:alpha val="76000"/>
              </a:srgbClr>
            </a:solidFill>
            <a:prstDash val="dot"/>
            <a:headEnd type="none"/>
            <a:tailEnd type="none"/>
          </a:ln>
        </p:spPr>
      </p:sp>
      <p:sp>
        <p:nvSpPr>
          <p:cNvPr id="1498" name="Shape 1496"/>
          <p:cNvSpPr/>
          <p:nvPr/>
        </p:nvSpPr>
        <p:spPr>
          <a:xfrm>
            <a:off x="2711196" y="3425745"/>
            <a:ext cx="127407" cy="0"/>
          </a:xfrm>
          <a:prstGeom prst="line">
            <a:avLst/>
          </a:prstGeom>
          <a:noFill/>
          <a:ln w="15875">
            <a:solidFill>
              <a:srgbClr val="A64E8E">
                <a:alpha val="76000"/>
              </a:srgbClr>
            </a:solidFill>
            <a:prstDash val="dot"/>
            <a:headEnd type="none"/>
            <a:tailEnd type="none"/>
          </a:ln>
        </p:spPr>
      </p:sp>
      <p:sp>
        <p:nvSpPr>
          <p:cNvPr id="1499" name="Shape 1497"/>
          <p:cNvSpPr/>
          <p:nvPr/>
        </p:nvSpPr>
        <p:spPr>
          <a:xfrm>
            <a:off x="2835859" y="3423001"/>
            <a:ext cx="0" cy="92268"/>
          </a:xfrm>
          <a:prstGeom prst="line">
            <a:avLst/>
          </a:prstGeom>
          <a:noFill/>
          <a:ln w="15875">
            <a:solidFill>
              <a:srgbClr val="A64E8E">
                <a:alpha val="76000"/>
              </a:srgbClr>
            </a:solidFill>
            <a:prstDash val="dot"/>
            <a:headEnd type="none"/>
            <a:tailEnd type="none"/>
          </a:ln>
        </p:spPr>
      </p:sp>
      <p:sp>
        <p:nvSpPr>
          <p:cNvPr id="1500" name="Shape 1498"/>
          <p:cNvSpPr/>
          <p:nvPr/>
        </p:nvSpPr>
        <p:spPr>
          <a:xfrm>
            <a:off x="2835859" y="3512526"/>
            <a:ext cx="127406" cy="0"/>
          </a:xfrm>
          <a:prstGeom prst="line">
            <a:avLst/>
          </a:prstGeom>
          <a:noFill/>
          <a:ln w="15875">
            <a:solidFill>
              <a:srgbClr val="A64E8E">
                <a:alpha val="76000"/>
              </a:srgbClr>
            </a:solidFill>
            <a:prstDash val="dot"/>
            <a:headEnd type="none"/>
            <a:tailEnd type="none"/>
          </a:ln>
        </p:spPr>
      </p:sp>
      <p:sp>
        <p:nvSpPr>
          <p:cNvPr id="1501" name="Shape 1499"/>
          <p:cNvSpPr/>
          <p:nvPr/>
        </p:nvSpPr>
        <p:spPr>
          <a:xfrm>
            <a:off x="2960522" y="3509783"/>
            <a:ext cx="0" cy="145902"/>
          </a:xfrm>
          <a:prstGeom prst="line">
            <a:avLst/>
          </a:prstGeom>
          <a:noFill/>
          <a:ln w="15875">
            <a:solidFill>
              <a:srgbClr val="A64E8E">
                <a:alpha val="76000"/>
              </a:srgbClr>
            </a:solidFill>
            <a:prstDash val="dot"/>
            <a:headEnd type="none"/>
            <a:tailEnd type="none"/>
          </a:ln>
        </p:spPr>
      </p:sp>
      <p:sp>
        <p:nvSpPr>
          <p:cNvPr id="1502" name="Shape 1500"/>
          <p:cNvSpPr/>
          <p:nvPr/>
        </p:nvSpPr>
        <p:spPr>
          <a:xfrm>
            <a:off x="2960522" y="3652941"/>
            <a:ext cx="127407" cy="0"/>
          </a:xfrm>
          <a:prstGeom prst="line">
            <a:avLst/>
          </a:prstGeom>
          <a:noFill/>
          <a:ln w="15875">
            <a:solidFill>
              <a:srgbClr val="A64E8E">
                <a:alpha val="76000"/>
              </a:srgbClr>
            </a:solidFill>
            <a:prstDash val="dot"/>
            <a:headEnd type="none"/>
            <a:tailEnd type="none"/>
          </a:ln>
        </p:spPr>
      </p:sp>
      <p:sp>
        <p:nvSpPr>
          <p:cNvPr id="1503" name="Shape 1501"/>
          <p:cNvSpPr/>
          <p:nvPr/>
        </p:nvSpPr>
        <p:spPr>
          <a:xfrm>
            <a:off x="3085186" y="3650198"/>
            <a:ext cx="0" cy="59121"/>
          </a:xfrm>
          <a:prstGeom prst="line">
            <a:avLst/>
          </a:prstGeom>
          <a:noFill/>
          <a:ln w="15875">
            <a:solidFill>
              <a:srgbClr val="A64E8E">
                <a:alpha val="76000"/>
              </a:srgbClr>
            </a:solidFill>
            <a:prstDash val="dot"/>
            <a:headEnd type="none"/>
            <a:tailEnd type="none"/>
          </a:ln>
        </p:spPr>
      </p:sp>
      <p:sp>
        <p:nvSpPr>
          <p:cNvPr id="1504" name="Shape 1502"/>
          <p:cNvSpPr/>
          <p:nvPr/>
        </p:nvSpPr>
        <p:spPr>
          <a:xfrm>
            <a:off x="3085186" y="3706575"/>
            <a:ext cx="127407" cy="0"/>
          </a:xfrm>
          <a:prstGeom prst="line">
            <a:avLst/>
          </a:prstGeom>
          <a:noFill/>
          <a:ln w="15875">
            <a:solidFill>
              <a:srgbClr val="A64E8E">
                <a:alpha val="76000"/>
              </a:srgbClr>
            </a:solidFill>
            <a:prstDash val="dot"/>
            <a:headEnd type="none"/>
            <a:tailEnd type="none"/>
          </a:ln>
        </p:spPr>
      </p:sp>
      <p:sp>
        <p:nvSpPr>
          <p:cNvPr id="1505" name="Shape 1503"/>
          <p:cNvSpPr/>
          <p:nvPr/>
        </p:nvSpPr>
        <p:spPr>
          <a:xfrm>
            <a:off x="3209849" y="3703832"/>
            <a:ext cx="0" cy="38635"/>
          </a:xfrm>
          <a:prstGeom prst="line">
            <a:avLst/>
          </a:prstGeom>
          <a:noFill/>
          <a:ln w="15875">
            <a:solidFill>
              <a:srgbClr val="A64E8E">
                <a:alpha val="76000"/>
              </a:srgbClr>
            </a:solidFill>
            <a:prstDash val="dot"/>
            <a:headEnd type="none"/>
            <a:tailEnd type="none"/>
          </a:ln>
        </p:spPr>
      </p:sp>
      <p:sp>
        <p:nvSpPr>
          <p:cNvPr id="1506" name="Shape 1504"/>
          <p:cNvSpPr/>
          <p:nvPr/>
        </p:nvSpPr>
        <p:spPr>
          <a:xfrm>
            <a:off x="3209849" y="3739724"/>
            <a:ext cx="127406" cy="0"/>
          </a:xfrm>
          <a:prstGeom prst="line">
            <a:avLst/>
          </a:prstGeom>
          <a:noFill/>
          <a:ln w="15875">
            <a:solidFill>
              <a:srgbClr val="A64E8E">
                <a:alpha val="76000"/>
              </a:srgbClr>
            </a:solidFill>
            <a:prstDash val="dot"/>
            <a:headEnd type="none"/>
            <a:tailEnd type="none"/>
          </a:ln>
        </p:spPr>
      </p:sp>
      <p:sp>
        <p:nvSpPr>
          <p:cNvPr id="1507" name="Shape 1505"/>
          <p:cNvSpPr/>
          <p:nvPr/>
        </p:nvSpPr>
        <p:spPr>
          <a:xfrm>
            <a:off x="3334512" y="3736980"/>
            <a:ext cx="0" cy="59121"/>
          </a:xfrm>
          <a:prstGeom prst="line">
            <a:avLst/>
          </a:prstGeom>
          <a:noFill/>
          <a:ln w="15875">
            <a:solidFill>
              <a:srgbClr val="A64E8E">
                <a:alpha val="76000"/>
              </a:srgbClr>
            </a:solidFill>
            <a:prstDash val="dot"/>
            <a:headEnd type="none"/>
            <a:tailEnd type="none"/>
          </a:ln>
        </p:spPr>
      </p:sp>
      <p:sp>
        <p:nvSpPr>
          <p:cNvPr id="1508" name="Shape 1506"/>
          <p:cNvSpPr/>
          <p:nvPr/>
        </p:nvSpPr>
        <p:spPr>
          <a:xfrm>
            <a:off x="3334512" y="3793358"/>
            <a:ext cx="127407" cy="0"/>
          </a:xfrm>
          <a:prstGeom prst="line">
            <a:avLst/>
          </a:prstGeom>
          <a:noFill/>
          <a:ln w="15875">
            <a:solidFill>
              <a:srgbClr val="A64E8E">
                <a:alpha val="76000"/>
              </a:srgbClr>
            </a:solidFill>
            <a:prstDash val="dot"/>
            <a:headEnd type="none"/>
            <a:tailEnd type="none"/>
          </a:ln>
        </p:spPr>
      </p:sp>
      <p:sp>
        <p:nvSpPr>
          <p:cNvPr id="1509" name="Shape 1507"/>
          <p:cNvSpPr/>
          <p:nvPr/>
        </p:nvSpPr>
        <p:spPr>
          <a:xfrm>
            <a:off x="3459175" y="3790615"/>
            <a:ext cx="0" cy="5486"/>
          </a:xfrm>
          <a:prstGeom prst="line">
            <a:avLst/>
          </a:prstGeom>
          <a:noFill/>
          <a:ln w="15875">
            <a:solidFill>
              <a:srgbClr val="A64E8E">
                <a:alpha val="76000"/>
              </a:srgbClr>
            </a:solidFill>
            <a:prstDash val="dot"/>
            <a:headEnd type="none"/>
            <a:tailEnd type="none"/>
          </a:ln>
        </p:spPr>
      </p:sp>
      <p:sp>
        <p:nvSpPr>
          <p:cNvPr id="1510" name="Shape 1508"/>
          <p:cNvSpPr/>
          <p:nvPr/>
        </p:nvSpPr>
        <p:spPr>
          <a:xfrm>
            <a:off x="3459175" y="3793358"/>
            <a:ext cx="127407" cy="0"/>
          </a:xfrm>
          <a:prstGeom prst="line">
            <a:avLst/>
          </a:prstGeom>
          <a:noFill/>
          <a:ln w="15875">
            <a:solidFill>
              <a:srgbClr val="A64E8E">
                <a:alpha val="76000"/>
              </a:srgbClr>
            </a:solidFill>
            <a:prstDash val="dot"/>
            <a:headEnd type="none"/>
            <a:tailEnd type="none"/>
          </a:ln>
        </p:spPr>
      </p:sp>
      <p:sp>
        <p:nvSpPr>
          <p:cNvPr id="1511" name="Shape 1509"/>
          <p:cNvSpPr/>
          <p:nvPr/>
        </p:nvSpPr>
        <p:spPr>
          <a:xfrm>
            <a:off x="3583839" y="3790615"/>
            <a:ext cx="0" cy="92268"/>
          </a:xfrm>
          <a:prstGeom prst="line">
            <a:avLst/>
          </a:prstGeom>
          <a:noFill/>
          <a:ln w="15875">
            <a:solidFill>
              <a:srgbClr val="A64E8E">
                <a:alpha val="76000"/>
              </a:srgbClr>
            </a:solidFill>
            <a:prstDash val="dot"/>
            <a:headEnd type="none"/>
            <a:tailEnd type="none"/>
          </a:ln>
        </p:spPr>
      </p:sp>
      <p:sp>
        <p:nvSpPr>
          <p:cNvPr id="1512" name="Shape 1510"/>
          <p:cNvSpPr/>
          <p:nvPr/>
        </p:nvSpPr>
        <p:spPr>
          <a:xfrm>
            <a:off x="3583839" y="3880139"/>
            <a:ext cx="127406" cy="0"/>
          </a:xfrm>
          <a:prstGeom prst="line">
            <a:avLst/>
          </a:prstGeom>
          <a:noFill/>
          <a:ln w="15875">
            <a:solidFill>
              <a:srgbClr val="A64E8E">
                <a:alpha val="76000"/>
              </a:srgbClr>
            </a:solidFill>
            <a:prstDash val="dot"/>
            <a:headEnd type="none"/>
            <a:tailEnd type="none"/>
          </a:ln>
        </p:spPr>
      </p:sp>
      <p:sp>
        <p:nvSpPr>
          <p:cNvPr id="1513" name="Shape 1511"/>
          <p:cNvSpPr/>
          <p:nvPr/>
        </p:nvSpPr>
        <p:spPr>
          <a:xfrm>
            <a:off x="3708501" y="3877396"/>
            <a:ext cx="0" cy="145902"/>
          </a:xfrm>
          <a:prstGeom prst="line">
            <a:avLst/>
          </a:prstGeom>
          <a:noFill/>
          <a:ln w="15875">
            <a:solidFill>
              <a:srgbClr val="A64E8E">
                <a:alpha val="76000"/>
              </a:srgbClr>
            </a:solidFill>
            <a:prstDash val="dot"/>
            <a:headEnd type="none"/>
            <a:tailEnd type="none"/>
          </a:ln>
        </p:spPr>
      </p:sp>
      <p:sp>
        <p:nvSpPr>
          <p:cNvPr id="1514" name="Shape 1512"/>
          <p:cNvSpPr/>
          <p:nvPr/>
        </p:nvSpPr>
        <p:spPr>
          <a:xfrm>
            <a:off x="3708501" y="4020555"/>
            <a:ext cx="127407" cy="0"/>
          </a:xfrm>
          <a:prstGeom prst="line">
            <a:avLst/>
          </a:prstGeom>
          <a:noFill/>
          <a:ln w="15875">
            <a:solidFill>
              <a:srgbClr val="A64E8E">
                <a:alpha val="76000"/>
              </a:srgbClr>
            </a:solidFill>
            <a:prstDash val="dot"/>
            <a:headEnd type="none"/>
            <a:tailEnd type="none"/>
          </a:ln>
        </p:spPr>
      </p:sp>
      <p:sp>
        <p:nvSpPr>
          <p:cNvPr id="1515" name="Shape 1513"/>
          <p:cNvSpPr/>
          <p:nvPr/>
        </p:nvSpPr>
        <p:spPr>
          <a:xfrm>
            <a:off x="3833165" y="4017811"/>
            <a:ext cx="0" cy="59121"/>
          </a:xfrm>
          <a:prstGeom prst="line">
            <a:avLst/>
          </a:prstGeom>
          <a:noFill/>
          <a:ln w="15875">
            <a:solidFill>
              <a:srgbClr val="A64E8E">
                <a:alpha val="76000"/>
              </a:srgbClr>
            </a:solidFill>
            <a:prstDash val="dot"/>
            <a:headEnd type="none"/>
            <a:tailEnd type="none"/>
          </a:ln>
        </p:spPr>
      </p:sp>
      <p:sp>
        <p:nvSpPr>
          <p:cNvPr id="1516" name="Shape 1514"/>
          <p:cNvSpPr/>
          <p:nvPr/>
        </p:nvSpPr>
        <p:spPr>
          <a:xfrm>
            <a:off x="3833165" y="4074189"/>
            <a:ext cx="127407" cy="0"/>
          </a:xfrm>
          <a:prstGeom prst="line">
            <a:avLst/>
          </a:prstGeom>
          <a:noFill/>
          <a:ln w="15875">
            <a:solidFill>
              <a:srgbClr val="A64E8E">
                <a:alpha val="76000"/>
              </a:srgbClr>
            </a:solidFill>
            <a:prstDash val="dot"/>
            <a:headEnd type="none"/>
            <a:tailEnd type="none"/>
          </a:ln>
        </p:spPr>
      </p:sp>
      <p:sp>
        <p:nvSpPr>
          <p:cNvPr id="1517" name="Shape 1515"/>
          <p:cNvSpPr/>
          <p:nvPr/>
        </p:nvSpPr>
        <p:spPr>
          <a:xfrm>
            <a:off x="3957828" y="4071445"/>
            <a:ext cx="0" cy="92268"/>
          </a:xfrm>
          <a:prstGeom prst="line">
            <a:avLst/>
          </a:prstGeom>
          <a:noFill/>
          <a:ln w="15875">
            <a:solidFill>
              <a:srgbClr val="A64E8E">
                <a:alpha val="76000"/>
              </a:srgbClr>
            </a:solidFill>
            <a:prstDash val="dot"/>
            <a:headEnd type="none"/>
            <a:tailEnd type="none"/>
          </a:ln>
        </p:spPr>
      </p:sp>
      <p:sp>
        <p:nvSpPr>
          <p:cNvPr id="1518" name="Shape 1516"/>
          <p:cNvSpPr/>
          <p:nvPr/>
        </p:nvSpPr>
        <p:spPr>
          <a:xfrm>
            <a:off x="3957828" y="4160970"/>
            <a:ext cx="127406" cy="0"/>
          </a:xfrm>
          <a:prstGeom prst="line">
            <a:avLst/>
          </a:prstGeom>
          <a:noFill/>
          <a:ln w="15875">
            <a:solidFill>
              <a:srgbClr val="A64E8E">
                <a:alpha val="76000"/>
              </a:srgbClr>
            </a:solidFill>
            <a:prstDash val="dot"/>
            <a:headEnd type="none"/>
            <a:tailEnd type="none"/>
          </a:ln>
        </p:spPr>
      </p:sp>
      <p:sp>
        <p:nvSpPr>
          <p:cNvPr id="1519" name="Shape 1517"/>
          <p:cNvSpPr/>
          <p:nvPr/>
        </p:nvSpPr>
        <p:spPr>
          <a:xfrm>
            <a:off x="4082491" y="4158227"/>
            <a:ext cx="0" cy="92269"/>
          </a:xfrm>
          <a:prstGeom prst="line">
            <a:avLst/>
          </a:prstGeom>
          <a:noFill/>
          <a:ln w="15875">
            <a:solidFill>
              <a:srgbClr val="A64E8E">
                <a:alpha val="76000"/>
              </a:srgbClr>
            </a:solidFill>
            <a:prstDash val="dot"/>
            <a:headEnd type="none"/>
            <a:tailEnd type="none"/>
          </a:ln>
        </p:spPr>
      </p:sp>
      <p:sp>
        <p:nvSpPr>
          <p:cNvPr id="1520" name="Shape 1518"/>
          <p:cNvSpPr/>
          <p:nvPr/>
        </p:nvSpPr>
        <p:spPr>
          <a:xfrm>
            <a:off x="4082491" y="4247752"/>
            <a:ext cx="127407" cy="0"/>
          </a:xfrm>
          <a:prstGeom prst="line">
            <a:avLst/>
          </a:prstGeom>
          <a:noFill/>
          <a:ln w="15875">
            <a:solidFill>
              <a:srgbClr val="A64E8E">
                <a:alpha val="76000"/>
              </a:srgbClr>
            </a:solidFill>
            <a:prstDash val="dot"/>
            <a:headEnd type="none"/>
            <a:tailEnd type="none"/>
          </a:ln>
        </p:spPr>
      </p:sp>
      <p:sp>
        <p:nvSpPr>
          <p:cNvPr id="1521" name="Shape 1519"/>
          <p:cNvSpPr/>
          <p:nvPr/>
        </p:nvSpPr>
        <p:spPr>
          <a:xfrm>
            <a:off x="4207154" y="4245009"/>
            <a:ext cx="0" cy="5486"/>
          </a:xfrm>
          <a:prstGeom prst="line">
            <a:avLst/>
          </a:prstGeom>
          <a:noFill/>
          <a:ln w="15875">
            <a:solidFill>
              <a:srgbClr val="A64E8E">
                <a:alpha val="76000"/>
              </a:srgbClr>
            </a:solidFill>
            <a:prstDash val="dot"/>
            <a:headEnd type="none"/>
            <a:tailEnd type="none"/>
          </a:ln>
        </p:spPr>
      </p:sp>
      <p:sp>
        <p:nvSpPr>
          <p:cNvPr id="1522" name="Shape 1520"/>
          <p:cNvSpPr/>
          <p:nvPr/>
        </p:nvSpPr>
        <p:spPr>
          <a:xfrm>
            <a:off x="4207154" y="4247752"/>
            <a:ext cx="127407" cy="0"/>
          </a:xfrm>
          <a:prstGeom prst="line">
            <a:avLst/>
          </a:prstGeom>
          <a:noFill/>
          <a:ln w="15875">
            <a:solidFill>
              <a:srgbClr val="A64E8E">
                <a:alpha val="76000"/>
              </a:srgbClr>
            </a:solidFill>
            <a:prstDash val="dot"/>
            <a:headEnd type="none"/>
            <a:tailEnd type="none"/>
          </a:ln>
        </p:spPr>
      </p:sp>
      <p:sp>
        <p:nvSpPr>
          <p:cNvPr id="1523" name="Shape 1521"/>
          <p:cNvSpPr/>
          <p:nvPr/>
        </p:nvSpPr>
        <p:spPr>
          <a:xfrm>
            <a:off x="4331818" y="4245009"/>
            <a:ext cx="0" cy="5486"/>
          </a:xfrm>
          <a:prstGeom prst="line">
            <a:avLst/>
          </a:prstGeom>
          <a:noFill/>
          <a:ln w="15875">
            <a:solidFill>
              <a:srgbClr val="A64E8E">
                <a:alpha val="76000"/>
              </a:srgbClr>
            </a:solidFill>
            <a:prstDash val="dot"/>
            <a:headEnd type="none"/>
            <a:tailEnd type="none"/>
          </a:ln>
        </p:spPr>
      </p:sp>
      <p:sp>
        <p:nvSpPr>
          <p:cNvPr id="1524" name="Shape 1522"/>
          <p:cNvSpPr/>
          <p:nvPr/>
        </p:nvSpPr>
        <p:spPr>
          <a:xfrm>
            <a:off x="4331818" y="4247752"/>
            <a:ext cx="127406" cy="0"/>
          </a:xfrm>
          <a:prstGeom prst="line">
            <a:avLst/>
          </a:prstGeom>
          <a:noFill/>
          <a:ln w="15875">
            <a:solidFill>
              <a:srgbClr val="A64E8E">
                <a:alpha val="76000"/>
              </a:srgbClr>
            </a:solidFill>
            <a:prstDash val="dot"/>
            <a:headEnd type="none"/>
            <a:tailEnd type="none"/>
          </a:ln>
        </p:spPr>
      </p:sp>
      <p:sp>
        <p:nvSpPr>
          <p:cNvPr id="1525" name="Shape 1523"/>
          <p:cNvSpPr/>
          <p:nvPr/>
        </p:nvSpPr>
        <p:spPr>
          <a:xfrm>
            <a:off x="4456481" y="4245009"/>
            <a:ext cx="0" cy="59121"/>
          </a:xfrm>
          <a:prstGeom prst="line">
            <a:avLst/>
          </a:prstGeom>
          <a:noFill/>
          <a:ln w="15875">
            <a:solidFill>
              <a:srgbClr val="A64E8E">
                <a:alpha val="76000"/>
              </a:srgbClr>
            </a:solidFill>
            <a:prstDash val="dot"/>
            <a:headEnd type="none"/>
            <a:tailEnd type="none"/>
          </a:ln>
        </p:spPr>
      </p:sp>
      <p:sp>
        <p:nvSpPr>
          <p:cNvPr id="1526" name="Shape 1524"/>
          <p:cNvSpPr/>
          <p:nvPr/>
        </p:nvSpPr>
        <p:spPr>
          <a:xfrm>
            <a:off x="4456481" y="4301386"/>
            <a:ext cx="127407" cy="0"/>
          </a:xfrm>
          <a:prstGeom prst="line">
            <a:avLst/>
          </a:prstGeom>
          <a:noFill/>
          <a:ln w="15875">
            <a:solidFill>
              <a:srgbClr val="A64E8E">
                <a:alpha val="76000"/>
              </a:srgbClr>
            </a:solidFill>
            <a:prstDash val="dot"/>
            <a:headEnd type="none"/>
            <a:tailEnd type="none"/>
          </a:ln>
        </p:spPr>
      </p:sp>
      <p:sp>
        <p:nvSpPr>
          <p:cNvPr id="1527" name="Shape 1525"/>
          <p:cNvSpPr/>
          <p:nvPr/>
        </p:nvSpPr>
        <p:spPr>
          <a:xfrm>
            <a:off x="4581144" y="4298643"/>
            <a:ext cx="0" cy="5486"/>
          </a:xfrm>
          <a:prstGeom prst="line">
            <a:avLst/>
          </a:prstGeom>
          <a:noFill/>
          <a:ln w="15875">
            <a:solidFill>
              <a:srgbClr val="A64E8E">
                <a:alpha val="76000"/>
              </a:srgbClr>
            </a:solidFill>
            <a:prstDash val="dot"/>
            <a:headEnd type="none"/>
            <a:tailEnd type="none"/>
          </a:ln>
        </p:spPr>
      </p:sp>
      <p:sp>
        <p:nvSpPr>
          <p:cNvPr id="1528" name="Shape 1526"/>
          <p:cNvSpPr/>
          <p:nvPr/>
        </p:nvSpPr>
        <p:spPr>
          <a:xfrm>
            <a:off x="4581144" y="4301386"/>
            <a:ext cx="127407" cy="0"/>
          </a:xfrm>
          <a:prstGeom prst="line">
            <a:avLst/>
          </a:prstGeom>
          <a:noFill/>
          <a:ln w="15875">
            <a:solidFill>
              <a:srgbClr val="A64E8E">
                <a:alpha val="76000"/>
              </a:srgbClr>
            </a:solidFill>
            <a:prstDash val="dot"/>
            <a:headEnd type="none"/>
            <a:tailEnd type="none"/>
          </a:ln>
        </p:spPr>
      </p:sp>
      <p:sp>
        <p:nvSpPr>
          <p:cNvPr id="1529" name="Shape 1527"/>
          <p:cNvSpPr/>
          <p:nvPr/>
        </p:nvSpPr>
        <p:spPr>
          <a:xfrm>
            <a:off x="4705807" y="4298643"/>
            <a:ext cx="0" cy="92268"/>
          </a:xfrm>
          <a:prstGeom prst="line">
            <a:avLst/>
          </a:prstGeom>
          <a:noFill/>
          <a:ln w="15875">
            <a:solidFill>
              <a:srgbClr val="A64E8E">
                <a:alpha val="76000"/>
              </a:srgbClr>
            </a:solidFill>
            <a:prstDash val="dot"/>
            <a:headEnd type="none"/>
            <a:tailEnd type="none"/>
          </a:ln>
        </p:spPr>
      </p:sp>
      <p:sp>
        <p:nvSpPr>
          <p:cNvPr id="1530" name="Shape 1528"/>
          <p:cNvSpPr/>
          <p:nvPr/>
        </p:nvSpPr>
        <p:spPr>
          <a:xfrm>
            <a:off x="4705807" y="4388168"/>
            <a:ext cx="127406" cy="0"/>
          </a:xfrm>
          <a:prstGeom prst="line">
            <a:avLst/>
          </a:prstGeom>
          <a:noFill/>
          <a:ln w="15875">
            <a:solidFill>
              <a:srgbClr val="A64E8E">
                <a:alpha val="76000"/>
              </a:srgbClr>
            </a:solidFill>
            <a:prstDash val="dot"/>
            <a:headEnd type="none"/>
            <a:tailEnd type="none"/>
          </a:ln>
        </p:spPr>
      </p:sp>
      <p:sp>
        <p:nvSpPr>
          <p:cNvPr id="1531" name="Shape 1529"/>
          <p:cNvSpPr/>
          <p:nvPr/>
        </p:nvSpPr>
        <p:spPr>
          <a:xfrm>
            <a:off x="4830470" y="4385425"/>
            <a:ext cx="0" cy="59121"/>
          </a:xfrm>
          <a:prstGeom prst="line">
            <a:avLst/>
          </a:prstGeom>
          <a:noFill/>
          <a:ln w="15875">
            <a:solidFill>
              <a:srgbClr val="A64E8E">
                <a:alpha val="76000"/>
              </a:srgbClr>
            </a:solidFill>
            <a:prstDash val="dot"/>
            <a:headEnd type="none"/>
            <a:tailEnd type="none"/>
          </a:ln>
        </p:spPr>
      </p:sp>
      <p:sp>
        <p:nvSpPr>
          <p:cNvPr id="1532" name="Shape 1530"/>
          <p:cNvSpPr/>
          <p:nvPr/>
        </p:nvSpPr>
        <p:spPr>
          <a:xfrm>
            <a:off x="4830470" y="4441802"/>
            <a:ext cx="127407" cy="0"/>
          </a:xfrm>
          <a:prstGeom prst="line">
            <a:avLst/>
          </a:prstGeom>
          <a:noFill/>
          <a:ln w="15875">
            <a:solidFill>
              <a:srgbClr val="A64E8E">
                <a:alpha val="76000"/>
              </a:srgbClr>
            </a:solidFill>
            <a:prstDash val="dot"/>
            <a:headEnd type="none"/>
            <a:tailEnd type="none"/>
          </a:ln>
        </p:spPr>
      </p:sp>
      <p:sp>
        <p:nvSpPr>
          <p:cNvPr id="1533" name="Shape 1531"/>
          <p:cNvSpPr/>
          <p:nvPr/>
        </p:nvSpPr>
        <p:spPr>
          <a:xfrm>
            <a:off x="4955134" y="4439059"/>
            <a:ext cx="0" cy="92268"/>
          </a:xfrm>
          <a:prstGeom prst="line">
            <a:avLst/>
          </a:prstGeom>
          <a:noFill/>
          <a:ln w="15875">
            <a:solidFill>
              <a:srgbClr val="A64E8E">
                <a:alpha val="76000"/>
              </a:srgbClr>
            </a:solidFill>
            <a:prstDash val="dot"/>
            <a:headEnd type="none"/>
            <a:tailEnd type="none"/>
          </a:ln>
        </p:spPr>
      </p:sp>
      <p:sp>
        <p:nvSpPr>
          <p:cNvPr id="1534" name="Shape 1532"/>
          <p:cNvSpPr/>
          <p:nvPr/>
        </p:nvSpPr>
        <p:spPr>
          <a:xfrm>
            <a:off x="4955134" y="4528583"/>
            <a:ext cx="127407" cy="0"/>
          </a:xfrm>
          <a:prstGeom prst="line">
            <a:avLst/>
          </a:prstGeom>
          <a:noFill/>
          <a:ln w="15875">
            <a:solidFill>
              <a:srgbClr val="A64E8E">
                <a:alpha val="76000"/>
              </a:srgbClr>
            </a:solidFill>
            <a:prstDash val="dot"/>
            <a:headEnd type="none"/>
            <a:tailEnd type="none"/>
          </a:ln>
        </p:spPr>
      </p:sp>
      <p:sp>
        <p:nvSpPr>
          <p:cNvPr id="1535" name="Shape 1533"/>
          <p:cNvSpPr/>
          <p:nvPr/>
        </p:nvSpPr>
        <p:spPr>
          <a:xfrm>
            <a:off x="5079797" y="4525840"/>
            <a:ext cx="0" cy="92269"/>
          </a:xfrm>
          <a:prstGeom prst="line">
            <a:avLst/>
          </a:prstGeom>
          <a:noFill/>
          <a:ln w="15875">
            <a:solidFill>
              <a:srgbClr val="A64E8E">
                <a:alpha val="76000"/>
              </a:srgbClr>
            </a:solidFill>
            <a:prstDash val="dot"/>
            <a:headEnd type="none"/>
            <a:tailEnd type="none"/>
          </a:ln>
        </p:spPr>
      </p:sp>
      <p:sp>
        <p:nvSpPr>
          <p:cNvPr id="1536" name="Shape 1534"/>
          <p:cNvSpPr/>
          <p:nvPr/>
        </p:nvSpPr>
        <p:spPr>
          <a:xfrm>
            <a:off x="5079797" y="4615365"/>
            <a:ext cx="127406" cy="0"/>
          </a:xfrm>
          <a:prstGeom prst="line">
            <a:avLst/>
          </a:prstGeom>
          <a:noFill/>
          <a:ln w="15875">
            <a:solidFill>
              <a:srgbClr val="A64E8E">
                <a:alpha val="76000"/>
              </a:srgbClr>
            </a:solidFill>
            <a:prstDash val="dot"/>
            <a:headEnd type="none"/>
            <a:tailEnd type="none"/>
          </a:ln>
        </p:spPr>
      </p:sp>
      <p:sp>
        <p:nvSpPr>
          <p:cNvPr id="1537" name="Shape 1535"/>
          <p:cNvSpPr/>
          <p:nvPr/>
        </p:nvSpPr>
        <p:spPr>
          <a:xfrm>
            <a:off x="5204460" y="4612622"/>
            <a:ext cx="0" cy="5486"/>
          </a:xfrm>
          <a:prstGeom prst="line">
            <a:avLst/>
          </a:prstGeom>
          <a:noFill/>
          <a:ln w="15875">
            <a:solidFill>
              <a:srgbClr val="A64E8E">
                <a:alpha val="76000"/>
              </a:srgbClr>
            </a:solidFill>
            <a:prstDash val="dot"/>
            <a:headEnd type="none"/>
            <a:tailEnd type="none"/>
          </a:ln>
        </p:spPr>
      </p:sp>
      <p:sp>
        <p:nvSpPr>
          <p:cNvPr id="1538" name="Shape 1536"/>
          <p:cNvSpPr/>
          <p:nvPr/>
        </p:nvSpPr>
        <p:spPr>
          <a:xfrm>
            <a:off x="5204460" y="4615365"/>
            <a:ext cx="127407" cy="0"/>
          </a:xfrm>
          <a:prstGeom prst="line">
            <a:avLst/>
          </a:prstGeom>
          <a:noFill/>
          <a:ln w="15875">
            <a:solidFill>
              <a:srgbClr val="A64E8E">
                <a:alpha val="76000"/>
              </a:srgbClr>
            </a:solidFill>
            <a:prstDash val="dot"/>
            <a:headEnd type="none"/>
            <a:tailEnd type="none"/>
          </a:ln>
        </p:spPr>
      </p:sp>
      <p:sp>
        <p:nvSpPr>
          <p:cNvPr id="1539" name="Shape 1537"/>
          <p:cNvSpPr/>
          <p:nvPr/>
        </p:nvSpPr>
        <p:spPr>
          <a:xfrm>
            <a:off x="5329123" y="4612622"/>
            <a:ext cx="0" cy="5486"/>
          </a:xfrm>
          <a:prstGeom prst="line">
            <a:avLst/>
          </a:prstGeom>
          <a:noFill/>
          <a:ln w="15875">
            <a:solidFill>
              <a:srgbClr val="A64E8E">
                <a:alpha val="76000"/>
              </a:srgbClr>
            </a:solidFill>
            <a:prstDash val="dot"/>
            <a:headEnd type="none"/>
            <a:tailEnd type="none"/>
          </a:ln>
        </p:spPr>
      </p:sp>
      <p:sp>
        <p:nvSpPr>
          <p:cNvPr id="1540" name="Shape 1538"/>
          <p:cNvSpPr/>
          <p:nvPr/>
        </p:nvSpPr>
        <p:spPr>
          <a:xfrm>
            <a:off x="5329123" y="4615365"/>
            <a:ext cx="127407" cy="0"/>
          </a:xfrm>
          <a:prstGeom prst="line">
            <a:avLst/>
          </a:prstGeom>
          <a:noFill/>
          <a:ln w="15875">
            <a:solidFill>
              <a:srgbClr val="A64E8E">
                <a:alpha val="76000"/>
              </a:srgbClr>
            </a:solidFill>
            <a:prstDash val="dot"/>
            <a:headEnd type="none"/>
            <a:tailEnd type="none"/>
          </a:ln>
        </p:spPr>
      </p:sp>
      <p:sp>
        <p:nvSpPr>
          <p:cNvPr id="1541" name="Shape 1539"/>
          <p:cNvSpPr/>
          <p:nvPr/>
        </p:nvSpPr>
        <p:spPr>
          <a:xfrm>
            <a:off x="5453787" y="4525840"/>
            <a:ext cx="0" cy="92269"/>
          </a:xfrm>
          <a:prstGeom prst="line">
            <a:avLst/>
          </a:prstGeom>
          <a:noFill/>
          <a:ln w="15875">
            <a:solidFill>
              <a:srgbClr val="A64E8E">
                <a:alpha val="76000"/>
              </a:srgbClr>
            </a:solidFill>
            <a:prstDash val="dot"/>
            <a:headEnd type="none"/>
            <a:tailEnd type="none"/>
          </a:ln>
        </p:spPr>
      </p:sp>
      <p:sp>
        <p:nvSpPr>
          <p:cNvPr id="1542" name="Shape 1540"/>
          <p:cNvSpPr/>
          <p:nvPr/>
        </p:nvSpPr>
        <p:spPr>
          <a:xfrm>
            <a:off x="5453787" y="4528583"/>
            <a:ext cx="127406" cy="0"/>
          </a:xfrm>
          <a:prstGeom prst="line">
            <a:avLst/>
          </a:prstGeom>
          <a:noFill/>
          <a:ln w="15875">
            <a:solidFill>
              <a:srgbClr val="A64E8E">
                <a:alpha val="76000"/>
              </a:srgbClr>
            </a:solidFill>
            <a:prstDash val="dot"/>
            <a:headEnd type="none"/>
            <a:tailEnd type="none"/>
          </a:ln>
        </p:spPr>
      </p:sp>
      <p:sp>
        <p:nvSpPr>
          <p:cNvPr id="1543" name="Shape 1541"/>
          <p:cNvSpPr/>
          <p:nvPr/>
        </p:nvSpPr>
        <p:spPr>
          <a:xfrm>
            <a:off x="5578449" y="4472206"/>
            <a:ext cx="0" cy="59121"/>
          </a:xfrm>
          <a:prstGeom prst="line">
            <a:avLst/>
          </a:prstGeom>
          <a:noFill/>
          <a:ln w="15875">
            <a:solidFill>
              <a:srgbClr val="A64E8E">
                <a:alpha val="76000"/>
              </a:srgbClr>
            </a:solidFill>
            <a:prstDash val="dot"/>
            <a:headEnd type="none"/>
            <a:tailEnd type="none"/>
          </a:ln>
        </p:spPr>
      </p:sp>
      <p:sp>
        <p:nvSpPr>
          <p:cNvPr id="1544" name="Shape 1542"/>
          <p:cNvSpPr/>
          <p:nvPr/>
        </p:nvSpPr>
        <p:spPr>
          <a:xfrm>
            <a:off x="5578449" y="4474949"/>
            <a:ext cx="127407" cy="0"/>
          </a:xfrm>
          <a:prstGeom prst="line">
            <a:avLst/>
          </a:prstGeom>
          <a:noFill/>
          <a:ln w="15875">
            <a:solidFill>
              <a:srgbClr val="A64E8E">
                <a:alpha val="76000"/>
              </a:srgbClr>
            </a:solidFill>
            <a:prstDash val="dot"/>
            <a:headEnd type="none"/>
            <a:tailEnd type="none"/>
          </a:ln>
        </p:spPr>
      </p:sp>
      <p:sp>
        <p:nvSpPr>
          <p:cNvPr id="1545" name="Shape 1543"/>
          <p:cNvSpPr/>
          <p:nvPr/>
        </p:nvSpPr>
        <p:spPr>
          <a:xfrm>
            <a:off x="5703113" y="4385425"/>
            <a:ext cx="0" cy="92268"/>
          </a:xfrm>
          <a:prstGeom prst="line">
            <a:avLst/>
          </a:prstGeom>
          <a:noFill/>
          <a:ln w="15875">
            <a:solidFill>
              <a:srgbClr val="A64E8E">
                <a:alpha val="76000"/>
              </a:srgbClr>
            </a:solidFill>
            <a:prstDash val="dot"/>
            <a:headEnd type="none"/>
            <a:tailEnd type="none"/>
          </a:ln>
        </p:spPr>
      </p:sp>
      <p:sp>
        <p:nvSpPr>
          <p:cNvPr id="1546" name="Shape 1544"/>
          <p:cNvSpPr/>
          <p:nvPr/>
        </p:nvSpPr>
        <p:spPr>
          <a:xfrm>
            <a:off x="5703113" y="4388168"/>
            <a:ext cx="127407" cy="0"/>
          </a:xfrm>
          <a:prstGeom prst="line">
            <a:avLst/>
          </a:prstGeom>
          <a:noFill/>
          <a:ln w="15875">
            <a:solidFill>
              <a:srgbClr val="A64E8E">
                <a:alpha val="76000"/>
              </a:srgbClr>
            </a:solidFill>
            <a:prstDash val="dot"/>
            <a:headEnd type="none"/>
            <a:tailEnd type="none"/>
          </a:ln>
        </p:spPr>
      </p:sp>
      <p:sp>
        <p:nvSpPr>
          <p:cNvPr id="1547" name="Shape 1545"/>
          <p:cNvSpPr/>
          <p:nvPr/>
        </p:nvSpPr>
        <p:spPr>
          <a:xfrm>
            <a:off x="5827776" y="4298643"/>
            <a:ext cx="0" cy="92268"/>
          </a:xfrm>
          <a:prstGeom prst="line">
            <a:avLst/>
          </a:prstGeom>
          <a:noFill/>
          <a:ln w="15875">
            <a:solidFill>
              <a:srgbClr val="A64E8E">
                <a:alpha val="76000"/>
              </a:srgbClr>
            </a:solidFill>
            <a:prstDash val="dot"/>
            <a:headEnd type="none"/>
            <a:tailEnd type="none"/>
          </a:ln>
        </p:spPr>
      </p:sp>
      <p:sp>
        <p:nvSpPr>
          <p:cNvPr id="1548" name="Shape 1546"/>
          <p:cNvSpPr/>
          <p:nvPr/>
        </p:nvSpPr>
        <p:spPr>
          <a:xfrm>
            <a:off x="5827776" y="4301386"/>
            <a:ext cx="127406" cy="0"/>
          </a:xfrm>
          <a:prstGeom prst="line">
            <a:avLst/>
          </a:prstGeom>
          <a:noFill/>
          <a:ln w="15875">
            <a:solidFill>
              <a:srgbClr val="A64E8E">
                <a:alpha val="76000"/>
              </a:srgbClr>
            </a:solidFill>
            <a:prstDash val="dot"/>
            <a:headEnd type="none"/>
            <a:tailEnd type="none"/>
          </a:ln>
        </p:spPr>
      </p:sp>
      <p:sp>
        <p:nvSpPr>
          <p:cNvPr id="1549" name="Shape 1547"/>
          <p:cNvSpPr/>
          <p:nvPr/>
        </p:nvSpPr>
        <p:spPr>
          <a:xfrm>
            <a:off x="5952439" y="4298643"/>
            <a:ext cx="0" cy="92268"/>
          </a:xfrm>
          <a:prstGeom prst="line">
            <a:avLst/>
          </a:prstGeom>
          <a:noFill/>
          <a:ln w="15875">
            <a:solidFill>
              <a:srgbClr val="A64E8E">
                <a:alpha val="76000"/>
              </a:srgbClr>
            </a:solidFill>
            <a:prstDash val="dot"/>
            <a:headEnd type="none"/>
            <a:tailEnd type="none"/>
          </a:ln>
        </p:spPr>
      </p:sp>
      <p:sp>
        <p:nvSpPr>
          <p:cNvPr id="1550" name="Shape 1548"/>
          <p:cNvSpPr/>
          <p:nvPr/>
        </p:nvSpPr>
        <p:spPr>
          <a:xfrm>
            <a:off x="5952439" y="4388168"/>
            <a:ext cx="127407" cy="0"/>
          </a:xfrm>
          <a:prstGeom prst="line">
            <a:avLst/>
          </a:prstGeom>
          <a:noFill/>
          <a:ln w="15875">
            <a:solidFill>
              <a:srgbClr val="A64E8E">
                <a:alpha val="76000"/>
              </a:srgbClr>
            </a:solidFill>
            <a:prstDash val="dot"/>
            <a:headEnd type="none"/>
            <a:tailEnd type="none"/>
          </a:ln>
        </p:spPr>
      </p:sp>
      <p:sp>
        <p:nvSpPr>
          <p:cNvPr id="1551" name="Shape 1549"/>
          <p:cNvSpPr/>
          <p:nvPr/>
        </p:nvSpPr>
        <p:spPr>
          <a:xfrm>
            <a:off x="6077102" y="4385425"/>
            <a:ext cx="0" cy="5486"/>
          </a:xfrm>
          <a:prstGeom prst="line">
            <a:avLst/>
          </a:prstGeom>
          <a:noFill/>
          <a:ln w="15875">
            <a:solidFill>
              <a:srgbClr val="A64E8E">
                <a:alpha val="76000"/>
              </a:srgbClr>
            </a:solidFill>
            <a:prstDash val="dot"/>
            <a:headEnd type="none"/>
            <a:tailEnd type="none"/>
          </a:ln>
        </p:spPr>
      </p:sp>
      <p:sp>
        <p:nvSpPr>
          <p:cNvPr id="1552" name="Shape 1550"/>
          <p:cNvSpPr/>
          <p:nvPr/>
        </p:nvSpPr>
        <p:spPr>
          <a:xfrm>
            <a:off x="6077102" y="4388168"/>
            <a:ext cx="127407" cy="0"/>
          </a:xfrm>
          <a:prstGeom prst="line">
            <a:avLst/>
          </a:prstGeom>
          <a:noFill/>
          <a:ln w="15875">
            <a:solidFill>
              <a:srgbClr val="A64E8E">
                <a:alpha val="76000"/>
              </a:srgbClr>
            </a:solidFill>
            <a:prstDash val="dot"/>
            <a:headEnd type="none"/>
            <a:tailEnd type="none"/>
          </a:ln>
        </p:spPr>
      </p:sp>
      <p:sp>
        <p:nvSpPr>
          <p:cNvPr id="1553" name="Shape 1551"/>
          <p:cNvSpPr/>
          <p:nvPr/>
        </p:nvSpPr>
        <p:spPr>
          <a:xfrm>
            <a:off x="6201766" y="4385425"/>
            <a:ext cx="0" cy="59121"/>
          </a:xfrm>
          <a:prstGeom prst="line">
            <a:avLst/>
          </a:prstGeom>
          <a:noFill/>
          <a:ln w="15875">
            <a:solidFill>
              <a:srgbClr val="A64E8E">
                <a:alpha val="76000"/>
              </a:srgbClr>
            </a:solidFill>
            <a:prstDash val="dot"/>
            <a:headEnd type="none"/>
            <a:tailEnd type="none"/>
          </a:ln>
        </p:spPr>
      </p:sp>
      <p:sp>
        <p:nvSpPr>
          <p:cNvPr id="1554" name="Shape 1552"/>
          <p:cNvSpPr/>
          <p:nvPr/>
        </p:nvSpPr>
        <p:spPr>
          <a:xfrm>
            <a:off x="6201766" y="4441802"/>
            <a:ext cx="127406" cy="0"/>
          </a:xfrm>
          <a:prstGeom prst="line">
            <a:avLst/>
          </a:prstGeom>
          <a:noFill/>
          <a:ln w="15875">
            <a:solidFill>
              <a:srgbClr val="A64E8E">
                <a:alpha val="76000"/>
              </a:srgbClr>
            </a:solidFill>
            <a:prstDash val="dot"/>
            <a:headEnd type="none"/>
            <a:tailEnd type="none"/>
          </a:ln>
        </p:spPr>
      </p:sp>
      <p:sp>
        <p:nvSpPr>
          <p:cNvPr id="1555" name="Shape 1553"/>
          <p:cNvSpPr/>
          <p:nvPr/>
        </p:nvSpPr>
        <p:spPr>
          <a:xfrm>
            <a:off x="6326429" y="4439059"/>
            <a:ext cx="0" cy="38634"/>
          </a:xfrm>
          <a:prstGeom prst="line">
            <a:avLst/>
          </a:prstGeom>
          <a:noFill/>
          <a:ln w="15875">
            <a:solidFill>
              <a:srgbClr val="A64E8E">
                <a:alpha val="76000"/>
              </a:srgbClr>
            </a:solidFill>
            <a:prstDash val="dot"/>
            <a:headEnd type="none"/>
            <a:tailEnd type="none"/>
          </a:ln>
        </p:spPr>
      </p:sp>
      <p:sp>
        <p:nvSpPr>
          <p:cNvPr id="1556" name="Shape 1554"/>
          <p:cNvSpPr/>
          <p:nvPr/>
        </p:nvSpPr>
        <p:spPr>
          <a:xfrm>
            <a:off x="6326429" y="4474949"/>
            <a:ext cx="127407" cy="0"/>
          </a:xfrm>
          <a:prstGeom prst="line">
            <a:avLst/>
          </a:prstGeom>
          <a:noFill/>
          <a:ln w="15875">
            <a:solidFill>
              <a:srgbClr val="A64E8E">
                <a:alpha val="76000"/>
              </a:srgbClr>
            </a:solidFill>
            <a:prstDash val="dot"/>
            <a:headEnd type="none"/>
            <a:tailEnd type="none"/>
          </a:ln>
        </p:spPr>
      </p:sp>
      <p:sp>
        <p:nvSpPr>
          <p:cNvPr id="1557" name="Shape 1555"/>
          <p:cNvSpPr/>
          <p:nvPr/>
        </p:nvSpPr>
        <p:spPr>
          <a:xfrm>
            <a:off x="6451092" y="4472206"/>
            <a:ext cx="0" cy="59121"/>
          </a:xfrm>
          <a:prstGeom prst="line">
            <a:avLst/>
          </a:prstGeom>
          <a:noFill/>
          <a:ln w="15875">
            <a:solidFill>
              <a:srgbClr val="A64E8E">
                <a:alpha val="76000"/>
              </a:srgbClr>
            </a:solidFill>
            <a:prstDash val="dot"/>
            <a:headEnd type="none"/>
            <a:tailEnd type="none"/>
          </a:ln>
        </p:spPr>
      </p:sp>
      <p:sp>
        <p:nvSpPr>
          <p:cNvPr id="1558" name="Shape 1556"/>
          <p:cNvSpPr/>
          <p:nvPr/>
        </p:nvSpPr>
        <p:spPr>
          <a:xfrm>
            <a:off x="6451092" y="4528583"/>
            <a:ext cx="127407" cy="0"/>
          </a:xfrm>
          <a:prstGeom prst="line">
            <a:avLst/>
          </a:prstGeom>
          <a:noFill/>
          <a:ln w="15875">
            <a:solidFill>
              <a:srgbClr val="A64E8E">
                <a:alpha val="76000"/>
              </a:srgbClr>
            </a:solidFill>
            <a:prstDash val="dot"/>
            <a:headEnd type="none"/>
            <a:tailEnd type="none"/>
          </a:ln>
        </p:spPr>
      </p:sp>
      <p:sp>
        <p:nvSpPr>
          <p:cNvPr id="1559" name="Shape 1557"/>
          <p:cNvSpPr/>
          <p:nvPr/>
        </p:nvSpPr>
        <p:spPr>
          <a:xfrm>
            <a:off x="6575755" y="4525840"/>
            <a:ext cx="0" cy="5486"/>
          </a:xfrm>
          <a:prstGeom prst="line">
            <a:avLst/>
          </a:prstGeom>
          <a:noFill/>
          <a:ln w="15875">
            <a:solidFill>
              <a:srgbClr val="A64E8E">
                <a:alpha val="76000"/>
              </a:srgbClr>
            </a:solidFill>
            <a:prstDash val="dot"/>
            <a:headEnd type="none"/>
            <a:tailEnd type="none"/>
          </a:ln>
        </p:spPr>
      </p:sp>
      <p:sp>
        <p:nvSpPr>
          <p:cNvPr id="1560" name="Shape 1558"/>
          <p:cNvSpPr/>
          <p:nvPr/>
        </p:nvSpPr>
        <p:spPr>
          <a:xfrm>
            <a:off x="6575755" y="4528583"/>
            <a:ext cx="127406" cy="0"/>
          </a:xfrm>
          <a:prstGeom prst="line">
            <a:avLst/>
          </a:prstGeom>
          <a:noFill/>
          <a:ln w="15875">
            <a:solidFill>
              <a:srgbClr val="A64E8E">
                <a:alpha val="76000"/>
              </a:srgbClr>
            </a:solidFill>
            <a:prstDash val="dot"/>
            <a:headEnd type="none"/>
            <a:tailEnd type="none"/>
          </a:ln>
        </p:spPr>
      </p:sp>
      <p:sp>
        <p:nvSpPr>
          <p:cNvPr id="1561" name="Shape 1559"/>
          <p:cNvSpPr/>
          <p:nvPr/>
        </p:nvSpPr>
        <p:spPr>
          <a:xfrm>
            <a:off x="6700418" y="4525840"/>
            <a:ext cx="0" cy="5486"/>
          </a:xfrm>
          <a:prstGeom prst="line">
            <a:avLst/>
          </a:prstGeom>
          <a:noFill/>
          <a:ln w="15875">
            <a:solidFill>
              <a:srgbClr val="A64E8E">
                <a:alpha val="76000"/>
              </a:srgbClr>
            </a:solidFill>
            <a:prstDash val="dot"/>
            <a:headEnd type="none"/>
            <a:tailEnd type="none"/>
          </a:ln>
        </p:spPr>
      </p:sp>
      <p:sp>
        <p:nvSpPr>
          <p:cNvPr id="1562" name="Shape 1560"/>
          <p:cNvSpPr/>
          <p:nvPr/>
        </p:nvSpPr>
        <p:spPr>
          <a:xfrm>
            <a:off x="6700418" y="4528583"/>
            <a:ext cx="127407" cy="0"/>
          </a:xfrm>
          <a:prstGeom prst="line">
            <a:avLst/>
          </a:prstGeom>
          <a:noFill/>
          <a:ln w="15875">
            <a:solidFill>
              <a:srgbClr val="A64E8E">
                <a:alpha val="76000"/>
              </a:srgbClr>
            </a:solidFill>
            <a:prstDash val="dot"/>
            <a:headEnd type="none"/>
            <a:tailEnd type="none"/>
          </a:ln>
        </p:spPr>
      </p:sp>
      <p:sp>
        <p:nvSpPr>
          <p:cNvPr id="1563" name="Shape 1561"/>
          <p:cNvSpPr/>
          <p:nvPr/>
        </p:nvSpPr>
        <p:spPr>
          <a:xfrm>
            <a:off x="6825082" y="4525840"/>
            <a:ext cx="0" cy="5486"/>
          </a:xfrm>
          <a:prstGeom prst="line">
            <a:avLst/>
          </a:prstGeom>
          <a:noFill/>
          <a:ln w="15875">
            <a:solidFill>
              <a:srgbClr val="A64E8E">
                <a:alpha val="76000"/>
              </a:srgbClr>
            </a:solidFill>
            <a:prstDash val="dot"/>
            <a:headEnd type="none"/>
            <a:tailEnd type="none"/>
          </a:ln>
        </p:spPr>
      </p:sp>
      <p:sp>
        <p:nvSpPr>
          <p:cNvPr id="1564" name="Shape 1562"/>
          <p:cNvSpPr/>
          <p:nvPr/>
        </p:nvSpPr>
        <p:spPr>
          <a:xfrm>
            <a:off x="6825082" y="4528583"/>
            <a:ext cx="127407" cy="0"/>
          </a:xfrm>
          <a:prstGeom prst="line">
            <a:avLst/>
          </a:prstGeom>
          <a:noFill/>
          <a:ln w="15875">
            <a:solidFill>
              <a:srgbClr val="A64E8E">
                <a:alpha val="76000"/>
              </a:srgbClr>
            </a:solidFill>
            <a:prstDash val="dot"/>
            <a:headEnd type="none"/>
            <a:tailEnd type="none"/>
          </a:ln>
        </p:spPr>
      </p:sp>
      <p:sp>
        <p:nvSpPr>
          <p:cNvPr id="1565" name="Shape 1563"/>
          <p:cNvSpPr/>
          <p:nvPr/>
        </p:nvSpPr>
        <p:spPr>
          <a:xfrm>
            <a:off x="6949745" y="4525840"/>
            <a:ext cx="0" cy="5486"/>
          </a:xfrm>
          <a:prstGeom prst="line">
            <a:avLst/>
          </a:prstGeom>
          <a:noFill/>
          <a:ln w="15875">
            <a:solidFill>
              <a:srgbClr val="A64E8E">
                <a:alpha val="76000"/>
              </a:srgbClr>
            </a:solidFill>
            <a:prstDash val="dot"/>
            <a:headEnd type="none"/>
            <a:tailEnd type="none"/>
          </a:ln>
        </p:spPr>
      </p:sp>
      <p:sp>
        <p:nvSpPr>
          <p:cNvPr id="1566" name="Shape 1564"/>
          <p:cNvSpPr/>
          <p:nvPr/>
        </p:nvSpPr>
        <p:spPr>
          <a:xfrm>
            <a:off x="6949745" y="4528583"/>
            <a:ext cx="127406" cy="0"/>
          </a:xfrm>
          <a:prstGeom prst="line">
            <a:avLst/>
          </a:prstGeom>
          <a:noFill/>
          <a:ln w="15875">
            <a:solidFill>
              <a:srgbClr val="A64E8E">
                <a:alpha val="76000"/>
              </a:srgbClr>
            </a:solidFill>
            <a:prstDash val="dot"/>
            <a:headEnd type="none"/>
            <a:tailEnd type="none"/>
          </a:ln>
        </p:spPr>
      </p:sp>
      <p:sp>
        <p:nvSpPr>
          <p:cNvPr id="1567" name="Shape 1565"/>
          <p:cNvSpPr/>
          <p:nvPr/>
        </p:nvSpPr>
        <p:spPr>
          <a:xfrm>
            <a:off x="7074408" y="4525840"/>
            <a:ext cx="0" cy="5486"/>
          </a:xfrm>
          <a:prstGeom prst="line">
            <a:avLst/>
          </a:prstGeom>
          <a:noFill/>
          <a:ln w="15875">
            <a:solidFill>
              <a:srgbClr val="A64E8E">
                <a:alpha val="76000"/>
              </a:srgbClr>
            </a:solidFill>
            <a:prstDash val="dot"/>
            <a:headEnd type="none"/>
            <a:tailEnd type="none"/>
          </a:ln>
        </p:spPr>
      </p:sp>
      <p:sp>
        <p:nvSpPr>
          <p:cNvPr id="1568" name="Shape 1566"/>
          <p:cNvSpPr/>
          <p:nvPr/>
        </p:nvSpPr>
        <p:spPr>
          <a:xfrm>
            <a:off x="7074408" y="4528583"/>
            <a:ext cx="127407" cy="0"/>
          </a:xfrm>
          <a:prstGeom prst="line">
            <a:avLst/>
          </a:prstGeom>
          <a:noFill/>
          <a:ln w="15875">
            <a:solidFill>
              <a:srgbClr val="A64E8E">
                <a:alpha val="76000"/>
              </a:srgbClr>
            </a:solidFill>
            <a:prstDash val="dot"/>
            <a:headEnd type="none"/>
            <a:tailEnd type="none"/>
          </a:ln>
        </p:spPr>
      </p:sp>
      <p:sp>
        <p:nvSpPr>
          <p:cNvPr id="1569" name="Shape 1567"/>
          <p:cNvSpPr/>
          <p:nvPr/>
        </p:nvSpPr>
        <p:spPr>
          <a:xfrm>
            <a:off x="7199071" y="4439059"/>
            <a:ext cx="0" cy="92268"/>
          </a:xfrm>
          <a:prstGeom prst="line">
            <a:avLst/>
          </a:prstGeom>
          <a:noFill/>
          <a:ln w="15875">
            <a:solidFill>
              <a:srgbClr val="A64E8E">
                <a:alpha val="76000"/>
              </a:srgbClr>
            </a:solidFill>
            <a:prstDash val="dot"/>
            <a:headEnd type="none"/>
            <a:tailEnd type="none"/>
          </a:ln>
        </p:spPr>
      </p:sp>
      <p:sp>
        <p:nvSpPr>
          <p:cNvPr id="1570" name="Shape 1568"/>
          <p:cNvSpPr/>
          <p:nvPr/>
        </p:nvSpPr>
        <p:spPr>
          <a:xfrm>
            <a:off x="7199071" y="4441802"/>
            <a:ext cx="127407" cy="0"/>
          </a:xfrm>
          <a:prstGeom prst="line">
            <a:avLst/>
          </a:prstGeom>
          <a:noFill/>
          <a:ln w="15875">
            <a:solidFill>
              <a:srgbClr val="A64E8E">
                <a:alpha val="76000"/>
              </a:srgbClr>
            </a:solidFill>
            <a:prstDash val="dot"/>
            <a:headEnd type="none"/>
            <a:tailEnd type="none"/>
          </a:ln>
        </p:spPr>
      </p:sp>
      <p:sp>
        <p:nvSpPr>
          <p:cNvPr id="1571" name="Shape 1569"/>
          <p:cNvSpPr/>
          <p:nvPr/>
        </p:nvSpPr>
        <p:spPr>
          <a:xfrm>
            <a:off x="7323735" y="4439059"/>
            <a:ext cx="0" cy="38634"/>
          </a:xfrm>
          <a:prstGeom prst="line">
            <a:avLst/>
          </a:prstGeom>
          <a:noFill/>
          <a:ln w="15875">
            <a:solidFill>
              <a:srgbClr val="A64E8E">
                <a:alpha val="76000"/>
              </a:srgbClr>
            </a:solidFill>
            <a:prstDash val="dot"/>
            <a:headEnd type="none"/>
            <a:tailEnd type="none"/>
          </a:ln>
        </p:spPr>
      </p:sp>
      <p:sp>
        <p:nvSpPr>
          <p:cNvPr id="1572" name="Shape 1570"/>
          <p:cNvSpPr/>
          <p:nvPr/>
        </p:nvSpPr>
        <p:spPr>
          <a:xfrm>
            <a:off x="7323735" y="4474949"/>
            <a:ext cx="127406" cy="0"/>
          </a:xfrm>
          <a:prstGeom prst="line">
            <a:avLst/>
          </a:prstGeom>
          <a:noFill/>
          <a:ln w="15875">
            <a:solidFill>
              <a:srgbClr val="A64E8E">
                <a:alpha val="76000"/>
              </a:srgbClr>
            </a:solidFill>
            <a:prstDash val="dot"/>
            <a:headEnd type="none"/>
            <a:tailEnd type="none"/>
          </a:ln>
        </p:spPr>
      </p:sp>
      <p:sp>
        <p:nvSpPr>
          <p:cNvPr id="1573" name="Shape 1571"/>
          <p:cNvSpPr/>
          <p:nvPr/>
        </p:nvSpPr>
        <p:spPr>
          <a:xfrm>
            <a:off x="7448397" y="4439059"/>
            <a:ext cx="0" cy="38634"/>
          </a:xfrm>
          <a:prstGeom prst="line">
            <a:avLst/>
          </a:prstGeom>
          <a:noFill/>
          <a:ln w="15875">
            <a:solidFill>
              <a:srgbClr val="A64E8E">
                <a:alpha val="76000"/>
              </a:srgbClr>
            </a:solidFill>
            <a:prstDash val="dot"/>
            <a:headEnd type="none"/>
            <a:tailEnd type="none"/>
          </a:ln>
        </p:spPr>
      </p:sp>
      <p:sp>
        <p:nvSpPr>
          <p:cNvPr id="1574" name="Shape 1572"/>
          <p:cNvSpPr/>
          <p:nvPr/>
        </p:nvSpPr>
        <p:spPr>
          <a:xfrm>
            <a:off x="7448397" y="4441802"/>
            <a:ext cx="127407" cy="0"/>
          </a:xfrm>
          <a:prstGeom prst="line">
            <a:avLst/>
          </a:prstGeom>
          <a:noFill/>
          <a:ln w="15875">
            <a:solidFill>
              <a:srgbClr val="A64E8E">
                <a:alpha val="76000"/>
              </a:srgbClr>
            </a:solidFill>
            <a:prstDash val="dot"/>
            <a:headEnd type="none"/>
            <a:tailEnd type="none"/>
          </a:ln>
        </p:spPr>
      </p:sp>
      <p:sp>
        <p:nvSpPr>
          <p:cNvPr id="1575" name="Shape 1573"/>
          <p:cNvSpPr/>
          <p:nvPr/>
        </p:nvSpPr>
        <p:spPr>
          <a:xfrm>
            <a:off x="7573061" y="4439059"/>
            <a:ext cx="0" cy="38634"/>
          </a:xfrm>
          <a:prstGeom prst="line">
            <a:avLst/>
          </a:prstGeom>
          <a:noFill/>
          <a:ln w="15875">
            <a:solidFill>
              <a:srgbClr val="A64E8E">
                <a:alpha val="76000"/>
              </a:srgbClr>
            </a:solidFill>
            <a:prstDash val="dot"/>
            <a:headEnd type="none"/>
            <a:tailEnd type="none"/>
          </a:ln>
        </p:spPr>
      </p:sp>
      <p:sp>
        <p:nvSpPr>
          <p:cNvPr id="1576" name="Shape 1574"/>
          <p:cNvSpPr/>
          <p:nvPr/>
        </p:nvSpPr>
        <p:spPr>
          <a:xfrm>
            <a:off x="7573061" y="4474949"/>
            <a:ext cx="127407" cy="0"/>
          </a:xfrm>
          <a:prstGeom prst="line">
            <a:avLst/>
          </a:prstGeom>
          <a:noFill/>
          <a:ln w="15875">
            <a:solidFill>
              <a:srgbClr val="A64E8E">
                <a:alpha val="76000"/>
              </a:srgbClr>
            </a:solidFill>
            <a:prstDash val="dot"/>
            <a:headEnd type="none"/>
            <a:tailEnd type="none"/>
          </a:ln>
        </p:spPr>
      </p:sp>
      <p:sp>
        <p:nvSpPr>
          <p:cNvPr id="1577" name="Shape 1575"/>
          <p:cNvSpPr/>
          <p:nvPr/>
        </p:nvSpPr>
        <p:spPr>
          <a:xfrm>
            <a:off x="7697724" y="4472206"/>
            <a:ext cx="0" cy="145903"/>
          </a:xfrm>
          <a:prstGeom prst="line">
            <a:avLst/>
          </a:prstGeom>
          <a:noFill/>
          <a:ln w="15875">
            <a:solidFill>
              <a:srgbClr val="A64E8E">
                <a:alpha val="76000"/>
              </a:srgbClr>
            </a:solidFill>
            <a:prstDash val="dot"/>
            <a:headEnd type="none"/>
            <a:tailEnd type="none"/>
          </a:ln>
        </p:spPr>
      </p:sp>
      <p:sp>
        <p:nvSpPr>
          <p:cNvPr id="1578" name="Shape 1576"/>
          <p:cNvSpPr/>
          <p:nvPr/>
        </p:nvSpPr>
        <p:spPr>
          <a:xfrm>
            <a:off x="7697724" y="4615365"/>
            <a:ext cx="127406" cy="0"/>
          </a:xfrm>
          <a:prstGeom prst="line">
            <a:avLst/>
          </a:prstGeom>
          <a:noFill/>
          <a:ln w="15875">
            <a:solidFill>
              <a:srgbClr val="A64E8E">
                <a:alpha val="76000"/>
              </a:srgbClr>
            </a:solidFill>
            <a:prstDash val="dot"/>
            <a:headEnd type="none"/>
            <a:tailEnd type="none"/>
          </a:ln>
        </p:spPr>
      </p:sp>
      <p:sp>
        <p:nvSpPr>
          <p:cNvPr id="1579" name="Shape 1577"/>
          <p:cNvSpPr/>
          <p:nvPr/>
        </p:nvSpPr>
        <p:spPr>
          <a:xfrm>
            <a:off x="7822387" y="4612622"/>
            <a:ext cx="0" cy="145902"/>
          </a:xfrm>
          <a:prstGeom prst="line">
            <a:avLst/>
          </a:prstGeom>
          <a:noFill/>
          <a:ln w="15875">
            <a:solidFill>
              <a:srgbClr val="A64E8E">
                <a:alpha val="76000"/>
              </a:srgbClr>
            </a:solidFill>
            <a:prstDash val="dot"/>
            <a:headEnd type="none"/>
            <a:tailEnd type="none"/>
          </a:ln>
        </p:spPr>
      </p:sp>
      <p:sp>
        <p:nvSpPr>
          <p:cNvPr id="1580" name="Shape 1578"/>
          <p:cNvSpPr/>
          <p:nvPr/>
        </p:nvSpPr>
        <p:spPr>
          <a:xfrm>
            <a:off x="7822387" y="4755781"/>
            <a:ext cx="127407" cy="0"/>
          </a:xfrm>
          <a:prstGeom prst="line">
            <a:avLst/>
          </a:prstGeom>
          <a:noFill/>
          <a:ln w="15875">
            <a:solidFill>
              <a:srgbClr val="A64E8E">
                <a:alpha val="76000"/>
              </a:srgbClr>
            </a:solidFill>
            <a:prstDash val="dot"/>
            <a:headEnd type="none"/>
            <a:tailEnd type="none"/>
          </a:ln>
        </p:spPr>
      </p:sp>
      <p:sp>
        <p:nvSpPr>
          <p:cNvPr id="1581" name="Shape 1579"/>
          <p:cNvSpPr/>
          <p:nvPr/>
        </p:nvSpPr>
        <p:spPr>
          <a:xfrm>
            <a:off x="7947050" y="4753038"/>
            <a:ext cx="0" cy="92268"/>
          </a:xfrm>
          <a:prstGeom prst="line">
            <a:avLst/>
          </a:prstGeom>
          <a:noFill/>
          <a:ln w="15875">
            <a:solidFill>
              <a:srgbClr val="A64E8E">
                <a:alpha val="76000"/>
              </a:srgbClr>
            </a:solidFill>
            <a:prstDash val="dot"/>
            <a:headEnd type="none"/>
            <a:tailEnd type="none"/>
          </a:ln>
        </p:spPr>
      </p:sp>
      <p:sp>
        <p:nvSpPr>
          <p:cNvPr id="1582" name="Shape 1580"/>
          <p:cNvSpPr/>
          <p:nvPr/>
        </p:nvSpPr>
        <p:spPr>
          <a:xfrm>
            <a:off x="7947050" y="4842562"/>
            <a:ext cx="127407" cy="0"/>
          </a:xfrm>
          <a:prstGeom prst="line">
            <a:avLst/>
          </a:prstGeom>
          <a:noFill/>
          <a:ln w="15875">
            <a:solidFill>
              <a:srgbClr val="A64E8E">
                <a:alpha val="76000"/>
              </a:srgbClr>
            </a:solidFill>
            <a:prstDash val="dot"/>
            <a:headEnd type="none"/>
            <a:tailEnd type="none"/>
          </a:ln>
        </p:spPr>
      </p:sp>
      <p:sp>
        <p:nvSpPr>
          <p:cNvPr id="1583" name="Shape 1581"/>
          <p:cNvSpPr/>
          <p:nvPr/>
        </p:nvSpPr>
        <p:spPr>
          <a:xfrm>
            <a:off x="8071714" y="4839819"/>
            <a:ext cx="0" cy="5486"/>
          </a:xfrm>
          <a:prstGeom prst="line">
            <a:avLst/>
          </a:prstGeom>
          <a:noFill/>
          <a:ln w="15875">
            <a:solidFill>
              <a:srgbClr val="A64E8E">
                <a:alpha val="76000"/>
              </a:srgbClr>
            </a:solidFill>
            <a:prstDash val="dot"/>
            <a:headEnd type="none"/>
            <a:tailEnd type="none"/>
          </a:ln>
        </p:spPr>
      </p:sp>
      <p:sp>
        <p:nvSpPr>
          <p:cNvPr id="1584" name="Shape 1582"/>
          <p:cNvSpPr/>
          <p:nvPr/>
        </p:nvSpPr>
        <p:spPr>
          <a:xfrm>
            <a:off x="8071714" y="4842562"/>
            <a:ext cx="127406" cy="0"/>
          </a:xfrm>
          <a:prstGeom prst="line">
            <a:avLst/>
          </a:prstGeom>
          <a:noFill/>
          <a:ln w="15875">
            <a:solidFill>
              <a:srgbClr val="A64E8E">
                <a:alpha val="76000"/>
              </a:srgbClr>
            </a:solidFill>
            <a:prstDash val="dot"/>
            <a:headEnd type="none"/>
            <a:tailEnd type="none"/>
          </a:ln>
        </p:spPr>
      </p:sp>
      <p:sp>
        <p:nvSpPr>
          <p:cNvPr id="1585" name="Shape 1583"/>
          <p:cNvSpPr/>
          <p:nvPr/>
        </p:nvSpPr>
        <p:spPr>
          <a:xfrm>
            <a:off x="8196377" y="4839819"/>
            <a:ext cx="0" cy="5486"/>
          </a:xfrm>
          <a:prstGeom prst="line">
            <a:avLst/>
          </a:prstGeom>
          <a:noFill/>
          <a:ln w="15875">
            <a:solidFill>
              <a:srgbClr val="A64E8E">
                <a:alpha val="76000"/>
              </a:srgbClr>
            </a:solidFill>
            <a:prstDash val="dot"/>
            <a:headEnd type="none"/>
            <a:tailEnd type="none"/>
          </a:ln>
        </p:spPr>
      </p:sp>
      <p:sp>
        <p:nvSpPr>
          <p:cNvPr id="1586" name="Shape 1584"/>
          <p:cNvSpPr/>
          <p:nvPr/>
        </p:nvSpPr>
        <p:spPr>
          <a:xfrm>
            <a:off x="8196377" y="4842562"/>
            <a:ext cx="127407" cy="0"/>
          </a:xfrm>
          <a:prstGeom prst="line">
            <a:avLst/>
          </a:prstGeom>
          <a:noFill/>
          <a:ln w="15875">
            <a:solidFill>
              <a:srgbClr val="A64E8E">
                <a:alpha val="76000"/>
              </a:srgbClr>
            </a:solidFill>
            <a:prstDash val="dot"/>
            <a:headEnd type="none"/>
            <a:tailEnd type="none"/>
          </a:ln>
        </p:spPr>
      </p:sp>
      <p:sp>
        <p:nvSpPr>
          <p:cNvPr id="1587" name="Shape 1585"/>
          <p:cNvSpPr/>
          <p:nvPr/>
        </p:nvSpPr>
        <p:spPr>
          <a:xfrm>
            <a:off x="8321040" y="4753038"/>
            <a:ext cx="0" cy="92268"/>
          </a:xfrm>
          <a:prstGeom prst="line">
            <a:avLst/>
          </a:prstGeom>
          <a:noFill/>
          <a:ln w="15875">
            <a:solidFill>
              <a:srgbClr val="A64E8E">
                <a:alpha val="76000"/>
              </a:srgbClr>
            </a:solidFill>
            <a:prstDash val="dot"/>
            <a:headEnd type="none"/>
            <a:tailEnd type="none"/>
          </a:ln>
        </p:spPr>
      </p:sp>
      <p:sp>
        <p:nvSpPr>
          <p:cNvPr id="1588" name="Shape 1586"/>
          <p:cNvSpPr/>
          <p:nvPr/>
        </p:nvSpPr>
        <p:spPr>
          <a:xfrm>
            <a:off x="841248" y="2236124"/>
            <a:ext cx="127407" cy="0"/>
          </a:xfrm>
          <a:prstGeom prst="line">
            <a:avLst/>
          </a:prstGeom>
          <a:noFill/>
          <a:ln w="15875">
            <a:solidFill>
              <a:srgbClr val="B48A12">
                <a:alpha val="76000"/>
              </a:srgbClr>
            </a:solidFill>
            <a:prstDash val="dot"/>
            <a:headEnd type="none"/>
            <a:tailEnd type="none"/>
          </a:ln>
        </p:spPr>
      </p:sp>
      <p:sp>
        <p:nvSpPr>
          <p:cNvPr id="1589" name="Shape 1587"/>
          <p:cNvSpPr/>
          <p:nvPr/>
        </p:nvSpPr>
        <p:spPr>
          <a:xfrm>
            <a:off x="965911" y="2233380"/>
            <a:ext cx="0" cy="274457"/>
          </a:xfrm>
          <a:prstGeom prst="line">
            <a:avLst/>
          </a:prstGeom>
          <a:noFill/>
          <a:ln w="15875">
            <a:solidFill>
              <a:srgbClr val="B48A12">
                <a:alpha val="76000"/>
              </a:srgbClr>
            </a:solidFill>
            <a:prstDash val="dot"/>
            <a:headEnd type="none"/>
            <a:tailEnd type="none"/>
          </a:ln>
        </p:spPr>
      </p:sp>
      <p:sp>
        <p:nvSpPr>
          <p:cNvPr id="1590" name="Shape 1588"/>
          <p:cNvSpPr/>
          <p:nvPr/>
        </p:nvSpPr>
        <p:spPr>
          <a:xfrm>
            <a:off x="965911" y="2505094"/>
            <a:ext cx="127406" cy="0"/>
          </a:xfrm>
          <a:prstGeom prst="line">
            <a:avLst/>
          </a:prstGeom>
          <a:noFill/>
          <a:ln w="15875">
            <a:solidFill>
              <a:srgbClr val="B48A12">
                <a:alpha val="76000"/>
              </a:srgbClr>
            </a:solidFill>
            <a:prstDash val="dot"/>
            <a:headEnd type="none"/>
            <a:tailEnd type="none"/>
          </a:ln>
        </p:spPr>
      </p:sp>
      <p:sp>
        <p:nvSpPr>
          <p:cNvPr id="1591" name="Shape 1589"/>
          <p:cNvSpPr/>
          <p:nvPr/>
        </p:nvSpPr>
        <p:spPr>
          <a:xfrm>
            <a:off x="1090574" y="2502351"/>
            <a:ext cx="0" cy="405761"/>
          </a:xfrm>
          <a:prstGeom prst="line">
            <a:avLst/>
          </a:prstGeom>
          <a:noFill/>
          <a:ln w="15875">
            <a:solidFill>
              <a:srgbClr val="B48A12">
                <a:alpha val="76000"/>
              </a:srgbClr>
            </a:solidFill>
            <a:prstDash val="dot"/>
            <a:headEnd type="none"/>
            <a:tailEnd type="none"/>
          </a:ln>
        </p:spPr>
      </p:sp>
      <p:sp>
        <p:nvSpPr>
          <p:cNvPr id="1592" name="Shape 1590"/>
          <p:cNvSpPr/>
          <p:nvPr/>
        </p:nvSpPr>
        <p:spPr>
          <a:xfrm>
            <a:off x="1090574" y="2905368"/>
            <a:ext cx="127407" cy="0"/>
          </a:xfrm>
          <a:prstGeom prst="line">
            <a:avLst/>
          </a:prstGeom>
          <a:noFill/>
          <a:ln w="15875">
            <a:solidFill>
              <a:srgbClr val="B48A12">
                <a:alpha val="76000"/>
              </a:srgbClr>
            </a:solidFill>
            <a:prstDash val="dot"/>
            <a:headEnd type="none"/>
            <a:tailEnd type="none"/>
          </a:ln>
        </p:spPr>
      </p:sp>
      <p:sp>
        <p:nvSpPr>
          <p:cNvPr id="1593" name="Shape 1591"/>
          <p:cNvSpPr/>
          <p:nvPr/>
        </p:nvSpPr>
        <p:spPr>
          <a:xfrm>
            <a:off x="1215238" y="2902625"/>
            <a:ext cx="0" cy="487387"/>
          </a:xfrm>
          <a:prstGeom prst="line">
            <a:avLst/>
          </a:prstGeom>
          <a:noFill/>
          <a:ln w="15875">
            <a:solidFill>
              <a:srgbClr val="B48A12">
                <a:alpha val="76000"/>
              </a:srgbClr>
            </a:solidFill>
            <a:prstDash val="dot"/>
            <a:headEnd type="none"/>
            <a:tailEnd type="none"/>
          </a:ln>
        </p:spPr>
      </p:sp>
      <p:sp>
        <p:nvSpPr>
          <p:cNvPr id="1594" name="Shape 1592"/>
          <p:cNvSpPr/>
          <p:nvPr/>
        </p:nvSpPr>
        <p:spPr>
          <a:xfrm>
            <a:off x="1215238" y="3387269"/>
            <a:ext cx="127407" cy="0"/>
          </a:xfrm>
          <a:prstGeom prst="line">
            <a:avLst/>
          </a:prstGeom>
          <a:noFill/>
          <a:ln w="15875">
            <a:solidFill>
              <a:srgbClr val="B48A12">
                <a:alpha val="76000"/>
              </a:srgbClr>
            </a:solidFill>
            <a:prstDash val="dot"/>
            <a:headEnd type="none"/>
            <a:tailEnd type="none"/>
          </a:ln>
        </p:spPr>
      </p:sp>
      <p:sp>
        <p:nvSpPr>
          <p:cNvPr id="1595" name="Shape 1593"/>
          <p:cNvSpPr/>
          <p:nvPr/>
        </p:nvSpPr>
        <p:spPr>
          <a:xfrm>
            <a:off x="1339901" y="3384526"/>
            <a:ext cx="0" cy="365100"/>
          </a:xfrm>
          <a:prstGeom prst="line">
            <a:avLst/>
          </a:prstGeom>
          <a:noFill/>
          <a:ln w="15875">
            <a:solidFill>
              <a:srgbClr val="B48A12">
                <a:alpha val="76000"/>
              </a:srgbClr>
            </a:solidFill>
            <a:prstDash val="dot"/>
            <a:headEnd type="none"/>
            <a:tailEnd type="none"/>
          </a:ln>
        </p:spPr>
      </p:sp>
      <p:sp>
        <p:nvSpPr>
          <p:cNvPr id="1596" name="Shape 1594"/>
          <p:cNvSpPr/>
          <p:nvPr/>
        </p:nvSpPr>
        <p:spPr>
          <a:xfrm>
            <a:off x="1339901" y="3746883"/>
            <a:ext cx="127406" cy="0"/>
          </a:xfrm>
          <a:prstGeom prst="line">
            <a:avLst/>
          </a:prstGeom>
          <a:noFill/>
          <a:ln w="15875">
            <a:solidFill>
              <a:srgbClr val="B48A12">
                <a:alpha val="76000"/>
              </a:srgbClr>
            </a:solidFill>
            <a:prstDash val="dot"/>
            <a:headEnd type="none"/>
            <a:tailEnd type="none"/>
          </a:ln>
        </p:spPr>
      </p:sp>
      <p:sp>
        <p:nvSpPr>
          <p:cNvPr id="1597" name="Shape 1595"/>
          <p:cNvSpPr/>
          <p:nvPr/>
        </p:nvSpPr>
        <p:spPr>
          <a:xfrm>
            <a:off x="1464564" y="3744140"/>
            <a:ext cx="0" cy="382325"/>
          </a:xfrm>
          <a:prstGeom prst="line">
            <a:avLst/>
          </a:prstGeom>
          <a:noFill/>
          <a:ln w="15875">
            <a:solidFill>
              <a:srgbClr val="B48A12">
                <a:alpha val="76000"/>
              </a:srgbClr>
            </a:solidFill>
            <a:prstDash val="dot"/>
            <a:headEnd type="none"/>
            <a:tailEnd type="none"/>
          </a:ln>
        </p:spPr>
      </p:sp>
      <p:sp>
        <p:nvSpPr>
          <p:cNvPr id="1598" name="Shape 1596"/>
          <p:cNvSpPr/>
          <p:nvPr/>
        </p:nvSpPr>
        <p:spPr>
          <a:xfrm>
            <a:off x="1464564" y="4123722"/>
            <a:ext cx="127407" cy="0"/>
          </a:xfrm>
          <a:prstGeom prst="line">
            <a:avLst/>
          </a:prstGeom>
          <a:noFill/>
          <a:ln w="15875">
            <a:solidFill>
              <a:srgbClr val="B48A12">
                <a:alpha val="76000"/>
              </a:srgbClr>
            </a:solidFill>
            <a:prstDash val="dot"/>
            <a:headEnd type="none"/>
            <a:tailEnd type="none"/>
          </a:ln>
        </p:spPr>
      </p:sp>
      <p:sp>
        <p:nvSpPr>
          <p:cNvPr id="1599" name="Shape 1597"/>
          <p:cNvSpPr/>
          <p:nvPr/>
        </p:nvSpPr>
        <p:spPr>
          <a:xfrm>
            <a:off x="1589227" y="4120979"/>
            <a:ext cx="0" cy="251870"/>
          </a:xfrm>
          <a:prstGeom prst="line">
            <a:avLst/>
          </a:prstGeom>
          <a:noFill/>
          <a:ln w="15875">
            <a:solidFill>
              <a:srgbClr val="B48A12">
                <a:alpha val="76000"/>
              </a:srgbClr>
            </a:solidFill>
            <a:prstDash val="dot"/>
            <a:headEnd type="none"/>
            <a:tailEnd type="none"/>
          </a:ln>
        </p:spPr>
      </p:sp>
      <p:sp>
        <p:nvSpPr>
          <p:cNvPr id="1600" name="Shape 1598"/>
          <p:cNvSpPr/>
          <p:nvPr/>
        </p:nvSpPr>
        <p:spPr>
          <a:xfrm>
            <a:off x="1589227" y="4370106"/>
            <a:ext cx="127407" cy="0"/>
          </a:xfrm>
          <a:prstGeom prst="line">
            <a:avLst/>
          </a:prstGeom>
          <a:noFill/>
          <a:ln w="15875">
            <a:solidFill>
              <a:srgbClr val="B48A12">
                <a:alpha val="76000"/>
              </a:srgbClr>
            </a:solidFill>
            <a:prstDash val="dot"/>
            <a:headEnd type="none"/>
            <a:tailEnd type="none"/>
          </a:ln>
        </p:spPr>
      </p:sp>
      <p:sp>
        <p:nvSpPr>
          <p:cNvPr id="1601" name="Shape 1599"/>
          <p:cNvSpPr/>
          <p:nvPr/>
        </p:nvSpPr>
        <p:spPr>
          <a:xfrm>
            <a:off x="1713891" y="4367363"/>
            <a:ext cx="0" cy="50286"/>
          </a:xfrm>
          <a:prstGeom prst="line">
            <a:avLst/>
          </a:prstGeom>
          <a:noFill/>
          <a:ln w="15875">
            <a:solidFill>
              <a:srgbClr val="B48A12">
                <a:alpha val="76000"/>
              </a:srgbClr>
            </a:solidFill>
            <a:prstDash val="dot"/>
            <a:headEnd type="none"/>
            <a:tailEnd type="none"/>
          </a:ln>
        </p:spPr>
      </p:sp>
      <p:sp>
        <p:nvSpPr>
          <p:cNvPr id="1602" name="Shape 1600"/>
          <p:cNvSpPr/>
          <p:nvPr/>
        </p:nvSpPr>
        <p:spPr>
          <a:xfrm>
            <a:off x="1713891" y="4414906"/>
            <a:ext cx="127406" cy="0"/>
          </a:xfrm>
          <a:prstGeom prst="line">
            <a:avLst/>
          </a:prstGeom>
          <a:noFill/>
          <a:ln w="15875">
            <a:solidFill>
              <a:srgbClr val="B48A12">
                <a:alpha val="76000"/>
              </a:srgbClr>
            </a:solidFill>
            <a:prstDash val="dot"/>
            <a:headEnd type="none"/>
            <a:tailEnd type="none"/>
          </a:ln>
        </p:spPr>
      </p:sp>
      <p:sp>
        <p:nvSpPr>
          <p:cNvPr id="1603" name="Shape 1601"/>
          <p:cNvSpPr/>
          <p:nvPr/>
        </p:nvSpPr>
        <p:spPr>
          <a:xfrm>
            <a:off x="1838553" y="4412163"/>
            <a:ext cx="0" cy="7684"/>
          </a:xfrm>
          <a:prstGeom prst="line">
            <a:avLst/>
          </a:prstGeom>
          <a:noFill/>
          <a:ln w="15875">
            <a:solidFill>
              <a:srgbClr val="B48A12">
                <a:alpha val="76000"/>
              </a:srgbClr>
            </a:solidFill>
            <a:prstDash val="dot"/>
            <a:headEnd type="none"/>
            <a:tailEnd type="none"/>
          </a:ln>
        </p:spPr>
      </p:sp>
      <p:sp>
        <p:nvSpPr>
          <p:cNvPr id="1604" name="Shape 1602"/>
          <p:cNvSpPr/>
          <p:nvPr/>
        </p:nvSpPr>
        <p:spPr>
          <a:xfrm>
            <a:off x="1838553" y="4417103"/>
            <a:ext cx="127407" cy="0"/>
          </a:xfrm>
          <a:prstGeom prst="line">
            <a:avLst/>
          </a:prstGeom>
          <a:noFill/>
          <a:ln w="15875">
            <a:solidFill>
              <a:srgbClr val="B48A12">
                <a:alpha val="76000"/>
              </a:srgbClr>
            </a:solidFill>
            <a:prstDash val="dot"/>
            <a:headEnd type="none"/>
            <a:tailEnd type="none"/>
          </a:ln>
        </p:spPr>
      </p:sp>
      <p:sp>
        <p:nvSpPr>
          <p:cNvPr id="1605" name="Shape 1603"/>
          <p:cNvSpPr/>
          <p:nvPr/>
        </p:nvSpPr>
        <p:spPr>
          <a:xfrm>
            <a:off x="1963217" y="4401373"/>
            <a:ext cx="0" cy="18474"/>
          </a:xfrm>
          <a:prstGeom prst="line">
            <a:avLst/>
          </a:prstGeom>
          <a:noFill/>
          <a:ln w="15875">
            <a:solidFill>
              <a:srgbClr val="B48A12">
                <a:alpha val="76000"/>
              </a:srgbClr>
            </a:solidFill>
            <a:prstDash val="dot"/>
            <a:headEnd type="none"/>
            <a:tailEnd type="none"/>
          </a:ln>
        </p:spPr>
      </p:sp>
      <p:sp>
        <p:nvSpPr>
          <p:cNvPr id="1606" name="Shape 1604"/>
          <p:cNvSpPr/>
          <p:nvPr/>
        </p:nvSpPr>
        <p:spPr>
          <a:xfrm>
            <a:off x="1963217" y="4404116"/>
            <a:ext cx="127407" cy="0"/>
          </a:xfrm>
          <a:prstGeom prst="line">
            <a:avLst/>
          </a:prstGeom>
          <a:noFill/>
          <a:ln w="15875">
            <a:solidFill>
              <a:srgbClr val="B48A12">
                <a:alpha val="76000"/>
              </a:srgbClr>
            </a:solidFill>
            <a:prstDash val="dot"/>
            <a:headEnd type="none"/>
            <a:tailEnd type="none"/>
          </a:ln>
        </p:spPr>
      </p:sp>
      <p:sp>
        <p:nvSpPr>
          <p:cNvPr id="1607" name="Shape 1605"/>
          <p:cNvSpPr/>
          <p:nvPr/>
        </p:nvSpPr>
        <p:spPr>
          <a:xfrm>
            <a:off x="2087880" y="4381244"/>
            <a:ext cx="0" cy="25615"/>
          </a:xfrm>
          <a:prstGeom prst="line">
            <a:avLst/>
          </a:prstGeom>
          <a:noFill/>
          <a:ln w="15875">
            <a:solidFill>
              <a:srgbClr val="B48A12">
                <a:alpha val="76000"/>
              </a:srgbClr>
            </a:solidFill>
            <a:prstDash val="dot"/>
            <a:headEnd type="none"/>
            <a:tailEnd type="none"/>
          </a:ln>
        </p:spPr>
      </p:sp>
      <p:sp>
        <p:nvSpPr>
          <p:cNvPr id="1608" name="Shape 1606"/>
          <p:cNvSpPr/>
          <p:nvPr/>
        </p:nvSpPr>
        <p:spPr>
          <a:xfrm>
            <a:off x="2087880" y="4383987"/>
            <a:ext cx="127406" cy="0"/>
          </a:xfrm>
          <a:prstGeom prst="line">
            <a:avLst/>
          </a:prstGeom>
          <a:noFill/>
          <a:ln w="15875">
            <a:solidFill>
              <a:srgbClr val="B48A12">
                <a:alpha val="76000"/>
              </a:srgbClr>
            </a:solidFill>
            <a:prstDash val="dot"/>
            <a:headEnd type="none"/>
            <a:tailEnd type="none"/>
          </a:ln>
        </p:spPr>
      </p:sp>
      <p:sp>
        <p:nvSpPr>
          <p:cNvPr id="1609" name="Shape 1607"/>
          <p:cNvSpPr/>
          <p:nvPr/>
        </p:nvSpPr>
        <p:spPr>
          <a:xfrm>
            <a:off x="2212543" y="4359016"/>
            <a:ext cx="0" cy="27715"/>
          </a:xfrm>
          <a:prstGeom prst="line">
            <a:avLst/>
          </a:prstGeom>
          <a:noFill/>
          <a:ln w="15875">
            <a:solidFill>
              <a:srgbClr val="B48A12">
                <a:alpha val="76000"/>
              </a:srgbClr>
            </a:solidFill>
            <a:prstDash val="dot"/>
            <a:headEnd type="none"/>
            <a:tailEnd type="none"/>
          </a:ln>
        </p:spPr>
      </p:sp>
      <p:sp>
        <p:nvSpPr>
          <p:cNvPr id="1610" name="Shape 1608"/>
          <p:cNvSpPr/>
          <p:nvPr/>
        </p:nvSpPr>
        <p:spPr>
          <a:xfrm>
            <a:off x="2212543" y="4361759"/>
            <a:ext cx="127407" cy="0"/>
          </a:xfrm>
          <a:prstGeom prst="line">
            <a:avLst/>
          </a:prstGeom>
          <a:noFill/>
          <a:ln w="15875">
            <a:solidFill>
              <a:srgbClr val="B48A12">
                <a:alpha val="76000"/>
              </a:srgbClr>
            </a:solidFill>
            <a:prstDash val="dot"/>
            <a:headEnd type="none"/>
            <a:tailEnd type="none"/>
          </a:ln>
        </p:spPr>
      </p:sp>
      <p:sp>
        <p:nvSpPr>
          <p:cNvPr id="1611" name="Shape 1609"/>
          <p:cNvSpPr/>
          <p:nvPr/>
        </p:nvSpPr>
        <p:spPr>
          <a:xfrm>
            <a:off x="2337206" y="4342581"/>
            <a:ext cx="0" cy="21921"/>
          </a:xfrm>
          <a:prstGeom prst="line">
            <a:avLst/>
          </a:prstGeom>
          <a:noFill/>
          <a:ln w="15875">
            <a:solidFill>
              <a:srgbClr val="B48A12">
                <a:alpha val="76000"/>
              </a:srgbClr>
            </a:solidFill>
            <a:prstDash val="dot"/>
            <a:headEnd type="none"/>
            <a:tailEnd type="none"/>
          </a:ln>
        </p:spPr>
      </p:sp>
      <p:sp>
        <p:nvSpPr>
          <p:cNvPr id="1612" name="Shape 1610"/>
          <p:cNvSpPr/>
          <p:nvPr/>
        </p:nvSpPr>
        <p:spPr>
          <a:xfrm>
            <a:off x="2337206" y="4345324"/>
            <a:ext cx="127407" cy="0"/>
          </a:xfrm>
          <a:prstGeom prst="line">
            <a:avLst/>
          </a:prstGeom>
          <a:noFill/>
          <a:ln w="15875">
            <a:solidFill>
              <a:srgbClr val="B48A12">
                <a:alpha val="76000"/>
              </a:srgbClr>
            </a:solidFill>
            <a:prstDash val="dot"/>
            <a:headEnd type="none"/>
            <a:tailEnd type="none"/>
          </a:ln>
        </p:spPr>
      </p:sp>
      <p:sp>
        <p:nvSpPr>
          <p:cNvPr id="1613" name="Shape 1611"/>
          <p:cNvSpPr/>
          <p:nvPr/>
        </p:nvSpPr>
        <p:spPr>
          <a:xfrm>
            <a:off x="2461870" y="4329754"/>
            <a:ext cx="0" cy="18313"/>
          </a:xfrm>
          <a:prstGeom prst="line">
            <a:avLst/>
          </a:prstGeom>
          <a:noFill/>
          <a:ln w="15875">
            <a:solidFill>
              <a:srgbClr val="B48A12">
                <a:alpha val="76000"/>
              </a:srgbClr>
            </a:solidFill>
            <a:prstDash val="dot"/>
            <a:headEnd type="none"/>
            <a:tailEnd type="none"/>
          </a:ln>
        </p:spPr>
      </p:sp>
      <p:sp>
        <p:nvSpPr>
          <p:cNvPr id="1614" name="Shape 1612"/>
          <p:cNvSpPr/>
          <p:nvPr/>
        </p:nvSpPr>
        <p:spPr>
          <a:xfrm>
            <a:off x="2461870" y="4332497"/>
            <a:ext cx="127406" cy="0"/>
          </a:xfrm>
          <a:prstGeom prst="line">
            <a:avLst/>
          </a:prstGeom>
          <a:noFill/>
          <a:ln w="15875">
            <a:solidFill>
              <a:srgbClr val="B48A12">
                <a:alpha val="76000"/>
              </a:srgbClr>
            </a:solidFill>
            <a:prstDash val="dot"/>
            <a:headEnd type="none"/>
            <a:tailEnd type="none"/>
          </a:ln>
        </p:spPr>
      </p:sp>
      <p:sp>
        <p:nvSpPr>
          <p:cNvPr id="1615" name="Shape 1613"/>
          <p:cNvSpPr/>
          <p:nvPr/>
        </p:nvSpPr>
        <p:spPr>
          <a:xfrm>
            <a:off x="2586533" y="4329754"/>
            <a:ext cx="0" cy="171911"/>
          </a:xfrm>
          <a:prstGeom prst="line">
            <a:avLst/>
          </a:prstGeom>
          <a:noFill/>
          <a:ln w="15875">
            <a:solidFill>
              <a:srgbClr val="B48A12">
                <a:alpha val="76000"/>
              </a:srgbClr>
            </a:solidFill>
            <a:prstDash val="dot"/>
            <a:headEnd type="none"/>
            <a:tailEnd type="none"/>
          </a:ln>
        </p:spPr>
      </p:sp>
      <p:sp>
        <p:nvSpPr>
          <p:cNvPr id="1616" name="Shape 1614"/>
          <p:cNvSpPr/>
          <p:nvPr/>
        </p:nvSpPr>
        <p:spPr>
          <a:xfrm>
            <a:off x="2586533" y="4498922"/>
            <a:ext cx="127407" cy="0"/>
          </a:xfrm>
          <a:prstGeom prst="line">
            <a:avLst/>
          </a:prstGeom>
          <a:noFill/>
          <a:ln w="15875">
            <a:solidFill>
              <a:srgbClr val="B48A12">
                <a:alpha val="76000"/>
              </a:srgbClr>
            </a:solidFill>
            <a:prstDash val="dot"/>
            <a:headEnd type="none"/>
            <a:tailEnd type="none"/>
          </a:ln>
        </p:spPr>
      </p:sp>
      <p:sp>
        <p:nvSpPr>
          <p:cNvPr id="1617" name="Shape 1615"/>
          <p:cNvSpPr/>
          <p:nvPr/>
        </p:nvSpPr>
        <p:spPr>
          <a:xfrm>
            <a:off x="2711196" y="4398656"/>
            <a:ext cx="0" cy="103009"/>
          </a:xfrm>
          <a:prstGeom prst="line">
            <a:avLst/>
          </a:prstGeom>
          <a:noFill/>
          <a:ln w="15875">
            <a:solidFill>
              <a:srgbClr val="B48A12">
                <a:alpha val="76000"/>
              </a:srgbClr>
            </a:solidFill>
            <a:prstDash val="dot"/>
            <a:headEnd type="none"/>
            <a:tailEnd type="none"/>
          </a:ln>
        </p:spPr>
      </p:sp>
      <p:sp>
        <p:nvSpPr>
          <p:cNvPr id="1618" name="Shape 1616"/>
          <p:cNvSpPr/>
          <p:nvPr/>
        </p:nvSpPr>
        <p:spPr>
          <a:xfrm>
            <a:off x="2711196" y="4401399"/>
            <a:ext cx="127407" cy="0"/>
          </a:xfrm>
          <a:prstGeom prst="line">
            <a:avLst/>
          </a:prstGeom>
          <a:noFill/>
          <a:ln w="15875">
            <a:solidFill>
              <a:srgbClr val="B48A12">
                <a:alpha val="76000"/>
              </a:srgbClr>
            </a:solidFill>
            <a:prstDash val="dot"/>
            <a:headEnd type="none"/>
            <a:tailEnd type="none"/>
          </a:ln>
        </p:spPr>
      </p:sp>
      <p:sp>
        <p:nvSpPr>
          <p:cNvPr id="1619" name="Shape 1617"/>
          <p:cNvSpPr/>
          <p:nvPr/>
        </p:nvSpPr>
        <p:spPr>
          <a:xfrm>
            <a:off x="2835859" y="4398656"/>
            <a:ext cx="0" cy="13559"/>
          </a:xfrm>
          <a:prstGeom prst="line">
            <a:avLst/>
          </a:prstGeom>
          <a:noFill/>
          <a:ln w="15875">
            <a:solidFill>
              <a:srgbClr val="B48A12">
                <a:alpha val="76000"/>
              </a:srgbClr>
            </a:solidFill>
            <a:prstDash val="dot"/>
            <a:headEnd type="none"/>
            <a:tailEnd type="none"/>
          </a:ln>
        </p:spPr>
      </p:sp>
      <p:sp>
        <p:nvSpPr>
          <p:cNvPr id="1620" name="Shape 1618"/>
          <p:cNvSpPr/>
          <p:nvPr/>
        </p:nvSpPr>
        <p:spPr>
          <a:xfrm>
            <a:off x="2835859" y="4409472"/>
            <a:ext cx="127406" cy="0"/>
          </a:xfrm>
          <a:prstGeom prst="line">
            <a:avLst/>
          </a:prstGeom>
          <a:noFill/>
          <a:ln w="15875">
            <a:solidFill>
              <a:srgbClr val="B48A12">
                <a:alpha val="76000"/>
              </a:srgbClr>
            </a:solidFill>
            <a:prstDash val="dot"/>
            <a:headEnd type="none"/>
            <a:tailEnd type="none"/>
          </a:ln>
        </p:spPr>
      </p:sp>
      <p:sp>
        <p:nvSpPr>
          <p:cNvPr id="1621" name="Shape 1619"/>
          <p:cNvSpPr/>
          <p:nvPr/>
        </p:nvSpPr>
        <p:spPr>
          <a:xfrm>
            <a:off x="2960522" y="4406729"/>
            <a:ext cx="0" cy="20846"/>
          </a:xfrm>
          <a:prstGeom prst="line">
            <a:avLst/>
          </a:prstGeom>
          <a:noFill/>
          <a:ln w="15875">
            <a:solidFill>
              <a:srgbClr val="B48A12">
                <a:alpha val="76000"/>
              </a:srgbClr>
            </a:solidFill>
            <a:prstDash val="dot"/>
            <a:headEnd type="none"/>
            <a:tailEnd type="none"/>
          </a:ln>
        </p:spPr>
      </p:sp>
      <p:sp>
        <p:nvSpPr>
          <p:cNvPr id="1622" name="Shape 1620"/>
          <p:cNvSpPr/>
          <p:nvPr/>
        </p:nvSpPr>
        <p:spPr>
          <a:xfrm>
            <a:off x="2960522" y="4424832"/>
            <a:ext cx="127407" cy="0"/>
          </a:xfrm>
          <a:prstGeom prst="line">
            <a:avLst/>
          </a:prstGeom>
          <a:noFill/>
          <a:ln w="15875">
            <a:solidFill>
              <a:srgbClr val="B48A12">
                <a:alpha val="76000"/>
              </a:srgbClr>
            </a:solidFill>
            <a:prstDash val="dot"/>
            <a:headEnd type="none"/>
            <a:tailEnd type="none"/>
          </a:ln>
        </p:spPr>
      </p:sp>
      <p:sp>
        <p:nvSpPr>
          <p:cNvPr id="1623" name="Shape 1621"/>
          <p:cNvSpPr/>
          <p:nvPr/>
        </p:nvSpPr>
        <p:spPr>
          <a:xfrm>
            <a:off x="3085186" y="4422089"/>
            <a:ext cx="0" cy="27601"/>
          </a:xfrm>
          <a:prstGeom prst="line">
            <a:avLst/>
          </a:prstGeom>
          <a:noFill/>
          <a:ln w="15875">
            <a:solidFill>
              <a:srgbClr val="B48A12">
                <a:alpha val="76000"/>
              </a:srgbClr>
            </a:solidFill>
            <a:prstDash val="dot"/>
            <a:headEnd type="none"/>
            <a:tailEnd type="none"/>
          </a:ln>
        </p:spPr>
      </p:sp>
      <p:sp>
        <p:nvSpPr>
          <p:cNvPr id="1624" name="Shape 1622"/>
          <p:cNvSpPr/>
          <p:nvPr/>
        </p:nvSpPr>
        <p:spPr>
          <a:xfrm>
            <a:off x="3085186" y="4446947"/>
            <a:ext cx="127407" cy="0"/>
          </a:xfrm>
          <a:prstGeom prst="line">
            <a:avLst/>
          </a:prstGeom>
          <a:noFill/>
          <a:ln w="15875">
            <a:solidFill>
              <a:srgbClr val="B48A12">
                <a:alpha val="76000"/>
              </a:srgbClr>
            </a:solidFill>
            <a:prstDash val="dot"/>
            <a:headEnd type="none"/>
            <a:tailEnd type="none"/>
          </a:ln>
        </p:spPr>
      </p:sp>
      <p:sp>
        <p:nvSpPr>
          <p:cNvPr id="1625" name="Shape 1623"/>
          <p:cNvSpPr/>
          <p:nvPr/>
        </p:nvSpPr>
        <p:spPr>
          <a:xfrm>
            <a:off x="3209849" y="4444203"/>
            <a:ext cx="0" cy="26637"/>
          </a:xfrm>
          <a:prstGeom prst="line">
            <a:avLst/>
          </a:prstGeom>
          <a:noFill/>
          <a:ln w="15875">
            <a:solidFill>
              <a:srgbClr val="B48A12">
                <a:alpha val="76000"/>
              </a:srgbClr>
            </a:solidFill>
            <a:prstDash val="dot"/>
            <a:headEnd type="none"/>
            <a:tailEnd type="none"/>
          </a:ln>
        </p:spPr>
      </p:sp>
      <p:sp>
        <p:nvSpPr>
          <p:cNvPr id="1626" name="Shape 1624"/>
          <p:cNvSpPr/>
          <p:nvPr/>
        </p:nvSpPr>
        <p:spPr>
          <a:xfrm>
            <a:off x="3209849" y="4468097"/>
            <a:ext cx="127406" cy="0"/>
          </a:xfrm>
          <a:prstGeom prst="line">
            <a:avLst/>
          </a:prstGeom>
          <a:noFill/>
          <a:ln w="15875">
            <a:solidFill>
              <a:srgbClr val="B48A12">
                <a:alpha val="76000"/>
              </a:srgbClr>
            </a:solidFill>
            <a:prstDash val="dot"/>
            <a:headEnd type="none"/>
            <a:tailEnd type="none"/>
          </a:ln>
        </p:spPr>
      </p:sp>
      <p:sp>
        <p:nvSpPr>
          <p:cNvPr id="1627" name="Shape 1625"/>
          <p:cNvSpPr/>
          <p:nvPr/>
        </p:nvSpPr>
        <p:spPr>
          <a:xfrm>
            <a:off x="3334512" y="4465354"/>
            <a:ext cx="0" cy="25597"/>
          </a:xfrm>
          <a:prstGeom prst="line">
            <a:avLst/>
          </a:prstGeom>
          <a:noFill/>
          <a:ln w="15875">
            <a:solidFill>
              <a:srgbClr val="B48A12">
                <a:alpha val="76000"/>
              </a:srgbClr>
            </a:solidFill>
            <a:prstDash val="dot"/>
            <a:headEnd type="none"/>
            <a:tailEnd type="none"/>
          </a:ln>
        </p:spPr>
      </p:sp>
      <p:sp>
        <p:nvSpPr>
          <p:cNvPr id="1628" name="Shape 1626"/>
          <p:cNvSpPr/>
          <p:nvPr/>
        </p:nvSpPr>
        <p:spPr>
          <a:xfrm>
            <a:off x="3334512" y="4488208"/>
            <a:ext cx="127407" cy="0"/>
          </a:xfrm>
          <a:prstGeom prst="line">
            <a:avLst/>
          </a:prstGeom>
          <a:noFill/>
          <a:ln w="15875">
            <a:solidFill>
              <a:srgbClr val="B48A12">
                <a:alpha val="76000"/>
              </a:srgbClr>
            </a:solidFill>
            <a:prstDash val="dot"/>
            <a:headEnd type="none"/>
            <a:tailEnd type="none"/>
          </a:ln>
        </p:spPr>
      </p:sp>
      <p:sp>
        <p:nvSpPr>
          <p:cNvPr id="1629" name="Shape 1627"/>
          <p:cNvSpPr/>
          <p:nvPr/>
        </p:nvSpPr>
        <p:spPr>
          <a:xfrm>
            <a:off x="3459175" y="4485465"/>
            <a:ext cx="0" cy="27213"/>
          </a:xfrm>
          <a:prstGeom prst="line">
            <a:avLst/>
          </a:prstGeom>
          <a:noFill/>
          <a:ln w="15875">
            <a:solidFill>
              <a:srgbClr val="B48A12">
                <a:alpha val="76000"/>
              </a:srgbClr>
            </a:solidFill>
            <a:prstDash val="dot"/>
            <a:headEnd type="none"/>
            <a:tailEnd type="none"/>
          </a:ln>
        </p:spPr>
      </p:sp>
      <p:sp>
        <p:nvSpPr>
          <p:cNvPr id="1630" name="Shape 1628"/>
          <p:cNvSpPr/>
          <p:nvPr/>
        </p:nvSpPr>
        <p:spPr>
          <a:xfrm>
            <a:off x="3459175" y="4509935"/>
            <a:ext cx="127407" cy="0"/>
          </a:xfrm>
          <a:prstGeom prst="line">
            <a:avLst/>
          </a:prstGeom>
          <a:noFill/>
          <a:ln w="15875">
            <a:solidFill>
              <a:srgbClr val="B48A12">
                <a:alpha val="76000"/>
              </a:srgbClr>
            </a:solidFill>
            <a:prstDash val="dot"/>
            <a:headEnd type="none"/>
            <a:tailEnd type="none"/>
          </a:ln>
        </p:spPr>
      </p:sp>
      <p:sp>
        <p:nvSpPr>
          <p:cNvPr id="1631" name="Shape 1629"/>
          <p:cNvSpPr/>
          <p:nvPr/>
        </p:nvSpPr>
        <p:spPr>
          <a:xfrm>
            <a:off x="3583839" y="4507192"/>
            <a:ext cx="0" cy="23582"/>
          </a:xfrm>
          <a:prstGeom prst="line">
            <a:avLst/>
          </a:prstGeom>
          <a:noFill/>
          <a:ln w="15875">
            <a:solidFill>
              <a:srgbClr val="B48A12">
                <a:alpha val="76000"/>
              </a:srgbClr>
            </a:solidFill>
            <a:prstDash val="dot"/>
            <a:headEnd type="none"/>
            <a:tailEnd type="none"/>
          </a:ln>
        </p:spPr>
      </p:sp>
      <p:sp>
        <p:nvSpPr>
          <p:cNvPr id="1632" name="Shape 1630"/>
          <p:cNvSpPr/>
          <p:nvPr/>
        </p:nvSpPr>
        <p:spPr>
          <a:xfrm>
            <a:off x="3583839" y="4528031"/>
            <a:ext cx="127406" cy="0"/>
          </a:xfrm>
          <a:prstGeom prst="line">
            <a:avLst/>
          </a:prstGeom>
          <a:noFill/>
          <a:ln w="15875">
            <a:solidFill>
              <a:srgbClr val="B48A12">
                <a:alpha val="76000"/>
              </a:srgbClr>
            </a:solidFill>
            <a:prstDash val="dot"/>
            <a:headEnd type="none"/>
            <a:tailEnd type="none"/>
          </a:ln>
        </p:spPr>
      </p:sp>
      <p:sp>
        <p:nvSpPr>
          <p:cNvPr id="1633" name="Shape 1631"/>
          <p:cNvSpPr/>
          <p:nvPr/>
        </p:nvSpPr>
        <p:spPr>
          <a:xfrm>
            <a:off x="3708501" y="4525288"/>
            <a:ext cx="0" cy="24602"/>
          </a:xfrm>
          <a:prstGeom prst="line">
            <a:avLst/>
          </a:prstGeom>
          <a:noFill/>
          <a:ln w="15875">
            <a:solidFill>
              <a:srgbClr val="B48A12">
                <a:alpha val="76000"/>
              </a:srgbClr>
            </a:solidFill>
            <a:prstDash val="dot"/>
            <a:headEnd type="none"/>
            <a:tailEnd type="none"/>
          </a:ln>
        </p:spPr>
      </p:sp>
      <p:sp>
        <p:nvSpPr>
          <p:cNvPr id="1634" name="Shape 1632"/>
          <p:cNvSpPr/>
          <p:nvPr/>
        </p:nvSpPr>
        <p:spPr>
          <a:xfrm>
            <a:off x="3708501" y="4547146"/>
            <a:ext cx="127407" cy="0"/>
          </a:xfrm>
          <a:prstGeom prst="line">
            <a:avLst/>
          </a:prstGeom>
          <a:noFill/>
          <a:ln w="15875">
            <a:solidFill>
              <a:srgbClr val="B48A12">
                <a:alpha val="76000"/>
              </a:srgbClr>
            </a:solidFill>
            <a:prstDash val="dot"/>
            <a:headEnd type="none"/>
            <a:tailEnd type="none"/>
          </a:ln>
        </p:spPr>
      </p:sp>
      <p:sp>
        <p:nvSpPr>
          <p:cNvPr id="1635" name="Shape 1633"/>
          <p:cNvSpPr/>
          <p:nvPr/>
        </p:nvSpPr>
        <p:spPr>
          <a:xfrm>
            <a:off x="3833165" y="4544403"/>
            <a:ext cx="0" cy="27534"/>
          </a:xfrm>
          <a:prstGeom prst="line">
            <a:avLst/>
          </a:prstGeom>
          <a:noFill/>
          <a:ln w="15875">
            <a:solidFill>
              <a:srgbClr val="B48A12">
                <a:alpha val="76000"/>
              </a:srgbClr>
            </a:solidFill>
            <a:prstDash val="dot"/>
            <a:headEnd type="none"/>
            <a:tailEnd type="none"/>
          </a:ln>
        </p:spPr>
      </p:sp>
      <p:sp>
        <p:nvSpPr>
          <p:cNvPr id="1636" name="Shape 1634"/>
          <p:cNvSpPr/>
          <p:nvPr/>
        </p:nvSpPr>
        <p:spPr>
          <a:xfrm>
            <a:off x="3833165" y="4569194"/>
            <a:ext cx="127407" cy="0"/>
          </a:xfrm>
          <a:prstGeom prst="line">
            <a:avLst/>
          </a:prstGeom>
          <a:noFill/>
          <a:ln w="15875">
            <a:solidFill>
              <a:srgbClr val="B48A12">
                <a:alpha val="76000"/>
              </a:srgbClr>
            </a:solidFill>
            <a:prstDash val="dot"/>
            <a:headEnd type="none"/>
            <a:tailEnd type="none"/>
          </a:ln>
        </p:spPr>
      </p:sp>
      <p:sp>
        <p:nvSpPr>
          <p:cNvPr id="1637" name="Shape 1635"/>
          <p:cNvSpPr/>
          <p:nvPr/>
        </p:nvSpPr>
        <p:spPr>
          <a:xfrm>
            <a:off x="3957828" y="4566450"/>
            <a:ext cx="0" cy="22787"/>
          </a:xfrm>
          <a:prstGeom prst="line">
            <a:avLst/>
          </a:prstGeom>
          <a:noFill/>
          <a:ln w="15875">
            <a:solidFill>
              <a:srgbClr val="B48A12">
                <a:alpha val="76000"/>
              </a:srgbClr>
            </a:solidFill>
            <a:prstDash val="dot"/>
            <a:headEnd type="none"/>
            <a:tailEnd type="none"/>
          </a:ln>
        </p:spPr>
      </p:sp>
      <p:sp>
        <p:nvSpPr>
          <p:cNvPr id="1638" name="Shape 1636"/>
          <p:cNvSpPr/>
          <p:nvPr/>
        </p:nvSpPr>
        <p:spPr>
          <a:xfrm>
            <a:off x="3957828" y="4586494"/>
            <a:ext cx="127406" cy="0"/>
          </a:xfrm>
          <a:prstGeom prst="line">
            <a:avLst/>
          </a:prstGeom>
          <a:noFill/>
          <a:ln w="15875">
            <a:solidFill>
              <a:srgbClr val="B48A12">
                <a:alpha val="76000"/>
              </a:srgbClr>
            </a:solidFill>
            <a:prstDash val="dot"/>
            <a:headEnd type="none"/>
            <a:tailEnd type="none"/>
          </a:ln>
        </p:spPr>
      </p:sp>
      <p:sp>
        <p:nvSpPr>
          <p:cNvPr id="1639" name="Shape 1637"/>
          <p:cNvSpPr/>
          <p:nvPr/>
        </p:nvSpPr>
        <p:spPr>
          <a:xfrm>
            <a:off x="4082491" y="4583751"/>
            <a:ext cx="0" cy="17273"/>
          </a:xfrm>
          <a:prstGeom prst="line">
            <a:avLst/>
          </a:prstGeom>
          <a:noFill/>
          <a:ln w="15875">
            <a:solidFill>
              <a:srgbClr val="B48A12">
                <a:alpha val="76000"/>
              </a:srgbClr>
            </a:solidFill>
            <a:prstDash val="dot"/>
            <a:headEnd type="none"/>
            <a:tailEnd type="none"/>
          </a:ln>
        </p:spPr>
      </p:sp>
      <p:sp>
        <p:nvSpPr>
          <p:cNvPr id="1640" name="Shape 1638"/>
          <p:cNvSpPr/>
          <p:nvPr/>
        </p:nvSpPr>
        <p:spPr>
          <a:xfrm>
            <a:off x="4082491" y="4598281"/>
            <a:ext cx="127407" cy="0"/>
          </a:xfrm>
          <a:prstGeom prst="line">
            <a:avLst/>
          </a:prstGeom>
          <a:noFill/>
          <a:ln w="15875">
            <a:solidFill>
              <a:srgbClr val="B48A12">
                <a:alpha val="76000"/>
              </a:srgbClr>
            </a:solidFill>
            <a:prstDash val="dot"/>
            <a:headEnd type="none"/>
            <a:tailEnd type="none"/>
          </a:ln>
        </p:spPr>
      </p:sp>
      <p:sp>
        <p:nvSpPr>
          <p:cNvPr id="1641" name="Shape 1639"/>
          <p:cNvSpPr/>
          <p:nvPr/>
        </p:nvSpPr>
        <p:spPr>
          <a:xfrm>
            <a:off x="4207154" y="4595538"/>
            <a:ext cx="0" cy="12474"/>
          </a:xfrm>
          <a:prstGeom prst="line">
            <a:avLst/>
          </a:prstGeom>
          <a:noFill/>
          <a:ln w="15875">
            <a:solidFill>
              <a:srgbClr val="B48A12">
                <a:alpha val="76000"/>
              </a:srgbClr>
            </a:solidFill>
            <a:prstDash val="dot"/>
            <a:headEnd type="none"/>
            <a:tailEnd type="none"/>
          </a:ln>
        </p:spPr>
      </p:sp>
      <p:sp>
        <p:nvSpPr>
          <p:cNvPr id="1642" name="Shape 1640"/>
          <p:cNvSpPr/>
          <p:nvPr/>
        </p:nvSpPr>
        <p:spPr>
          <a:xfrm>
            <a:off x="4207154" y="4605268"/>
            <a:ext cx="127407" cy="0"/>
          </a:xfrm>
          <a:prstGeom prst="line">
            <a:avLst/>
          </a:prstGeom>
          <a:noFill/>
          <a:ln w="15875">
            <a:solidFill>
              <a:srgbClr val="B48A12">
                <a:alpha val="76000"/>
              </a:srgbClr>
            </a:solidFill>
            <a:prstDash val="dot"/>
            <a:headEnd type="none"/>
            <a:tailEnd type="none"/>
          </a:ln>
        </p:spPr>
      </p:sp>
      <p:sp>
        <p:nvSpPr>
          <p:cNvPr id="1643" name="Shape 1641"/>
          <p:cNvSpPr/>
          <p:nvPr/>
        </p:nvSpPr>
        <p:spPr>
          <a:xfrm>
            <a:off x="4331818" y="4602525"/>
            <a:ext cx="0" cy="13131"/>
          </a:xfrm>
          <a:prstGeom prst="line">
            <a:avLst/>
          </a:prstGeom>
          <a:noFill/>
          <a:ln w="15875">
            <a:solidFill>
              <a:srgbClr val="B48A12">
                <a:alpha val="76000"/>
              </a:srgbClr>
            </a:solidFill>
            <a:prstDash val="dot"/>
            <a:headEnd type="none"/>
            <a:tailEnd type="none"/>
          </a:ln>
        </p:spPr>
      </p:sp>
      <p:sp>
        <p:nvSpPr>
          <p:cNvPr id="1644" name="Shape 1642"/>
          <p:cNvSpPr/>
          <p:nvPr/>
        </p:nvSpPr>
        <p:spPr>
          <a:xfrm>
            <a:off x="4331818" y="4612912"/>
            <a:ext cx="127406" cy="0"/>
          </a:xfrm>
          <a:prstGeom prst="line">
            <a:avLst/>
          </a:prstGeom>
          <a:noFill/>
          <a:ln w="15875">
            <a:solidFill>
              <a:srgbClr val="B48A12">
                <a:alpha val="76000"/>
              </a:srgbClr>
            </a:solidFill>
            <a:prstDash val="dot"/>
            <a:headEnd type="none"/>
            <a:tailEnd type="none"/>
          </a:ln>
        </p:spPr>
      </p:sp>
      <p:sp>
        <p:nvSpPr>
          <p:cNvPr id="1645" name="Shape 1643"/>
          <p:cNvSpPr/>
          <p:nvPr/>
        </p:nvSpPr>
        <p:spPr>
          <a:xfrm>
            <a:off x="4456481" y="4610169"/>
            <a:ext cx="0" cy="14420"/>
          </a:xfrm>
          <a:prstGeom prst="line">
            <a:avLst/>
          </a:prstGeom>
          <a:noFill/>
          <a:ln w="15875">
            <a:solidFill>
              <a:srgbClr val="B48A12">
                <a:alpha val="76000"/>
              </a:srgbClr>
            </a:solidFill>
            <a:prstDash val="dot"/>
            <a:headEnd type="none"/>
            <a:tailEnd type="none"/>
          </a:ln>
        </p:spPr>
      </p:sp>
      <p:sp>
        <p:nvSpPr>
          <p:cNvPr id="1646" name="Shape 1644"/>
          <p:cNvSpPr/>
          <p:nvPr/>
        </p:nvSpPr>
        <p:spPr>
          <a:xfrm>
            <a:off x="4456481" y="4621846"/>
            <a:ext cx="127407" cy="0"/>
          </a:xfrm>
          <a:prstGeom prst="line">
            <a:avLst/>
          </a:prstGeom>
          <a:noFill/>
          <a:ln w="15875">
            <a:solidFill>
              <a:srgbClr val="B48A12">
                <a:alpha val="76000"/>
              </a:srgbClr>
            </a:solidFill>
            <a:prstDash val="dot"/>
            <a:headEnd type="none"/>
            <a:tailEnd type="none"/>
          </a:ln>
        </p:spPr>
      </p:sp>
      <p:sp>
        <p:nvSpPr>
          <p:cNvPr id="1647" name="Shape 1645"/>
          <p:cNvSpPr/>
          <p:nvPr/>
        </p:nvSpPr>
        <p:spPr>
          <a:xfrm>
            <a:off x="4581144" y="4619103"/>
            <a:ext cx="0" cy="22297"/>
          </a:xfrm>
          <a:prstGeom prst="line">
            <a:avLst/>
          </a:prstGeom>
          <a:noFill/>
          <a:ln w="15875">
            <a:solidFill>
              <a:srgbClr val="B48A12">
                <a:alpha val="76000"/>
              </a:srgbClr>
            </a:solidFill>
            <a:prstDash val="dot"/>
            <a:headEnd type="none"/>
            <a:tailEnd type="none"/>
          </a:ln>
        </p:spPr>
      </p:sp>
      <p:sp>
        <p:nvSpPr>
          <p:cNvPr id="1648" name="Shape 1646"/>
          <p:cNvSpPr/>
          <p:nvPr/>
        </p:nvSpPr>
        <p:spPr>
          <a:xfrm>
            <a:off x="4581144" y="4638656"/>
            <a:ext cx="127407" cy="0"/>
          </a:xfrm>
          <a:prstGeom prst="line">
            <a:avLst/>
          </a:prstGeom>
          <a:noFill/>
          <a:ln w="15875">
            <a:solidFill>
              <a:srgbClr val="B48A12">
                <a:alpha val="76000"/>
              </a:srgbClr>
            </a:solidFill>
            <a:prstDash val="dot"/>
            <a:headEnd type="none"/>
            <a:tailEnd type="none"/>
          </a:ln>
        </p:spPr>
      </p:sp>
      <p:sp>
        <p:nvSpPr>
          <p:cNvPr id="1649" name="Shape 1647"/>
          <p:cNvSpPr/>
          <p:nvPr/>
        </p:nvSpPr>
        <p:spPr>
          <a:xfrm>
            <a:off x="4705807" y="4635913"/>
            <a:ext cx="0" cy="27540"/>
          </a:xfrm>
          <a:prstGeom prst="line">
            <a:avLst/>
          </a:prstGeom>
          <a:noFill/>
          <a:ln w="15875">
            <a:solidFill>
              <a:srgbClr val="B48A12">
                <a:alpha val="76000"/>
              </a:srgbClr>
            </a:solidFill>
            <a:prstDash val="dot"/>
            <a:headEnd type="none"/>
            <a:tailEnd type="none"/>
          </a:ln>
        </p:spPr>
      </p:sp>
      <p:sp>
        <p:nvSpPr>
          <p:cNvPr id="1650" name="Shape 1648"/>
          <p:cNvSpPr/>
          <p:nvPr/>
        </p:nvSpPr>
        <p:spPr>
          <a:xfrm>
            <a:off x="4705807" y="4660710"/>
            <a:ext cx="127406" cy="0"/>
          </a:xfrm>
          <a:prstGeom prst="line">
            <a:avLst/>
          </a:prstGeom>
          <a:noFill/>
          <a:ln w="15875">
            <a:solidFill>
              <a:srgbClr val="B48A12">
                <a:alpha val="76000"/>
              </a:srgbClr>
            </a:solidFill>
            <a:prstDash val="dot"/>
            <a:headEnd type="none"/>
            <a:tailEnd type="none"/>
          </a:ln>
        </p:spPr>
      </p:sp>
      <p:sp>
        <p:nvSpPr>
          <p:cNvPr id="1651" name="Shape 1649"/>
          <p:cNvSpPr/>
          <p:nvPr/>
        </p:nvSpPr>
        <p:spPr>
          <a:xfrm>
            <a:off x="4830470" y="4657967"/>
            <a:ext cx="0" cy="28837"/>
          </a:xfrm>
          <a:prstGeom prst="line">
            <a:avLst/>
          </a:prstGeom>
          <a:noFill/>
          <a:ln w="15875">
            <a:solidFill>
              <a:srgbClr val="B48A12">
                <a:alpha val="76000"/>
              </a:srgbClr>
            </a:solidFill>
            <a:prstDash val="dot"/>
            <a:headEnd type="none"/>
            <a:tailEnd type="none"/>
          </a:ln>
        </p:spPr>
      </p:sp>
      <p:sp>
        <p:nvSpPr>
          <p:cNvPr id="1652" name="Shape 1650"/>
          <p:cNvSpPr/>
          <p:nvPr/>
        </p:nvSpPr>
        <p:spPr>
          <a:xfrm>
            <a:off x="4830470" y="4684060"/>
            <a:ext cx="127407" cy="0"/>
          </a:xfrm>
          <a:prstGeom prst="line">
            <a:avLst/>
          </a:prstGeom>
          <a:noFill/>
          <a:ln w="15875">
            <a:solidFill>
              <a:srgbClr val="B48A12">
                <a:alpha val="76000"/>
              </a:srgbClr>
            </a:solidFill>
            <a:prstDash val="dot"/>
            <a:headEnd type="none"/>
            <a:tailEnd type="none"/>
          </a:ln>
        </p:spPr>
      </p:sp>
      <p:sp>
        <p:nvSpPr>
          <p:cNvPr id="1653" name="Shape 1651"/>
          <p:cNvSpPr/>
          <p:nvPr/>
        </p:nvSpPr>
        <p:spPr>
          <a:xfrm>
            <a:off x="4955134" y="4681317"/>
            <a:ext cx="0" cy="19524"/>
          </a:xfrm>
          <a:prstGeom prst="line">
            <a:avLst/>
          </a:prstGeom>
          <a:noFill/>
          <a:ln w="15875">
            <a:solidFill>
              <a:srgbClr val="B48A12">
                <a:alpha val="76000"/>
              </a:srgbClr>
            </a:solidFill>
            <a:prstDash val="dot"/>
            <a:headEnd type="none"/>
            <a:tailEnd type="none"/>
          </a:ln>
        </p:spPr>
      </p:sp>
      <p:sp>
        <p:nvSpPr>
          <p:cNvPr id="1654" name="Shape 1652"/>
          <p:cNvSpPr/>
          <p:nvPr/>
        </p:nvSpPr>
        <p:spPr>
          <a:xfrm>
            <a:off x="4955134" y="4698098"/>
            <a:ext cx="127407" cy="0"/>
          </a:xfrm>
          <a:prstGeom prst="line">
            <a:avLst/>
          </a:prstGeom>
          <a:noFill/>
          <a:ln w="15875">
            <a:solidFill>
              <a:srgbClr val="B48A12">
                <a:alpha val="76000"/>
              </a:srgbClr>
            </a:solidFill>
            <a:prstDash val="dot"/>
            <a:headEnd type="none"/>
            <a:tailEnd type="none"/>
          </a:ln>
        </p:spPr>
      </p:sp>
      <p:sp>
        <p:nvSpPr>
          <p:cNvPr id="1655" name="Shape 1653"/>
          <p:cNvSpPr/>
          <p:nvPr/>
        </p:nvSpPr>
        <p:spPr>
          <a:xfrm>
            <a:off x="5079797" y="4695355"/>
            <a:ext cx="0" cy="15883"/>
          </a:xfrm>
          <a:prstGeom prst="line">
            <a:avLst/>
          </a:prstGeom>
          <a:noFill/>
          <a:ln w="15875">
            <a:solidFill>
              <a:srgbClr val="B48A12">
                <a:alpha val="76000"/>
              </a:srgbClr>
            </a:solidFill>
            <a:prstDash val="dot"/>
            <a:headEnd type="none"/>
            <a:tailEnd type="none"/>
          </a:ln>
        </p:spPr>
      </p:sp>
      <p:sp>
        <p:nvSpPr>
          <p:cNvPr id="1656" name="Shape 1654"/>
          <p:cNvSpPr/>
          <p:nvPr/>
        </p:nvSpPr>
        <p:spPr>
          <a:xfrm>
            <a:off x="5079797" y="4708494"/>
            <a:ext cx="127406" cy="0"/>
          </a:xfrm>
          <a:prstGeom prst="line">
            <a:avLst/>
          </a:prstGeom>
          <a:noFill/>
          <a:ln w="15875">
            <a:solidFill>
              <a:srgbClr val="B48A12">
                <a:alpha val="76000"/>
              </a:srgbClr>
            </a:solidFill>
            <a:prstDash val="dot"/>
            <a:headEnd type="none"/>
            <a:tailEnd type="none"/>
          </a:ln>
        </p:spPr>
      </p:sp>
      <p:sp>
        <p:nvSpPr>
          <p:cNvPr id="1657" name="Shape 1655"/>
          <p:cNvSpPr/>
          <p:nvPr/>
        </p:nvSpPr>
        <p:spPr>
          <a:xfrm>
            <a:off x="5204460" y="4705751"/>
            <a:ext cx="0" cy="14478"/>
          </a:xfrm>
          <a:prstGeom prst="line">
            <a:avLst/>
          </a:prstGeom>
          <a:noFill/>
          <a:ln w="15875">
            <a:solidFill>
              <a:srgbClr val="B48A12">
                <a:alpha val="76000"/>
              </a:srgbClr>
            </a:solidFill>
            <a:prstDash val="dot"/>
            <a:headEnd type="none"/>
            <a:tailEnd type="none"/>
          </a:ln>
        </p:spPr>
      </p:sp>
      <p:sp>
        <p:nvSpPr>
          <p:cNvPr id="1658" name="Shape 1656"/>
          <p:cNvSpPr/>
          <p:nvPr/>
        </p:nvSpPr>
        <p:spPr>
          <a:xfrm>
            <a:off x="5204460" y="4717486"/>
            <a:ext cx="127407" cy="0"/>
          </a:xfrm>
          <a:prstGeom prst="line">
            <a:avLst/>
          </a:prstGeom>
          <a:noFill/>
          <a:ln w="15875">
            <a:solidFill>
              <a:srgbClr val="B48A12">
                <a:alpha val="76000"/>
              </a:srgbClr>
            </a:solidFill>
            <a:prstDash val="dot"/>
            <a:headEnd type="none"/>
            <a:tailEnd type="none"/>
          </a:ln>
        </p:spPr>
      </p:sp>
      <p:sp>
        <p:nvSpPr>
          <p:cNvPr id="1659" name="Shape 1657"/>
          <p:cNvSpPr/>
          <p:nvPr/>
        </p:nvSpPr>
        <p:spPr>
          <a:xfrm>
            <a:off x="5329123" y="4714743"/>
            <a:ext cx="0" cy="5608"/>
          </a:xfrm>
          <a:prstGeom prst="line">
            <a:avLst/>
          </a:prstGeom>
          <a:noFill/>
          <a:ln w="15875">
            <a:solidFill>
              <a:srgbClr val="B48A12">
                <a:alpha val="76000"/>
              </a:srgbClr>
            </a:solidFill>
            <a:prstDash val="dot"/>
            <a:headEnd type="none"/>
            <a:tailEnd type="none"/>
          </a:ln>
        </p:spPr>
      </p:sp>
      <p:sp>
        <p:nvSpPr>
          <p:cNvPr id="1660" name="Shape 1658"/>
          <p:cNvSpPr/>
          <p:nvPr/>
        </p:nvSpPr>
        <p:spPr>
          <a:xfrm>
            <a:off x="5329123" y="4717608"/>
            <a:ext cx="127407" cy="0"/>
          </a:xfrm>
          <a:prstGeom prst="line">
            <a:avLst/>
          </a:prstGeom>
          <a:noFill/>
          <a:ln w="15875">
            <a:solidFill>
              <a:srgbClr val="B48A12">
                <a:alpha val="76000"/>
              </a:srgbClr>
            </a:solidFill>
            <a:prstDash val="dot"/>
            <a:headEnd type="none"/>
            <a:tailEnd type="none"/>
          </a:ln>
        </p:spPr>
      </p:sp>
      <p:sp>
        <p:nvSpPr>
          <p:cNvPr id="1661" name="Shape 1659"/>
          <p:cNvSpPr/>
          <p:nvPr/>
        </p:nvSpPr>
        <p:spPr>
          <a:xfrm>
            <a:off x="5453787" y="4714865"/>
            <a:ext cx="0" cy="5537"/>
          </a:xfrm>
          <a:prstGeom prst="line">
            <a:avLst/>
          </a:prstGeom>
          <a:noFill/>
          <a:ln w="15875">
            <a:solidFill>
              <a:srgbClr val="B48A12">
                <a:alpha val="76000"/>
              </a:srgbClr>
            </a:solidFill>
            <a:prstDash val="dot"/>
            <a:headEnd type="none"/>
            <a:tailEnd type="none"/>
          </a:ln>
        </p:spPr>
      </p:sp>
      <p:sp>
        <p:nvSpPr>
          <p:cNvPr id="1662" name="Shape 1660"/>
          <p:cNvSpPr/>
          <p:nvPr/>
        </p:nvSpPr>
        <p:spPr>
          <a:xfrm>
            <a:off x="5453787" y="4717658"/>
            <a:ext cx="127406" cy="0"/>
          </a:xfrm>
          <a:prstGeom prst="line">
            <a:avLst/>
          </a:prstGeom>
          <a:noFill/>
          <a:ln w="15875">
            <a:solidFill>
              <a:srgbClr val="B48A12">
                <a:alpha val="76000"/>
              </a:srgbClr>
            </a:solidFill>
            <a:prstDash val="dot"/>
            <a:headEnd type="none"/>
            <a:tailEnd type="none"/>
          </a:ln>
        </p:spPr>
      </p:sp>
      <p:sp>
        <p:nvSpPr>
          <p:cNvPr id="1663" name="Shape 1661"/>
          <p:cNvSpPr/>
          <p:nvPr/>
        </p:nvSpPr>
        <p:spPr>
          <a:xfrm>
            <a:off x="5578449" y="4714915"/>
            <a:ext cx="0" cy="10317"/>
          </a:xfrm>
          <a:prstGeom prst="line">
            <a:avLst/>
          </a:prstGeom>
          <a:noFill/>
          <a:ln w="15875">
            <a:solidFill>
              <a:srgbClr val="B48A12">
                <a:alpha val="76000"/>
              </a:srgbClr>
            </a:solidFill>
            <a:prstDash val="dot"/>
            <a:headEnd type="none"/>
            <a:tailEnd type="none"/>
          </a:ln>
        </p:spPr>
      </p:sp>
      <p:sp>
        <p:nvSpPr>
          <p:cNvPr id="1664" name="Shape 1662"/>
          <p:cNvSpPr/>
          <p:nvPr/>
        </p:nvSpPr>
        <p:spPr>
          <a:xfrm>
            <a:off x="5578449" y="4722489"/>
            <a:ext cx="127407" cy="0"/>
          </a:xfrm>
          <a:prstGeom prst="line">
            <a:avLst/>
          </a:prstGeom>
          <a:noFill/>
          <a:ln w="15875">
            <a:solidFill>
              <a:srgbClr val="B48A12">
                <a:alpha val="76000"/>
              </a:srgbClr>
            </a:solidFill>
            <a:prstDash val="dot"/>
            <a:headEnd type="none"/>
            <a:tailEnd type="none"/>
          </a:ln>
        </p:spPr>
      </p:sp>
      <p:sp>
        <p:nvSpPr>
          <p:cNvPr id="1665" name="Shape 1663"/>
          <p:cNvSpPr/>
          <p:nvPr/>
        </p:nvSpPr>
        <p:spPr>
          <a:xfrm>
            <a:off x="5703113" y="4719745"/>
            <a:ext cx="0" cy="23344"/>
          </a:xfrm>
          <a:prstGeom prst="line">
            <a:avLst/>
          </a:prstGeom>
          <a:noFill/>
          <a:ln w="15875">
            <a:solidFill>
              <a:srgbClr val="B48A12">
                <a:alpha val="76000"/>
              </a:srgbClr>
            </a:solidFill>
            <a:prstDash val="dot"/>
            <a:headEnd type="none"/>
            <a:tailEnd type="none"/>
          </a:ln>
        </p:spPr>
      </p:sp>
      <p:sp>
        <p:nvSpPr>
          <p:cNvPr id="1666" name="Shape 1664"/>
          <p:cNvSpPr/>
          <p:nvPr/>
        </p:nvSpPr>
        <p:spPr>
          <a:xfrm>
            <a:off x="5703113" y="4740346"/>
            <a:ext cx="127407" cy="0"/>
          </a:xfrm>
          <a:prstGeom prst="line">
            <a:avLst/>
          </a:prstGeom>
          <a:noFill/>
          <a:ln w="15875">
            <a:solidFill>
              <a:srgbClr val="B48A12">
                <a:alpha val="76000"/>
              </a:srgbClr>
            </a:solidFill>
            <a:prstDash val="dot"/>
            <a:headEnd type="none"/>
            <a:tailEnd type="none"/>
          </a:ln>
        </p:spPr>
      </p:sp>
      <p:sp>
        <p:nvSpPr>
          <p:cNvPr id="1667" name="Shape 1665"/>
          <p:cNvSpPr/>
          <p:nvPr/>
        </p:nvSpPr>
        <p:spPr>
          <a:xfrm>
            <a:off x="5827776" y="4737603"/>
            <a:ext cx="0" cy="31711"/>
          </a:xfrm>
          <a:prstGeom prst="line">
            <a:avLst/>
          </a:prstGeom>
          <a:noFill/>
          <a:ln w="15875">
            <a:solidFill>
              <a:srgbClr val="B48A12">
                <a:alpha val="76000"/>
              </a:srgbClr>
            </a:solidFill>
            <a:prstDash val="dot"/>
            <a:headEnd type="none"/>
            <a:tailEnd type="none"/>
          </a:ln>
        </p:spPr>
      </p:sp>
      <p:sp>
        <p:nvSpPr>
          <p:cNvPr id="1668" name="Shape 1666"/>
          <p:cNvSpPr/>
          <p:nvPr/>
        </p:nvSpPr>
        <p:spPr>
          <a:xfrm>
            <a:off x="5827776" y="4766571"/>
            <a:ext cx="127406" cy="0"/>
          </a:xfrm>
          <a:prstGeom prst="line">
            <a:avLst/>
          </a:prstGeom>
          <a:noFill/>
          <a:ln w="15875">
            <a:solidFill>
              <a:srgbClr val="B48A12">
                <a:alpha val="76000"/>
              </a:srgbClr>
            </a:solidFill>
            <a:prstDash val="dot"/>
            <a:headEnd type="none"/>
            <a:tailEnd type="none"/>
          </a:ln>
        </p:spPr>
      </p:sp>
      <p:sp>
        <p:nvSpPr>
          <p:cNvPr id="1669" name="Shape 1667"/>
          <p:cNvSpPr/>
          <p:nvPr/>
        </p:nvSpPr>
        <p:spPr>
          <a:xfrm>
            <a:off x="5952439" y="4721472"/>
            <a:ext cx="0" cy="47841"/>
          </a:xfrm>
          <a:prstGeom prst="line">
            <a:avLst/>
          </a:prstGeom>
          <a:noFill/>
          <a:ln w="15875">
            <a:solidFill>
              <a:srgbClr val="B48A12">
                <a:alpha val="76000"/>
              </a:srgbClr>
            </a:solidFill>
            <a:prstDash val="dot"/>
            <a:headEnd type="none"/>
            <a:tailEnd type="none"/>
          </a:ln>
        </p:spPr>
      </p:sp>
      <p:sp>
        <p:nvSpPr>
          <p:cNvPr id="1670" name="Shape 1668"/>
          <p:cNvSpPr/>
          <p:nvPr/>
        </p:nvSpPr>
        <p:spPr>
          <a:xfrm>
            <a:off x="5952439" y="4724216"/>
            <a:ext cx="127407" cy="0"/>
          </a:xfrm>
          <a:prstGeom prst="line">
            <a:avLst/>
          </a:prstGeom>
          <a:noFill/>
          <a:ln w="15875">
            <a:solidFill>
              <a:srgbClr val="B48A12">
                <a:alpha val="76000"/>
              </a:srgbClr>
            </a:solidFill>
            <a:prstDash val="dot"/>
            <a:headEnd type="none"/>
            <a:tailEnd type="none"/>
          </a:ln>
        </p:spPr>
      </p:sp>
      <p:sp>
        <p:nvSpPr>
          <p:cNvPr id="1671" name="Shape 1669"/>
          <p:cNvSpPr/>
          <p:nvPr/>
        </p:nvSpPr>
        <p:spPr>
          <a:xfrm>
            <a:off x="6077102" y="4721472"/>
            <a:ext cx="0" cy="29791"/>
          </a:xfrm>
          <a:prstGeom prst="line">
            <a:avLst/>
          </a:prstGeom>
          <a:noFill/>
          <a:ln w="15875">
            <a:solidFill>
              <a:srgbClr val="B48A12">
                <a:alpha val="76000"/>
              </a:srgbClr>
            </a:solidFill>
            <a:prstDash val="dot"/>
            <a:headEnd type="none"/>
            <a:tailEnd type="none"/>
          </a:ln>
        </p:spPr>
      </p:sp>
      <p:sp>
        <p:nvSpPr>
          <p:cNvPr id="1672" name="Shape 1670"/>
          <p:cNvSpPr/>
          <p:nvPr/>
        </p:nvSpPr>
        <p:spPr>
          <a:xfrm>
            <a:off x="6077102" y="4748520"/>
            <a:ext cx="127407" cy="0"/>
          </a:xfrm>
          <a:prstGeom prst="line">
            <a:avLst/>
          </a:prstGeom>
          <a:noFill/>
          <a:ln w="15875">
            <a:solidFill>
              <a:srgbClr val="B48A12">
                <a:alpha val="76000"/>
              </a:srgbClr>
            </a:solidFill>
            <a:prstDash val="dot"/>
            <a:headEnd type="none"/>
            <a:tailEnd type="none"/>
          </a:ln>
        </p:spPr>
      </p:sp>
      <p:sp>
        <p:nvSpPr>
          <p:cNvPr id="1673" name="Shape 1671"/>
          <p:cNvSpPr/>
          <p:nvPr/>
        </p:nvSpPr>
        <p:spPr>
          <a:xfrm>
            <a:off x="6201766" y="4745777"/>
            <a:ext cx="0" cy="29356"/>
          </a:xfrm>
          <a:prstGeom prst="line">
            <a:avLst/>
          </a:prstGeom>
          <a:noFill/>
          <a:ln w="15875">
            <a:solidFill>
              <a:srgbClr val="B48A12">
                <a:alpha val="76000"/>
              </a:srgbClr>
            </a:solidFill>
            <a:prstDash val="dot"/>
            <a:headEnd type="none"/>
            <a:tailEnd type="none"/>
          </a:ln>
        </p:spPr>
      </p:sp>
      <p:sp>
        <p:nvSpPr>
          <p:cNvPr id="1674" name="Shape 1672"/>
          <p:cNvSpPr/>
          <p:nvPr/>
        </p:nvSpPr>
        <p:spPr>
          <a:xfrm>
            <a:off x="6201766" y="4772390"/>
            <a:ext cx="127406" cy="0"/>
          </a:xfrm>
          <a:prstGeom prst="line">
            <a:avLst/>
          </a:prstGeom>
          <a:noFill/>
          <a:ln w="15875">
            <a:solidFill>
              <a:srgbClr val="B48A12">
                <a:alpha val="76000"/>
              </a:srgbClr>
            </a:solidFill>
            <a:prstDash val="dot"/>
            <a:headEnd type="none"/>
            <a:tailEnd type="none"/>
          </a:ln>
        </p:spPr>
      </p:sp>
      <p:sp>
        <p:nvSpPr>
          <p:cNvPr id="1675" name="Shape 1673"/>
          <p:cNvSpPr/>
          <p:nvPr/>
        </p:nvSpPr>
        <p:spPr>
          <a:xfrm>
            <a:off x="6326429" y="4769646"/>
            <a:ext cx="0" cy="29867"/>
          </a:xfrm>
          <a:prstGeom prst="line">
            <a:avLst/>
          </a:prstGeom>
          <a:noFill/>
          <a:ln w="15875">
            <a:solidFill>
              <a:srgbClr val="B48A12">
                <a:alpha val="76000"/>
              </a:srgbClr>
            </a:solidFill>
            <a:prstDash val="dot"/>
            <a:headEnd type="none"/>
            <a:tailEnd type="none"/>
          </a:ln>
        </p:spPr>
      </p:sp>
      <p:sp>
        <p:nvSpPr>
          <p:cNvPr id="1676" name="Shape 1674"/>
          <p:cNvSpPr/>
          <p:nvPr/>
        </p:nvSpPr>
        <p:spPr>
          <a:xfrm>
            <a:off x="6326429" y="4796770"/>
            <a:ext cx="127407" cy="0"/>
          </a:xfrm>
          <a:prstGeom prst="line">
            <a:avLst/>
          </a:prstGeom>
          <a:noFill/>
          <a:ln w="15875">
            <a:solidFill>
              <a:srgbClr val="B48A12">
                <a:alpha val="76000"/>
              </a:srgbClr>
            </a:solidFill>
            <a:prstDash val="dot"/>
            <a:headEnd type="none"/>
            <a:tailEnd type="none"/>
          </a:ln>
        </p:spPr>
      </p:sp>
      <p:sp>
        <p:nvSpPr>
          <p:cNvPr id="1677" name="Shape 1675"/>
          <p:cNvSpPr/>
          <p:nvPr/>
        </p:nvSpPr>
        <p:spPr>
          <a:xfrm>
            <a:off x="6451092" y="4794027"/>
            <a:ext cx="0" cy="27411"/>
          </a:xfrm>
          <a:prstGeom prst="line">
            <a:avLst/>
          </a:prstGeom>
          <a:noFill/>
          <a:ln w="15875">
            <a:solidFill>
              <a:srgbClr val="B48A12">
                <a:alpha val="76000"/>
              </a:srgbClr>
            </a:solidFill>
            <a:prstDash val="dot"/>
            <a:headEnd type="none"/>
            <a:tailEnd type="none"/>
          </a:ln>
        </p:spPr>
      </p:sp>
      <p:sp>
        <p:nvSpPr>
          <p:cNvPr id="1678" name="Shape 1676"/>
          <p:cNvSpPr/>
          <p:nvPr/>
        </p:nvSpPr>
        <p:spPr>
          <a:xfrm>
            <a:off x="6451092" y="4818694"/>
            <a:ext cx="127407" cy="0"/>
          </a:xfrm>
          <a:prstGeom prst="line">
            <a:avLst/>
          </a:prstGeom>
          <a:noFill/>
          <a:ln w="15875">
            <a:solidFill>
              <a:srgbClr val="B48A12">
                <a:alpha val="76000"/>
              </a:srgbClr>
            </a:solidFill>
            <a:prstDash val="dot"/>
            <a:headEnd type="none"/>
            <a:tailEnd type="none"/>
          </a:ln>
        </p:spPr>
      </p:sp>
      <p:sp>
        <p:nvSpPr>
          <p:cNvPr id="1679" name="Shape 1677"/>
          <p:cNvSpPr/>
          <p:nvPr/>
        </p:nvSpPr>
        <p:spPr>
          <a:xfrm>
            <a:off x="6575755" y="4815951"/>
            <a:ext cx="0" cy="23485"/>
          </a:xfrm>
          <a:prstGeom prst="line">
            <a:avLst/>
          </a:prstGeom>
          <a:noFill/>
          <a:ln w="15875">
            <a:solidFill>
              <a:srgbClr val="B48A12">
                <a:alpha val="76000"/>
              </a:srgbClr>
            </a:solidFill>
            <a:prstDash val="dot"/>
            <a:headEnd type="none"/>
            <a:tailEnd type="none"/>
          </a:ln>
        </p:spPr>
      </p:sp>
      <p:sp>
        <p:nvSpPr>
          <p:cNvPr id="1680" name="Shape 1678"/>
          <p:cNvSpPr/>
          <p:nvPr/>
        </p:nvSpPr>
        <p:spPr>
          <a:xfrm>
            <a:off x="6575755" y="4836693"/>
            <a:ext cx="127406" cy="0"/>
          </a:xfrm>
          <a:prstGeom prst="line">
            <a:avLst/>
          </a:prstGeom>
          <a:noFill/>
          <a:ln w="15875">
            <a:solidFill>
              <a:srgbClr val="B48A12">
                <a:alpha val="76000"/>
              </a:srgbClr>
            </a:solidFill>
            <a:prstDash val="dot"/>
            <a:headEnd type="none"/>
            <a:tailEnd type="none"/>
          </a:ln>
        </p:spPr>
      </p:sp>
      <p:sp>
        <p:nvSpPr>
          <p:cNvPr id="1681" name="Shape 1679"/>
          <p:cNvSpPr/>
          <p:nvPr/>
        </p:nvSpPr>
        <p:spPr>
          <a:xfrm>
            <a:off x="6700418" y="4833950"/>
            <a:ext cx="0" cy="22436"/>
          </a:xfrm>
          <a:prstGeom prst="line">
            <a:avLst/>
          </a:prstGeom>
          <a:noFill/>
          <a:ln w="15875">
            <a:solidFill>
              <a:srgbClr val="B48A12">
                <a:alpha val="76000"/>
              </a:srgbClr>
            </a:solidFill>
            <a:prstDash val="dot"/>
            <a:headEnd type="none"/>
            <a:tailEnd type="none"/>
          </a:ln>
        </p:spPr>
      </p:sp>
      <p:sp>
        <p:nvSpPr>
          <p:cNvPr id="1682" name="Shape 1680"/>
          <p:cNvSpPr/>
          <p:nvPr/>
        </p:nvSpPr>
        <p:spPr>
          <a:xfrm>
            <a:off x="6700418" y="4853642"/>
            <a:ext cx="127407" cy="0"/>
          </a:xfrm>
          <a:prstGeom prst="line">
            <a:avLst/>
          </a:prstGeom>
          <a:noFill/>
          <a:ln w="15875">
            <a:solidFill>
              <a:srgbClr val="B48A12">
                <a:alpha val="76000"/>
              </a:srgbClr>
            </a:solidFill>
            <a:prstDash val="dot"/>
            <a:headEnd type="none"/>
            <a:tailEnd type="none"/>
          </a:ln>
        </p:spPr>
      </p:sp>
      <p:sp>
        <p:nvSpPr>
          <p:cNvPr id="1683" name="Shape 1681"/>
          <p:cNvSpPr/>
          <p:nvPr/>
        </p:nvSpPr>
        <p:spPr>
          <a:xfrm>
            <a:off x="6825082" y="4850899"/>
            <a:ext cx="0" cy="6348"/>
          </a:xfrm>
          <a:prstGeom prst="line">
            <a:avLst/>
          </a:prstGeom>
          <a:noFill/>
          <a:ln w="15875">
            <a:solidFill>
              <a:srgbClr val="B48A12">
                <a:alpha val="76000"/>
              </a:srgbClr>
            </a:solidFill>
            <a:prstDash val="dot"/>
            <a:headEnd type="none"/>
            <a:tailEnd type="none"/>
          </a:ln>
        </p:spPr>
      </p:sp>
      <p:sp>
        <p:nvSpPr>
          <p:cNvPr id="1684" name="Shape 1682"/>
          <p:cNvSpPr/>
          <p:nvPr/>
        </p:nvSpPr>
        <p:spPr>
          <a:xfrm>
            <a:off x="6825082" y="4854504"/>
            <a:ext cx="127407" cy="0"/>
          </a:xfrm>
          <a:prstGeom prst="line">
            <a:avLst/>
          </a:prstGeom>
          <a:noFill/>
          <a:ln w="15875">
            <a:solidFill>
              <a:srgbClr val="B48A12">
                <a:alpha val="76000"/>
              </a:srgbClr>
            </a:solidFill>
            <a:prstDash val="dot"/>
            <a:headEnd type="none"/>
            <a:tailEnd type="none"/>
          </a:ln>
        </p:spPr>
      </p:sp>
      <p:sp>
        <p:nvSpPr>
          <p:cNvPr id="1685" name="Shape 1683"/>
          <p:cNvSpPr/>
          <p:nvPr/>
        </p:nvSpPr>
        <p:spPr>
          <a:xfrm>
            <a:off x="6949745" y="4847633"/>
            <a:ext cx="0" cy="9614"/>
          </a:xfrm>
          <a:prstGeom prst="line">
            <a:avLst/>
          </a:prstGeom>
          <a:noFill/>
          <a:ln w="15875">
            <a:solidFill>
              <a:srgbClr val="B48A12">
                <a:alpha val="76000"/>
              </a:srgbClr>
            </a:solidFill>
            <a:prstDash val="dot"/>
            <a:headEnd type="none"/>
            <a:tailEnd type="none"/>
          </a:ln>
        </p:spPr>
      </p:sp>
      <p:sp>
        <p:nvSpPr>
          <p:cNvPr id="1686" name="Shape 1684"/>
          <p:cNvSpPr/>
          <p:nvPr/>
        </p:nvSpPr>
        <p:spPr>
          <a:xfrm>
            <a:off x="6949745" y="4850376"/>
            <a:ext cx="127406" cy="0"/>
          </a:xfrm>
          <a:prstGeom prst="line">
            <a:avLst/>
          </a:prstGeom>
          <a:noFill/>
          <a:ln w="15875">
            <a:solidFill>
              <a:srgbClr val="B48A12">
                <a:alpha val="76000"/>
              </a:srgbClr>
            </a:solidFill>
            <a:prstDash val="dot"/>
            <a:headEnd type="none"/>
            <a:tailEnd type="none"/>
          </a:ln>
        </p:spPr>
      </p:sp>
      <p:sp>
        <p:nvSpPr>
          <p:cNvPr id="1687" name="Shape 1685"/>
          <p:cNvSpPr/>
          <p:nvPr/>
        </p:nvSpPr>
        <p:spPr>
          <a:xfrm>
            <a:off x="7074408" y="4832991"/>
            <a:ext cx="0" cy="20128"/>
          </a:xfrm>
          <a:prstGeom prst="line">
            <a:avLst/>
          </a:prstGeom>
          <a:noFill/>
          <a:ln w="15875">
            <a:solidFill>
              <a:srgbClr val="B48A12">
                <a:alpha val="76000"/>
              </a:srgbClr>
            </a:solidFill>
            <a:prstDash val="dot"/>
            <a:headEnd type="none"/>
            <a:tailEnd type="none"/>
          </a:ln>
        </p:spPr>
      </p:sp>
      <p:sp>
        <p:nvSpPr>
          <p:cNvPr id="1688" name="Shape 1686"/>
          <p:cNvSpPr/>
          <p:nvPr/>
        </p:nvSpPr>
        <p:spPr>
          <a:xfrm>
            <a:off x="7074408" y="4835734"/>
            <a:ext cx="127407" cy="0"/>
          </a:xfrm>
          <a:prstGeom prst="line">
            <a:avLst/>
          </a:prstGeom>
          <a:noFill/>
          <a:ln w="15875">
            <a:solidFill>
              <a:srgbClr val="B48A12">
                <a:alpha val="76000"/>
              </a:srgbClr>
            </a:solidFill>
            <a:prstDash val="dot"/>
            <a:headEnd type="none"/>
            <a:tailEnd type="none"/>
          </a:ln>
        </p:spPr>
      </p:sp>
      <p:sp>
        <p:nvSpPr>
          <p:cNvPr id="1689" name="Shape 1687"/>
          <p:cNvSpPr/>
          <p:nvPr/>
        </p:nvSpPr>
        <p:spPr>
          <a:xfrm>
            <a:off x="7199071" y="4815474"/>
            <a:ext cx="0" cy="23003"/>
          </a:xfrm>
          <a:prstGeom prst="line">
            <a:avLst/>
          </a:prstGeom>
          <a:noFill/>
          <a:ln w="15875">
            <a:solidFill>
              <a:srgbClr val="B48A12">
                <a:alpha val="76000"/>
              </a:srgbClr>
            </a:solidFill>
            <a:prstDash val="dot"/>
            <a:headEnd type="none"/>
            <a:tailEnd type="none"/>
          </a:ln>
        </p:spPr>
      </p:sp>
      <p:sp>
        <p:nvSpPr>
          <p:cNvPr id="1690" name="Shape 1688"/>
          <p:cNvSpPr/>
          <p:nvPr/>
        </p:nvSpPr>
        <p:spPr>
          <a:xfrm>
            <a:off x="7199071" y="4818217"/>
            <a:ext cx="127407" cy="0"/>
          </a:xfrm>
          <a:prstGeom prst="line">
            <a:avLst/>
          </a:prstGeom>
          <a:noFill/>
          <a:ln w="15875">
            <a:solidFill>
              <a:srgbClr val="B48A12">
                <a:alpha val="76000"/>
              </a:srgbClr>
            </a:solidFill>
            <a:prstDash val="dot"/>
            <a:headEnd type="none"/>
            <a:tailEnd type="none"/>
          </a:ln>
        </p:spPr>
      </p:sp>
      <p:sp>
        <p:nvSpPr>
          <p:cNvPr id="1691" name="Shape 1689"/>
          <p:cNvSpPr/>
          <p:nvPr/>
        </p:nvSpPr>
        <p:spPr>
          <a:xfrm>
            <a:off x="7323735" y="4806528"/>
            <a:ext cx="0" cy="14432"/>
          </a:xfrm>
          <a:prstGeom prst="line">
            <a:avLst/>
          </a:prstGeom>
          <a:noFill/>
          <a:ln w="15875">
            <a:solidFill>
              <a:srgbClr val="B48A12">
                <a:alpha val="76000"/>
              </a:srgbClr>
            </a:solidFill>
            <a:prstDash val="dot"/>
            <a:headEnd type="none"/>
            <a:tailEnd type="none"/>
          </a:ln>
        </p:spPr>
      </p:sp>
      <p:sp>
        <p:nvSpPr>
          <p:cNvPr id="1692" name="Shape 1690"/>
          <p:cNvSpPr/>
          <p:nvPr/>
        </p:nvSpPr>
        <p:spPr>
          <a:xfrm>
            <a:off x="7323735" y="4809271"/>
            <a:ext cx="127406" cy="0"/>
          </a:xfrm>
          <a:prstGeom prst="line">
            <a:avLst/>
          </a:prstGeom>
          <a:noFill/>
          <a:ln w="15875">
            <a:solidFill>
              <a:srgbClr val="B48A12">
                <a:alpha val="76000"/>
              </a:srgbClr>
            </a:solidFill>
            <a:prstDash val="dot"/>
            <a:headEnd type="none"/>
            <a:tailEnd type="none"/>
          </a:ln>
        </p:spPr>
      </p:sp>
      <p:sp>
        <p:nvSpPr>
          <p:cNvPr id="1693" name="Shape 1691"/>
          <p:cNvSpPr/>
          <p:nvPr/>
        </p:nvSpPr>
        <p:spPr>
          <a:xfrm>
            <a:off x="7448397" y="4806429"/>
            <a:ext cx="0" cy="5586"/>
          </a:xfrm>
          <a:prstGeom prst="line">
            <a:avLst/>
          </a:prstGeom>
          <a:noFill/>
          <a:ln w="15875">
            <a:solidFill>
              <a:srgbClr val="B48A12">
                <a:alpha val="76000"/>
              </a:srgbClr>
            </a:solidFill>
            <a:prstDash val="dot"/>
            <a:headEnd type="none"/>
            <a:tailEnd type="none"/>
          </a:ln>
        </p:spPr>
      </p:sp>
      <p:sp>
        <p:nvSpPr>
          <p:cNvPr id="1694" name="Shape 1692"/>
          <p:cNvSpPr/>
          <p:nvPr/>
        </p:nvSpPr>
        <p:spPr>
          <a:xfrm>
            <a:off x="7448397" y="4809172"/>
            <a:ext cx="127407" cy="0"/>
          </a:xfrm>
          <a:prstGeom prst="line">
            <a:avLst/>
          </a:prstGeom>
          <a:noFill/>
          <a:ln w="15875">
            <a:solidFill>
              <a:srgbClr val="B48A12">
                <a:alpha val="76000"/>
              </a:srgbClr>
            </a:solidFill>
            <a:prstDash val="dot"/>
            <a:headEnd type="none"/>
            <a:tailEnd type="none"/>
          </a:ln>
        </p:spPr>
      </p:sp>
      <p:sp>
        <p:nvSpPr>
          <p:cNvPr id="1695" name="Shape 1693"/>
          <p:cNvSpPr/>
          <p:nvPr/>
        </p:nvSpPr>
        <p:spPr>
          <a:xfrm>
            <a:off x="7573061" y="4806429"/>
            <a:ext cx="0" cy="18736"/>
          </a:xfrm>
          <a:prstGeom prst="line">
            <a:avLst/>
          </a:prstGeom>
          <a:noFill/>
          <a:ln w="15875">
            <a:solidFill>
              <a:srgbClr val="B48A12">
                <a:alpha val="76000"/>
              </a:srgbClr>
            </a:solidFill>
            <a:prstDash val="dot"/>
            <a:headEnd type="none"/>
            <a:tailEnd type="none"/>
          </a:ln>
        </p:spPr>
      </p:sp>
      <p:sp>
        <p:nvSpPr>
          <p:cNvPr id="1696" name="Shape 1694"/>
          <p:cNvSpPr/>
          <p:nvPr/>
        </p:nvSpPr>
        <p:spPr>
          <a:xfrm>
            <a:off x="7573061" y="4822422"/>
            <a:ext cx="127407" cy="0"/>
          </a:xfrm>
          <a:prstGeom prst="line">
            <a:avLst/>
          </a:prstGeom>
          <a:noFill/>
          <a:ln w="15875">
            <a:solidFill>
              <a:srgbClr val="B48A12">
                <a:alpha val="76000"/>
              </a:srgbClr>
            </a:solidFill>
            <a:prstDash val="dot"/>
            <a:headEnd type="none"/>
            <a:tailEnd type="none"/>
          </a:ln>
        </p:spPr>
      </p:sp>
      <p:sp>
        <p:nvSpPr>
          <p:cNvPr id="1697" name="Shape 1695"/>
          <p:cNvSpPr/>
          <p:nvPr/>
        </p:nvSpPr>
        <p:spPr>
          <a:xfrm>
            <a:off x="7697724" y="4819679"/>
            <a:ext cx="0" cy="6967"/>
          </a:xfrm>
          <a:prstGeom prst="line">
            <a:avLst/>
          </a:prstGeom>
          <a:noFill/>
          <a:ln w="15875">
            <a:solidFill>
              <a:srgbClr val="B48A12">
                <a:alpha val="76000"/>
              </a:srgbClr>
            </a:solidFill>
            <a:prstDash val="dot"/>
            <a:headEnd type="none"/>
            <a:tailEnd type="none"/>
          </a:ln>
        </p:spPr>
      </p:sp>
      <p:sp>
        <p:nvSpPr>
          <p:cNvPr id="1698" name="Shape 1696"/>
          <p:cNvSpPr/>
          <p:nvPr/>
        </p:nvSpPr>
        <p:spPr>
          <a:xfrm>
            <a:off x="7697724" y="4823902"/>
            <a:ext cx="127406" cy="0"/>
          </a:xfrm>
          <a:prstGeom prst="line">
            <a:avLst/>
          </a:prstGeom>
          <a:noFill/>
          <a:ln w="15875">
            <a:solidFill>
              <a:srgbClr val="B48A12">
                <a:alpha val="76000"/>
              </a:srgbClr>
            </a:solidFill>
            <a:prstDash val="dot"/>
            <a:headEnd type="none"/>
            <a:tailEnd type="none"/>
          </a:ln>
        </p:spPr>
      </p:sp>
      <p:sp>
        <p:nvSpPr>
          <p:cNvPr id="1699" name="Shape 1697"/>
          <p:cNvSpPr/>
          <p:nvPr/>
        </p:nvSpPr>
        <p:spPr>
          <a:xfrm>
            <a:off x="7822387" y="4747954"/>
            <a:ext cx="0" cy="78691"/>
          </a:xfrm>
          <a:prstGeom prst="line">
            <a:avLst/>
          </a:prstGeom>
          <a:noFill/>
          <a:ln w="15875">
            <a:solidFill>
              <a:srgbClr val="B48A12">
                <a:alpha val="76000"/>
              </a:srgbClr>
            </a:solidFill>
            <a:prstDash val="dot"/>
            <a:headEnd type="none"/>
            <a:tailEnd type="none"/>
          </a:ln>
        </p:spPr>
      </p:sp>
      <p:sp>
        <p:nvSpPr>
          <p:cNvPr id="1700" name="Shape 1698"/>
          <p:cNvSpPr/>
          <p:nvPr/>
        </p:nvSpPr>
        <p:spPr>
          <a:xfrm>
            <a:off x="7822387" y="4750698"/>
            <a:ext cx="127407" cy="0"/>
          </a:xfrm>
          <a:prstGeom prst="line">
            <a:avLst/>
          </a:prstGeom>
          <a:noFill/>
          <a:ln w="15875">
            <a:solidFill>
              <a:srgbClr val="B48A12">
                <a:alpha val="76000"/>
              </a:srgbClr>
            </a:solidFill>
            <a:prstDash val="dot"/>
            <a:headEnd type="none"/>
            <a:tailEnd type="none"/>
          </a:ln>
        </p:spPr>
      </p:sp>
      <p:sp>
        <p:nvSpPr>
          <p:cNvPr id="1701" name="Shape 1699"/>
          <p:cNvSpPr/>
          <p:nvPr/>
        </p:nvSpPr>
        <p:spPr>
          <a:xfrm>
            <a:off x="7947050" y="4741059"/>
            <a:ext cx="0" cy="12382"/>
          </a:xfrm>
          <a:prstGeom prst="line">
            <a:avLst/>
          </a:prstGeom>
          <a:noFill/>
          <a:ln w="15875">
            <a:solidFill>
              <a:srgbClr val="B48A12">
                <a:alpha val="76000"/>
              </a:srgbClr>
            </a:solidFill>
            <a:prstDash val="dot"/>
            <a:headEnd type="none"/>
            <a:tailEnd type="none"/>
          </a:ln>
        </p:spPr>
      </p:sp>
      <p:sp>
        <p:nvSpPr>
          <p:cNvPr id="1702" name="Shape 1700"/>
          <p:cNvSpPr/>
          <p:nvPr/>
        </p:nvSpPr>
        <p:spPr>
          <a:xfrm>
            <a:off x="7947050" y="4743802"/>
            <a:ext cx="127407" cy="0"/>
          </a:xfrm>
          <a:prstGeom prst="line">
            <a:avLst/>
          </a:prstGeom>
          <a:noFill/>
          <a:ln w="15875">
            <a:solidFill>
              <a:srgbClr val="B48A12">
                <a:alpha val="76000"/>
              </a:srgbClr>
            </a:solidFill>
            <a:prstDash val="dot"/>
            <a:headEnd type="none"/>
            <a:tailEnd type="none"/>
          </a:ln>
        </p:spPr>
      </p:sp>
      <p:sp>
        <p:nvSpPr>
          <p:cNvPr id="1703" name="Shape 1701"/>
          <p:cNvSpPr/>
          <p:nvPr/>
        </p:nvSpPr>
        <p:spPr>
          <a:xfrm>
            <a:off x="8071714" y="4725066"/>
            <a:ext cx="0" cy="21479"/>
          </a:xfrm>
          <a:prstGeom prst="line">
            <a:avLst/>
          </a:prstGeom>
          <a:noFill/>
          <a:ln w="15875">
            <a:solidFill>
              <a:srgbClr val="B48A12">
                <a:alpha val="76000"/>
              </a:srgbClr>
            </a:solidFill>
            <a:prstDash val="dot"/>
            <a:headEnd type="none"/>
            <a:tailEnd type="none"/>
          </a:ln>
        </p:spPr>
      </p:sp>
      <p:sp>
        <p:nvSpPr>
          <p:cNvPr id="1704" name="Shape 1702"/>
          <p:cNvSpPr/>
          <p:nvPr/>
        </p:nvSpPr>
        <p:spPr>
          <a:xfrm>
            <a:off x="8071714" y="4727809"/>
            <a:ext cx="127406" cy="0"/>
          </a:xfrm>
          <a:prstGeom prst="line">
            <a:avLst/>
          </a:prstGeom>
          <a:noFill/>
          <a:ln w="15875">
            <a:solidFill>
              <a:srgbClr val="B48A12">
                <a:alpha val="76000"/>
              </a:srgbClr>
            </a:solidFill>
            <a:prstDash val="dot"/>
            <a:headEnd type="none"/>
            <a:tailEnd type="none"/>
          </a:ln>
        </p:spPr>
      </p:sp>
      <p:sp>
        <p:nvSpPr>
          <p:cNvPr id="1705" name="Shape 1703"/>
          <p:cNvSpPr/>
          <p:nvPr/>
        </p:nvSpPr>
        <p:spPr>
          <a:xfrm>
            <a:off x="8196377" y="4708578"/>
            <a:ext cx="0" cy="21974"/>
          </a:xfrm>
          <a:prstGeom prst="line">
            <a:avLst/>
          </a:prstGeom>
          <a:noFill/>
          <a:ln w="15875">
            <a:solidFill>
              <a:srgbClr val="B48A12">
                <a:alpha val="76000"/>
              </a:srgbClr>
            </a:solidFill>
            <a:prstDash val="dot"/>
            <a:headEnd type="none"/>
            <a:tailEnd type="none"/>
          </a:ln>
        </p:spPr>
      </p:sp>
      <p:sp>
        <p:nvSpPr>
          <p:cNvPr id="1706" name="Shape 1704"/>
          <p:cNvSpPr/>
          <p:nvPr/>
        </p:nvSpPr>
        <p:spPr>
          <a:xfrm>
            <a:off x="8196377" y="4711321"/>
            <a:ext cx="127407" cy="0"/>
          </a:xfrm>
          <a:prstGeom prst="line">
            <a:avLst/>
          </a:prstGeom>
          <a:noFill/>
          <a:ln w="15875">
            <a:solidFill>
              <a:srgbClr val="B48A12">
                <a:alpha val="76000"/>
              </a:srgbClr>
            </a:solidFill>
            <a:prstDash val="dot"/>
            <a:headEnd type="none"/>
            <a:tailEnd type="none"/>
          </a:ln>
        </p:spPr>
      </p:sp>
      <p:sp>
        <p:nvSpPr>
          <p:cNvPr id="1707" name="Shape 1705"/>
          <p:cNvSpPr/>
          <p:nvPr/>
        </p:nvSpPr>
        <p:spPr>
          <a:xfrm>
            <a:off x="8321040" y="4680516"/>
            <a:ext cx="0" cy="33548"/>
          </a:xfrm>
          <a:prstGeom prst="line">
            <a:avLst/>
          </a:prstGeom>
          <a:noFill/>
          <a:ln w="15875">
            <a:solidFill>
              <a:srgbClr val="B48A12">
                <a:alpha val="76000"/>
              </a:srgbClr>
            </a:solidFill>
            <a:prstDash val="dot"/>
            <a:headEnd type="none"/>
            <a:tailEnd type="none"/>
          </a:ln>
        </p:spPr>
      </p:sp>
      <p:sp>
        <p:nvSpPr>
          <p:cNvPr id="1708" name="Shape 1706"/>
          <p:cNvSpPr/>
          <p:nvPr/>
        </p:nvSpPr>
        <p:spPr>
          <a:xfrm>
            <a:off x="841248" y="2254211"/>
            <a:ext cx="127407" cy="0"/>
          </a:xfrm>
          <a:prstGeom prst="line">
            <a:avLst/>
          </a:prstGeom>
          <a:noFill/>
          <a:ln w="25400">
            <a:solidFill>
              <a:srgbClr val="5C4DB7"/>
            </a:solidFill>
            <a:prstDash val="solid"/>
            <a:headEnd type="none"/>
            <a:tailEnd type="none"/>
          </a:ln>
        </p:spPr>
      </p:sp>
      <p:sp>
        <p:nvSpPr>
          <p:cNvPr id="1709" name="Shape 1707"/>
          <p:cNvSpPr/>
          <p:nvPr/>
        </p:nvSpPr>
        <p:spPr>
          <a:xfrm>
            <a:off x="965911" y="2235633"/>
            <a:ext cx="0" cy="21320"/>
          </a:xfrm>
          <a:prstGeom prst="line">
            <a:avLst/>
          </a:prstGeom>
          <a:noFill/>
          <a:ln w="25400">
            <a:solidFill>
              <a:srgbClr val="5C4DB7"/>
            </a:solidFill>
            <a:prstDash val="solid"/>
            <a:headEnd type="none"/>
            <a:tailEnd type="none"/>
          </a:ln>
        </p:spPr>
      </p:sp>
      <p:sp>
        <p:nvSpPr>
          <p:cNvPr id="1710" name="Shape 1708"/>
          <p:cNvSpPr/>
          <p:nvPr/>
        </p:nvSpPr>
        <p:spPr>
          <a:xfrm>
            <a:off x="965911" y="2238377"/>
            <a:ext cx="127406" cy="0"/>
          </a:xfrm>
          <a:prstGeom prst="line">
            <a:avLst/>
          </a:prstGeom>
          <a:noFill/>
          <a:ln w="25400">
            <a:solidFill>
              <a:srgbClr val="5C4DB7"/>
            </a:solidFill>
            <a:prstDash val="solid"/>
            <a:headEnd type="none"/>
            <a:tailEnd type="none"/>
          </a:ln>
        </p:spPr>
      </p:sp>
      <p:sp>
        <p:nvSpPr>
          <p:cNvPr id="1711" name="Shape 1709"/>
          <p:cNvSpPr/>
          <p:nvPr/>
        </p:nvSpPr>
        <p:spPr>
          <a:xfrm>
            <a:off x="1090574" y="2235633"/>
            <a:ext cx="0" cy="14004"/>
          </a:xfrm>
          <a:prstGeom prst="line">
            <a:avLst/>
          </a:prstGeom>
          <a:noFill/>
          <a:ln w="25400">
            <a:solidFill>
              <a:srgbClr val="5C4DB7"/>
            </a:solidFill>
            <a:prstDash val="solid"/>
            <a:headEnd type="none"/>
            <a:tailEnd type="none"/>
          </a:ln>
        </p:spPr>
      </p:sp>
      <p:sp>
        <p:nvSpPr>
          <p:cNvPr id="1712" name="Shape 1710"/>
          <p:cNvSpPr/>
          <p:nvPr/>
        </p:nvSpPr>
        <p:spPr>
          <a:xfrm>
            <a:off x="1090574" y="2246894"/>
            <a:ext cx="127407" cy="0"/>
          </a:xfrm>
          <a:prstGeom prst="line">
            <a:avLst/>
          </a:prstGeom>
          <a:noFill/>
          <a:ln w="25400">
            <a:solidFill>
              <a:srgbClr val="5C4DB7"/>
            </a:solidFill>
            <a:prstDash val="solid"/>
            <a:headEnd type="none"/>
            <a:tailEnd type="none"/>
          </a:ln>
        </p:spPr>
      </p:sp>
      <p:sp>
        <p:nvSpPr>
          <p:cNvPr id="1713" name="Shape 1711"/>
          <p:cNvSpPr/>
          <p:nvPr/>
        </p:nvSpPr>
        <p:spPr>
          <a:xfrm>
            <a:off x="1215238" y="2244151"/>
            <a:ext cx="0" cy="20311"/>
          </a:xfrm>
          <a:prstGeom prst="line">
            <a:avLst/>
          </a:prstGeom>
          <a:noFill/>
          <a:ln w="25400">
            <a:solidFill>
              <a:srgbClr val="5C4DB7"/>
            </a:solidFill>
            <a:prstDash val="solid"/>
            <a:headEnd type="none"/>
            <a:tailEnd type="none"/>
          </a:ln>
        </p:spPr>
      </p:sp>
      <p:sp>
        <p:nvSpPr>
          <p:cNvPr id="1714" name="Shape 1712"/>
          <p:cNvSpPr/>
          <p:nvPr/>
        </p:nvSpPr>
        <p:spPr>
          <a:xfrm>
            <a:off x="1215238" y="2261719"/>
            <a:ext cx="127407" cy="0"/>
          </a:xfrm>
          <a:prstGeom prst="line">
            <a:avLst/>
          </a:prstGeom>
          <a:noFill/>
          <a:ln w="25400">
            <a:solidFill>
              <a:srgbClr val="5C4DB7"/>
            </a:solidFill>
            <a:prstDash val="solid"/>
            <a:headEnd type="none"/>
            <a:tailEnd type="none"/>
          </a:ln>
        </p:spPr>
      </p:sp>
      <p:sp>
        <p:nvSpPr>
          <p:cNvPr id="1715" name="Shape 1713"/>
          <p:cNvSpPr/>
          <p:nvPr/>
        </p:nvSpPr>
        <p:spPr>
          <a:xfrm>
            <a:off x="1339901" y="2258976"/>
            <a:ext cx="0" cy="26650"/>
          </a:xfrm>
          <a:prstGeom prst="line">
            <a:avLst/>
          </a:prstGeom>
          <a:noFill/>
          <a:ln w="25400">
            <a:solidFill>
              <a:srgbClr val="5C4DB7"/>
            </a:solidFill>
            <a:prstDash val="solid"/>
            <a:headEnd type="none"/>
            <a:tailEnd type="none"/>
          </a:ln>
        </p:spPr>
      </p:sp>
      <p:sp>
        <p:nvSpPr>
          <p:cNvPr id="1716" name="Shape 1714"/>
          <p:cNvSpPr/>
          <p:nvPr/>
        </p:nvSpPr>
        <p:spPr>
          <a:xfrm>
            <a:off x="1339901" y="2282883"/>
            <a:ext cx="127406" cy="0"/>
          </a:xfrm>
          <a:prstGeom prst="line">
            <a:avLst/>
          </a:prstGeom>
          <a:noFill/>
          <a:ln w="25400">
            <a:solidFill>
              <a:srgbClr val="5C4DB7"/>
            </a:solidFill>
            <a:prstDash val="solid"/>
            <a:headEnd type="none"/>
            <a:tailEnd type="none"/>
          </a:ln>
        </p:spPr>
      </p:sp>
      <p:sp>
        <p:nvSpPr>
          <p:cNvPr id="1717" name="Shape 1715"/>
          <p:cNvSpPr/>
          <p:nvPr/>
        </p:nvSpPr>
        <p:spPr>
          <a:xfrm>
            <a:off x="1464564" y="2280140"/>
            <a:ext cx="0" cy="32664"/>
          </a:xfrm>
          <a:prstGeom prst="line">
            <a:avLst/>
          </a:prstGeom>
          <a:noFill/>
          <a:ln w="25400">
            <a:solidFill>
              <a:srgbClr val="5C4DB7"/>
            </a:solidFill>
            <a:prstDash val="solid"/>
            <a:headEnd type="none"/>
            <a:tailEnd type="none"/>
          </a:ln>
        </p:spPr>
      </p:sp>
      <p:sp>
        <p:nvSpPr>
          <p:cNvPr id="1718" name="Shape 1716"/>
          <p:cNvSpPr/>
          <p:nvPr/>
        </p:nvSpPr>
        <p:spPr>
          <a:xfrm>
            <a:off x="1464564" y="2310060"/>
            <a:ext cx="127407" cy="0"/>
          </a:xfrm>
          <a:prstGeom prst="line">
            <a:avLst/>
          </a:prstGeom>
          <a:noFill/>
          <a:ln w="25400">
            <a:solidFill>
              <a:srgbClr val="5C4DB7"/>
            </a:solidFill>
            <a:prstDash val="solid"/>
            <a:headEnd type="none"/>
            <a:tailEnd type="none"/>
          </a:ln>
        </p:spPr>
      </p:sp>
      <p:sp>
        <p:nvSpPr>
          <p:cNvPr id="1719" name="Shape 1717"/>
          <p:cNvSpPr/>
          <p:nvPr/>
        </p:nvSpPr>
        <p:spPr>
          <a:xfrm>
            <a:off x="1589227" y="2307317"/>
            <a:ext cx="0" cy="37595"/>
          </a:xfrm>
          <a:prstGeom prst="line">
            <a:avLst/>
          </a:prstGeom>
          <a:noFill/>
          <a:ln w="25400">
            <a:solidFill>
              <a:srgbClr val="5C4DB7"/>
            </a:solidFill>
            <a:prstDash val="solid"/>
            <a:headEnd type="none"/>
            <a:tailEnd type="none"/>
          </a:ln>
        </p:spPr>
      </p:sp>
      <p:sp>
        <p:nvSpPr>
          <p:cNvPr id="1720" name="Shape 1718"/>
          <p:cNvSpPr/>
          <p:nvPr/>
        </p:nvSpPr>
        <p:spPr>
          <a:xfrm>
            <a:off x="1589227" y="2342169"/>
            <a:ext cx="127407" cy="0"/>
          </a:xfrm>
          <a:prstGeom prst="line">
            <a:avLst/>
          </a:prstGeom>
          <a:noFill/>
          <a:ln w="25400">
            <a:solidFill>
              <a:srgbClr val="5C4DB7"/>
            </a:solidFill>
            <a:prstDash val="solid"/>
            <a:headEnd type="none"/>
            <a:tailEnd type="none"/>
          </a:ln>
        </p:spPr>
      </p:sp>
      <p:sp>
        <p:nvSpPr>
          <p:cNvPr id="1721" name="Shape 1719"/>
          <p:cNvSpPr/>
          <p:nvPr/>
        </p:nvSpPr>
        <p:spPr>
          <a:xfrm>
            <a:off x="1713891" y="2339426"/>
            <a:ext cx="0" cy="42447"/>
          </a:xfrm>
          <a:prstGeom prst="line">
            <a:avLst/>
          </a:prstGeom>
          <a:noFill/>
          <a:ln w="25400">
            <a:solidFill>
              <a:srgbClr val="5C4DB7"/>
            </a:solidFill>
            <a:prstDash val="solid"/>
            <a:headEnd type="none"/>
            <a:tailEnd type="none"/>
          </a:ln>
        </p:spPr>
      </p:sp>
      <p:sp>
        <p:nvSpPr>
          <p:cNvPr id="1722" name="Shape 1720"/>
          <p:cNvSpPr/>
          <p:nvPr/>
        </p:nvSpPr>
        <p:spPr>
          <a:xfrm>
            <a:off x="1713891" y="2379130"/>
            <a:ext cx="127406" cy="0"/>
          </a:xfrm>
          <a:prstGeom prst="line">
            <a:avLst/>
          </a:prstGeom>
          <a:noFill/>
          <a:ln w="25400">
            <a:solidFill>
              <a:srgbClr val="5C4DB7"/>
            </a:solidFill>
            <a:prstDash val="solid"/>
            <a:headEnd type="none"/>
            <a:tailEnd type="none"/>
          </a:ln>
        </p:spPr>
      </p:sp>
      <p:sp>
        <p:nvSpPr>
          <p:cNvPr id="1723" name="Shape 1721"/>
          <p:cNvSpPr/>
          <p:nvPr/>
        </p:nvSpPr>
        <p:spPr>
          <a:xfrm>
            <a:off x="1838553" y="2376387"/>
            <a:ext cx="0" cy="46836"/>
          </a:xfrm>
          <a:prstGeom prst="line">
            <a:avLst/>
          </a:prstGeom>
          <a:noFill/>
          <a:ln w="25400">
            <a:solidFill>
              <a:srgbClr val="5C4DB7"/>
            </a:solidFill>
            <a:prstDash val="solid"/>
            <a:headEnd type="none"/>
            <a:tailEnd type="none"/>
          </a:ln>
        </p:spPr>
      </p:sp>
      <p:sp>
        <p:nvSpPr>
          <p:cNvPr id="1724" name="Shape 1722"/>
          <p:cNvSpPr/>
          <p:nvPr/>
        </p:nvSpPr>
        <p:spPr>
          <a:xfrm>
            <a:off x="1838553" y="2420479"/>
            <a:ext cx="127407" cy="0"/>
          </a:xfrm>
          <a:prstGeom prst="line">
            <a:avLst/>
          </a:prstGeom>
          <a:noFill/>
          <a:ln w="25400">
            <a:solidFill>
              <a:srgbClr val="5C4DB7"/>
            </a:solidFill>
            <a:prstDash val="solid"/>
            <a:headEnd type="none"/>
            <a:tailEnd type="none"/>
          </a:ln>
        </p:spPr>
      </p:sp>
      <p:sp>
        <p:nvSpPr>
          <p:cNvPr id="1725" name="Shape 1723"/>
          <p:cNvSpPr/>
          <p:nvPr/>
        </p:nvSpPr>
        <p:spPr>
          <a:xfrm>
            <a:off x="1963217" y="2417736"/>
            <a:ext cx="0" cy="50506"/>
          </a:xfrm>
          <a:prstGeom prst="line">
            <a:avLst/>
          </a:prstGeom>
          <a:noFill/>
          <a:ln w="25400">
            <a:solidFill>
              <a:srgbClr val="5C4DB7"/>
            </a:solidFill>
            <a:prstDash val="solid"/>
            <a:headEnd type="none"/>
            <a:tailEnd type="none"/>
          </a:ln>
        </p:spPr>
      </p:sp>
      <p:sp>
        <p:nvSpPr>
          <p:cNvPr id="1726" name="Shape 1724"/>
          <p:cNvSpPr/>
          <p:nvPr/>
        </p:nvSpPr>
        <p:spPr>
          <a:xfrm>
            <a:off x="1963217" y="2465499"/>
            <a:ext cx="127407" cy="0"/>
          </a:xfrm>
          <a:prstGeom prst="line">
            <a:avLst/>
          </a:prstGeom>
          <a:noFill/>
          <a:ln w="25400">
            <a:solidFill>
              <a:srgbClr val="5C4DB7"/>
            </a:solidFill>
            <a:prstDash val="solid"/>
            <a:headEnd type="none"/>
            <a:tailEnd type="none"/>
          </a:ln>
        </p:spPr>
      </p:sp>
      <p:sp>
        <p:nvSpPr>
          <p:cNvPr id="1727" name="Shape 1725"/>
          <p:cNvSpPr/>
          <p:nvPr/>
        </p:nvSpPr>
        <p:spPr>
          <a:xfrm>
            <a:off x="2087880" y="2462756"/>
            <a:ext cx="0" cy="54152"/>
          </a:xfrm>
          <a:prstGeom prst="line">
            <a:avLst/>
          </a:prstGeom>
          <a:noFill/>
          <a:ln w="25400">
            <a:solidFill>
              <a:srgbClr val="5C4DB7"/>
            </a:solidFill>
            <a:prstDash val="solid"/>
            <a:headEnd type="none"/>
            <a:tailEnd type="none"/>
          </a:ln>
        </p:spPr>
      </p:sp>
      <p:sp>
        <p:nvSpPr>
          <p:cNvPr id="1728" name="Shape 1726"/>
          <p:cNvSpPr/>
          <p:nvPr/>
        </p:nvSpPr>
        <p:spPr>
          <a:xfrm>
            <a:off x="2087880" y="2514165"/>
            <a:ext cx="127406" cy="0"/>
          </a:xfrm>
          <a:prstGeom prst="line">
            <a:avLst/>
          </a:prstGeom>
          <a:noFill/>
          <a:ln w="25400">
            <a:solidFill>
              <a:srgbClr val="5C4DB7"/>
            </a:solidFill>
            <a:prstDash val="solid"/>
            <a:headEnd type="none"/>
            <a:tailEnd type="none"/>
          </a:ln>
        </p:spPr>
      </p:sp>
      <p:sp>
        <p:nvSpPr>
          <p:cNvPr id="1729" name="Shape 1727"/>
          <p:cNvSpPr/>
          <p:nvPr/>
        </p:nvSpPr>
        <p:spPr>
          <a:xfrm>
            <a:off x="2212543" y="2511422"/>
            <a:ext cx="0" cy="57203"/>
          </a:xfrm>
          <a:prstGeom prst="line">
            <a:avLst/>
          </a:prstGeom>
          <a:noFill/>
          <a:ln w="25400">
            <a:solidFill>
              <a:srgbClr val="5C4DB7"/>
            </a:solidFill>
            <a:prstDash val="solid"/>
            <a:headEnd type="none"/>
            <a:tailEnd type="none"/>
          </a:ln>
        </p:spPr>
      </p:sp>
      <p:sp>
        <p:nvSpPr>
          <p:cNvPr id="1730" name="Shape 1728"/>
          <p:cNvSpPr/>
          <p:nvPr/>
        </p:nvSpPr>
        <p:spPr>
          <a:xfrm>
            <a:off x="2212543" y="2565882"/>
            <a:ext cx="127407" cy="0"/>
          </a:xfrm>
          <a:prstGeom prst="line">
            <a:avLst/>
          </a:prstGeom>
          <a:noFill/>
          <a:ln w="25400">
            <a:solidFill>
              <a:srgbClr val="5C4DB7"/>
            </a:solidFill>
            <a:prstDash val="solid"/>
            <a:headEnd type="none"/>
            <a:tailEnd type="none"/>
          </a:ln>
        </p:spPr>
      </p:sp>
      <p:sp>
        <p:nvSpPr>
          <p:cNvPr id="1731" name="Shape 1729"/>
          <p:cNvSpPr/>
          <p:nvPr/>
        </p:nvSpPr>
        <p:spPr>
          <a:xfrm>
            <a:off x="2337206" y="2563139"/>
            <a:ext cx="0" cy="59553"/>
          </a:xfrm>
          <a:prstGeom prst="line">
            <a:avLst/>
          </a:prstGeom>
          <a:noFill/>
          <a:ln w="25400">
            <a:solidFill>
              <a:srgbClr val="5C4DB7"/>
            </a:solidFill>
            <a:prstDash val="solid"/>
            <a:headEnd type="none"/>
            <a:tailEnd type="none"/>
          </a:ln>
        </p:spPr>
      </p:sp>
      <p:sp>
        <p:nvSpPr>
          <p:cNvPr id="1732" name="Shape 1730"/>
          <p:cNvSpPr/>
          <p:nvPr/>
        </p:nvSpPr>
        <p:spPr>
          <a:xfrm>
            <a:off x="2337206" y="2619948"/>
            <a:ext cx="127407" cy="0"/>
          </a:xfrm>
          <a:prstGeom prst="line">
            <a:avLst/>
          </a:prstGeom>
          <a:noFill/>
          <a:ln w="25400">
            <a:solidFill>
              <a:srgbClr val="5C4DB7"/>
            </a:solidFill>
            <a:prstDash val="solid"/>
            <a:headEnd type="none"/>
            <a:tailEnd type="none"/>
          </a:ln>
        </p:spPr>
      </p:sp>
      <p:sp>
        <p:nvSpPr>
          <p:cNvPr id="1733" name="Shape 1731"/>
          <p:cNvSpPr/>
          <p:nvPr/>
        </p:nvSpPr>
        <p:spPr>
          <a:xfrm>
            <a:off x="2461870" y="2617205"/>
            <a:ext cx="0" cy="71978"/>
          </a:xfrm>
          <a:prstGeom prst="line">
            <a:avLst/>
          </a:prstGeom>
          <a:noFill/>
          <a:ln w="25400">
            <a:solidFill>
              <a:srgbClr val="5C4DB7"/>
            </a:solidFill>
            <a:prstDash val="solid"/>
            <a:headEnd type="none"/>
            <a:tailEnd type="none"/>
          </a:ln>
        </p:spPr>
      </p:sp>
      <p:sp>
        <p:nvSpPr>
          <p:cNvPr id="1734" name="Shape 1732"/>
          <p:cNvSpPr/>
          <p:nvPr/>
        </p:nvSpPr>
        <p:spPr>
          <a:xfrm>
            <a:off x="2461870" y="2686440"/>
            <a:ext cx="127406" cy="0"/>
          </a:xfrm>
          <a:prstGeom prst="line">
            <a:avLst/>
          </a:prstGeom>
          <a:noFill/>
          <a:ln w="25400">
            <a:solidFill>
              <a:srgbClr val="5C4DB7"/>
            </a:solidFill>
            <a:prstDash val="solid"/>
            <a:headEnd type="none"/>
            <a:tailEnd type="none"/>
          </a:ln>
        </p:spPr>
      </p:sp>
      <p:sp>
        <p:nvSpPr>
          <p:cNvPr id="1735" name="Shape 1733"/>
          <p:cNvSpPr/>
          <p:nvPr/>
        </p:nvSpPr>
        <p:spPr>
          <a:xfrm>
            <a:off x="2586533" y="2683697"/>
            <a:ext cx="0" cy="63026"/>
          </a:xfrm>
          <a:prstGeom prst="line">
            <a:avLst/>
          </a:prstGeom>
          <a:noFill/>
          <a:ln w="25400">
            <a:solidFill>
              <a:srgbClr val="5C4DB7"/>
            </a:solidFill>
            <a:prstDash val="solid"/>
            <a:headEnd type="none"/>
            <a:tailEnd type="none"/>
          </a:ln>
        </p:spPr>
      </p:sp>
      <p:sp>
        <p:nvSpPr>
          <p:cNvPr id="1736" name="Shape 1734"/>
          <p:cNvSpPr/>
          <p:nvPr/>
        </p:nvSpPr>
        <p:spPr>
          <a:xfrm>
            <a:off x="2586533" y="2743980"/>
            <a:ext cx="127407" cy="0"/>
          </a:xfrm>
          <a:prstGeom prst="line">
            <a:avLst/>
          </a:prstGeom>
          <a:noFill/>
          <a:ln w="25400">
            <a:solidFill>
              <a:srgbClr val="5C4DB7"/>
            </a:solidFill>
            <a:prstDash val="solid"/>
            <a:headEnd type="none"/>
            <a:tailEnd type="none"/>
          </a:ln>
        </p:spPr>
      </p:sp>
      <p:sp>
        <p:nvSpPr>
          <p:cNvPr id="1737" name="Shape 1735"/>
          <p:cNvSpPr/>
          <p:nvPr/>
        </p:nvSpPr>
        <p:spPr>
          <a:xfrm>
            <a:off x="2711196" y="2741236"/>
            <a:ext cx="0" cy="63943"/>
          </a:xfrm>
          <a:prstGeom prst="line">
            <a:avLst/>
          </a:prstGeom>
          <a:noFill/>
          <a:ln w="25400">
            <a:solidFill>
              <a:srgbClr val="5C4DB7"/>
            </a:solidFill>
            <a:prstDash val="solid"/>
            <a:headEnd type="none"/>
            <a:tailEnd type="none"/>
          </a:ln>
        </p:spPr>
      </p:sp>
      <p:sp>
        <p:nvSpPr>
          <p:cNvPr id="1738" name="Shape 1736"/>
          <p:cNvSpPr/>
          <p:nvPr/>
        </p:nvSpPr>
        <p:spPr>
          <a:xfrm>
            <a:off x="2711196" y="2802436"/>
            <a:ext cx="127407" cy="0"/>
          </a:xfrm>
          <a:prstGeom prst="line">
            <a:avLst/>
          </a:prstGeom>
          <a:noFill/>
          <a:ln w="25400">
            <a:solidFill>
              <a:srgbClr val="5C4DB7"/>
            </a:solidFill>
            <a:prstDash val="solid"/>
            <a:headEnd type="none"/>
            <a:tailEnd type="none"/>
          </a:ln>
        </p:spPr>
      </p:sp>
      <p:sp>
        <p:nvSpPr>
          <p:cNvPr id="1739" name="Shape 1737"/>
          <p:cNvSpPr/>
          <p:nvPr/>
        </p:nvSpPr>
        <p:spPr>
          <a:xfrm>
            <a:off x="2835859" y="2799693"/>
            <a:ext cx="0" cy="64504"/>
          </a:xfrm>
          <a:prstGeom prst="line">
            <a:avLst/>
          </a:prstGeom>
          <a:noFill/>
          <a:ln w="25400">
            <a:solidFill>
              <a:srgbClr val="5C4DB7"/>
            </a:solidFill>
            <a:prstDash val="solid"/>
            <a:headEnd type="none"/>
            <a:tailEnd type="none"/>
          </a:ln>
        </p:spPr>
      </p:sp>
      <p:sp>
        <p:nvSpPr>
          <p:cNvPr id="1740" name="Shape 1738"/>
          <p:cNvSpPr/>
          <p:nvPr/>
        </p:nvSpPr>
        <p:spPr>
          <a:xfrm>
            <a:off x="2835859" y="2861454"/>
            <a:ext cx="127406" cy="0"/>
          </a:xfrm>
          <a:prstGeom prst="line">
            <a:avLst/>
          </a:prstGeom>
          <a:noFill/>
          <a:ln w="25400">
            <a:solidFill>
              <a:srgbClr val="5C4DB7"/>
            </a:solidFill>
            <a:prstDash val="solid"/>
            <a:headEnd type="none"/>
            <a:tailEnd type="none"/>
          </a:ln>
        </p:spPr>
      </p:sp>
      <p:sp>
        <p:nvSpPr>
          <p:cNvPr id="1741" name="Shape 1739"/>
          <p:cNvSpPr/>
          <p:nvPr/>
        </p:nvSpPr>
        <p:spPr>
          <a:xfrm>
            <a:off x="2960522" y="2858711"/>
            <a:ext cx="0" cy="64640"/>
          </a:xfrm>
          <a:prstGeom prst="line">
            <a:avLst/>
          </a:prstGeom>
          <a:noFill/>
          <a:ln w="25400">
            <a:solidFill>
              <a:srgbClr val="5C4DB7"/>
            </a:solidFill>
            <a:prstDash val="solid"/>
            <a:headEnd type="none"/>
            <a:tailEnd type="none"/>
          </a:ln>
        </p:spPr>
      </p:sp>
      <p:sp>
        <p:nvSpPr>
          <p:cNvPr id="1742" name="Shape 1740"/>
          <p:cNvSpPr/>
          <p:nvPr/>
        </p:nvSpPr>
        <p:spPr>
          <a:xfrm>
            <a:off x="2960522" y="2920607"/>
            <a:ext cx="127407" cy="0"/>
          </a:xfrm>
          <a:prstGeom prst="line">
            <a:avLst/>
          </a:prstGeom>
          <a:noFill/>
          <a:ln w="25400">
            <a:solidFill>
              <a:srgbClr val="5C4DB7"/>
            </a:solidFill>
            <a:prstDash val="solid"/>
            <a:headEnd type="none"/>
            <a:tailEnd type="none"/>
          </a:ln>
        </p:spPr>
      </p:sp>
      <p:sp>
        <p:nvSpPr>
          <p:cNvPr id="1743" name="Shape 1741"/>
          <p:cNvSpPr/>
          <p:nvPr/>
        </p:nvSpPr>
        <p:spPr>
          <a:xfrm>
            <a:off x="3085186" y="2917864"/>
            <a:ext cx="0" cy="64331"/>
          </a:xfrm>
          <a:prstGeom prst="line">
            <a:avLst/>
          </a:prstGeom>
          <a:noFill/>
          <a:ln w="25400">
            <a:solidFill>
              <a:srgbClr val="5C4DB7"/>
            </a:solidFill>
            <a:prstDash val="solid"/>
            <a:headEnd type="none"/>
            <a:tailEnd type="none"/>
          </a:ln>
        </p:spPr>
      </p:sp>
      <p:sp>
        <p:nvSpPr>
          <p:cNvPr id="1744" name="Shape 1742"/>
          <p:cNvSpPr/>
          <p:nvPr/>
        </p:nvSpPr>
        <p:spPr>
          <a:xfrm>
            <a:off x="3085186" y="2979451"/>
            <a:ext cx="127407" cy="0"/>
          </a:xfrm>
          <a:prstGeom prst="line">
            <a:avLst/>
          </a:prstGeom>
          <a:noFill/>
          <a:ln w="25400">
            <a:solidFill>
              <a:srgbClr val="5C4DB7"/>
            </a:solidFill>
            <a:prstDash val="solid"/>
            <a:headEnd type="none"/>
            <a:tailEnd type="none"/>
          </a:ln>
        </p:spPr>
      </p:sp>
      <p:sp>
        <p:nvSpPr>
          <p:cNvPr id="1745" name="Shape 1743"/>
          <p:cNvSpPr/>
          <p:nvPr/>
        </p:nvSpPr>
        <p:spPr>
          <a:xfrm>
            <a:off x="3209849" y="2976708"/>
            <a:ext cx="0" cy="64067"/>
          </a:xfrm>
          <a:prstGeom prst="line">
            <a:avLst/>
          </a:prstGeom>
          <a:noFill/>
          <a:ln w="25400">
            <a:solidFill>
              <a:srgbClr val="5C4DB7"/>
            </a:solidFill>
            <a:prstDash val="solid"/>
            <a:headEnd type="none"/>
            <a:tailEnd type="none"/>
          </a:ln>
        </p:spPr>
      </p:sp>
      <p:sp>
        <p:nvSpPr>
          <p:cNvPr id="1746" name="Shape 1744"/>
          <p:cNvSpPr/>
          <p:nvPr/>
        </p:nvSpPr>
        <p:spPr>
          <a:xfrm>
            <a:off x="3209849" y="3038032"/>
            <a:ext cx="127406" cy="0"/>
          </a:xfrm>
          <a:prstGeom prst="line">
            <a:avLst/>
          </a:prstGeom>
          <a:noFill/>
          <a:ln w="25400">
            <a:solidFill>
              <a:srgbClr val="5C4DB7"/>
            </a:solidFill>
            <a:prstDash val="solid"/>
            <a:headEnd type="none"/>
            <a:tailEnd type="none"/>
          </a:ln>
        </p:spPr>
      </p:sp>
      <p:sp>
        <p:nvSpPr>
          <p:cNvPr id="1747" name="Shape 1745"/>
          <p:cNvSpPr/>
          <p:nvPr/>
        </p:nvSpPr>
        <p:spPr>
          <a:xfrm>
            <a:off x="3334512" y="3035289"/>
            <a:ext cx="0" cy="63965"/>
          </a:xfrm>
          <a:prstGeom prst="line">
            <a:avLst/>
          </a:prstGeom>
          <a:noFill/>
          <a:ln w="25400">
            <a:solidFill>
              <a:srgbClr val="5C4DB7"/>
            </a:solidFill>
            <a:prstDash val="solid"/>
            <a:headEnd type="none"/>
            <a:tailEnd type="none"/>
          </a:ln>
        </p:spPr>
      </p:sp>
      <p:sp>
        <p:nvSpPr>
          <p:cNvPr id="1748" name="Shape 1746"/>
          <p:cNvSpPr/>
          <p:nvPr/>
        </p:nvSpPr>
        <p:spPr>
          <a:xfrm>
            <a:off x="3334512" y="3096510"/>
            <a:ext cx="127407" cy="0"/>
          </a:xfrm>
          <a:prstGeom prst="line">
            <a:avLst/>
          </a:prstGeom>
          <a:noFill/>
          <a:ln w="25400">
            <a:solidFill>
              <a:srgbClr val="5C4DB7"/>
            </a:solidFill>
            <a:prstDash val="solid"/>
            <a:headEnd type="none"/>
            <a:tailEnd type="none"/>
          </a:ln>
        </p:spPr>
      </p:sp>
      <p:sp>
        <p:nvSpPr>
          <p:cNvPr id="1749" name="Shape 1747"/>
          <p:cNvSpPr/>
          <p:nvPr/>
        </p:nvSpPr>
        <p:spPr>
          <a:xfrm>
            <a:off x="3459175" y="3093767"/>
            <a:ext cx="0" cy="64035"/>
          </a:xfrm>
          <a:prstGeom prst="line">
            <a:avLst/>
          </a:prstGeom>
          <a:noFill/>
          <a:ln w="25400">
            <a:solidFill>
              <a:srgbClr val="5C4DB7"/>
            </a:solidFill>
            <a:prstDash val="solid"/>
            <a:headEnd type="none"/>
            <a:tailEnd type="none"/>
          </a:ln>
        </p:spPr>
      </p:sp>
      <p:sp>
        <p:nvSpPr>
          <p:cNvPr id="1750" name="Shape 1748"/>
          <p:cNvSpPr/>
          <p:nvPr/>
        </p:nvSpPr>
        <p:spPr>
          <a:xfrm>
            <a:off x="3459175" y="3155059"/>
            <a:ext cx="127407" cy="0"/>
          </a:xfrm>
          <a:prstGeom prst="line">
            <a:avLst/>
          </a:prstGeom>
          <a:noFill/>
          <a:ln w="25400">
            <a:solidFill>
              <a:srgbClr val="5C4DB7"/>
            </a:solidFill>
            <a:prstDash val="solid"/>
            <a:headEnd type="none"/>
            <a:tailEnd type="none"/>
          </a:ln>
        </p:spPr>
      </p:sp>
      <p:sp>
        <p:nvSpPr>
          <p:cNvPr id="1751" name="Shape 1749"/>
          <p:cNvSpPr/>
          <p:nvPr/>
        </p:nvSpPr>
        <p:spPr>
          <a:xfrm>
            <a:off x="3583839" y="3152316"/>
            <a:ext cx="0" cy="63998"/>
          </a:xfrm>
          <a:prstGeom prst="line">
            <a:avLst/>
          </a:prstGeom>
          <a:noFill/>
          <a:ln w="25400">
            <a:solidFill>
              <a:srgbClr val="5C4DB7"/>
            </a:solidFill>
            <a:prstDash val="solid"/>
            <a:headEnd type="none"/>
            <a:tailEnd type="none"/>
          </a:ln>
        </p:spPr>
      </p:sp>
      <p:sp>
        <p:nvSpPr>
          <p:cNvPr id="1752" name="Shape 1750"/>
          <p:cNvSpPr/>
          <p:nvPr/>
        </p:nvSpPr>
        <p:spPr>
          <a:xfrm>
            <a:off x="3583839" y="3213570"/>
            <a:ext cx="127406" cy="0"/>
          </a:xfrm>
          <a:prstGeom prst="line">
            <a:avLst/>
          </a:prstGeom>
          <a:noFill/>
          <a:ln w="25400">
            <a:solidFill>
              <a:srgbClr val="5C4DB7"/>
            </a:solidFill>
            <a:prstDash val="solid"/>
            <a:headEnd type="none"/>
            <a:tailEnd type="none"/>
          </a:ln>
        </p:spPr>
      </p:sp>
      <p:sp>
        <p:nvSpPr>
          <p:cNvPr id="1753" name="Shape 1751"/>
          <p:cNvSpPr/>
          <p:nvPr/>
        </p:nvSpPr>
        <p:spPr>
          <a:xfrm>
            <a:off x="3708501" y="3210827"/>
            <a:ext cx="0" cy="64129"/>
          </a:xfrm>
          <a:prstGeom prst="line">
            <a:avLst/>
          </a:prstGeom>
          <a:noFill/>
          <a:ln w="25400">
            <a:solidFill>
              <a:srgbClr val="5C4DB7"/>
            </a:solidFill>
            <a:prstDash val="solid"/>
            <a:headEnd type="none"/>
            <a:tailEnd type="none"/>
          </a:ln>
        </p:spPr>
      </p:sp>
      <p:sp>
        <p:nvSpPr>
          <p:cNvPr id="1754" name="Shape 1752"/>
          <p:cNvSpPr/>
          <p:nvPr/>
        </p:nvSpPr>
        <p:spPr>
          <a:xfrm>
            <a:off x="3708501" y="3272213"/>
            <a:ext cx="127407" cy="0"/>
          </a:xfrm>
          <a:prstGeom prst="line">
            <a:avLst/>
          </a:prstGeom>
          <a:noFill/>
          <a:ln w="25400">
            <a:solidFill>
              <a:srgbClr val="5C4DB7"/>
            </a:solidFill>
            <a:prstDash val="solid"/>
            <a:headEnd type="none"/>
            <a:tailEnd type="none"/>
          </a:ln>
        </p:spPr>
      </p:sp>
      <p:sp>
        <p:nvSpPr>
          <p:cNvPr id="1755" name="Shape 1753"/>
          <p:cNvSpPr/>
          <p:nvPr/>
        </p:nvSpPr>
        <p:spPr>
          <a:xfrm>
            <a:off x="3833165" y="3269470"/>
            <a:ext cx="0" cy="63827"/>
          </a:xfrm>
          <a:prstGeom prst="line">
            <a:avLst/>
          </a:prstGeom>
          <a:noFill/>
          <a:ln w="25400">
            <a:solidFill>
              <a:srgbClr val="5C4DB7"/>
            </a:solidFill>
            <a:prstDash val="solid"/>
            <a:headEnd type="none"/>
            <a:tailEnd type="none"/>
          </a:ln>
        </p:spPr>
      </p:sp>
      <p:sp>
        <p:nvSpPr>
          <p:cNvPr id="1756" name="Shape 1754"/>
          <p:cNvSpPr/>
          <p:nvPr/>
        </p:nvSpPr>
        <p:spPr>
          <a:xfrm>
            <a:off x="3833165" y="3330553"/>
            <a:ext cx="127407" cy="0"/>
          </a:xfrm>
          <a:prstGeom prst="line">
            <a:avLst/>
          </a:prstGeom>
          <a:noFill/>
          <a:ln w="25400">
            <a:solidFill>
              <a:srgbClr val="5C4DB7"/>
            </a:solidFill>
            <a:prstDash val="solid"/>
            <a:headEnd type="none"/>
            <a:tailEnd type="none"/>
          </a:ln>
        </p:spPr>
      </p:sp>
      <p:sp>
        <p:nvSpPr>
          <p:cNvPr id="1757" name="Shape 1755"/>
          <p:cNvSpPr/>
          <p:nvPr/>
        </p:nvSpPr>
        <p:spPr>
          <a:xfrm>
            <a:off x="3957828" y="3327810"/>
            <a:ext cx="0" cy="68937"/>
          </a:xfrm>
          <a:prstGeom prst="line">
            <a:avLst/>
          </a:prstGeom>
          <a:noFill/>
          <a:ln w="25400">
            <a:solidFill>
              <a:srgbClr val="5C4DB7"/>
            </a:solidFill>
            <a:prstDash val="solid"/>
            <a:headEnd type="none"/>
            <a:tailEnd type="none"/>
          </a:ln>
        </p:spPr>
      </p:sp>
      <p:sp>
        <p:nvSpPr>
          <p:cNvPr id="1758" name="Shape 1756"/>
          <p:cNvSpPr/>
          <p:nvPr/>
        </p:nvSpPr>
        <p:spPr>
          <a:xfrm>
            <a:off x="3957828" y="3394004"/>
            <a:ext cx="127406" cy="0"/>
          </a:xfrm>
          <a:prstGeom prst="line">
            <a:avLst/>
          </a:prstGeom>
          <a:noFill/>
          <a:ln w="25400">
            <a:solidFill>
              <a:srgbClr val="5C4DB7"/>
            </a:solidFill>
            <a:prstDash val="solid"/>
            <a:headEnd type="none"/>
            <a:tailEnd type="none"/>
          </a:ln>
        </p:spPr>
      </p:sp>
      <p:sp>
        <p:nvSpPr>
          <p:cNvPr id="1759" name="Shape 1757"/>
          <p:cNvSpPr/>
          <p:nvPr/>
        </p:nvSpPr>
        <p:spPr>
          <a:xfrm>
            <a:off x="4082491" y="3391261"/>
            <a:ext cx="0" cy="63366"/>
          </a:xfrm>
          <a:prstGeom prst="line">
            <a:avLst/>
          </a:prstGeom>
          <a:noFill/>
          <a:ln w="25400">
            <a:solidFill>
              <a:srgbClr val="5C4DB7"/>
            </a:solidFill>
            <a:prstDash val="solid"/>
            <a:headEnd type="none"/>
            <a:tailEnd type="none"/>
          </a:ln>
        </p:spPr>
      </p:sp>
      <p:sp>
        <p:nvSpPr>
          <p:cNvPr id="1760" name="Shape 1758"/>
          <p:cNvSpPr/>
          <p:nvPr/>
        </p:nvSpPr>
        <p:spPr>
          <a:xfrm>
            <a:off x="4082491" y="3451883"/>
            <a:ext cx="127407" cy="0"/>
          </a:xfrm>
          <a:prstGeom prst="line">
            <a:avLst/>
          </a:prstGeom>
          <a:noFill/>
          <a:ln w="25400">
            <a:solidFill>
              <a:srgbClr val="5C4DB7"/>
            </a:solidFill>
            <a:prstDash val="solid"/>
            <a:headEnd type="none"/>
            <a:tailEnd type="none"/>
          </a:ln>
        </p:spPr>
      </p:sp>
      <p:sp>
        <p:nvSpPr>
          <p:cNvPr id="1761" name="Shape 1759"/>
          <p:cNvSpPr/>
          <p:nvPr/>
        </p:nvSpPr>
        <p:spPr>
          <a:xfrm>
            <a:off x="4207154" y="3449140"/>
            <a:ext cx="0" cy="63487"/>
          </a:xfrm>
          <a:prstGeom prst="line">
            <a:avLst/>
          </a:prstGeom>
          <a:noFill/>
          <a:ln w="25400">
            <a:solidFill>
              <a:srgbClr val="5C4DB7"/>
            </a:solidFill>
            <a:prstDash val="solid"/>
            <a:headEnd type="none"/>
            <a:tailEnd type="none"/>
          </a:ln>
        </p:spPr>
      </p:sp>
      <p:sp>
        <p:nvSpPr>
          <p:cNvPr id="1762" name="Shape 1760"/>
          <p:cNvSpPr/>
          <p:nvPr/>
        </p:nvSpPr>
        <p:spPr>
          <a:xfrm>
            <a:off x="4207154" y="3509884"/>
            <a:ext cx="127407" cy="0"/>
          </a:xfrm>
          <a:prstGeom prst="line">
            <a:avLst/>
          </a:prstGeom>
          <a:noFill/>
          <a:ln w="25400">
            <a:solidFill>
              <a:srgbClr val="5C4DB7"/>
            </a:solidFill>
            <a:prstDash val="solid"/>
            <a:headEnd type="none"/>
            <a:tailEnd type="none"/>
          </a:ln>
        </p:spPr>
      </p:sp>
      <p:sp>
        <p:nvSpPr>
          <p:cNvPr id="1763" name="Shape 1761"/>
          <p:cNvSpPr/>
          <p:nvPr/>
        </p:nvSpPr>
        <p:spPr>
          <a:xfrm>
            <a:off x="4331818" y="3507140"/>
            <a:ext cx="0" cy="63280"/>
          </a:xfrm>
          <a:prstGeom prst="line">
            <a:avLst/>
          </a:prstGeom>
          <a:noFill/>
          <a:ln w="25400">
            <a:solidFill>
              <a:srgbClr val="5C4DB7"/>
            </a:solidFill>
            <a:prstDash val="solid"/>
            <a:headEnd type="none"/>
            <a:tailEnd type="none"/>
          </a:ln>
        </p:spPr>
      </p:sp>
      <p:sp>
        <p:nvSpPr>
          <p:cNvPr id="1764" name="Shape 1762"/>
          <p:cNvSpPr/>
          <p:nvPr/>
        </p:nvSpPr>
        <p:spPr>
          <a:xfrm>
            <a:off x="4331818" y="3567677"/>
            <a:ext cx="127406" cy="0"/>
          </a:xfrm>
          <a:prstGeom prst="line">
            <a:avLst/>
          </a:prstGeom>
          <a:noFill/>
          <a:ln w="25400">
            <a:solidFill>
              <a:srgbClr val="5C4DB7"/>
            </a:solidFill>
            <a:prstDash val="solid"/>
            <a:headEnd type="none"/>
            <a:tailEnd type="none"/>
          </a:ln>
        </p:spPr>
      </p:sp>
      <p:sp>
        <p:nvSpPr>
          <p:cNvPr id="1765" name="Shape 1763"/>
          <p:cNvSpPr/>
          <p:nvPr/>
        </p:nvSpPr>
        <p:spPr>
          <a:xfrm>
            <a:off x="4456481" y="3564934"/>
            <a:ext cx="0" cy="62592"/>
          </a:xfrm>
          <a:prstGeom prst="line">
            <a:avLst/>
          </a:prstGeom>
          <a:noFill/>
          <a:ln w="25400">
            <a:solidFill>
              <a:srgbClr val="5C4DB7"/>
            </a:solidFill>
            <a:prstDash val="solid"/>
            <a:headEnd type="none"/>
            <a:tailEnd type="none"/>
          </a:ln>
        </p:spPr>
      </p:sp>
      <p:sp>
        <p:nvSpPr>
          <p:cNvPr id="1766" name="Shape 1764"/>
          <p:cNvSpPr/>
          <p:nvPr/>
        </p:nvSpPr>
        <p:spPr>
          <a:xfrm>
            <a:off x="4456481" y="3624783"/>
            <a:ext cx="127407" cy="0"/>
          </a:xfrm>
          <a:prstGeom prst="line">
            <a:avLst/>
          </a:prstGeom>
          <a:noFill/>
          <a:ln w="25400">
            <a:solidFill>
              <a:srgbClr val="5C4DB7"/>
            </a:solidFill>
            <a:prstDash val="solid"/>
            <a:headEnd type="none"/>
            <a:tailEnd type="none"/>
          </a:ln>
        </p:spPr>
      </p:sp>
      <p:sp>
        <p:nvSpPr>
          <p:cNvPr id="1767" name="Shape 1765"/>
          <p:cNvSpPr/>
          <p:nvPr/>
        </p:nvSpPr>
        <p:spPr>
          <a:xfrm>
            <a:off x="4581144" y="3622040"/>
            <a:ext cx="0" cy="61866"/>
          </a:xfrm>
          <a:prstGeom prst="line">
            <a:avLst/>
          </a:prstGeom>
          <a:noFill/>
          <a:ln w="25400">
            <a:solidFill>
              <a:srgbClr val="5C4DB7"/>
            </a:solidFill>
            <a:prstDash val="solid"/>
            <a:headEnd type="none"/>
            <a:tailEnd type="none"/>
          </a:ln>
        </p:spPr>
      </p:sp>
      <p:sp>
        <p:nvSpPr>
          <p:cNvPr id="1768" name="Shape 1766"/>
          <p:cNvSpPr/>
          <p:nvPr/>
        </p:nvSpPr>
        <p:spPr>
          <a:xfrm>
            <a:off x="4581144" y="3681163"/>
            <a:ext cx="127407" cy="0"/>
          </a:xfrm>
          <a:prstGeom prst="line">
            <a:avLst/>
          </a:prstGeom>
          <a:noFill/>
          <a:ln w="25400">
            <a:solidFill>
              <a:srgbClr val="5C4DB7"/>
            </a:solidFill>
            <a:prstDash val="solid"/>
            <a:headEnd type="none"/>
            <a:tailEnd type="none"/>
          </a:ln>
        </p:spPr>
      </p:sp>
      <p:sp>
        <p:nvSpPr>
          <p:cNvPr id="1769" name="Shape 1767"/>
          <p:cNvSpPr/>
          <p:nvPr/>
        </p:nvSpPr>
        <p:spPr>
          <a:xfrm>
            <a:off x="4705807" y="3678420"/>
            <a:ext cx="0" cy="61108"/>
          </a:xfrm>
          <a:prstGeom prst="line">
            <a:avLst/>
          </a:prstGeom>
          <a:noFill/>
          <a:ln w="25400">
            <a:solidFill>
              <a:srgbClr val="5C4DB7"/>
            </a:solidFill>
            <a:prstDash val="solid"/>
            <a:headEnd type="none"/>
            <a:tailEnd type="none"/>
          </a:ln>
        </p:spPr>
      </p:sp>
      <p:sp>
        <p:nvSpPr>
          <p:cNvPr id="1770" name="Shape 1768"/>
          <p:cNvSpPr/>
          <p:nvPr/>
        </p:nvSpPr>
        <p:spPr>
          <a:xfrm>
            <a:off x="4705807" y="3736785"/>
            <a:ext cx="127406" cy="0"/>
          </a:xfrm>
          <a:prstGeom prst="line">
            <a:avLst/>
          </a:prstGeom>
          <a:noFill/>
          <a:ln w="25400">
            <a:solidFill>
              <a:srgbClr val="5C4DB7"/>
            </a:solidFill>
            <a:prstDash val="solid"/>
            <a:headEnd type="none"/>
            <a:tailEnd type="none"/>
          </a:ln>
        </p:spPr>
      </p:sp>
      <p:sp>
        <p:nvSpPr>
          <p:cNvPr id="1771" name="Shape 1769"/>
          <p:cNvSpPr/>
          <p:nvPr/>
        </p:nvSpPr>
        <p:spPr>
          <a:xfrm>
            <a:off x="4830470" y="3734042"/>
            <a:ext cx="0" cy="60199"/>
          </a:xfrm>
          <a:prstGeom prst="line">
            <a:avLst/>
          </a:prstGeom>
          <a:noFill/>
          <a:ln w="25400">
            <a:solidFill>
              <a:srgbClr val="5C4DB7"/>
            </a:solidFill>
            <a:prstDash val="solid"/>
            <a:headEnd type="none"/>
            <a:tailEnd type="none"/>
          </a:ln>
        </p:spPr>
      </p:sp>
      <p:sp>
        <p:nvSpPr>
          <p:cNvPr id="1772" name="Shape 1770"/>
          <p:cNvSpPr/>
          <p:nvPr/>
        </p:nvSpPr>
        <p:spPr>
          <a:xfrm>
            <a:off x="4830470" y="3791498"/>
            <a:ext cx="127407" cy="0"/>
          </a:xfrm>
          <a:prstGeom prst="line">
            <a:avLst/>
          </a:prstGeom>
          <a:noFill/>
          <a:ln w="25400">
            <a:solidFill>
              <a:srgbClr val="5C4DB7"/>
            </a:solidFill>
            <a:prstDash val="solid"/>
            <a:headEnd type="none"/>
            <a:tailEnd type="none"/>
          </a:ln>
        </p:spPr>
      </p:sp>
      <p:sp>
        <p:nvSpPr>
          <p:cNvPr id="1773" name="Shape 1771"/>
          <p:cNvSpPr/>
          <p:nvPr/>
        </p:nvSpPr>
        <p:spPr>
          <a:xfrm>
            <a:off x="4955134" y="3788754"/>
            <a:ext cx="0" cy="59087"/>
          </a:xfrm>
          <a:prstGeom prst="line">
            <a:avLst/>
          </a:prstGeom>
          <a:noFill/>
          <a:ln w="25400">
            <a:solidFill>
              <a:srgbClr val="5C4DB7"/>
            </a:solidFill>
            <a:prstDash val="solid"/>
            <a:headEnd type="none"/>
            <a:tailEnd type="none"/>
          </a:ln>
        </p:spPr>
      </p:sp>
      <p:sp>
        <p:nvSpPr>
          <p:cNvPr id="1774" name="Shape 1772"/>
          <p:cNvSpPr/>
          <p:nvPr/>
        </p:nvSpPr>
        <p:spPr>
          <a:xfrm>
            <a:off x="4955134" y="3845099"/>
            <a:ext cx="127407" cy="0"/>
          </a:xfrm>
          <a:prstGeom prst="line">
            <a:avLst/>
          </a:prstGeom>
          <a:noFill/>
          <a:ln w="25400">
            <a:solidFill>
              <a:srgbClr val="5C4DB7"/>
            </a:solidFill>
            <a:prstDash val="solid"/>
            <a:headEnd type="none"/>
            <a:tailEnd type="none"/>
          </a:ln>
        </p:spPr>
      </p:sp>
      <p:sp>
        <p:nvSpPr>
          <p:cNvPr id="1775" name="Shape 1773"/>
          <p:cNvSpPr/>
          <p:nvPr/>
        </p:nvSpPr>
        <p:spPr>
          <a:xfrm>
            <a:off x="5079797" y="3842356"/>
            <a:ext cx="0" cy="58157"/>
          </a:xfrm>
          <a:prstGeom prst="line">
            <a:avLst/>
          </a:prstGeom>
          <a:noFill/>
          <a:ln w="25400">
            <a:solidFill>
              <a:srgbClr val="5C4DB7"/>
            </a:solidFill>
            <a:prstDash val="solid"/>
            <a:headEnd type="none"/>
            <a:tailEnd type="none"/>
          </a:ln>
        </p:spPr>
      </p:sp>
      <p:sp>
        <p:nvSpPr>
          <p:cNvPr id="1776" name="Shape 1774"/>
          <p:cNvSpPr/>
          <p:nvPr/>
        </p:nvSpPr>
        <p:spPr>
          <a:xfrm>
            <a:off x="5079797" y="3897769"/>
            <a:ext cx="127406" cy="0"/>
          </a:xfrm>
          <a:prstGeom prst="line">
            <a:avLst/>
          </a:prstGeom>
          <a:noFill/>
          <a:ln w="25400">
            <a:solidFill>
              <a:srgbClr val="5C4DB7"/>
            </a:solidFill>
            <a:prstDash val="solid"/>
            <a:headEnd type="none"/>
            <a:tailEnd type="none"/>
          </a:ln>
        </p:spPr>
      </p:sp>
      <p:sp>
        <p:nvSpPr>
          <p:cNvPr id="1777" name="Shape 1775"/>
          <p:cNvSpPr/>
          <p:nvPr/>
        </p:nvSpPr>
        <p:spPr>
          <a:xfrm>
            <a:off x="5204460" y="3895026"/>
            <a:ext cx="0" cy="57345"/>
          </a:xfrm>
          <a:prstGeom prst="line">
            <a:avLst/>
          </a:prstGeom>
          <a:noFill/>
          <a:ln w="25400">
            <a:solidFill>
              <a:srgbClr val="5C4DB7"/>
            </a:solidFill>
            <a:prstDash val="solid"/>
            <a:headEnd type="none"/>
            <a:tailEnd type="none"/>
          </a:ln>
        </p:spPr>
      </p:sp>
      <p:sp>
        <p:nvSpPr>
          <p:cNvPr id="1778" name="Shape 1776"/>
          <p:cNvSpPr/>
          <p:nvPr/>
        </p:nvSpPr>
        <p:spPr>
          <a:xfrm>
            <a:off x="5204460" y="3949628"/>
            <a:ext cx="127407" cy="0"/>
          </a:xfrm>
          <a:prstGeom prst="line">
            <a:avLst/>
          </a:prstGeom>
          <a:noFill/>
          <a:ln w="25400">
            <a:solidFill>
              <a:srgbClr val="5C4DB7"/>
            </a:solidFill>
            <a:prstDash val="solid"/>
            <a:headEnd type="none"/>
            <a:tailEnd type="none"/>
          </a:ln>
        </p:spPr>
      </p:sp>
      <p:sp>
        <p:nvSpPr>
          <p:cNvPr id="1779" name="Shape 1777"/>
          <p:cNvSpPr/>
          <p:nvPr/>
        </p:nvSpPr>
        <p:spPr>
          <a:xfrm>
            <a:off x="5329123" y="3946885"/>
            <a:ext cx="0" cy="56465"/>
          </a:xfrm>
          <a:prstGeom prst="line">
            <a:avLst/>
          </a:prstGeom>
          <a:noFill/>
          <a:ln w="25400">
            <a:solidFill>
              <a:srgbClr val="5C4DB7"/>
            </a:solidFill>
            <a:prstDash val="solid"/>
            <a:headEnd type="none"/>
            <a:tailEnd type="none"/>
          </a:ln>
        </p:spPr>
      </p:sp>
      <p:sp>
        <p:nvSpPr>
          <p:cNvPr id="1780" name="Shape 1778"/>
          <p:cNvSpPr/>
          <p:nvPr/>
        </p:nvSpPr>
        <p:spPr>
          <a:xfrm>
            <a:off x="5329123" y="4000606"/>
            <a:ext cx="127407" cy="0"/>
          </a:xfrm>
          <a:prstGeom prst="line">
            <a:avLst/>
          </a:prstGeom>
          <a:noFill/>
          <a:ln w="25400">
            <a:solidFill>
              <a:srgbClr val="5C4DB7"/>
            </a:solidFill>
            <a:prstDash val="solid"/>
            <a:headEnd type="none"/>
            <a:tailEnd type="none"/>
          </a:ln>
        </p:spPr>
      </p:sp>
      <p:sp>
        <p:nvSpPr>
          <p:cNvPr id="1781" name="Shape 1779"/>
          <p:cNvSpPr/>
          <p:nvPr/>
        </p:nvSpPr>
        <p:spPr>
          <a:xfrm>
            <a:off x="5453787" y="3997863"/>
            <a:ext cx="0" cy="50061"/>
          </a:xfrm>
          <a:prstGeom prst="line">
            <a:avLst/>
          </a:prstGeom>
          <a:noFill/>
          <a:ln w="25400">
            <a:solidFill>
              <a:srgbClr val="5C4DB7"/>
            </a:solidFill>
            <a:prstDash val="solid"/>
            <a:headEnd type="none"/>
            <a:tailEnd type="none"/>
          </a:ln>
        </p:spPr>
      </p:sp>
      <p:sp>
        <p:nvSpPr>
          <p:cNvPr id="1782" name="Shape 1780"/>
          <p:cNvSpPr/>
          <p:nvPr/>
        </p:nvSpPr>
        <p:spPr>
          <a:xfrm>
            <a:off x="5453787" y="4045181"/>
            <a:ext cx="127406" cy="0"/>
          </a:xfrm>
          <a:prstGeom prst="line">
            <a:avLst/>
          </a:prstGeom>
          <a:noFill/>
          <a:ln w="25400">
            <a:solidFill>
              <a:srgbClr val="5C4DB7"/>
            </a:solidFill>
            <a:prstDash val="solid"/>
            <a:headEnd type="none"/>
            <a:tailEnd type="none"/>
          </a:ln>
        </p:spPr>
      </p:sp>
      <p:sp>
        <p:nvSpPr>
          <p:cNvPr id="1783" name="Shape 1781"/>
          <p:cNvSpPr/>
          <p:nvPr/>
        </p:nvSpPr>
        <p:spPr>
          <a:xfrm>
            <a:off x="5578449" y="4042437"/>
            <a:ext cx="0" cy="55036"/>
          </a:xfrm>
          <a:prstGeom prst="line">
            <a:avLst/>
          </a:prstGeom>
          <a:noFill/>
          <a:ln w="25400">
            <a:solidFill>
              <a:srgbClr val="5C4DB7"/>
            </a:solidFill>
            <a:prstDash val="solid"/>
            <a:headEnd type="none"/>
            <a:tailEnd type="none"/>
          </a:ln>
        </p:spPr>
      </p:sp>
      <p:sp>
        <p:nvSpPr>
          <p:cNvPr id="1784" name="Shape 1782"/>
          <p:cNvSpPr/>
          <p:nvPr/>
        </p:nvSpPr>
        <p:spPr>
          <a:xfrm>
            <a:off x="5578449" y="4094730"/>
            <a:ext cx="127407" cy="0"/>
          </a:xfrm>
          <a:prstGeom prst="line">
            <a:avLst/>
          </a:prstGeom>
          <a:noFill/>
          <a:ln w="25400">
            <a:solidFill>
              <a:srgbClr val="5C4DB7"/>
            </a:solidFill>
            <a:prstDash val="solid"/>
            <a:headEnd type="none"/>
            <a:tailEnd type="none"/>
          </a:ln>
        </p:spPr>
      </p:sp>
      <p:sp>
        <p:nvSpPr>
          <p:cNvPr id="1785" name="Shape 1783"/>
          <p:cNvSpPr/>
          <p:nvPr/>
        </p:nvSpPr>
        <p:spPr>
          <a:xfrm>
            <a:off x="5703113" y="4091987"/>
            <a:ext cx="0" cy="54219"/>
          </a:xfrm>
          <a:prstGeom prst="line">
            <a:avLst/>
          </a:prstGeom>
          <a:noFill/>
          <a:ln w="25400">
            <a:solidFill>
              <a:srgbClr val="5C4DB7"/>
            </a:solidFill>
            <a:prstDash val="solid"/>
            <a:headEnd type="none"/>
            <a:tailEnd type="none"/>
          </a:ln>
        </p:spPr>
      </p:sp>
      <p:sp>
        <p:nvSpPr>
          <p:cNvPr id="1786" name="Shape 1784"/>
          <p:cNvSpPr/>
          <p:nvPr/>
        </p:nvSpPr>
        <p:spPr>
          <a:xfrm>
            <a:off x="5703113" y="4143462"/>
            <a:ext cx="127407" cy="0"/>
          </a:xfrm>
          <a:prstGeom prst="line">
            <a:avLst/>
          </a:prstGeom>
          <a:noFill/>
          <a:ln w="25400">
            <a:solidFill>
              <a:srgbClr val="5C4DB7"/>
            </a:solidFill>
            <a:prstDash val="solid"/>
            <a:headEnd type="none"/>
            <a:tailEnd type="none"/>
          </a:ln>
        </p:spPr>
      </p:sp>
      <p:sp>
        <p:nvSpPr>
          <p:cNvPr id="1787" name="Shape 1785"/>
          <p:cNvSpPr/>
          <p:nvPr/>
        </p:nvSpPr>
        <p:spPr>
          <a:xfrm>
            <a:off x="5827776" y="4140719"/>
            <a:ext cx="0" cy="53140"/>
          </a:xfrm>
          <a:prstGeom prst="line">
            <a:avLst/>
          </a:prstGeom>
          <a:noFill/>
          <a:ln w="25400">
            <a:solidFill>
              <a:srgbClr val="5C4DB7"/>
            </a:solidFill>
            <a:prstDash val="solid"/>
            <a:headEnd type="none"/>
            <a:tailEnd type="none"/>
          </a:ln>
        </p:spPr>
      </p:sp>
      <p:sp>
        <p:nvSpPr>
          <p:cNvPr id="1788" name="Shape 1786"/>
          <p:cNvSpPr/>
          <p:nvPr/>
        </p:nvSpPr>
        <p:spPr>
          <a:xfrm>
            <a:off x="5827776" y="4191116"/>
            <a:ext cx="127406" cy="0"/>
          </a:xfrm>
          <a:prstGeom prst="line">
            <a:avLst/>
          </a:prstGeom>
          <a:noFill/>
          <a:ln w="25400">
            <a:solidFill>
              <a:srgbClr val="5C4DB7"/>
            </a:solidFill>
            <a:prstDash val="solid"/>
            <a:headEnd type="none"/>
            <a:tailEnd type="none"/>
          </a:ln>
        </p:spPr>
      </p:sp>
      <p:sp>
        <p:nvSpPr>
          <p:cNvPr id="1789" name="Shape 1787"/>
          <p:cNvSpPr/>
          <p:nvPr/>
        </p:nvSpPr>
        <p:spPr>
          <a:xfrm>
            <a:off x="5952439" y="4188373"/>
            <a:ext cx="0" cy="52235"/>
          </a:xfrm>
          <a:prstGeom prst="line">
            <a:avLst/>
          </a:prstGeom>
          <a:noFill/>
          <a:ln w="25400">
            <a:solidFill>
              <a:srgbClr val="5C4DB7"/>
            </a:solidFill>
            <a:prstDash val="solid"/>
            <a:headEnd type="none"/>
            <a:tailEnd type="none"/>
          </a:ln>
        </p:spPr>
      </p:sp>
      <p:sp>
        <p:nvSpPr>
          <p:cNvPr id="1790" name="Shape 1788"/>
          <p:cNvSpPr/>
          <p:nvPr/>
        </p:nvSpPr>
        <p:spPr>
          <a:xfrm>
            <a:off x="5952439" y="4237865"/>
            <a:ext cx="127407" cy="0"/>
          </a:xfrm>
          <a:prstGeom prst="line">
            <a:avLst/>
          </a:prstGeom>
          <a:noFill/>
          <a:ln w="25400">
            <a:solidFill>
              <a:srgbClr val="5C4DB7"/>
            </a:solidFill>
            <a:prstDash val="solid"/>
            <a:headEnd type="none"/>
            <a:tailEnd type="none"/>
          </a:ln>
        </p:spPr>
      </p:sp>
      <p:sp>
        <p:nvSpPr>
          <p:cNvPr id="1791" name="Shape 1789"/>
          <p:cNvSpPr/>
          <p:nvPr/>
        </p:nvSpPr>
        <p:spPr>
          <a:xfrm>
            <a:off x="6077102" y="4235121"/>
            <a:ext cx="0" cy="51455"/>
          </a:xfrm>
          <a:prstGeom prst="line">
            <a:avLst/>
          </a:prstGeom>
          <a:noFill/>
          <a:ln w="25400">
            <a:solidFill>
              <a:srgbClr val="5C4DB7"/>
            </a:solidFill>
            <a:prstDash val="solid"/>
            <a:headEnd type="none"/>
            <a:tailEnd type="none"/>
          </a:ln>
        </p:spPr>
      </p:sp>
      <p:sp>
        <p:nvSpPr>
          <p:cNvPr id="1792" name="Shape 1790"/>
          <p:cNvSpPr/>
          <p:nvPr/>
        </p:nvSpPr>
        <p:spPr>
          <a:xfrm>
            <a:off x="6077102" y="4283833"/>
            <a:ext cx="127407" cy="0"/>
          </a:xfrm>
          <a:prstGeom prst="line">
            <a:avLst/>
          </a:prstGeom>
          <a:noFill/>
          <a:ln w="25400">
            <a:solidFill>
              <a:srgbClr val="5C4DB7"/>
            </a:solidFill>
            <a:prstDash val="solid"/>
            <a:headEnd type="none"/>
            <a:tailEnd type="none"/>
          </a:ln>
        </p:spPr>
      </p:sp>
      <p:sp>
        <p:nvSpPr>
          <p:cNvPr id="1793" name="Shape 1791"/>
          <p:cNvSpPr/>
          <p:nvPr/>
        </p:nvSpPr>
        <p:spPr>
          <a:xfrm>
            <a:off x="6201766" y="4281090"/>
            <a:ext cx="0" cy="50708"/>
          </a:xfrm>
          <a:prstGeom prst="line">
            <a:avLst/>
          </a:prstGeom>
          <a:noFill/>
          <a:ln w="25400">
            <a:solidFill>
              <a:srgbClr val="5C4DB7"/>
            </a:solidFill>
            <a:prstDash val="solid"/>
            <a:headEnd type="none"/>
            <a:tailEnd type="none"/>
          </a:ln>
        </p:spPr>
      </p:sp>
      <p:sp>
        <p:nvSpPr>
          <p:cNvPr id="1794" name="Shape 1792"/>
          <p:cNvSpPr/>
          <p:nvPr/>
        </p:nvSpPr>
        <p:spPr>
          <a:xfrm>
            <a:off x="6201766" y="4329055"/>
            <a:ext cx="127406" cy="0"/>
          </a:xfrm>
          <a:prstGeom prst="line">
            <a:avLst/>
          </a:prstGeom>
          <a:noFill/>
          <a:ln w="25400">
            <a:solidFill>
              <a:srgbClr val="5C4DB7"/>
            </a:solidFill>
            <a:prstDash val="solid"/>
            <a:headEnd type="none"/>
            <a:tailEnd type="none"/>
          </a:ln>
        </p:spPr>
      </p:sp>
      <p:sp>
        <p:nvSpPr>
          <p:cNvPr id="1795" name="Shape 1793"/>
          <p:cNvSpPr/>
          <p:nvPr/>
        </p:nvSpPr>
        <p:spPr>
          <a:xfrm>
            <a:off x="6326429" y="4326311"/>
            <a:ext cx="0" cy="50016"/>
          </a:xfrm>
          <a:prstGeom prst="line">
            <a:avLst/>
          </a:prstGeom>
          <a:noFill/>
          <a:ln w="25400">
            <a:solidFill>
              <a:srgbClr val="5C4DB7"/>
            </a:solidFill>
            <a:prstDash val="solid"/>
            <a:headEnd type="none"/>
            <a:tailEnd type="none"/>
          </a:ln>
        </p:spPr>
      </p:sp>
      <p:sp>
        <p:nvSpPr>
          <p:cNvPr id="1796" name="Shape 1794"/>
          <p:cNvSpPr/>
          <p:nvPr/>
        </p:nvSpPr>
        <p:spPr>
          <a:xfrm>
            <a:off x="6326429" y="4373585"/>
            <a:ext cx="127407" cy="0"/>
          </a:xfrm>
          <a:prstGeom prst="line">
            <a:avLst/>
          </a:prstGeom>
          <a:noFill/>
          <a:ln w="25400">
            <a:solidFill>
              <a:srgbClr val="5C4DB7"/>
            </a:solidFill>
            <a:prstDash val="solid"/>
            <a:headEnd type="none"/>
            <a:tailEnd type="none"/>
          </a:ln>
        </p:spPr>
      </p:sp>
      <p:sp>
        <p:nvSpPr>
          <p:cNvPr id="1797" name="Shape 1795"/>
          <p:cNvSpPr/>
          <p:nvPr/>
        </p:nvSpPr>
        <p:spPr>
          <a:xfrm>
            <a:off x="6451092" y="4370841"/>
            <a:ext cx="0" cy="49254"/>
          </a:xfrm>
          <a:prstGeom prst="line">
            <a:avLst/>
          </a:prstGeom>
          <a:noFill/>
          <a:ln w="25400">
            <a:solidFill>
              <a:srgbClr val="5C4DB7"/>
            </a:solidFill>
            <a:prstDash val="solid"/>
            <a:headEnd type="none"/>
            <a:tailEnd type="none"/>
          </a:ln>
        </p:spPr>
      </p:sp>
      <p:sp>
        <p:nvSpPr>
          <p:cNvPr id="1798" name="Shape 1796"/>
          <p:cNvSpPr/>
          <p:nvPr/>
        </p:nvSpPr>
        <p:spPr>
          <a:xfrm>
            <a:off x="6451092" y="4417352"/>
            <a:ext cx="127407" cy="0"/>
          </a:xfrm>
          <a:prstGeom prst="line">
            <a:avLst/>
          </a:prstGeom>
          <a:noFill/>
          <a:ln w="25400">
            <a:solidFill>
              <a:srgbClr val="5C4DB7"/>
            </a:solidFill>
            <a:prstDash val="solid"/>
            <a:headEnd type="none"/>
            <a:tailEnd type="none"/>
          </a:ln>
        </p:spPr>
      </p:sp>
      <p:sp>
        <p:nvSpPr>
          <p:cNvPr id="1799" name="Shape 1797"/>
          <p:cNvSpPr/>
          <p:nvPr/>
        </p:nvSpPr>
        <p:spPr>
          <a:xfrm>
            <a:off x="6575755" y="4414609"/>
            <a:ext cx="0" cy="48205"/>
          </a:xfrm>
          <a:prstGeom prst="line">
            <a:avLst/>
          </a:prstGeom>
          <a:noFill/>
          <a:ln w="25400">
            <a:solidFill>
              <a:srgbClr val="5C4DB7"/>
            </a:solidFill>
            <a:prstDash val="solid"/>
            <a:headEnd type="none"/>
            <a:tailEnd type="none"/>
          </a:ln>
        </p:spPr>
      </p:sp>
      <p:sp>
        <p:nvSpPr>
          <p:cNvPr id="1800" name="Shape 1798"/>
          <p:cNvSpPr/>
          <p:nvPr/>
        </p:nvSpPr>
        <p:spPr>
          <a:xfrm>
            <a:off x="6575755" y="4460071"/>
            <a:ext cx="127406" cy="0"/>
          </a:xfrm>
          <a:prstGeom prst="line">
            <a:avLst/>
          </a:prstGeom>
          <a:noFill/>
          <a:ln w="25400">
            <a:solidFill>
              <a:srgbClr val="5C4DB7"/>
            </a:solidFill>
            <a:prstDash val="solid"/>
            <a:headEnd type="none"/>
            <a:tailEnd type="none"/>
          </a:ln>
        </p:spPr>
      </p:sp>
      <p:sp>
        <p:nvSpPr>
          <p:cNvPr id="1801" name="Shape 1799"/>
          <p:cNvSpPr/>
          <p:nvPr/>
        </p:nvSpPr>
        <p:spPr>
          <a:xfrm>
            <a:off x="6700418" y="4457328"/>
            <a:ext cx="0" cy="47202"/>
          </a:xfrm>
          <a:prstGeom prst="line">
            <a:avLst/>
          </a:prstGeom>
          <a:noFill/>
          <a:ln w="25400">
            <a:solidFill>
              <a:srgbClr val="5C4DB7"/>
            </a:solidFill>
            <a:prstDash val="solid"/>
            <a:headEnd type="none"/>
            <a:tailEnd type="none"/>
          </a:ln>
        </p:spPr>
      </p:sp>
      <p:sp>
        <p:nvSpPr>
          <p:cNvPr id="1802" name="Shape 1800"/>
          <p:cNvSpPr/>
          <p:nvPr/>
        </p:nvSpPr>
        <p:spPr>
          <a:xfrm>
            <a:off x="6700418" y="4501786"/>
            <a:ext cx="127407" cy="0"/>
          </a:xfrm>
          <a:prstGeom prst="line">
            <a:avLst/>
          </a:prstGeom>
          <a:noFill/>
          <a:ln w="25400">
            <a:solidFill>
              <a:srgbClr val="5C4DB7"/>
            </a:solidFill>
            <a:prstDash val="solid"/>
            <a:headEnd type="none"/>
            <a:tailEnd type="none"/>
          </a:ln>
        </p:spPr>
      </p:sp>
      <p:sp>
        <p:nvSpPr>
          <p:cNvPr id="1803" name="Shape 1801"/>
          <p:cNvSpPr/>
          <p:nvPr/>
        </p:nvSpPr>
        <p:spPr>
          <a:xfrm>
            <a:off x="6825082" y="4499043"/>
            <a:ext cx="0" cy="46151"/>
          </a:xfrm>
          <a:prstGeom prst="line">
            <a:avLst/>
          </a:prstGeom>
          <a:noFill/>
          <a:ln w="25400">
            <a:solidFill>
              <a:srgbClr val="5C4DB7"/>
            </a:solidFill>
            <a:prstDash val="solid"/>
            <a:headEnd type="none"/>
            <a:tailEnd type="none"/>
          </a:ln>
        </p:spPr>
      </p:sp>
      <p:sp>
        <p:nvSpPr>
          <p:cNvPr id="1804" name="Shape 1802"/>
          <p:cNvSpPr/>
          <p:nvPr/>
        </p:nvSpPr>
        <p:spPr>
          <a:xfrm>
            <a:off x="6825082" y="4542451"/>
            <a:ext cx="127407" cy="0"/>
          </a:xfrm>
          <a:prstGeom prst="line">
            <a:avLst/>
          </a:prstGeom>
          <a:noFill/>
          <a:ln w="25400">
            <a:solidFill>
              <a:srgbClr val="5C4DB7"/>
            </a:solidFill>
            <a:prstDash val="solid"/>
            <a:headEnd type="none"/>
            <a:tailEnd type="none"/>
          </a:ln>
        </p:spPr>
      </p:sp>
      <p:sp>
        <p:nvSpPr>
          <p:cNvPr id="1805" name="Shape 1803"/>
          <p:cNvSpPr/>
          <p:nvPr/>
        </p:nvSpPr>
        <p:spPr>
          <a:xfrm>
            <a:off x="6949745" y="4539708"/>
            <a:ext cx="0" cy="35651"/>
          </a:xfrm>
          <a:prstGeom prst="line">
            <a:avLst/>
          </a:prstGeom>
          <a:noFill/>
          <a:ln w="25400">
            <a:solidFill>
              <a:srgbClr val="5C4DB7"/>
            </a:solidFill>
            <a:prstDash val="solid"/>
            <a:headEnd type="none"/>
            <a:tailEnd type="none"/>
          </a:ln>
        </p:spPr>
      </p:sp>
      <p:sp>
        <p:nvSpPr>
          <p:cNvPr id="1806" name="Shape 1804"/>
          <p:cNvSpPr/>
          <p:nvPr/>
        </p:nvSpPr>
        <p:spPr>
          <a:xfrm>
            <a:off x="6949745" y="4572616"/>
            <a:ext cx="127406" cy="0"/>
          </a:xfrm>
          <a:prstGeom prst="line">
            <a:avLst/>
          </a:prstGeom>
          <a:noFill/>
          <a:ln w="25400">
            <a:solidFill>
              <a:srgbClr val="5C4DB7"/>
            </a:solidFill>
            <a:prstDash val="solid"/>
            <a:headEnd type="none"/>
            <a:tailEnd type="none"/>
          </a:ln>
        </p:spPr>
      </p:sp>
      <p:sp>
        <p:nvSpPr>
          <p:cNvPr id="1807" name="Shape 1805"/>
          <p:cNvSpPr/>
          <p:nvPr/>
        </p:nvSpPr>
        <p:spPr>
          <a:xfrm>
            <a:off x="7074408" y="4569873"/>
            <a:ext cx="0" cy="44035"/>
          </a:xfrm>
          <a:prstGeom prst="line">
            <a:avLst/>
          </a:prstGeom>
          <a:noFill/>
          <a:ln w="25400">
            <a:solidFill>
              <a:srgbClr val="5C4DB7"/>
            </a:solidFill>
            <a:prstDash val="solid"/>
            <a:headEnd type="none"/>
            <a:tailEnd type="none"/>
          </a:ln>
        </p:spPr>
      </p:sp>
      <p:sp>
        <p:nvSpPr>
          <p:cNvPr id="1808" name="Shape 1806"/>
          <p:cNvSpPr/>
          <p:nvPr/>
        </p:nvSpPr>
        <p:spPr>
          <a:xfrm>
            <a:off x="7074408" y="4611164"/>
            <a:ext cx="127407" cy="0"/>
          </a:xfrm>
          <a:prstGeom prst="line">
            <a:avLst/>
          </a:prstGeom>
          <a:noFill/>
          <a:ln w="25400">
            <a:solidFill>
              <a:srgbClr val="5C4DB7"/>
            </a:solidFill>
            <a:prstDash val="solid"/>
            <a:headEnd type="none"/>
            <a:tailEnd type="none"/>
          </a:ln>
        </p:spPr>
      </p:sp>
      <p:sp>
        <p:nvSpPr>
          <p:cNvPr id="1809" name="Shape 1807"/>
          <p:cNvSpPr/>
          <p:nvPr/>
        </p:nvSpPr>
        <p:spPr>
          <a:xfrm>
            <a:off x="7199071" y="4608421"/>
            <a:ext cx="0" cy="42919"/>
          </a:xfrm>
          <a:prstGeom prst="line">
            <a:avLst/>
          </a:prstGeom>
          <a:noFill/>
          <a:ln w="25400">
            <a:solidFill>
              <a:srgbClr val="5C4DB7"/>
            </a:solidFill>
            <a:prstDash val="solid"/>
            <a:headEnd type="none"/>
            <a:tailEnd type="none"/>
          </a:ln>
        </p:spPr>
      </p:sp>
      <p:sp>
        <p:nvSpPr>
          <p:cNvPr id="1810" name="Shape 1808"/>
          <p:cNvSpPr/>
          <p:nvPr/>
        </p:nvSpPr>
        <p:spPr>
          <a:xfrm>
            <a:off x="7199071" y="4648597"/>
            <a:ext cx="127407" cy="0"/>
          </a:xfrm>
          <a:prstGeom prst="line">
            <a:avLst/>
          </a:prstGeom>
          <a:noFill/>
          <a:ln w="25400">
            <a:solidFill>
              <a:srgbClr val="5C4DB7"/>
            </a:solidFill>
            <a:prstDash val="solid"/>
            <a:headEnd type="none"/>
            <a:tailEnd type="none"/>
          </a:ln>
        </p:spPr>
      </p:sp>
      <p:sp>
        <p:nvSpPr>
          <p:cNvPr id="1811" name="Shape 1809"/>
          <p:cNvSpPr/>
          <p:nvPr/>
        </p:nvSpPr>
        <p:spPr>
          <a:xfrm>
            <a:off x="7323735" y="4645854"/>
            <a:ext cx="0" cy="41931"/>
          </a:xfrm>
          <a:prstGeom prst="line">
            <a:avLst/>
          </a:prstGeom>
          <a:noFill/>
          <a:ln w="25400">
            <a:solidFill>
              <a:srgbClr val="5C4DB7"/>
            </a:solidFill>
            <a:prstDash val="solid"/>
            <a:headEnd type="none"/>
            <a:tailEnd type="none"/>
          </a:ln>
        </p:spPr>
      </p:sp>
      <p:sp>
        <p:nvSpPr>
          <p:cNvPr id="1812" name="Shape 1810"/>
          <p:cNvSpPr/>
          <p:nvPr/>
        </p:nvSpPr>
        <p:spPr>
          <a:xfrm>
            <a:off x="7323735" y="4685042"/>
            <a:ext cx="127406" cy="0"/>
          </a:xfrm>
          <a:prstGeom prst="line">
            <a:avLst/>
          </a:prstGeom>
          <a:noFill/>
          <a:ln w="25400">
            <a:solidFill>
              <a:srgbClr val="5C4DB7"/>
            </a:solidFill>
            <a:prstDash val="solid"/>
            <a:headEnd type="none"/>
            <a:tailEnd type="none"/>
          </a:ln>
        </p:spPr>
      </p:sp>
      <p:sp>
        <p:nvSpPr>
          <p:cNvPr id="1813" name="Shape 1811"/>
          <p:cNvSpPr/>
          <p:nvPr/>
        </p:nvSpPr>
        <p:spPr>
          <a:xfrm>
            <a:off x="7448397" y="4682299"/>
            <a:ext cx="0" cy="40845"/>
          </a:xfrm>
          <a:prstGeom prst="line">
            <a:avLst/>
          </a:prstGeom>
          <a:noFill/>
          <a:ln w="25400">
            <a:solidFill>
              <a:srgbClr val="5C4DB7"/>
            </a:solidFill>
            <a:prstDash val="solid"/>
            <a:headEnd type="none"/>
            <a:tailEnd type="none"/>
          </a:ln>
        </p:spPr>
      </p:sp>
      <p:sp>
        <p:nvSpPr>
          <p:cNvPr id="1814" name="Shape 1812"/>
          <p:cNvSpPr/>
          <p:nvPr/>
        </p:nvSpPr>
        <p:spPr>
          <a:xfrm>
            <a:off x="7448397" y="4720400"/>
            <a:ext cx="127407" cy="0"/>
          </a:xfrm>
          <a:prstGeom prst="line">
            <a:avLst/>
          </a:prstGeom>
          <a:noFill/>
          <a:ln w="25400">
            <a:solidFill>
              <a:srgbClr val="5C4DB7"/>
            </a:solidFill>
            <a:prstDash val="solid"/>
            <a:headEnd type="none"/>
            <a:tailEnd type="none"/>
          </a:ln>
        </p:spPr>
      </p:sp>
      <p:sp>
        <p:nvSpPr>
          <p:cNvPr id="1815" name="Shape 1813"/>
          <p:cNvSpPr/>
          <p:nvPr/>
        </p:nvSpPr>
        <p:spPr>
          <a:xfrm>
            <a:off x="7573061" y="4717657"/>
            <a:ext cx="0" cy="39171"/>
          </a:xfrm>
          <a:prstGeom prst="line">
            <a:avLst/>
          </a:prstGeom>
          <a:noFill/>
          <a:ln w="25400">
            <a:solidFill>
              <a:srgbClr val="5C4DB7"/>
            </a:solidFill>
            <a:prstDash val="solid"/>
            <a:headEnd type="none"/>
            <a:tailEnd type="none"/>
          </a:ln>
        </p:spPr>
      </p:sp>
      <p:sp>
        <p:nvSpPr>
          <p:cNvPr id="1816" name="Shape 1814"/>
          <p:cNvSpPr/>
          <p:nvPr/>
        </p:nvSpPr>
        <p:spPr>
          <a:xfrm>
            <a:off x="7573061" y="4754085"/>
            <a:ext cx="127407" cy="0"/>
          </a:xfrm>
          <a:prstGeom prst="line">
            <a:avLst/>
          </a:prstGeom>
          <a:noFill/>
          <a:ln w="25400">
            <a:solidFill>
              <a:srgbClr val="5C4DB7"/>
            </a:solidFill>
            <a:prstDash val="solid"/>
            <a:headEnd type="none"/>
            <a:tailEnd type="none"/>
          </a:ln>
        </p:spPr>
      </p:sp>
      <p:sp>
        <p:nvSpPr>
          <p:cNvPr id="1817" name="Shape 1815"/>
          <p:cNvSpPr/>
          <p:nvPr/>
        </p:nvSpPr>
        <p:spPr>
          <a:xfrm>
            <a:off x="7697724" y="4751342"/>
            <a:ext cx="0" cy="36678"/>
          </a:xfrm>
          <a:prstGeom prst="line">
            <a:avLst/>
          </a:prstGeom>
          <a:noFill/>
          <a:ln w="25400">
            <a:solidFill>
              <a:srgbClr val="5C4DB7"/>
            </a:solidFill>
            <a:prstDash val="solid"/>
            <a:headEnd type="none"/>
            <a:tailEnd type="none"/>
          </a:ln>
        </p:spPr>
      </p:sp>
      <p:sp>
        <p:nvSpPr>
          <p:cNvPr id="1818" name="Shape 1816"/>
          <p:cNvSpPr/>
          <p:nvPr/>
        </p:nvSpPr>
        <p:spPr>
          <a:xfrm>
            <a:off x="7697724" y="4785277"/>
            <a:ext cx="127406" cy="0"/>
          </a:xfrm>
          <a:prstGeom prst="line">
            <a:avLst/>
          </a:prstGeom>
          <a:noFill/>
          <a:ln w="25400">
            <a:solidFill>
              <a:srgbClr val="5C4DB7"/>
            </a:solidFill>
            <a:prstDash val="solid"/>
            <a:headEnd type="none"/>
            <a:tailEnd type="none"/>
          </a:ln>
        </p:spPr>
      </p:sp>
      <p:sp>
        <p:nvSpPr>
          <p:cNvPr id="1819" name="Shape 1817"/>
          <p:cNvSpPr/>
          <p:nvPr/>
        </p:nvSpPr>
        <p:spPr>
          <a:xfrm>
            <a:off x="7822387" y="4782533"/>
            <a:ext cx="0" cy="33713"/>
          </a:xfrm>
          <a:prstGeom prst="line">
            <a:avLst/>
          </a:prstGeom>
          <a:noFill/>
          <a:ln w="25400">
            <a:solidFill>
              <a:srgbClr val="5C4DB7"/>
            </a:solidFill>
            <a:prstDash val="solid"/>
            <a:headEnd type="none"/>
            <a:tailEnd type="none"/>
          </a:ln>
        </p:spPr>
      </p:sp>
      <p:sp>
        <p:nvSpPr>
          <p:cNvPr id="1820" name="Shape 1818"/>
          <p:cNvSpPr/>
          <p:nvPr/>
        </p:nvSpPr>
        <p:spPr>
          <a:xfrm>
            <a:off x="7822387" y="4813503"/>
            <a:ext cx="127407" cy="0"/>
          </a:xfrm>
          <a:prstGeom prst="line">
            <a:avLst/>
          </a:prstGeom>
          <a:noFill/>
          <a:ln w="25400">
            <a:solidFill>
              <a:srgbClr val="5C4DB7"/>
            </a:solidFill>
            <a:prstDash val="solid"/>
            <a:headEnd type="none"/>
            <a:tailEnd type="none"/>
          </a:ln>
        </p:spPr>
      </p:sp>
      <p:sp>
        <p:nvSpPr>
          <p:cNvPr id="1821" name="Shape 1819"/>
          <p:cNvSpPr/>
          <p:nvPr/>
        </p:nvSpPr>
        <p:spPr>
          <a:xfrm>
            <a:off x="7947050" y="4810760"/>
            <a:ext cx="0" cy="30652"/>
          </a:xfrm>
          <a:prstGeom prst="line">
            <a:avLst/>
          </a:prstGeom>
          <a:noFill/>
          <a:ln w="25400">
            <a:solidFill>
              <a:srgbClr val="5C4DB7"/>
            </a:solidFill>
            <a:prstDash val="solid"/>
            <a:headEnd type="none"/>
            <a:tailEnd type="none"/>
          </a:ln>
        </p:spPr>
      </p:sp>
      <p:sp>
        <p:nvSpPr>
          <p:cNvPr id="1822" name="Shape 1820"/>
          <p:cNvSpPr/>
          <p:nvPr/>
        </p:nvSpPr>
        <p:spPr>
          <a:xfrm>
            <a:off x="7947050" y="4838669"/>
            <a:ext cx="127407" cy="0"/>
          </a:xfrm>
          <a:prstGeom prst="line">
            <a:avLst/>
          </a:prstGeom>
          <a:noFill/>
          <a:ln w="25400">
            <a:solidFill>
              <a:srgbClr val="5C4DB7"/>
            </a:solidFill>
            <a:prstDash val="solid"/>
            <a:headEnd type="none"/>
            <a:tailEnd type="none"/>
          </a:ln>
        </p:spPr>
      </p:sp>
      <p:sp>
        <p:nvSpPr>
          <p:cNvPr id="1823" name="Shape 1821"/>
          <p:cNvSpPr/>
          <p:nvPr/>
        </p:nvSpPr>
        <p:spPr>
          <a:xfrm>
            <a:off x="8071714" y="4835926"/>
            <a:ext cx="0" cy="27584"/>
          </a:xfrm>
          <a:prstGeom prst="line">
            <a:avLst/>
          </a:prstGeom>
          <a:noFill/>
          <a:ln w="25400">
            <a:solidFill>
              <a:srgbClr val="5C4DB7"/>
            </a:solidFill>
            <a:prstDash val="solid"/>
            <a:headEnd type="none"/>
            <a:tailEnd type="none"/>
          </a:ln>
        </p:spPr>
      </p:sp>
      <p:sp>
        <p:nvSpPr>
          <p:cNvPr id="1824" name="Shape 1822"/>
          <p:cNvSpPr/>
          <p:nvPr/>
        </p:nvSpPr>
        <p:spPr>
          <a:xfrm>
            <a:off x="8071714" y="4860766"/>
            <a:ext cx="127406" cy="0"/>
          </a:xfrm>
          <a:prstGeom prst="line">
            <a:avLst/>
          </a:prstGeom>
          <a:noFill/>
          <a:ln w="25400">
            <a:solidFill>
              <a:srgbClr val="5C4DB7"/>
            </a:solidFill>
            <a:prstDash val="solid"/>
            <a:headEnd type="none"/>
            <a:tailEnd type="none"/>
          </a:ln>
        </p:spPr>
      </p:sp>
      <p:sp>
        <p:nvSpPr>
          <p:cNvPr id="1825" name="Shape 1823"/>
          <p:cNvSpPr/>
          <p:nvPr/>
        </p:nvSpPr>
        <p:spPr>
          <a:xfrm>
            <a:off x="8196377" y="4858023"/>
            <a:ext cx="0" cy="24638"/>
          </a:xfrm>
          <a:prstGeom prst="line">
            <a:avLst/>
          </a:prstGeom>
          <a:noFill/>
          <a:ln w="25400">
            <a:solidFill>
              <a:srgbClr val="5C4DB7"/>
            </a:solidFill>
            <a:prstDash val="solid"/>
            <a:headEnd type="none"/>
            <a:tailEnd type="none"/>
          </a:ln>
        </p:spPr>
      </p:sp>
      <p:sp>
        <p:nvSpPr>
          <p:cNvPr id="1826" name="Shape 1824"/>
          <p:cNvSpPr/>
          <p:nvPr/>
        </p:nvSpPr>
        <p:spPr>
          <a:xfrm>
            <a:off x="8196377" y="4879918"/>
            <a:ext cx="127407" cy="0"/>
          </a:xfrm>
          <a:prstGeom prst="line">
            <a:avLst/>
          </a:prstGeom>
          <a:noFill/>
          <a:ln w="25400">
            <a:solidFill>
              <a:srgbClr val="5C4DB7"/>
            </a:solidFill>
            <a:prstDash val="solid"/>
            <a:headEnd type="none"/>
            <a:tailEnd type="none"/>
          </a:ln>
        </p:spPr>
      </p:sp>
      <p:sp>
        <p:nvSpPr>
          <p:cNvPr id="1827" name="Shape 1825"/>
          <p:cNvSpPr/>
          <p:nvPr/>
        </p:nvSpPr>
        <p:spPr>
          <a:xfrm>
            <a:off x="8321040" y="4877175"/>
            <a:ext cx="0" cy="21765"/>
          </a:xfrm>
          <a:prstGeom prst="line">
            <a:avLst/>
          </a:prstGeom>
          <a:noFill/>
          <a:ln w="25400">
            <a:solidFill>
              <a:srgbClr val="5C4DB7"/>
            </a:solidFill>
            <a:prstDash val="solid"/>
            <a:headEnd type="none"/>
            <a:tailEnd type="none"/>
          </a:ln>
        </p:spPr>
      </p:sp>
      <p:sp>
        <p:nvSpPr>
          <p:cNvPr id="1828" name="Shape 1826"/>
          <p:cNvSpPr/>
          <p:nvPr/>
        </p:nvSpPr>
        <p:spPr>
          <a:xfrm>
            <a:off x="868680" y="1792224"/>
            <a:ext cx="256032" cy="0"/>
          </a:xfrm>
          <a:prstGeom prst="line">
            <a:avLst/>
          </a:prstGeom>
          <a:noFill/>
          <a:ln w="27940">
            <a:solidFill>
              <a:srgbClr val="5C4DB7"/>
            </a:solidFill>
            <a:prstDash val="solid"/>
          </a:ln>
        </p:spPr>
      </p:sp>
      <p:sp>
        <p:nvSpPr>
          <p:cNvPr id="1829" name="Text 1827"/>
          <p:cNvSpPr/>
          <p:nvPr/>
        </p:nvSpPr>
        <p:spPr>
          <a:xfrm>
            <a:off x="1197864" y="1719072"/>
            <a:ext cx="1408176"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MFR</a:t>
            </a:r>
            <a:endParaRPr lang="en-US" sz="920" dirty="0"/>
          </a:p>
        </p:txBody>
      </p:sp>
      <p:sp>
        <p:nvSpPr>
          <p:cNvPr id="1830" name="Shape 1828"/>
          <p:cNvSpPr/>
          <p:nvPr/>
        </p:nvSpPr>
        <p:spPr>
          <a:xfrm>
            <a:off x="841248" y="4864808"/>
            <a:ext cx="127407" cy="0"/>
          </a:xfrm>
          <a:prstGeom prst="line">
            <a:avLst/>
          </a:prstGeom>
          <a:noFill/>
          <a:ln w="25400">
            <a:solidFill>
              <a:srgbClr val="168B83"/>
            </a:solidFill>
            <a:prstDash val="solid"/>
            <a:headEnd type="none"/>
            <a:tailEnd type="none"/>
          </a:ln>
        </p:spPr>
      </p:sp>
      <p:sp>
        <p:nvSpPr>
          <p:cNvPr id="1831" name="Shape 1829"/>
          <p:cNvSpPr/>
          <p:nvPr/>
        </p:nvSpPr>
        <p:spPr>
          <a:xfrm>
            <a:off x="965911" y="4862064"/>
            <a:ext cx="0" cy="35711"/>
          </a:xfrm>
          <a:prstGeom prst="line">
            <a:avLst/>
          </a:prstGeom>
          <a:noFill/>
          <a:ln w="25400">
            <a:solidFill>
              <a:srgbClr val="168B83"/>
            </a:solidFill>
            <a:prstDash val="solid"/>
            <a:headEnd type="none"/>
            <a:tailEnd type="none"/>
          </a:ln>
        </p:spPr>
      </p:sp>
      <p:sp>
        <p:nvSpPr>
          <p:cNvPr id="1832" name="Shape 1830"/>
          <p:cNvSpPr/>
          <p:nvPr/>
        </p:nvSpPr>
        <p:spPr>
          <a:xfrm>
            <a:off x="965911" y="4895032"/>
            <a:ext cx="127406" cy="0"/>
          </a:xfrm>
          <a:prstGeom prst="line">
            <a:avLst/>
          </a:prstGeom>
          <a:noFill/>
          <a:ln w="25400">
            <a:solidFill>
              <a:srgbClr val="168B83"/>
            </a:solidFill>
            <a:prstDash val="solid"/>
            <a:headEnd type="none"/>
            <a:tailEnd type="none"/>
          </a:ln>
        </p:spPr>
      </p:sp>
      <p:sp>
        <p:nvSpPr>
          <p:cNvPr id="1833" name="Shape 1831"/>
          <p:cNvSpPr/>
          <p:nvPr/>
        </p:nvSpPr>
        <p:spPr>
          <a:xfrm>
            <a:off x="1090574" y="4868124"/>
            <a:ext cx="0" cy="29651"/>
          </a:xfrm>
          <a:prstGeom prst="line">
            <a:avLst/>
          </a:prstGeom>
          <a:noFill/>
          <a:ln w="25400">
            <a:solidFill>
              <a:srgbClr val="168B83"/>
            </a:solidFill>
            <a:prstDash val="solid"/>
            <a:headEnd type="none"/>
            <a:tailEnd type="none"/>
          </a:ln>
        </p:spPr>
      </p:sp>
      <p:sp>
        <p:nvSpPr>
          <p:cNvPr id="1834" name="Shape 1832"/>
          <p:cNvSpPr/>
          <p:nvPr/>
        </p:nvSpPr>
        <p:spPr>
          <a:xfrm>
            <a:off x="1090574" y="4870867"/>
            <a:ext cx="127407" cy="0"/>
          </a:xfrm>
          <a:prstGeom prst="line">
            <a:avLst/>
          </a:prstGeom>
          <a:noFill/>
          <a:ln w="25400">
            <a:solidFill>
              <a:srgbClr val="168B83"/>
            </a:solidFill>
            <a:prstDash val="solid"/>
            <a:headEnd type="none"/>
            <a:tailEnd type="none"/>
          </a:ln>
        </p:spPr>
      </p:sp>
      <p:sp>
        <p:nvSpPr>
          <p:cNvPr id="1835" name="Shape 1833"/>
          <p:cNvSpPr/>
          <p:nvPr/>
        </p:nvSpPr>
        <p:spPr>
          <a:xfrm>
            <a:off x="1215238" y="4795948"/>
            <a:ext cx="0" cy="77662"/>
          </a:xfrm>
          <a:prstGeom prst="line">
            <a:avLst/>
          </a:prstGeom>
          <a:noFill/>
          <a:ln w="25400">
            <a:solidFill>
              <a:srgbClr val="168B83"/>
            </a:solidFill>
            <a:prstDash val="solid"/>
            <a:headEnd type="none"/>
            <a:tailEnd type="none"/>
          </a:ln>
        </p:spPr>
      </p:sp>
      <p:sp>
        <p:nvSpPr>
          <p:cNvPr id="1836" name="Shape 1834"/>
          <p:cNvSpPr/>
          <p:nvPr/>
        </p:nvSpPr>
        <p:spPr>
          <a:xfrm>
            <a:off x="1215238" y="4798691"/>
            <a:ext cx="127407" cy="0"/>
          </a:xfrm>
          <a:prstGeom prst="line">
            <a:avLst/>
          </a:prstGeom>
          <a:noFill/>
          <a:ln w="25400">
            <a:solidFill>
              <a:srgbClr val="168B83"/>
            </a:solidFill>
            <a:prstDash val="solid"/>
            <a:headEnd type="none"/>
            <a:tailEnd type="none"/>
          </a:ln>
        </p:spPr>
      </p:sp>
      <p:sp>
        <p:nvSpPr>
          <p:cNvPr id="1837" name="Shape 1835"/>
          <p:cNvSpPr/>
          <p:nvPr/>
        </p:nvSpPr>
        <p:spPr>
          <a:xfrm>
            <a:off x="1339901" y="4670219"/>
            <a:ext cx="0" cy="131216"/>
          </a:xfrm>
          <a:prstGeom prst="line">
            <a:avLst/>
          </a:prstGeom>
          <a:noFill/>
          <a:ln w="25400">
            <a:solidFill>
              <a:srgbClr val="168B83"/>
            </a:solidFill>
            <a:prstDash val="solid"/>
            <a:headEnd type="none"/>
            <a:tailEnd type="none"/>
          </a:ln>
        </p:spPr>
      </p:sp>
      <p:sp>
        <p:nvSpPr>
          <p:cNvPr id="1838" name="Shape 1836"/>
          <p:cNvSpPr/>
          <p:nvPr/>
        </p:nvSpPr>
        <p:spPr>
          <a:xfrm>
            <a:off x="1339901" y="4672962"/>
            <a:ext cx="127406" cy="0"/>
          </a:xfrm>
          <a:prstGeom prst="line">
            <a:avLst/>
          </a:prstGeom>
          <a:noFill/>
          <a:ln w="25400">
            <a:solidFill>
              <a:srgbClr val="168B83"/>
            </a:solidFill>
            <a:prstDash val="solid"/>
            <a:headEnd type="none"/>
            <a:tailEnd type="none"/>
          </a:ln>
        </p:spPr>
      </p:sp>
      <p:sp>
        <p:nvSpPr>
          <p:cNvPr id="1839" name="Shape 1837"/>
          <p:cNvSpPr/>
          <p:nvPr/>
        </p:nvSpPr>
        <p:spPr>
          <a:xfrm>
            <a:off x="1464564" y="4499591"/>
            <a:ext cx="0" cy="176114"/>
          </a:xfrm>
          <a:prstGeom prst="line">
            <a:avLst/>
          </a:prstGeom>
          <a:noFill/>
          <a:ln w="25400">
            <a:solidFill>
              <a:srgbClr val="168B83"/>
            </a:solidFill>
            <a:prstDash val="solid"/>
            <a:headEnd type="none"/>
            <a:tailEnd type="none"/>
          </a:ln>
        </p:spPr>
      </p:sp>
      <p:sp>
        <p:nvSpPr>
          <p:cNvPr id="1840" name="Shape 1838"/>
          <p:cNvSpPr/>
          <p:nvPr/>
        </p:nvSpPr>
        <p:spPr>
          <a:xfrm>
            <a:off x="1464564" y="4502334"/>
            <a:ext cx="127407" cy="0"/>
          </a:xfrm>
          <a:prstGeom prst="line">
            <a:avLst/>
          </a:prstGeom>
          <a:noFill/>
          <a:ln w="25400">
            <a:solidFill>
              <a:srgbClr val="168B83"/>
            </a:solidFill>
            <a:prstDash val="solid"/>
            <a:headEnd type="none"/>
            <a:tailEnd type="none"/>
          </a:ln>
        </p:spPr>
      </p:sp>
      <p:sp>
        <p:nvSpPr>
          <p:cNvPr id="1841" name="Shape 1839"/>
          <p:cNvSpPr/>
          <p:nvPr/>
        </p:nvSpPr>
        <p:spPr>
          <a:xfrm>
            <a:off x="1589227" y="4299560"/>
            <a:ext cx="0" cy="205518"/>
          </a:xfrm>
          <a:prstGeom prst="line">
            <a:avLst/>
          </a:prstGeom>
          <a:noFill/>
          <a:ln w="25400">
            <a:solidFill>
              <a:srgbClr val="168B83"/>
            </a:solidFill>
            <a:prstDash val="solid"/>
            <a:headEnd type="none"/>
            <a:tailEnd type="none"/>
          </a:ln>
        </p:spPr>
      </p:sp>
      <p:sp>
        <p:nvSpPr>
          <p:cNvPr id="1842" name="Shape 1840"/>
          <p:cNvSpPr/>
          <p:nvPr/>
        </p:nvSpPr>
        <p:spPr>
          <a:xfrm>
            <a:off x="1589227" y="4302303"/>
            <a:ext cx="127407" cy="0"/>
          </a:xfrm>
          <a:prstGeom prst="line">
            <a:avLst/>
          </a:prstGeom>
          <a:noFill/>
          <a:ln w="25400">
            <a:solidFill>
              <a:srgbClr val="168B83"/>
            </a:solidFill>
            <a:prstDash val="solid"/>
            <a:headEnd type="none"/>
            <a:tailEnd type="none"/>
          </a:ln>
        </p:spPr>
      </p:sp>
      <p:sp>
        <p:nvSpPr>
          <p:cNvPr id="1843" name="Shape 1841"/>
          <p:cNvSpPr/>
          <p:nvPr/>
        </p:nvSpPr>
        <p:spPr>
          <a:xfrm>
            <a:off x="1713891" y="4085783"/>
            <a:ext cx="0" cy="219263"/>
          </a:xfrm>
          <a:prstGeom prst="line">
            <a:avLst/>
          </a:prstGeom>
          <a:noFill/>
          <a:ln w="25400">
            <a:solidFill>
              <a:srgbClr val="168B83"/>
            </a:solidFill>
            <a:prstDash val="solid"/>
            <a:headEnd type="none"/>
            <a:tailEnd type="none"/>
          </a:ln>
        </p:spPr>
      </p:sp>
      <p:sp>
        <p:nvSpPr>
          <p:cNvPr id="1844" name="Shape 1842"/>
          <p:cNvSpPr/>
          <p:nvPr/>
        </p:nvSpPr>
        <p:spPr>
          <a:xfrm>
            <a:off x="1713891" y="4088527"/>
            <a:ext cx="127406" cy="0"/>
          </a:xfrm>
          <a:prstGeom prst="line">
            <a:avLst/>
          </a:prstGeom>
          <a:noFill/>
          <a:ln w="25400">
            <a:solidFill>
              <a:srgbClr val="168B83"/>
            </a:solidFill>
            <a:prstDash val="solid"/>
            <a:headEnd type="none"/>
            <a:tailEnd type="none"/>
          </a:ln>
        </p:spPr>
      </p:sp>
      <p:sp>
        <p:nvSpPr>
          <p:cNvPr id="1845" name="Shape 1843"/>
          <p:cNvSpPr/>
          <p:nvPr/>
        </p:nvSpPr>
        <p:spPr>
          <a:xfrm>
            <a:off x="1838553" y="3873375"/>
            <a:ext cx="0" cy="217894"/>
          </a:xfrm>
          <a:prstGeom prst="line">
            <a:avLst/>
          </a:prstGeom>
          <a:noFill/>
          <a:ln w="25400">
            <a:solidFill>
              <a:srgbClr val="168B83"/>
            </a:solidFill>
            <a:prstDash val="solid"/>
            <a:headEnd type="none"/>
            <a:tailEnd type="none"/>
          </a:ln>
        </p:spPr>
      </p:sp>
      <p:sp>
        <p:nvSpPr>
          <p:cNvPr id="1846" name="Shape 1844"/>
          <p:cNvSpPr/>
          <p:nvPr/>
        </p:nvSpPr>
        <p:spPr>
          <a:xfrm>
            <a:off x="1838553" y="3876118"/>
            <a:ext cx="127407" cy="0"/>
          </a:xfrm>
          <a:prstGeom prst="line">
            <a:avLst/>
          </a:prstGeom>
          <a:noFill/>
          <a:ln w="25400">
            <a:solidFill>
              <a:srgbClr val="168B83"/>
            </a:solidFill>
            <a:prstDash val="solid"/>
            <a:headEnd type="none"/>
            <a:tailEnd type="none"/>
          </a:ln>
        </p:spPr>
      </p:sp>
      <p:sp>
        <p:nvSpPr>
          <p:cNvPr id="1847" name="Shape 1845"/>
          <p:cNvSpPr/>
          <p:nvPr/>
        </p:nvSpPr>
        <p:spPr>
          <a:xfrm>
            <a:off x="1963217" y="3674090"/>
            <a:ext cx="0" cy="204772"/>
          </a:xfrm>
          <a:prstGeom prst="line">
            <a:avLst/>
          </a:prstGeom>
          <a:noFill/>
          <a:ln w="25400">
            <a:solidFill>
              <a:srgbClr val="168B83"/>
            </a:solidFill>
            <a:prstDash val="solid"/>
            <a:headEnd type="none"/>
            <a:tailEnd type="none"/>
          </a:ln>
        </p:spPr>
      </p:sp>
      <p:sp>
        <p:nvSpPr>
          <p:cNvPr id="1848" name="Shape 1846"/>
          <p:cNvSpPr/>
          <p:nvPr/>
        </p:nvSpPr>
        <p:spPr>
          <a:xfrm>
            <a:off x="1963217" y="3676833"/>
            <a:ext cx="127407" cy="0"/>
          </a:xfrm>
          <a:prstGeom prst="line">
            <a:avLst/>
          </a:prstGeom>
          <a:noFill/>
          <a:ln w="25400">
            <a:solidFill>
              <a:srgbClr val="168B83"/>
            </a:solidFill>
            <a:prstDash val="solid"/>
            <a:headEnd type="none"/>
            <a:tailEnd type="none"/>
          </a:ln>
        </p:spPr>
      </p:sp>
      <p:sp>
        <p:nvSpPr>
          <p:cNvPr id="1849" name="Shape 1847"/>
          <p:cNvSpPr/>
          <p:nvPr/>
        </p:nvSpPr>
        <p:spPr>
          <a:xfrm>
            <a:off x="2087880" y="3494614"/>
            <a:ext cx="0" cy="184962"/>
          </a:xfrm>
          <a:prstGeom prst="line">
            <a:avLst/>
          </a:prstGeom>
          <a:noFill/>
          <a:ln w="25400">
            <a:solidFill>
              <a:srgbClr val="168B83"/>
            </a:solidFill>
            <a:prstDash val="solid"/>
            <a:headEnd type="none"/>
            <a:tailEnd type="none"/>
          </a:ln>
        </p:spPr>
      </p:sp>
      <p:sp>
        <p:nvSpPr>
          <p:cNvPr id="1850" name="Shape 1848"/>
          <p:cNvSpPr/>
          <p:nvPr/>
        </p:nvSpPr>
        <p:spPr>
          <a:xfrm>
            <a:off x="2087880" y="3497358"/>
            <a:ext cx="127406" cy="0"/>
          </a:xfrm>
          <a:prstGeom prst="line">
            <a:avLst/>
          </a:prstGeom>
          <a:noFill/>
          <a:ln w="25400">
            <a:solidFill>
              <a:srgbClr val="168B83"/>
            </a:solidFill>
            <a:prstDash val="solid"/>
            <a:headEnd type="none"/>
            <a:tailEnd type="none"/>
          </a:ln>
        </p:spPr>
      </p:sp>
      <p:sp>
        <p:nvSpPr>
          <p:cNvPr id="1851" name="Shape 1849"/>
          <p:cNvSpPr/>
          <p:nvPr/>
        </p:nvSpPr>
        <p:spPr>
          <a:xfrm>
            <a:off x="2212543" y="3338623"/>
            <a:ext cx="0" cy="161478"/>
          </a:xfrm>
          <a:prstGeom prst="line">
            <a:avLst/>
          </a:prstGeom>
          <a:noFill/>
          <a:ln w="25400">
            <a:solidFill>
              <a:srgbClr val="168B83"/>
            </a:solidFill>
            <a:prstDash val="solid"/>
            <a:headEnd type="none"/>
            <a:tailEnd type="none"/>
          </a:ln>
        </p:spPr>
      </p:sp>
      <p:sp>
        <p:nvSpPr>
          <p:cNvPr id="1852" name="Shape 1850"/>
          <p:cNvSpPr/>
          <p:nvPr/>
        </p:nvSpPr>
        <p:spPr>
          <a:xfrm>
            <a:off x="2212543" y="3341366"/>
            <a:ext cx="127407" cy="0"/>
          </a:xfrm>
          <a:prstGeom prst="line">
            <a:avLst/>
          </a:prstGeom>
          <a:noFill/>
          <a:ln w="25400">
            <a:solidFill>
              <a:srgbClr val="168B83"/>
            </a:solidFill>
            <a:prstDash val="solid"/>
            <a:headEnd type="none"/>
            <a:tailEnd type="none"/>
          </a:ln>
        </p:spPr>
      </p:sp>
      <p:sp>
        <p:nvSpPr>
          <p:cNvPr id="1853" name="Shape 1851"/>
          <p:cNvSpPr/>
          <p:nvPr/>
        </p:nvSpPr>
        <p:spPr>
          <a:xfrm>
            <a:off x="2337206" y="3206574"/>
            <a:ext cx="0" cy="137536"/>
          </a:xfrm>
          <a:prstGeom prst="line">
            <a:avLst/>
          </a:prstGeom>
          <a:noFill/>
          <a:ln w="25400">
            <a:solidFill>
              <a:srgbClr val="168B83"/>
            </a:solidFill>
            <a:prstDash val="solid"/>
            <a:headEnd type="none"/>
            <a:tailEnd type="none"/>
          </a:ln>
        </p:spPr>
      </p:sp>
      <p:sp>
        <p:nvSpPr>
          <p:cNvPr id="1854" name="Shape 1852"/>
          <p:cNvSpPr/>
          <p:nvPr/>
        </p:nvSpPr>
        <p:spPr>
          <a:xfrm>
            <a:off x="2337206" y="3209317"/>
            <a:ext cx="127407" cy="0"/>
          </a:xfrm>
          <a:prstGeom prst="line">
            <a:avLst/>
          </a:prstGeom>
          <a:noFill/>
          <a:ln w="25400">
            <a:solidFill>
              <a:srgbClr val="168B83"/>
            </a:solidFill>
            <a:prstDash val="solid"/>
            <a:headEnd type="none"/>
            <a:tailEnd type="none"/>
          </a:ln>
        </p:spPr>
      </p:sp>
      <p:sp>
        <p:nvSpPr>
          <p:cNvPr id="1855" name="Shape 1853"/>
          <p:cNvSpPr/>
          <p:nvPr/>
        </p:nvSpPr>
        <p:spPr>
          <a:xfrm>
            <a:off x="2461870" y="3090124"/>
            <a:ext cx="0" cy="121936"/>
          </a:xfrm>
          <a:prstGeom prst="line">
            <a:avLst/>
          </a:prstGeom>
          <a:noFill/>
          <a:ln w="25400">
            <a:solidFill>
              <a:srgbClr val="168B83"/>
            </a:solidFill>
            <a:prstDash val="solid"/>
            <a:headEnd type="none"/>
            <a:tailEnd type="none"/>
          </a:ln>
        </p:spPr>
      </p:sp>
      <p:sp>
        <p:nvSpPr>
          <p:cNvPr id="1856" name="Shape 1854"/>
          <p:cNvSpPr/>
          <p:nvPr/>
        </p:nvSpPr>
        <p:spPr>
          <a:xfrm>
            <a:off x="2461870" y="3092868"/>
            <a:ext cx="127406" cy="0"/>
          </a:xfrm>
          <a:prstGeom prst="line">
            <a:avLst/>
          </a:prstGeom>
          <a:noFill/>
          <a:ln w="25400">
            <a:solidFill>
              <a:srgbClr val="168B83"/>
            </a:solidFill>
            <a:prstDash val="solid"/>
            <a:headEnd type="none"/>
            <a:tailEnd type="none"/>
          </a:ln>
        </p:spPr>
      </p:sp>
      <p:sp>
        <p:nvSpPr>
          <p:cNvPr id="1857" name="Shape 1855"/>
          <p:cNvSpPr/>
          <p:nvPr/>
        </p:nvSpPr>
        <p:spPr>
          <a:xfrm>
            <a:off x="2586533" y="2998210"/>
            <a:ext cx="0" cy="97401"/>
          </a:xfrm>
          <a:prstGeom prst="line">
            <a:avLst/>
          </a:prstGeom>
          <a:noFill/>
          <a:ln w="25400">
            <a:solidFill>
              <a:srgbClr val="168B83"/>
            </a:solidFill>
            <a:prstDash val="solid"/>
            <a:headEnd type="none"/>
            <a:tailEnd type="none"/>
          </a:ln>
        </p:spPr>
      </p:sp>
      <p:sp>
        <p:nvSpPr>
          <p:cNvPr id="1858" name="Shape 1856"/>
          <p:cNvSpPr/>
          <p:nvPr/>
        </p:nvSpPr>
        <p:spPr>
          <a:xfrm>
            <a:off x="2586533" y="3000953"/>
            <a:ext cx="127407" cy="0"/>
          </a:xfrm>
          <a:prstGeom prst="line">
            <a:avLst/>
          </a:prstGeom>
          <a:noFill/>
          <a:ln w="25400">
            <a:solidFill>
              <a:srgbClr val="168B83"/>
            </a:solidFill>
            <a:prstDash val="solid"/>
            <a:headEnd type="none"/>
            <a:tailEnd type="none"/>
          </a:ln>
        </p:spPr>
      </p:sp>
      <p:sp>
        <p:nvSpPr>
          <p:cNvPr id="1859" name="Shape 1857"/>
          <p:cNvSpPr/>
          <p:nvPr/>
        </p:nvSpPr>
        <p:spPr>
          <a:xfrm>
            <a:off x="2711196" y="2921524"/>
            <a:ext cx="0" cy="82172"/>
          </a:xfrm>
          <a:prstGeom prst="line">
            <a:avLst/>
          </a:prstGeom>
          <a:noFill/>
          <a:ln w="25400">
            <a:solidFill>
              <a:srgbClr val="168B83"/>
            </a:solidFill>
            <a:prstDash val="solid"/>
            <a:headEnd type="none"/>
            <a:tailEnd type="none"/>
          </a:ln>
        </p:spPr>
      </p:sp>
      <p:sp>
        <p:nvSpPr>
          <p:cNvPr id="1860" name="Shape 1858"/>
          <p:cNvSpPr/>
          <p:nvPr/>
        </p:nvSpPr>
        <p:spPr>
          <a:xfrm>
            <a:off x="2711196" y="2924267"/>
            <a:ext cx="127407" cy="0"/>
          </a:xfrm>
          <a:prstGeom prst="line">
            <a:avLst/>
          </a:prstGeom>
          <a:noFill/>
          <a:ln w="25400">
            <a:solidFill>
              <a:srgbClr val="168B83"/>
            </a:solidFill>
            <a:prstDash val="solid"/>
            <a:headEnd type="none"/>
            <a:tailEnd type="none"/>
          </a:ln>
        </p:spPr>
      </p:sp>
      <p:sp>
        <p:nvSpPr>
          <p:cNvPr id="1861" name="Shape 1859"/>
          <p:cNvSpPr/>
          <p:nvPr/>
        </p:nvSpPr>
        <p:spPr>
          <a:xfrm>
            <a:off x="2835859" y="2856437"/>
            <a:ext cx="0" cy="70574"/>
          </a:xfrm>
          <a:prstGeom prst="line">
            <a:avLst/>
          </a:prstGeom>
          <a:noFill/>
          <a:ln w="25400">
            <a:solidFill>
              <a:srgbClr val="168B83"/>
            </a:solidFill>
            <a:prstDash val="solid"/>
            <a:headEnd type="none"/>
            <a:tailEnd type="none"/>
          </a:ln>
        </p:spPr>
      </p:sp>
      <p:sp>
        <p:nvSpPr>
          <p:cNvPr id="1862" name="Shape 1860"/>
          <p:cNvSpPr/>
          <p:nvPr/>
        </p:nvSpPr>
        <p:spPr>
          <a:xfrm>
            <a:off x="2835859" y="2859180"/>
            <a:ext cx="127406" cy="0"/>
          </a:xfrm>
          <a:prstGeom prst="line">
            <a:avLst/>
          </a:prstGeom>
          <a:noFill/>
          <a:ln w="25400">
            <a:solidFill>
              <a:srgbClr val="168B83"/>
            </a:solidFill>
            <a:prstDash val="solid"/>
            <a:headEnd type="none"/>
            <a:tailEnd type="none"/>
          </a:ln>
        </p:spPr>
      </p:sp>
      <p:sp>
        <p:nvSpPr>
          <p:cNvPr id="1863" name="Shape 1861"/>
          <p:cNvSpPr/>
          <p:nvPr/>
        </p:nvSpPr>
        <p:spPr>
          <a:xfrm>
            <a:off x="2960522" y="2799951"/>
            <a:ext cx="0" cy="61972"/>
          </a:xfrm>
          <a:prstGeom prst="line">
            <a:avLst/>
          </a:prstGeom>
          <a:noFill/>
          <a:ln w="25400">
            <a:solidFill>
              <a:srgbClr val="168B83"/>
            </a:solidFill>
            <a:prstDash val="solid"/>
            <a:headEnd type="none"/>
            <a:tailEnd type="none"/>
          </a:ln>
        </p:spPr>
      </p:sp>
      <p:sp>
        <p:nvSpPr>
          <p:cNvPr id="1864" name="Shape 1862"/>
          <p:cNvSpPr/>
          <p:nvPr/>
        </p:nvSpPr>
        <p:spPr>
          <a:xfrm>
            <a:off x="2960522" y="2802694"/>
            <a:ext cx="127407" cy="0"/>
          </a:xfrm>
          <a:prstGeom prst="line">
            <a:avLst/>
          </a:prstGeom>
          <a:noFill/>
          <a:ln w="25400">
            <a:solidFill>
              <a:srgbClr val="168B83"/>
            </a:solidFill>
            <a:prstDash val="solid"/>
            <a:headEnd type="none"/>
            <a:tailEnd type="none"/>
          </a:ln>
        </p:spPr>
      </p:sp>
      <p:sp>
        <p:nvSpPr>
          <p:cNvPr id="1865" name="Shape 1863"/>
          <p:cNvSpPr/>
          <p:nvPr/>
        </p:nvSpPr>
        <p:spPr>
          <a:xfrm>
            <a:off x="3085186" y="2749685"/>
            <a:ext cx="0" cy="55752"/>
          </a:xfrm>
          <a:prstGeom prst="line">
            <a:avLst/>
          </a:prstGeom>
          <a:noFill/>
          <a:ln w="25400">
            <a:solidFill>
              <a:srgbClr val="168B83"/>
            </a:solidFill>
            <a:prstDash val="solid"/>
            <a:headEnd type="none"/>
            <a:tailEnd type="none"/>
          </a:ln>
        </p:spPr>
      </p:sp>
      <p:sp>
        <p:nvSpPr>
          <p:cNvPr id="1866" name="Shape 1864"/>
          <p:cNvSpPr/>
          <p:nvPr/>
        </p:nvSpPr>
        <p:spPr>
          <a:xfrm>
            <a:off x="3085186" y="2752429"/>
            <a:ext cx="127407" cy="0"/>
          </a:xfrm>
          <a:prstGeom prst="line">
            <a:avLst/>
          </a:prstGeom>
          <a:noFill/>
          <a:ln w="25400">
            <a:solidFill>
              <a:srgbClr val="168B83"/>
            </a:solidFill>
            <a:prstDash val="solid"/>
            <a:headEnd type="none"/>
            <a:tailEnd type="none"/>
          </a:ln>
        </p:spPr>
      </p:sp>
      <p:sp>
        <p:nvSpPr>
          <p:cNvPr id="1867" name="Shape 1865"/>
          <p:cNvSpPr/>
          <p:nvPr/>
        </p:nvSpPr>
        <p:spPr>
          <a:xfrm>
            <a:off x="3209849" y="2703201"/>
            <a:ext cx="0" cy="51971"/>
          </a:xfrm>
          <a:prstGeom prst="line">
            <a:avLst/>
          </a:prstGeom>
          <a:noFill/>
          <a:ln w="25400">
            <a:solidFill>
              <a:srgbClr val="168B83"/>
            </a:solidFill>
            <a:prstDash val="solid"/>
            <a:headEnd type="none"/>
            <a:tailEnd type="none"/>
          </a:ln>
        </p:spPr>
      </p:sp>
      <p:sp>
        <p:nvSpPr>
          <p:cNvPr id="1868" name="Shape 1866"/>
          <p:cNvSpPr/>
          <p:nvPr/>
        </p:nvSpPr>
        <p:spPr>
          <a:xfrm>
            <a:off x="3209849" y="2705944"/>
            <a:ext cx="127406" cy="0"/>
          </a:xfrm>
          <a:prstGeom prst="line">
            <a:avLst/>
          </a:prstGeom>
          <a:noFill/>
          <a:ln w="25400">
            <a:solidFill>
              <a:srgbClr val="168B83"/>
            </a:solidFill>
            <a:prstDash val="solid"/>
            <a:headEnd type="none"/>
            <a:tailEnd type="none"/>
          </a:ln>
        </p:spPr>
      </p:sp>
      <p:sp>
        <p:nvSpPr>
          <p:cNvPr id="1869" name="Shape 1867"/>
          <p:cNvSpPr/>
          <p:nvPr/>
        </p:nvSpPr>
        <p:spPr>
          <a:xfrm>
            <a:off x="3334512" y="2659016"/>
            <a:ext cx="0" cy="49671"/>
          </a:xfrm>
          <a:prstGeom prst="line">
            <a:avLst/>
          </a:prstGeom>
          <a:noFill/>
          <a:ln w="25400">
            <a:solidFill>
              <a:srgbClr val="168B83"/>
            </a:solidFill>
            <a:prstDash val="solid"/>
            <a:headEnd type="none"/>
            <a:tailEnd type="none"/>
          </a:ln>
        </p:spPr>
      </p:sp>
      <p:sp>
        <p:nvSpPr>
          <p:cNvPr id="1870" name="Shape 1868"/>
          <p:cNvSpPr/>
          <p:nvPr/>
        </p:nvSpPr>
        <p:spPr>
          <a:xfrm>
            <a:off x="3334512" y="2661760"/>
            <a:ext cx="127407" cy="0"/>
          </a:xfrm>
          <a:prstGeom prst="line">
            <a:avLst/>
          </a:prstGeom>
          <a:noFill/>
          <a:ln w="25400">
            <a:solidFill>
              <a:srgbClr val="168B83"/>
            </a:solidFill>
            <a:prstDash val="solid"/>
            <a:headEnd type="none"/>
            <a:tailEnd type="none"/>
          </a:ln>
        </p:spPr>
      </p:sp>
      <p:sp>
        <p:nvSpPr>
          <p:cNvPr id="1871" name="Shape 1869"/>
          <p:cNvSpPr/>
          <p:nvPr/>
        </p:nvSpPr>
        <p:spPr>
          <a:xfrm>
            <a:off x="3459175" y="2616783"/>
            <a:ext cx="0" cy="47720"/>
          </a:xfrm>
          <a:prstGeom prst="line">
            <a:avLst/>
          </a:prstGeom>
          <a:noFill/>
          <a:ln w="25400">
            <a:solidFill>
              <a:srgbClr val="168B83"/>
            </a:solidFill>
            <a:prstDash val="solid"/>
            <a:headEnd type="none"/>
            <a:tailEnd type="none"/>
          </a:ln>
        </p:spPr>
      </p:sp>
      <p:sp>
        <p:nvSpPr>
          <p:cNvPr id="1872" name="Shape 1870"/>
          <p:cNvSpPr/>
          <p:nvPr/>
        </p:nvSpPr>
        <p:spPr>
          <a:xfrm>
            <a:off x="3459175" y="2619526"/>
            <a:ext cx="127407" cy="0"/>
          </a:xfrm>
          <a:prstGeom prst="line">
            <a:avLst/>
          </a:prstGeom>
          <a:noFill/>
          <a:ln w="25400">
            <a:solidFill>
              <a:srgbClr val="168B83"/>
            </a:solidFill>
            <a:prstDash val="solid"/>
            <a:headEnd type="none"/>
            <a:tailEnd type="none"/>
          </a:ln>
        </p:spPr>
      </p:sp>
      <p:sp>
        <p:nvSpPr>
          <p:cNvPr id="1873" name="Shape 1871"/>
          <p:cNvSpPr/>
          <p:nvPr/>
        </p:nvSpPr>
        <p:spPr>
          <a:xfrm>
            <a:off x="3583839" y="2577056"/>
            <a:ext cx="0" cy="45213"/>
          </a:xfrm>
          <a:prstGeom prst="line">
            <a:avLst/>
          </a:prstGeom>
          <a:noFill/>
          <a:ln w="25400">
            <a:solidFill>
              <a:srgbClr val="168B83"/>
            </a:solidFill>
            <a:prstDash val="solid"/>
            <a:headEnd type="none"/>
            <a:tailEnd type="none"/>
          </a:ln>
        </p:spPr>
      </p:sp>
      <p:sp>
        <p:nvSpPr>
          <p:cNvPr id="1874" name="Shape 1872"/>
          <p:cNvSpPr/>
          <p:nvPr/>
        </p:nvSpPr>
        <p:spPr>
          <a:xfrm>
            <a:off x="3583839" y="2579799"/>
            <a:ext cx="127406" cy="0"/>
          </a:xfrm>
          <a:prstGeom prst="line">
            <a:avLst/>
          </a:prstGeom>
          <a:noFill/>
          <a:ln w="25400">
            <a:solidFill>
              <a:srgbClr val="168B83"/>
            </a:solidFill>
            <a:prstDash val="solid"/>
            <a:headEnd type="none"/>
            <a:tailEnd type="none"/>
          </a:ln>
        </p:spPr>
      </p:sp>
      <p:sp>
        <p:nvSpPr>
          <p:cNvPr id="1875" name="Shape 1873"/>
          <p:cNvSpPr/>
          <p:nvPr/>
        </p:nvSpPr>
        <p:spPr>
          <a:xfrm>
            <a:off x="3708501" y="2540079"/>
            <a:ext cx="0" cy="42463"/>
          </a:xfrm>
          <a:prstGeom prst="line">
            <a:avLst/>
          </a:prstGeom>
          <a:noFill/>
          <a:ln w="25400">
            <a:solidFill>
              <a:srgbClr val="168B83"/>
            </a:solidFill>
            <a:prstDash val="solid"/>
            <a:headEnd type="none"/>
            <a:tailEnd type="none"/>
          </a:ln>
        </p:spPr>
      </p:sp>
      <p:sp>
        <p:nvSpPr>
          <p:cNvPr id="1876" name="Shape 1874"/>
          <p:cNvSpPr/>
          <p:nvPr/>
        </p:nvSpPr>
        <p:spPr>
          <a:xfrm>
            <a:off x="3708501" y="2542822"/>
            <a:ext cx="127407" cy="0"/>
          </a:xfrm>
          <a:prstGeom prst="line">
            <a:avLst/>
          </a:prstGeom>
          <a:noFill/>
          <a:ln w="25400">
            <a:solidFill>
              <a:srgbClr val="168B83"/>
            </a:solidFill>
            <a:prstDash val="solid"/>
            <a:headEnd type="none"/>
            <a:tailEnd type="none"/>
          </a:ln>
        </p:spPr>
      </p:sp>
      <p:sp>
        <p:nvSpPr>
          <p:cNvPr id="1877" name="Shape 1875"/>
          <p:cNvSpPr/>
          <p:nvPr/>
        </p:nvSpPr>
        <p:spPr>
          <a:xfrm>
            <a:off x="3833165" y="2507052"/>
            <a:ext cx="0" cy="38514"/>
          </a:xfrm>
          <a:prstGeom prst="line">
            <a:avLst/>
          </a:prstGeom>
          <a:noFill/>
          <a:ln w="25400">
            <a:solidFill>
              <a:srgbClr val="168B83"/>
            </a:solidFill>
            <a:prstDash val="solid"/>
            <a:headEnd type="none"/>
            <a:tailEnd type="none"/>
          </a:ln>
        </p:spPr>
      </p:sp>
      <p:sp>
        <p:nvSpPr>
          <p:cNvPr id="1878" name="Shape 1876"/>
          <p:cNvSpPr/>
          <p:nvPr/>
        </p:nvSpPr>
        <p:spPr>
          <a:xfrm>
            <a:off x="3833165" y="2509795"/>
            <a:ext cx="127407" cy="0"/>
          </a:xfrm>
          <a:prstGeom prst="line">
            <a:avLst/>
          </a:prstGeom>
          <a:noFill/>
          <a:ln w="25400">
            <a:solidFill>
              <a:srgbClr val="168B83"/>
            </a:solidFill>
            <a:prstDash val="solid"/>
            <a:headEnd type="none"/>
            <a:tailEnd type="none"/>
          </a:ln>
        </p:spPr>
      </p:sp>
      <p:sp>
        <p:nvSpPr>
          <p:cNvPr id="1879" name="Shape 1877"/>
          <p:cNvSpPr/>
          <p:nvPr/>
        </p:nvSpPr>
        <p:spPr>
          <a:xfrm>
            <a:off x="3957828" y="2364344"/>
            <a:ext cx="0" cy="148194"/>
          </a:xfrm>
          <a:prstGeom prst="line">
            <a:avLst/>
          </a:prstGeom>
          <a:noFill/>
          <a:ln w="25400">
            <a:solidFill>
              <a:srgbClr val="168B83"/>
            </a:solidFill>
            <a:prstDash val="solid"/>
            <a:headEnd type="none"/>
            <a:tailEnd type="none"/>
          </a:ln>
        </p:spPr>
      </p:sp>
      <p:sp>
        <p:nvSpPr>
          <p:cNvPr id="1880" name="Shape 1878"/>
          <p:cNvSpPr/>
          <p:nvPr/>
        </p:nvSpPr>
        <p:spPr>
          <a:xfrm>
            <a:off x="3957828" y="2367087"/>
            <a:ext cx="127406" cy="0"/>
          </a:xfrm>
          <a:prstGeom prst="line">
            <a:avLst/>
          </a:prstGeom>
          <a:noFill/>
          <a:ln w="25400">
            <a:solidFill>
              <a:srgbClr val="168B83"/>
            </a:solidFill>
            <a:prstDash val="solid"/>
            <a:headEnd type="none"/>
            <a:tailEnd type="none"/>
          </a:ln>
        </p:spPr>
      </p:sp>
      <p:sp>
        <p:nvSpPr>
          <p:cNvPr id="1881" name="Shape 1879"/>
          <p:cNvSpPr/>
          <p:nvPr/>
        </p:nvSpPr>
        <p:spPr>
          <a:xfrm>
            <a:off x="4082491" y="2338147"/>
            <a:ext cx="0" cy="31683"/>
          </a:xfrm>
          <a:prstGeom prst="line">
            <a:avLst/>
          </a:prstGeom>
          <a:noFill/>
          <a:ln w="25400">
            <a:solidFill>
              <a:srgbClr val="168B83"/>
            </a:solidFill>
            <a:prstDash val="solid"/>
            <a:headEnd type="none"/>
            <a:tailEnd type="none"/>
          </a:ln>
        </p:spPr>
      </p:sp>
      <p:sp>
        <p:nvSpPr>
          <p:cNvPr id="1882" name="Shape 1880"/>
          <p:cNvSpPr/>
          <p:nvPr/>
        </p:nvSpPr>
        <p:spPr>
          <a:xfrm>
            <a:off x="4082491" y="2340890"/>
            <a:ext cx="127407" cy="0"/>
          </a:xfrm>
          <a:prstGeom prst="line">
            <a:avLst/>
          </a:prstGeom>
          <a:noFill/>
          <a:ln w="25400">
            <a:solidFill>
              <a:srgbClr val="168B83"/>
            </a:solidFill>
            <a:prstDash val="solid"/>
            <a:headEnd type="none"/>
            <a:tailEnd type="none"/>
          </a:ln>
        </p:spPr>
      </p:sp>
      <p:sp>
        <p:nvSpPr>
          <p:cNvPr id="1883" name="Shape 1881"/>
          <p:cNvSpPr/>
          <p:nvPr/>
        </p:nvSpPr>
        <p:spPr>
          <a:xfrm>
            <a:off x="4207154" y="2317211"/>
            <a:ext cx="0" cy="26423"/>
          </a:xfrm>
          <a:prstGeom prst="line">
            <a:avLst/>
          </a:prstGeom>
          <a:noFill/>
          <a:ln w="25400">
            <a:solidFill>
              <a:srgbClr val="168B83"/>
            </a:solidFill>
            <a:prstDash val="solid"/>
            <a:headEnd type="none"/>
            <a:tailEnd type="none"/>
          </a:ln>
        </p:spPr>
      </p:sp>
      <p:sp>
        <p:nvSpPr>
          <p:cNvPr id="1884" name="Shape 1882"/>
          <p:cNvSpPr/>
          <p:nvPr/>
        </p:nvSpPr>
        <p:spPr>
          <a:xfrm>
            <a:off x="4207154" y="2319954"/>
            <a:ext cx="127407" cy="0"/>
          </a:xfrm>
          <a:prstGeom prst="line">
            <a:avLst/>
          </a:prstGeom>
          <a:noFill/>
          <a:ln w="25400">
            <a:solidFill>
              <a:srgbClr val="168B83"/>
            </a:solidFill>
            <a:prstDash val="solid"/>
            <a:headEnd type="none"/>
            <a:tailEnd type="none"/>
          </a:ln>
        </p:spPr>
      </p:sp>
      <p:sp>
        <p:nvSpPr>
          <p:cNvPr id="1885" name="Shape 1883"/>
          <p:cNvSpPr/>
          <p:nvPr/>
        </p:nvSpPr>
        <p:spPr>
          <a:xfrm>
            <a:off x="4331818" y="2302528"/>
            <a:ext cx="0" cy="20169"/>
          </a:xfrm>
          <a:prstGeom prst="line">
            <a:avLst/>
          </a:prstGeom>
          <a:noFill/>
          <a:ln w="25400">
            <a:solidFill>
              <a:srgbClr val="168B83"/>
            </a:solidFill>
            <a:prstDash val="solid"/>
            <a:headEnd type="none"/>
            <a:tailEnd type="none"/>
          </a:ln>
        </p:spPr>
      </p:sp>
      <p:sp>
        <p:nvSpPr>
          <p:cNvPr id="1886" name="Shape 1884"/>
          <p:cNvSpPr/>
          <p:nvPr/>
        </p:nvSpPr>
        <p:spPr>
          <a:xfrm>
            <a:off x="4331818" y="2305271"/>
            <a:ext cx="127406" cy="0"/>
          </a:xfrm>
          <a:prstGeom prst="line">
            <a:avLst/>
          </a:prstGeom>
          <a:noFill/>
          <a:ln w="25400">
            <a:solidFill>
              <a:srgbClr val="168B83"/>
            </a:solidFill>
            <a:prstDash val="solid"/>
            <a:headEnd type="none"/>
            <a:tailEnd type="none"/>
          </a:ln>
        </p:spPr>
      </p:sp>
      <p:sp>
        <p:nvSpPr>
          <p:cNvPr id="1887" name="Shape 1885"/>
          <p:cNvSpPr/>
          <p:nvPr/>
        </p:nvSpPr>
        <p:spPr>
          <a:xfrm>
            <a:off x="4456481" y="2294020"/>
            <a:ext cx="0" cy="13995"/>
          </a:xfrm>
          <a:prstGeom prst="line">
            <a:avLst/>
          </a:prstGeom>
          <a:noFill/>
          <a:ln w="25400">
            <a:solidFill>
              <a:srgbClr val="168B83"/>
            </a:solidFill>
            <a:prstDash val="solid"/>
            <a:headEnd type="none"/>
            <a:tailEnd type="none"/>
          </a:ln>
        </p:spPr>
      </p:sp>
      <p:sp>
        <p:nvSpPr>
          <p:cNvPr id="1888" name="Shape 1886"/>
          <p:cNvSpPr/>
          <p:nvPr/>
        </p:nvSpPr>
        <p:spPr>
          <a:xfrm>
            <a:off x="4456481" y="2296763"/>
            <a:ext cx="127407" cy="0"/>
          </a:xfrm>
          <a:prstGeom prst="line">
            <a:avLst/>
          </a:prstGeom>
          <a:noFill/>
          <a:ln w="25400">
            <a:solidFill>
              <a:srgbClr val="168B83"/>
            </a:solidFill>
            <a:prstDash val="solid"/>
            <a:headEnd type="none"/>
            <a:tailEnd type="none"/>
          </a:ln>
        </p:spPr>
      </p:sp>
      <p:sp>
        <p:nvSpPr>
          <p:cNvPr id="1889" name="Shape 1887"/>
          <p:cNvSpPr/>
          <p:nvPr/>
        </p:nvSpPr>
        <p:spPr>
          <a:xfrm>
            <a:off x="4581144" y="2289786"/>
            <a:ext cx="0" cy="9720"/>
          </a:xfrm>
          <a:prstGeom prst="line">
            <a:avLst/>
          </a:prstGeom>
          <a:noFill/>
          <a:ln w="25400">
            <a:solidFill>
              <a:srgbClr val="168B83"/>
            </a:solidFill>
            <a:prstDash val="solid"/>
            <a:headEnd type="none"/>
            <a:tailEnd type="none"/>
          </a:ln>
        </p:spPr>
      </p:sp>
      <p:sp>
        <p:nvSpPr>
          <p:cNvPr id="1890" name="Shape 1888"/>
          <p:cNvSpPr/>
          <p:nvPr/>
        </p:nvSpPr>
        <p:spPr>
          <a:xfrm>
            <a:off x="4581144" y="2292530"/>
            <a:ext cx="127407" cy="0"/>
          </a:xfrm>
          <a:prstGeom prst="line">
            <a:avLst/>
          </a:prstGeom>
          <a:noFill/>
          <a:ln w="25400">
            <a:solidFill>
              <a:srgbClr val="168B83"/>
            </a:solidFill>
            <a:prstDash val="solid"/>
            <a:headEnd type="none"/>
            <a:tailEnd type="none"/>
          </a:ln>
        </p:spPr>
      </p:sp>
      <p:sp>
        <p:nvSpPr>
          <p:cNvPr id="1891" name="Shape 1889"/>
          <p:cNvSpPr/>
          <p:nvPr/>
        </p:nvSpPr>
        <p:spPr>
          <a:xfrm>
            <a:off x="4705807" y="2288109"/>
            <a:ext cx="0" cy="7164"/>
          </a:xfrm>
          <a:prstGeom prst="line">
            <a:avLst/>
          </a:prstGeom>
          <a:noFill/>
          <a:ln w="25400">
            <a:solidFill>
              <a:srgbClr val="168B83"/>
            </a:solidFill>
            <a:prstDash val="solid"/>
            <a:headEnd type="none"/>
            <a:tailEnd type="none"/>
          </a:ln>
        </p:spPr>
      </p:sp>
      <p:sp>
        <p:nvSpPr>
          <p:cNvPr id="1892" name="Shape 1890"/>
          <p:cNvSpPr/>
          <p:nvPr/>
        </p:nvSpPr>
        <p:spPr>
          <a:xfrm>
            <a:off x="4705807" y="2290852"/>
            <a:ext cx="127406" cy="0"/>
          </a:xfrm>
          <a:prstGeom prst="line">
            <a:avLst/>
          </a:prstGeom>
          <a:noFill/>
          <a:ln w="25400">
            <a:solidFill>
              <a:srgbClr val="168B83"/>
            </a:solidFill>
            <a:prstDash val="solid"/>
            <a:headEnd type="none"/>
            <a:tailEnd type="none"/>
          </a:ln>
        </p:spPr>
      </p:sp>
      <p:sp>
        <p:nvSpPr>
          <p:cNvPr id="1893" name="Shape 1891"/>
          <p:cNvSpPr/>
          <p:nvPr/>
        </p:nvSpPr>
        <p:spPr>
          <a:xfrm>
            <a:off x="4830470" y="2287940"/>
            <a:ext cx="0" cy="5655"/>
          </a:xfrm>
          <a:prstGeom prst="line">
            <a:avLst/>
          </a:prstGeom>
          <a:noFill/>
          <a:ln w="25400">
            <a:solidFill>
              <a:srgbClr val="168B83"/>
            </a:solidFill>
            <a:prstDash val="solid"/>
            <a:headEnd type="none"/>
            <a:tailEnd type="none"/>
          </a:ln>
        </p:spPr>
      </p:sp>
      <p:sp>
        <p:nvSpPr>
          <p:cNvPr id="1894" name="Shape 1892"/>
          <p:cNvSpPr/>
          <p:nvPr/>
        </p:nvSpPr>
        <p:spPr>
          <a:xfrm>
            <a:off x="4830470" y="2290683"/>
            <a:ext cx="127407" cy="0"/>
          </a:xfrm>
          <a:prstGeom prst="line">
            <a:avLst/>
          </a:prstGeom>
          <a:noFill/>
          <a:ln w="25400">
            <a:solidFill>
              <a:srgbClr val="168B83"/>
            </a:solidFill>
            <a:prstDash val="solid"/>
            <a:headEnd type="none"/>
            <a:tailEnd type="none"/>
          </a:ln>
        </p:spPr>
      </p:sp>
      <p:sp>
        <p:nvSpPr>
          <p:cNvPr id="1895" name="Shape 1893"/>
          <p:cNvSpPr/>
          <p:nvPr/>
        </p:nvSpPr>
        <p:spPr>
          <a:xfrm>
            <a:off x="4955134" y="2287940"/>
            <a:ext cx="0" cy="5916"/>
          </a:xfrm>
          <a:prstGeom prst="line">
            <a:avLst/>
          </a:prstGeom>
          <a:noFill/>
          <a:ln w="25400">
            <a:solidFill>
              <a:srgbClr val="168B83"/>
            </a:solidFill>
            <a:prstDash val="solid"/>
            <a:headEnd type="none"/>
            <a:tailEnd type="none"/>
          </a:ln>
        </p:spPr>
      </p:sp>
      <p:sp>
        <p:nvSpPr>
          <p:cNvPr id="1896" name="Shape 1894"/>
          <p:cNvSpPr/>
          <p:nvPr/>
        </p:nvSpPr>
        <p:spPr>
          <a:xfrm>
            <a:off x="4955134" y="2291113"/>
            <a:ext cx="127407" cy="0"/>
          </a:xfrm>
          <a:prstGeom prst="line">
            <a:avLst/>
          </a:prstGeom>
          <a:noFill/>
          <a:ln w="25400">
            <a:solidFill>
              <a:srgbClr val="168B83"/>
            </a:solidFill>
            <a:prstDash val="solid"/>
            <a:headEnd type="none"/>
            <a:tailEnd type="none"/>
          </a:ln>
        </p:spPr>
      </p:sp>
      <p:sp>
        <p:nvSpPr>
          <p:cNvPr id="1897" name="Shape 1895"/>
          <p:cNvSpPr/>
          <p:nvPr/>
        </p:nvSpPr>
        <p:spPr>
          <a:xfrm>
            <a:off x="5079797" y="2288025"/>
            <a:ext cx="0" cy="5831"/>
          </a:xfrm>
          <a:prstGeom prst="line">
            <a:avLst/>
          </a:prstGeom>
          <a:noFill/>
          <a:ln w="25400">
            <a:solidFill>
              <a:srgbClr val="168B83"/>
            </a:solidFill>
            <a:prstDash val="solid"/>
            <a:headEnd type="none"/>
            <a:tailEnd type="none"/>
          </a:ln>
        </p:spPr>
      </p:sp>
      <p:sp>
        <p:nvSpPr>
          <p:cNvPr id="1898" name="Shape 1896"/>
          <p:cNvSpPr/>
          <p:nvPr/>
        </p:nvSpPr>
        <p:spPr>
          <a:xfrm>
            <a:off x="5079797" y="2290768"/>
            <a:ext cx="127406" cy="0"/>
          </a:xfrm>
          <a:prstGeom prst="line">
            <a:avLst/>
          </a:prstGeom>
          <a:noFill/>
          <a:ln w="25400">
            <a:solidFill>
              <a:srgbClr val="168B83"/>
            </a:solidFill>
            <a:prstDash val="solid"/>
            <a:headEnd type="none"/>
            <a:tailEnd type="none"/>
          </a:ln>
        </p:spPr>
      </p:sp>
      <p:sp>
        <p:nvSpPr>
          <p:cNvPr id="1899" name="Shape 1897"/>
          <p:cNvSpPr/>
          <p:nvPr/>
        </p:nvSpPr>
        <p:spPr>
          <a:xfrm>
            <a:off x="5204460" y="2286526"/>
            <a:ext cx="0" cy="6986"/>
          </a:xfrm>
          <a:prstGeom prst="line">
            <a:avLst/>
          </a:prstGeom>
          <a:noFill/>
          <a:ln w="25400">
            <a:solidFill>
              <a:srgbClr val="168B83"/>
            </a:solidFill>
            <a:prstDash val="solid"/>
            <a:headEnd type="none"/>
            <a:tailEnd type="none"/>
          </a:ln>
        </p:spPr>
      </p:sp>
      <p:sp>
        <p:nvSpPr>
          <p:cNvPr id="1900" name="Shape 1898"/>
          <p:cNvSpPr/>
          <p:nvPr/>
        </p:nvSpPr>
        <p:spPr>
          <a:xfrm>
            <a:off x="5204460" y="2289269"/>
            <a:ext cx="127407" cy="0"/>
          </a:xfrm>
          <a:prstGeom prst="line">
            <a:avLst/>
          </a:prstGeom>
          <a:noFill/>
          <a:ln w="25400">
            <a:solidFill>
              <a:srgbClr val="168B83"/>
            </a:solidFill>
            <a:prstDash val="solid"/>
            <a:headEnd type="none"/>
            <a:tailEnd type="none"/>
          </a:ln>
        </p:spPr>
      </p:sp>
      <p:sp>
        <p:nvSpPr>
          <p:cNvPr id="1901" name="Shape 1899"/>
          <p:cNvSpPr/>
          <p:nvPr/>
        </p:nvSpPr>
        <p:spPr>
          <a:xfrm>
            <a:off x="5329123" y="2284302"/>
            <a:ext cx="0" cy="7710"/>
          </a:xfrm>
          <a:prstGeom prst="line">
            <a:avLst/>
          </a:prstGeom>
          <a:noFill/>
          <a:ln w="25400">
            <a:solidFill>
              <a:srgbClr val="168B83"/>
            </a:solidFill>
            <a:prstDash val="solid"/>
            <a:headEnd type="none"/>
            <a:tailEnd type="none"/>
          </a:ln>
        </p:spPr>
      </p:sp>
      <p:sp>
        <p:nvSpPr>
          <p:cNvPr id="1902" name="Shape 1900"/>
          <p:cNvSpPr/>
          <p:nvPr/>
        </p:nvSpPr>
        <p:spPr>
          <a:xfrm>
            <a:off x="5329123" y="2287046"/>
            <a:ext cx="127407" cy="0"/>
          </a:xfrm>
          <a:prstGeom prst="line">
            <a:avLst/>
          </a:prstGeom>
          <a:noFill/>
          <a:ln w="25400">
            <a:solidFill>
              <a:srgbClr val="168B83"/>
            </a:solidFill>
            <a:prstDash val="solid"/>
            <a:headEnd type="none"/>
            <a:tailEnd type="none"/>
          </a:ln>
        </p:spPr>
      </p:sp>
      <p:sp>
        <p:nvSpPr>
          <p:cNvPr id="1903" name="Shape 1901"/>
          <p:cNvSpPr/>
          <p:nvPr/>
        </p:nvSpPr>
        <p:spPr>
          <a:xfrm>
            <a:off x="5453787" y="2284302"/>
            <a:ext cx="0" cy="69104"/>
          </a:xfrm>
          <a:prstGeom prst="line">
            <a:avLst/>
          </a:prstGeom>
          <a:noFill/>
          <a:ln w="25400">
            <a:solidFill>
              <a:srgbClr val="168B83"/>
            </a:solidFill>
            <a:prstDash val="solid"/>
            <a:headEnd type="none"/>
            <a:tailEnd type="none"/>
          </a:ln>
        </p:spPr>
      </p:sp>
      <p:sp>
        <p:nvSpPr>
          <p:cNvPr id="1904" name="Shape 1902"/>
          <p:cNvSpPr/>
          <p:nvPr/>
        </p:nvSpPr>
        <p:spPr>
          <a:xfrm>
            <a:off x="5453787" y="2350663"/>
            <a:ext cx="127406" cy="0"/>
          </a:xfrm>
          <a:prstGeom prst="line">
            <a:avLst/>
          </a:prstGeom>
          <a:noFill/>
          <a:ln w="25400">
            <a:solidFill>
              <a:srgbClr val="168B83"/>
            </a:solidFill>
            <a:prstDash val="solid"/>
            <a:headEnd type="none"/>
            <a:tailEnd type="none"/>
          </a:ln>
        </p:spPr>
      </p:sp>
      <p:sp>
        <p:nvSpPr>
          <p:cNvPr id="1905" name="Shape 1903"/>
          <p:cNvSpPr/>
          <p:nvPr/>
        </p:nvSpPr>
        <p:spPr>
          <a:xfrm>
            <a:off x="5578449" y="2344536"/>
            <a:ext cx="0" cy="8870"/>
          </a:xfrm>
          <a:prstGeom prst="line">
            <a:avLst/>
          </a:prstGeom>
          <a:noFill/>
          <a:ln w="25400">
            <a:solidFill>
              <a:srgbClr val="168B83"/>
            </a:solidFill>
            <a:prstDash val="solid"/>
            <a:headEnd type="none"/>
            <a:tailEnd type="none"/>
          </a:ln>
        </p:spPr>
      </p:sp>
      <p:sp>
        <p:nvSpPr>
          <p:cNvPr id="1906" name="Shape 1904"/>
          <p:cNvSpPr/>
          <p:nvPr/>
        </p:nvSpPr>
        <p:spPr>
          <a:xfrm>
            <a:off x="5578449" y="2347280"/>
            <a:ext cx="127407" cy="0"/>
          </a:xfrm>
          <a:prstGeom prst="line">
            <a:avLst/>
          </a:prstGeom>
          <a:noFill/>
          <a:ln w="25400">
            <a:solidFill>
              <a:srgbClr val="168B83"/>
            </a:solidFill>
            <a:prstDash val="solid"/>
            <a:headEnd type="none"/>
            <a:tailEnd type="none"/>
          </a:ln>
        </p:spPr>
      </p:sp>
      <p:sp>
        <p:nvSpPr>
          <p:cNvPr id="1907" name="Shape 1905"/>
          <p:cNvSpPr/>
          <p:nvPr/>
        </p:nvSpPr>
        <p:spPr>
          <a:xfrm>
            <a:off x="5703113" y="2340161"/>
            <a:ext cx="0" cy="9861"/>
          </a:xfrm>
          <a:prstGeom prst="line">
            <a:avLst/>
          </a:prstGeom>
          <a:noFill/>
          <a:ln w="25400">
            <a:solidFill>
              <a:srgbClr val="168B83"/>
            </a:solidFill>
            <a:prstDash val="solid"/>
            <a:headEnd type="none"/>
            <a:tailEnd type="none"/>
          </a:ln>
        </p:spPr>
      </p:sp>
      <p:sp>
        <p:nvSpPr>
          <p:cNvPr id="1908" name="Shape 1906"/>
          <p:cNvSpPr/>
          <p:nvPr/>
        </p:nvSpPr>
        <p:spPr>
          <a:xfrm>
            <a:off x="5703113" y="2342904"/>
            <a:ext cx="127407" cy="0"/>
          </a:xfrm>
          <a:prstGeom prst="line">
            <a:avLst/>
          </a:prstGeom>
          <a:noFill/>
          <a:ln w="25400">
            <a:solidFill>
              <a:srgbClr val="168B83"/>
            </a:solidFill>
            <a:prstDash val="solid"/>
            <a:headEnd type="none"/>
            <a:tailEnd type="none"/>
          </a:ln>
        </p:spPr>
      </p:sp>
      <p:sp>
        <p:nvSpPr>
          <p:cNvPr id="1909" name="Shape 1907"/>
          <p:cNvSpPr/>
          <p:nvPr/>
        </p:nvSpPr>
        <p:spPr>
          <a:xfrm>
            <a:off x="5827776" y="2335380"/>
            <a:ext cx="0" cy="10268"/>
          </a:xfrm>
          <a:prstGeom prst="line">
            <a:avLst/>
          </a:prstGeom>
          <a:noFill/>
          <a:ln w="25400">
            <a:solidFill>
              <a:srgbClr val="168B83"/>
            </a:solidFill>
            <a:prstDash val="solid"/>
            <a:headEnd type="none"/>
            <a:tailEnd type="none"/>
          </a:ln>
        </p:spPr>
      </p:sp>
      <p:sp>
        <p:nvSpPr>
          <p:cNvPr id="1910" name="Shape 1908"/>
          <p:cNvSpPr/>
          <p:nvPr/>
        </p:nvSpPr>
        <p:spPr>
          <a:xfrm>
            <a:off x="5827776" y="2338123"/>
            <a:ext cx="127406" cy="0"/>
          </a:xfrm>
          <a:prstGeom prst="line">
            <a:avLst/>
          </a:prstGeom>
          <a:noFill/>
          <a:ln w="25400">
            <a:solidFill>
              <a:srgbClr val="168B83"/>
            </a:solidFill>
            <a:prstDash val="solid"/>
            <a:headEnd type="none"/>
            <a:tailEnd type="none"/>
          </a:ln>
        </p:spPr>
      </p:sp>
      <p:sp>
        <p:nvSpPr>
          <p:cNvPr id="1911" name="Shape 1909"/>
          <p:cNvSpPr/>
          <p:nvPr/>
        </p:nvSpPr>
        <p:spPr>
          <a:xfrm>
            <a:off x="5952439" y="2329508"/>
            <a:ext cx="0" cy="11358"/>
          </a:xfrm>
          <a:prstGeom prst="line">
            <a:avLst/>
          </a:prstGeom>
          <a:noFill/>
          <a:ln w="25400">
            <a:solidFill>
              <a:srgbClr val="168B83"/>
            </a:solidFill>
            <a:prstDash val="solid"/>
            <a:headEnd type="none"/>
            <a:tailEnd type="none"/>
          </a:ln>
        </p:spPr>
      </p:sp>
      <p:sp>
        <p:nvSpPr>
          <p:cNvPr id="1912" name="Shape 1910"/>
          <p:cNvSpPr/>
          <p:nvPr/>
        </p:nvSpPr>
        <p:spPr>
          <a:xfrm>
            <a:off x="5952439" y="2332251"/>
            <a:ext cx="127407" cy="0"/>
          </a:xfrm>
          <a:prstGeom prst="line">
            <a:avLst/>
          </a:prstGeom>
          <a:noFill/>
          <a:ln w="25400">
            <a:solidFill>
              <a:srgbClr val="168B83"/>
            </a:solidFill>
            <a:prstDash val="solid"/>
            <a:headEnd type="none"/>
            <a:tailEnd type="none"/>
          </a:ln>
        </p:spPr>
      </p:sp>
      <p:sp>
        <p:nvSpPr>
          <p:cNvPr id="1913" name="Shape 1911"/>
          <p:cNvSpPr/>
          <p:nvPr/>
        </p:nvSpPr>
        <p:spPr>
          <a:xfrm>
            <a:off x="6077102" y="2322738"/>
            <a:ext cx="0" cy="12256"/>
          </a:xfrm>
          <a:prstGeom prst="line">
            <a:avLst/>
          </a:prstGeom>
          <a:noFill/>
          <a:ln w="25400">
            <a:solidFill>
              <a:srgbClr val="168B83"/>
            </a:solidFill>
            <a:prstDash val="solid"/>
            <a:headEnd type="none"/>
            <a:tailEnd type="none"/>
          </a:ln>
        </p:spPr>
      </p:sp>
      <p:sp>
        <p:nvSpPr>
          <p:cNvPr id="1914" name="Shape 1912"/>
          <p:cNvSpPr/>
          <p:nvPr/>
        </p:nvSpPr>
        <p:spPr>
          <a:xfrm>
            <a:off x="6077102" y="2325481"/>
            <a:ext cx="127407" cy="0"/>
          </a:xfrm>
          <a:prstGeom prst="line">
            <a:avLst/>
          </a:prstGeom>
          <a:noFill/>
          <a:ln w="25400">
            <a:solidFill>
              <a:srgbClr val="168B83"/>
            </a:solidFill>
            <a:prstDash val="solid"/>
            <a:headEnd type="none"/>
            <a:tailEnd type="none"/>
          </a:ln>
        </p:spPr>
      </p:sp>
      <p:sp>
        <p:nvSpPr>
          <p:cNvPr id="1915" name="Shape 1913"/>
          <p:cNvSpPr/>
          <p:nvPr/>
        </p:nvSpPr>
        <p:spPr>
          <a:xfrm>
            <a:off x="6201766" y="2315745"/>
            <a:ext cx="0" cy="12479"/>
          </a:xfrm>
          <a:prstGeom prst="line">
            <a:avLst/>
          </a:prstGeom>
          <a:noFill/>
          <a:ln w="25400">
            <a:solidFill>
              <a:srgbClr val="168B83"/>
            </a:solidFill>
            <a:prstDash val="solid"/>
            <a:headEnd type="none"/>
            <a:tailEnd type="none"/>
          </a:ln>
        </p:spPr>
      </p:sp>
      <p:sp>
        <p:nvSpPr>
          <p:cNvPr id="1916" name="Shape 1914"/>
          <p:cNvSpPr/>
          <p:nvPr/>
        </p:nvSpPr>
        <p:spPr>
          <a:xfrm>
            <a:off x="6201766" y="2318488"/>
            <a:ext cx="127406" cy="0"/>
          </a:xfrm>
          <a:prstGeom prst="line">
            <a:avLst/>
          </a:prstGeom>
          <a:noFill/>
          <a:ln w="25400">
            <a:solidFill>
              <a:srgbClr val="168B83"/>
            </a:solidFill>
            <a:prstDash val="solid"/>
            <a:headEnd type="none"/>
            <a:tailEnd type="none"/>
          </a:ln>
        </p:spPr>
      </p:sp>
      <p:sp>
        <p:nvSpPr>
          <p:cNvPr id="1917" name="Shape 1915"/>
          <p:cNvSpPr/>
          <p:nvPr/>
        </p:nvSpPr>
        <p:spPr>
          <a:xfrm>
            <a:off x="6326429" y="2309022"/>
            <a:ext cx="0" cy="12209"/>
          </a:xfrm>
          <a:prstGeom prst="line">
            <a:avLst/>
          </a:prstGeom>
          <a:noFill/>
          <a:ln w="25400">
            <a:solidFill>
              <a:srgbClr val="168B83"/>
            </a:solidFill>
            <a:prstDash val="solid"/>
            <a:headEnd type="none"/>
            <a:tailEnd type="none"/>
          </a:ln>
        </p:spPr>
      </p:sp>
      <p:sp>
        <p:nvSpPr>
          <p:cNvPr id="1918" name="Shape 1916"/>
          <p:cNvSpPr/>
          <p:nvPr/>
        </p:nvSpPr>
        <p:spPr>
          <a:xfrm>
            <a:off x="6326429" y="2311766"/>
            <a:ext cx="127407" cy="0"/>
          </a:xfrm>
          <a:prstGeom prst="line">
            <a:avLst/>
          </a:prstGeom>
          <a:noFill/>
          <a:ln w="25400">
            <a:solidFill>
              <a:srgbClr val="168B83"/>
            </a:solidFill>
            <a:prstDash val="solid"/>
            <a:headEnd type="none"/>
            <a:tailEnd type="none"/>
          </a:ln>
        </p:spPr>
      </p:sp>
      <p:sp>
        <p:nvSpPr>
          <p:cNvPr id="1919" name="Shape 1917"/>
          <p:cNvSpPr/>
          <p:nvPr/>
        </p:nvSpPr>
        <p:spPr>
          <a:xfrm>
            <a:off x="6451092" y="2303368"/>
            <a:ext cx="0" cy="11141"/>
          </a:xfrm>
          <a:prstGeom prst="line">
            <a:avLst/>
          </a:prstGeom>
          <a:noFill/>
          <a:ln w="25400">
            <a:solidFill>
              <a:srgbClr val="168B83"/>
            </a:solidFill>
            <a:prstDash val="solid"/>
            <a:headEnd type="none"/>
            <a:tailEnd type="none"/>
          </a:ln>
        </p:spPr>
      </p:sp>
      <p:sp>
        <p:nvSpPr>
          <p:cNvPr id="1920" name="Shape 1918"/>
          <p:cNvSpPr/>
          <p:nvPr/>
        </p:nvSpPr>
        <p:spPr>
          <a:xfrm>
            <a:off x="6451092" y="2306111"/>
            <a:ext cx="127407" cy="0"/>
          </a:xfrm>
          <a:prstGeom prst="line">
            <a:avLst/>
          </a:prstGeom>
          <a:noFill/>
          <a:ln w="25400">
            <a:solidFill>
              <a:srgbClr val="168B83"/>
            </a:solidFill>
            <a:prstDash val="solid"/>
            <a:headEnd type="none"/>
            <a:tailEnd type="none"/>
          </a:ln>
        </p:spPr>
      </p:sp>
      <p:sp>
        <p:nvSpPr>
          <p:cNvPr id="1921" name="Shape 1919"/>
          <p:cNvSpPr/>
          <p:nvPr/>
        </p:nvSpPr>
        <p:spPr>
          <a:xfrm>
            <a:off x="6575755" y="2299606"/>
            <a:ext cx="0" cy="9248"/>
          </a:xfrm>
          <a:prstGeom prst="line">
            <a:avLst/>
          </a:prstGeom>
          <a:noFill/>
          <a:ln w="25400">
            <a:solidFill>
              <a:srgbClr val="168B83"/>
            </a:solidFill>
            <a:prstDash val="solid"/>
            <a:headEnd type="none"/>
            <a:tailEnd type="none"/>
          </a:ln>
        </p:spPr>
      </p:sp>
      <p:sp>
        <p:nvSpPr>
          <p:cNvPr id="1922" name="Shape 1920"/>
          <p:cNvSpPr/>
          <p:nvPr/>
        </p:nvSpPr>
        <p:spPr>
          <a:xfrm>
            <a:off x="6575755" y="2302350"/>
            <a:ext cx="127406" cy="0"/>
          </a:xfrm>
          <a:prstGeom prst="line">
            <a:avLst/>
          </a:prstGeom>
          <a:noFill/>
          <a:ln w="25400">
            <a:solidFill>
              <a:srgbClr val="168B83"/>
            </a:solidFill>
            <a:prstDash val="solid"/>
            <a:headEnd type="none"/>
            <a:tailEnd type="none"/>
          </a:ln>
        </p:spPr>
      </p:sp>
      <p:sp>
        <p:nvSpPr>
          <p:cNvPr id="1923" name="Shape 1921"/>
          <p:cNvSpPr/>
          <p:nvPr/>
        </p:nvSpPr>
        <p:spPr>
          <a:xfrm>
            <a:off x="6700418" y="2296860"/>
            <a:ext cx="0" cy="8232"/>
          </a:xfrm>
          <a:prstGeom prst="line">
            <a:avLst/>
          </a:prstGeom>
          <a:noFill/>
          <a:ln w="25400">
            <a:solidFill>
              <a:srgbClr val="168B83"/>
            </a:solidFill>
            <a:prstDash val="solid"/>
            <a:headEnd type="none"/>
            <a:tailEnd type="none"/>
          </a:ln>
        </p:spPr>
      </p:sp>
      <p:sp>
        <p:nvSpPr>
          <p:cNvPr id="1924" name="Shape 1922"/>
          <p:cNvSpPr/>
          <p:nvPr/>
        </p:nvSpPr>
        <p:spPr>
          <a:xfrm>
            <a:off x="6700418" y="2299603"/>
            <a:ext cx="127407" cy="0"/>
          </a:xfrm>
          <a:prstGeom prst="line">
            <a:avLst/>
          </a:prstGeom>
          <a:noFill/>
          <a:ln w="25400">
            <a:solidFill>
              <a:srgbClr val="168B83"/>
            </a:solidFill>
            <a:prstDash val="solid"/>
            <a:headEnd type="none"/>
            <a:tailEnd type="none"/>
          </a:ln>
        </p:spPr>
      </p:sp>
      <p:sp>
        <p:nvSpPr>
          <p:cNvPr id="1925" name="Shape 1923"/>
          <p:cNvSpPr/>
          <p:nvPr/>
        </p:nvSpPr>
        <p:spPr>
          <a:xfrm>
            <a:off x="6825082" y="2294776"/>
            <a:ext cx="0" cy="7571"/>
          </a:xfrm>
          <a:prstGeom prst="line">
            <a:avLst/>
          </a:prstGeom>
          <a:noFill/>
          <a:ln w="25400">
            <a:solidFill>
              <a:srgbClr val="168B83"/>
            </a:solidFill>
            <a:prstDash val="solid"/>
            <a:headEnd type="none"/>
            <a:tailEnd type="none"/>
          </a:ln>
        </p:spPr>
      </p:sp>
      <p:sp>
        <p:nvSpPr>
          <p:cNvPr id="1926" name="Shape 1924"/>
          <p:cNvSpPr/>
          <p:nvPr/>
        </p:nvSpPr>
        <p:spPr>
          <a:xfrm>
            <a:off x="6825082" y="2297519"/>
            <a:ext cx="127407" cy="0"/>
          </a:xfrm>
          <a:prstGeom prst="line">
            <a:avLst/>
          </a:prstGeom>
          <a:noFill/>
          <a:ln w="25400">
            <a:solidFill>
              <a:srgbClr val="168B83"/>
            </a:solidFill>
            <a:prstDash val="solid"/>
            <a:headEnd type="none"/>
            <a:tailEnd type="none"/>
          </a:ln>
        </p:spPr>
      </p:sp>
      <p:sp>
        <p:nvSpPr>
          <p:cNvPr id="1927" name="Shape 1925"/>
          <p:cNvSpPr/>
          <p:nvPr/>
        </p:nvSpPr>
        <p:spPr>
          <a:xfrm>
            <a:off x="6949745" y="2294776"/>
            <a:ext cx="0" cy="70132"/>
          </a:xfrm>
          <a:prstGeom prst="line">
            <a:avLst/>
          </a:prstGeom>
          <a:noFill/>
          <a:ln w="25400">
            <a:solidFill>
              <a:srgbClr val="168B83"/>
            </a:solidFill>
            <a:prstDash val="solid"/>
            <a:headEnd type="none"/>
            <a:tailEnd type="none"/>
          </a:ln>
        </p:spPr>
      </p:sp>
      <p:sp>
        <p:nvSpPr>
          <p:cNvPr id="1928" name="Shape 1926"/>
          <p:cNvSpPr/>
          <p:nvPr/>
        </p:nvSpPr>
        <p:spPr>
          <a:xfrm>
            <a:off x="6949745" y="2362165"/>
            <a:ext cx="127406" cy="0"/>
          </a:xfrm>
          <a:prstGeom prst="line">
            <a:avLst/>
          </a:prstGeom>
          <a:noFill/>
          <a:ln w="25400">
            <a:solidFill>
              <a:srgbClr val="168B83"/>
            </a:solidFill>
            <a:prstDash val="solid"/>
            <a:headEnd type="none"/>
            <a:tailEnd type="none"/>
          </a:ln>
        </p:spPr>
      </p:sp>
      <p:sp>
        <p:nvSpPr>
          <p:cNvPr id="1929" name="Shape 1927"/>
          <p:cNvSpPr/>
          <p:nvPr/>
        </p:nvSpPr>
        <p:spPr>
          <a:xfrm>
            <a:off x="7074408" y="2357186"/>
            <a:ext cx="0" cy="7722"/>
          </a:xfrm>
          <a:prstGeom prst="line">
            <a:avLst/>
          </a:prstGeom>
          <a:noFill/>
          <a:ln w="25400">
            <a:solidFill>
              <a:srgbClr val="168B83"/>
            </a:solidFill>
            <a:prstDash val="solid"/>
            <a:headEnd type="none"/>
            <a:tailEnd type="none"/>
          </a:ln>
        </p:spPr>
      </p:sp>
      <p:sp>
        <p:nvSpPr>
          <p:cNvPr id="1930" name="Shape 1928"/>
          <p:cNvSpPr/>
          <p:nvPr/>
        </p:nvSpPr>
        <p:spPr>
          <a:xfrm>
            <a:off x="7074408" y="2359929"/>
            <a:ext cx="127407" cy="0"/>
          </a:xfrm>
          <a:prstGeom prst="line">
            <a:avLst/>
          </a:prstGeom>
          <a:noFill/>
          <a:ln w="25400">
            <a:solidFill>
              <a:srgbClr val="168B83"/>
            </a:solidFill>
            <a:prstDash val="solid"/>
            <a:headEnd type="none"/>
            <a:tailEnd type="none"/>
          </a:ln>
        </p:spPr>
      </p:sp>
      <p:sp>
        <p:nvSpPr>
          <p:cNvPr id="1931" name="Shape 1929"/>
          <p:cNvSpPr/>
          <p:nvPr/>
        </p:nvSpPr>
        <p:spPr>
          <a:xfrm>
            <a:off x="7199071" y="2353262"/>
            <a:ext cx="0" cy="9410"/>
          </a:xfrm>
          <a:prstGeom prst="line">
            <a:avLst/>
          </a:prstGeom>
          <a:noFill/>
          <a:ln w="25400">
            <a:solidFill>
              <a:srgbClr val="168B83"/>
            </a:solidFill>
            <a:prstDash val="solid"/>
            <a:headEnd type="none"/>
            <a:tailEnd type="none"/>
          </a:ln>
        </p:spPr>
      </p:sp>
      <p:sp>
        <p:nvSpPr>
          <p:cNvPr id="1932" name="Shape 1930"/>
          <p:cNvSpPr/>
          <p:nvPr/>
        </p:nvSpPr>
        <p:spPr>
          <a:xfrm>
            <a:off x="7199071" y="2356005"/>
            <a:ext cx="127407" cy="0"/>
          </a:xfrm>
          <a:prstGeom prst="line">
            <a:avLst/>
          </a:prstGeom>
          <a:noFill/>
          <a:ln w="25400">
            <a:solidFill>
              <a:srgbClr val="168B83"/>
            </a:solidFill>
            <a:prstDash val="solid"/>
            <a:headEnd type="none"/>
            <a:tailEnd type="none"/>
          </a:ln>
        </p:spPr>
      </p:sp>
      <p:sp>
        <p:nvSpPr>
          <p:cNvPr id="1933" name="Shape 1931"/>
          <p:cNvSpPr/>
          <p:nvPr/>
        </p:nvSpPr>
        <p:spPr>
          <a:xfrm>
            <a:off x="7323735" y="2346935"/>
            <a:ext cx="0" cy="11813"/>
          </a:xfrm>
          <a:prstGeom prst="line">
            <a:avLst/>
          </a:prstGeom>
          <a:noFill/>
          <a:ln w="25400">
            <a:solidFill>
              <a:srgbClr val="168B83"/>
            </a:solidFill>
            <a:prstDash val="solid"/>
            <a:headEnd type="none"/>
            <a:tailEnd type="none"/>
          </a:ln>
        </p:spPr>
      </p:sp>
      <p:sp>
        <p:nvSpPr>
          <p:cNvPr id="1934" name="Shape 1932"/>
          <p:cNvSpPr/>
          <p:nvPr/>
        </p:nvSpPr>
        <p:spPr>
          <a:xfrm>
            <a:off x="7323735" y="2349678"/>
            <a:ext cx="127406" cy="0"/>
          </a:xfrm>
          <a:prstGeom prst="line">
            <a:avLst/>
          </a:prstGeom>
          <a:noFill/>
          <a:ln w="25400">
            <a:solidFill>
              <a:srgbClr val="168B83"/>
            </a:solidFill>
            <a:prstDash val="solid"/>
            <a:headEnd type="none"/>
            <a:tailEnd type="none"/>
          </a:ln>
        </p:spPr>
      </p:sp>
      <p:sp>
        <p:nvSpPr>
          <p:cNvPr id="1935" name="Shape 1933"/>
          <p:cNvSpPr/>
          <p:nvPr/>
        </p:nvSpPr>
        <p:spPr>
          <a:xfrm>
            <a:off x="7448397" y="2338596"/>
            <a:ext cx="0" cy="13826"/>
          </a:xfrm>
          <a:prstGeom prst="line">
            <a:avLst/>
          </a:prstGeom>
          <a:noFill/>
          <a:ln w="25400">
            <a:solidFill>
              <a:srgbClr val="168B83"/>
            </a:solidFill>
            <a:prstDash val="solid"/>
            <a:headEnd type="none"/>
            <a:tailEnd type="none"/>
          </a:ln>
        </p:spPr>
      </p:sp>
      <p:sp>
        <p:nvSpPr>
          <p:cNvPr id="1936" name="Shape 1934"/>
          <p:cNvSpPr/>
          <p:nvPr/>
        </p:nvSpPr>
        <p:spPr>
          <a:xfrm>
            <a:off x="7448397" y="2341339"/>
            <a:ext cx="127407" cy="0"/>
          </a:xfrm>
          <a:prstGeom prst="line">
            <a:avLst/>
          </a:prstGeom>
          <a:noFill/>
          <a:ln w="25400">
            <a:solidFill>
              <a:srgbClr val="168B83"/>
            </a:solidFill>
            <a:prstDash val="solid"/>
            <a:headEnd type="none"/>
            <a:tailEnd type="none"/>
          </a:ln>
        </p:spPr>
      </p:sp>
      <p:sp>
        <p:nvSpPr>
          <p:cNvPr id="1937" name="Shape 1935"/>
          <p:cNvSpPr/>
          <p:nvPr/>
        </p:nvSpPr>
        <p:spPr>
          <a:xfrm>
            <a:off x="7573061" y="2328311"/>
            <a:ext cx="0" cy="15771"/>
          </a:xfrm>
          <a:prstGeom prst="line">
            <a:avLst/>
          </a:prstGeom>
          <a:noFill/>
          <a:ln w="25400">
            <a:solidFill>
              <a:srgbClr val="168B83"/>
            </a:solidFill>
            <a:prstDash val="solid"/>
            <a:headEnd type="none"/>
            <a:tailEnd type="none"/>
          </a:ln>
        </p:spPr>
      </p:sp>
      <p:sp>
        <p:nvSpPr>
          <p:cNvPr id="1938" name="Shape 1936"/>
          <p:cNvSpPr/>
          <p:nvPr/>
        </p:nvSpPr>
        <p:spPr>
          <a:xfrm>
            <a:off x="7573061" y="2331054"/>
            <a:ext cx="127407" cy="0"/>
          </a:xfrm>
          <a:prstGeom prst="line">
            <a:avLst/>
          </a:prstGeom>
          <a:noFill/>
          <a:ln w="25400">
            <a:solidFill>
              <a:srgbClr val="168B83"/>
            </a:solidFill>
            <a:prstDash val="solid"/>
            <a:headEnd type="none"/>
            <a:tailEnd type="none"/>
          </a:ln>
        </p:spPr>
      </p:sp>
      <p:sp>
        <p:nvSpPr>
          <p:cNvPr id="1939" name="Shape 1937"/>
          <p:cNvSpPr/>
          <p:nvPr/>
        </p:nvSpPr>
        <p:spPr>
          <a:xfrm>
            <a:off x="7697724" y="2315778"/>
            <a:ext cx="0" cy="18020"/>
          </a:xfrm>
          <a:prstGeom prst="line">
            <a:avLst/>
          </a:prstGeom>
          <a:noFill/>
          <a:ln w="25400">
            <a:solidFill>
              <a:srgbClr val="168B83"/>
            </a:solidFill>
            <a:prstDash val="solid"/>
            <a:headEnd type="none"/>
            <a:tailEnd type="none"/>
          </a:ln>
        </p:spPr>
      </p:sp>
      <p:sp>
        <p:nvSpPr>
          <p:cNvPr id="1940" name="Shape 1938"/>
          <p:cNvSpPr/>
          <p:nvPr/>
        </p:nvSpPr>
        <p:spPr>
          <a:xfrm>
            <a:off x="7697724" y="2318521"/>
            <a:ext cx="127406" cy="0"/>
          </a:xfrm>
          <a:prstGeom prst="line">
            <a:avLst/>
          </a:prstGeom>
          <a:noFill/>
          <a:ln w="25400">
            <a:solidFill>
              <a:srgbClr val="168B83"/>
            </a:solidFill>
            <a:prstDash val="solid"/>
            <a:headEnd type="none"/>
            <a:tailEnd type="none"/>
          </a:ln>
        </p:spPr>
      </p:sp>
      <p:sp>
        <p:nvSpPr>
          <p:cNvPr id="1941" name="Shape 1939"/>
          <p:cNvSpPr/>
          <p:nvPr/>
        </p:nvSpPr>
        <p:spPr>
          <a:xfrm>
            <a:off x="7822387" y="2300779"/>
            <a:ext cx="0" cy="20485"/>
          </a:xfrm>
          <a:prstGeom prst="line">
            <a:avLst/>
          </a:prstGeom>
          <a:noFill/>
          <a:ln w="25400">
            <a:solidFill>
              <a:srgbClr val="168B83"/>
            </a:solidFill>
            <a:prstDash val="solid"/>
            <a:headEnd type="none"/>
            <a:tailEnd type="none"/>
          </a:ln>
        </p:spPr>
      </p:sp>
      <p:sp>
        <p:nvSpPr>
          <p:cNvPr id="1942" name="Shape 1940"/>
          <p:cNvSpPr/>
          <p:nvPr/>
        </p:nvSpPr>
        <p:spPr>
          <a:xfrm>
            <a:off x="7822387" y="2303522"/>
            <a:ext cx="127407" cy="0"/>
          </a:xfrm>
          <a:prstGeom prst="line">
            <a:avLst/>
          </a:prstGeom>
          <a:noFill/>
          <a:ln w="25400">
            <a:solidFill>
              <a:srgbClr val="168B83"/>
            </a:solidFill>
            <a:prstDash val="solid"/>
            <a:headEnd type="none"/>
            <a:tailEnd type="none"/>
          </a:ln>
        </p:spPr>
      </p:sp>
      <p:sp>
        <p:nvSpPr>
          <p:cNvPr id="1943" name="Shape 1941"/>
          <p:cNvSpPr/>
          <p:nvPr/>
        </p:nvSpPr>
        <p:spPr>
          <a:xfrm>
            <a:off x="7947050" y="2283412"/>
            <a:ext cx="0" cy="22853"/>
          </a:xfrm>
          <a:prstGeom prst="line">
            <a:avLst/>
          </a:prstGeom>
          <a:noFill/>
          <a:ln w="25400">
            <a:solidFill>
              <a:srgbClr val="168B83"/>
            </a:solidFill>
            <a:prstDash val="solid"/>
            <a:headEnd type="none"/>
            <a:tailEnd type="none"/>
          </a:ln>
        </p:spPr>
      </p:sp>
      <p:sp>
        <p:nvSpPr>
          <p:cNvPr id="1944" name="Shape 1942"/>
          <p:cNvSpPr/>
          <p:nvPr/>
        </p:nvSpPr>
        <p:spPr>
          <a:xfrm>
            <a:off x="7947050" y="2286155"/>
            <a:ext cx="127407" cy="0"/>
          </a:xfrm>
          <a:prstGeom prst="line">
            <a:avLst/>
          </a:prstGeom>
          <a:noFill/>
          <a:ln w="25400">
            <a:solidFill>
              <a:srgbClr val="168B83"/>
            </a:solidFill>
            <a:prstDash val="solid"/>
            <a:headEnd type="none"/>
            <a:tailEnd type="none"/>
          </a:ln>
        </p:spPr>
      </p:sp>
      <p:sp>
        <p:nvSpPr>
          <p:cNvPr id="1945" name="Shape 1943"/>
          <p:cNvSpPr/>
          <p:nvPr/>
        </p:nvSpPr>
        <p:spPr>
          <a:xfrm>
            <a:off x="8071714" y="2265111"/>
            <a:ext cx="0" cy="23788"/>
          </a:xfrm>
          <a:prstGeom prst="line">
            <a:avLst/>
          </a:prstGeom>
          <a:noFill/>
          <a:ln w="25400">
            <a:solidFill>
              <a:srgbClr val="168B83"/>
            </a:solidFill>
            <a:prstDash val="solid"/>
            <a:headEnd type="none"/>
            <a:tailEnd type="none"/>
          </a:ln>
        </p:spPr>
      </p:sp>
      <p:sp>
        <p:nvSpPr>
          <p:cNvPr id="1946" name="Shape 1944"/>
          <p:cNvSpPr/>
          <p:nvPr/>
        </p:nvSpPr>
        <p:spPr>
          <a:xfrm>
            <a:off x="8071714" y="2267854"/>
            <a:ext cx="127406" cy="0"/>
          </a:xfrm>
          <a:prstGeom prst="line">
            <a:avLst/>
          </a:prstGeom>
          <a:noFill/>
          <a:ln w="25400">
            <a:solidFill>
              <a:srgbClr val="168B83"/>
            </a:solidFill>
            <a:prstDash val="solid"/>
            <a:headEnd type="none"/>
            <a:tailEnd type="none"/>
          </a:ln>
        </p:spPr>
      </p:sp>
      <p:sp>
        <p:nvSpPr>
          <p:cNvPr id="1947" name="Shape 1945"/>
          <p:cNvSpPr/>
          <p:nvPr/>
        </p:nvSpPr>
        <p:spPr>
          <a:xfrm>
            <a:off x="8196377" y="2247666"/>
            <a:ext cx="0" cy="22931"/>
          </a:xfrm>
          <a:prstGeom prst="line">
            <a:avLst/>
          </a:prstGeom>
          <a:noFill/>
          <a:ln w="25400">
            <a:solidFill>
              <a:srgbClr val="168B83"/>
            </a:solidFill>
            <a:prstDash val="solid"/>
            <a:headEnd type="none"/>
            <a:tailEnd type="none"/>
          </a:ln>
        </p:spPr>
      </p:sp>
      <p:sp>
        <p:nvSpPr>
          <p:cNvPr id="1948" name="Shape 1946"/>
          <p:cNvSpPr/>
          <p:nvPr/>
        </p:nvSpPr>
        <p:spPr>
          <a:xfrm>
            <a:off x="8196377" y="2250409"/>
            <a:ext cx="127407" cy="0"/>
          </a:xfrm>
          <a:prstGeom prst="line">
            <a:avLst/>
          </a:prstGeom>
          <a:noFill/>
          <a:ln w="25400">
            <a:solidFill>
              <a:srgbClr val="168B83"/>
            </a:solidFill>
            <a:prstDash val="solid"/>
            <a:headEnd type="none"/>
            <a:tailEnd type="none"/>
          </a:ln>
        </p:spPr>
      </p:sp>
      <p:sp>
        <p:nvSpPr>
          <p:cNvPr id="1949" name="Shape 1947"/>
          <p:cNvSpPr/>
          <p:nvPr/>
        </p:nvSpPr>
        <p:spPr>
          <a:xfrm>
            <a:off x="8321040" y="2233380"/>
            <a:ext cx="0" cy="19772"/>
          </a:xfrm>
          <a:prstGeom prst="line">
            <a:avLst/>
          </a:prstGeom>
          <a:noFill/>
          <a:ln w="25400">
            <a:solidFill>
              <a:srgbClr val="168B83"/>
            </a:solidFill>
            <a:prstDash val="solid"/>
            <a:headEnd type="none"/>
            <a:tailEnd type="none"/>
          </a:ln>
        </p:spPr>
      </p:sp>
      <p:sp>
        <p:nvSpPr>
          <p:cNvPr id="1950" name="Shape 1948"/>
          <p:cNvSpPr/>
          <p:nvPr/>
        </p:nvSpPr>
        <p:spPr>
          <a:xfrm>
            <a:off x="2743200" y="1792224"/>
            <a:ext cx="256032" cy="0"/>
          </a:xfrm>
          <a:prstGeom prst="line">
            <a:avLst/>
          </a:prstGeom>
          <a:noFill/>
          <a:ln w="27940">
            <a:solidFill>
              <a:srgbClr val="168B83"/>
            </a:solidFill>
            <a:prstDash val="solid"/>
          </a:ln>
        </p:spPr>
      </p:sp>
      <p:sp>
        <p:nvSpPr>
          <p:cNvPr id="1951" name="Text 1949"/>
          <p:cNvSpPr/>
          <p:nvPr/>
        </p:nvSpPr>
        <p:spPr>
          <a:xfrm>
            <a:off x="3072384" y="1719072"/>
            <a:ext cx="1408176"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DENSITY</a:t>
            </a:r>
            <a:endParaRPr lang="en-US" sz="920" dirty="0"/>
          </a:p>
        </p:txBody>
      </p:sp>
      <p:sp>
        <p:nvSpPr>
          <p:cNvPr id="1952" name="Shape 1950"/>
          <p:cNvSpPr/>
          <p:nvPr/>
        </p:nvSpPr>
        <p:spPr>
          <a:xfrm>
            <a:off x="841248" y="2238126"/>
            <a:ext cx="127407" cy="0"/>
          </a:xfrm>
          <a:prstGeom prst="line">
            <a:avLst/>
          </a:prstGeom>
          <a:noFill/>
          <a:ln w="25400">
            <a:solidFill>
              <a:srgbClr val="C44F4F"/>
            </a:solidFill>
            <a:prstDash val="solid"/>
            <a:headEnd type="none"/>
            <a:tailEnd type="none"/>
          </a:ln>
        </p:spPr>
      </p:sp>
      <p:sp>
        <p:nvSpPr>
          <p:cNvPr id="1953" name="Shape 1951"/>
          <p:cNvSpPr/>
          <p:nvPr/>
        </p:nvSpPr>
        <p:spPr>
          <a:xfrm>
            <a:off x="965911" y="2235382"/>
            <a:ext cx="0" cy="36583"/>
          </a:xfrm>
          <a:prstGeom prst="line">
            <a:avLst/>
          </a:prstGeom>
          <a:noFill/>
          <a:ln w="25400">
            <a:solidFill>
              <a:srgbClr val="C44F4F"/>
            </a:solidFill>
            <a:prstDash val="solid"/>
            <a:headEnd type="none"/>
            <a:tailEnd type="none"/>
          </a:ln>
        </p:spPr>
      </p:sp>
      <p:sp>
        <p:nvSpPr>
          <p:cNvPr id="1954" name="Shape 1952"/>
          <p:cNvSpPr/>
          <p:nvPr/>
        </p:nvSpPr>
        <p:spPr>
          <a:xfrm>
            <a:off x="965911" y="2269222"/>
            <a:ext cx="127406" cy="0"/>
          </a:xfrm>
          <a:prstGeom prst="line">
            <a:avLst/>
          </a:prstGeom>
          <a:noFill/>
          <a:ln w="25400">
            <a:solidFill>
              <a:srgbClr val="C44F4F"/>
            </a:solidFill>
            <a:prstDash val="solid"/>
            <a:headEnd type="none"/>
            <a:tailEnd type="none"/>
          </a:ln>
        </p:spPr>
      </p:sp>
      <p:sp>
        <p:nvSpPr>
          <p:cNvPr id="1955" name="Shape 1953"/>
          <p:cNvSpPr/>
          <p:nvPr/>
        </p:nvSpPr>
        <p:spPr>
          <a:xfrm>
            <a:off x="1090574" y="2266479"/>
            <a:ext cx="0" cy="53697"/>
          </a:xfrm>
          <a:prstGeom prst="line">
            <a:avLst/>
          </a:prstGeom>
          <a:noFill/>
          <a:ln w="25400">
            <a:solidFill>
              <a:srgbClr val="C44F4F"/>
            </a:solidFill>
            <a:prstDash val="solid"/>
            <a:headEnd type="none"/>
            <a:tailEnd type="none"/>
          </a:ln>
        </p:spPr>
      </p:sp>
      <p:sp>
        <p:nvSpPr>
          <p:cNvPr id="1956" name="Shape 1954"/>
          <p:cNvSpPr/>
          <p:nvPr/>
        </p:nvSpPr>
        <p:spPr>
          <a:xfrm>
            <a:off x="1090574" y="2317433"/>
            <a:ext cx="127407" cy="0"/>
          </a:xfrm>
          <a:prstGeom prst="line">
            <a:avLst/>
          </a:prstGeom>
          <a:noFill/>
          <a:ln w="25400">
            <a:solidFill>
              <a:srgbClr val="C44F4F"/>
            </a:solidFill>
            <a:prstDash val="solid"/>
            <a:headEnd type="none"/>
            <a:tailEnd type="none"/>
          </a:ln>
        </p:spPr>
      </p:sp>
      <p:sp>
        <p:nvSpPr>
          <p:cNvPr id="1957" name="Shape 1955"/>
          <p:cNvSpPr/>
          <p:nvPr/>
        </p:nvSpPr>
        <p:spPr>
          <a:xfrm>
            <a:off x="1215238" y="2314689"/>
            <a:ext cx="0" cy="54375"/>
          </a:xfrm>
          <a:prstGeom prst="line">
            <a:avLst/>
          </a:prstGeom>
          <a:noFill/>
          <a:ln w="25400">
            <a:solidFill>
              <a:srgbClr val="C44F4F"/>
            </a:solidFill>
            <a:prstDash val="solid"/>
            <a:headEnd type="none"/>
            <a:tailEnd type="none"/>
          </a:ln>
        </p:spPr>
      </p:sp>
      <p:sp>
        <p:nvSpPr>
          <p:cNvPr id="1958" name="Shape 1956"/>
          <p:cNvSpPr/>
          <p:nvPr/>
        </p:nvSpPr>
        <p:spPr>
          <a:xfrm>
            <a:off x="1215238" y="2366321"/>
            <a:ext cx="127407" cy="0"/>
          </a:xfrm>
          <a:prstGeom prst="line">
            <a:avLst/>
          </a:prstGeom>
          <a:noFill/>
          <a:ln w="25400">
            <a:solidFill>
              <a:srgbClr val="C44F4F"/>
            </a:solidFill>
            <a:prstDash val="solid"/>
            <a:headEnd type="none"/>
            <a:tailEnd type="none"/>
          </a:ln>
        </p:spPr>
      </p:sp>
      <p:sp>
        <p:nvSpPr>
          <p:cNvPr id="1959" name="Shape 1957"/>
          <p:cNvSpPr/>
          <p:nvPr/>
        </p:nvSpPr>
        <p:spPr>
          <a:xfrm>
            <a:off x="1339901" y="2363578"/>
            <a:ext cx="0" cy="58541"/>
          </a:xfrm>
          <a:prstGeom prst="line">
            <a:avLst/>
          </a:prstGeom>
          <a:noFill/>
          <a:ln w="25400">
            <a:solidFill>
              <a:srgbClr val="C44F4F"/>
            </a:solidFill>
            <a:prstDash val="solid"/>
            <a:headEnd type="none"/>
            <a:tailEnd type="none"/>
          </a:ln>
        </p:spPr>
      </p:sp>
      <p:sp>
        <p:nvSpPr>
          <p:cNvPr id="1960" name="Shape 1958"/>
          <p:cNvSpPr/>
          <p:nvPr/>
        </p:nvSpPr>
        <p:spPr>
          <a:xfrm>
            <a:off x="1339901" y="2419375"/>
            <a:ext cx="127406" cy="0"/>
          </a:xfrm>
          <a:prstGeom prst="line">
            <a:avLst/>
          </a:prstGeom>
          <a:noFill/>
          <a:ln w="25400">
            <a:solidFill>
              <a:srgbClr val="C44F4F"/>
            </a:solidFill>
            <a:prstDash val="solid"/>
            <a:headEnd type="none"/>
            <a:tailEnd type="none"/>
          </a:ln>
        </p:spPr>
      </p:sp>
      <p:sp>
        <p:nvSpPr>
          <p:cNvPr id="1961" name="Shape 1959"/>
          <p:cNvSpPr/>
          <p:nvPr/>
        </p:nvSpPr>
        <p:spPr>
          <a:xfrm>
            <a:off x="1464564" y="2416632"/>
            <a:ext cx="0" cy="58896"/>
          </a:xfrm>
          <a:prstGeom prst="line">
            <a:avLst/>
          </a:prstGeom>
          <a:noFill/>
          <a:ln w="25400">
            <a:solidFill>
              <a:srgbClr val="C44F4F"/>
            </a:solidFill>
            <a:prstDash val="solid"/>
            <a:headEnd type="none"/>
            <a:tailEnd type="none"/>
          </a:ln>
        </p:spPr>
      </p:sp>
      <p:sp>
        <p:nvSpPr>
          <p:cNvPr id="1962" name="Shape 1960"/>
          <p:cNvSpPr/>
          <p:nvPr/>
        </p:nvSpPr>
        <p:spPr>
          <a:xfrm>
            <a:off x="1464564" y="2472785"/>
            <a:ext cx="127407" cy="0"/>
          </a:xfrm>
          <a:prstGeom prst="line">
            <a:avLst/>
          </a:prstGeom>
          <a:noFill/>
          <a:ln w="25400">
            <a:solidFill>
              <a:srgbClr val="C44F4F"/>
            </a:solidFill>
            <a:prstDash val="solid"/>
            <a:headEnd type="none"/>
            <a:tailEnd type="none"/>
          </a:ln>
        </p:spPr>
      </p:sp>
      <p:sp>
        <p:nvSpPr>
          <p:cNvPr id="1963" name="Shape 1961"/>
          <p:cNvSpPr/>
          <p:nvPr/>
        </p:nvSpPr>
        <p:spPr>
          <a:xfrm>
            <a:off x="1589227" y="2470042"/>
            <a:ext cx="0" cy="59671"/>
          </a:xfrm>
          <a:prstGeom prst="line">
            <a:avLst/>
          </a:prstGeom>
          <a:noFill/>
          <a:ln w="25400">
            <a:solidFill>
              <a:srgbClr val="C44F4F"/>
            </a:solidFill>
            <a:prstDash val="solid"/>
            <a:headEnd type="none"/>
            <a:tailEnd type="none"/>
          </a:ln>
        </p:spPr>
      </p:sp>
      <p:sp>
        <p:nvSpPr>
          <p:cNvPr id="1964" name="Shape 1962"/>
          <p:cNvSpPr/>
          <p:nvPr/>
        </p:nvSpPr>
        <p:spPr>
          <a:xfrm>
            <a:off x="1589227" y="2526969"/>
            <a:ext cx="127407" cy="0"/>
          </a:xfrm>
          <a:prstGeom prst="line">
            <a:avLst/>
          </a:prstGeom>
          <a:noFill/>
          <a:ln w="25400">
            <a:solidFill>
              <a:srgbClr val="C44F4F"/>
            </a:solidFill>
            <a:prstDash val="solid"/>
            <a:headEnd type="none"/>
            <a:tailEnd type="none"/>
          </a:ln>
        </p:spPr>
      </p:sp>
      <p:sp>
        <p:nvSpPr>
          <p:cNvPr id="1965" name="Shape 1963"/>
          <p:cNvSpPr/>
          <p:nvPr/>
        </p:nvSpPr>
        <p:spPr>
          <a:xfrm>
            <a:off x="1713891" y="2524226"/>
            <a:ext cx="0" cy="64224"/>
          </a:xfrm>
          <a:prstGeom prst="line">
            <a:avLst/>
          </a:prstGeom>
          <a:noFill/>
          <a:ln w="25400">
            <a:solidFill>
              <a:srgbClr val="C44F4F"/>
            </a:solidFill>
            <a:prstDash val="solid"/>
            <a:headEnd type="none"/>
            <a:tailEnd type="none"/>
          </a:ln>
        </p:spPr>
      </p:sp>
      <p:sp>
        <p:nvSpPr>
          <p:cNvPr id="1966" name="Shape 1964"/>
          <p:cNvSpPr/>
          <p:nvPr/>
        </p:nvSpPr>
        <p:spPr>
          <a:xfrm>
            <a:off x="1713891" y="2585707"/>
            <a:ext cx="127406" cy="0"/>
          </a:xfrm>
          <a:prstGeom prst="line">
            <a:avLst/>
          </a:prstGeom>
          <a:noFill/>
          <a:ln w="25400">
            <a:solidFill>
              <a:srgbClr val="C44F4F"/>
            </a:solidFill>
            <a:prstDash val="solid"/>
            <a:headEnd type="none"/>
            <a:tailEnd type="none"/>
          </a:ln>
        </p:spPr>
      </p:sp>
      <p:sp>
        <p:nvSpPr>
          <p:cNvPr id="1967" name="Shape 1965"/>
          <p:cNvSpPr/>
          <p:nvPr/>
        </p:nvSpPr>
        <p:spPr>
          <a:xfrm>
            <a:off x="1838553" y="2582963"/>
            <a:ext cx="0" cy="65709"/>
          </a:xfrm>
          <a:prstGeom prst="line">
            <a:avLst/>
          </a:prstGeom>
          <a:noFill/>
          <a:ln w="25400">
            <a:solidFill>
              <a:srgbClr val="C44F4F"/>
            </a:solidFill>
            <a:prstDash val="solid"/>
            <a:headEnd type="none"/>
            <a:tailEnd type="none"/>
          </a:ln>
        </p:spPr>
      </p:sp>
      <p:sp>
        <p:nvSpPr>
          <p:cNvPr id="1968" name="Shape 1966"/>
          <p:cNvSpPr/>
          <p:nvPr/>
        </p:nvSpPr>
        <p:spPr>
          <a:xfrm>
            <a:off x="1838553" y="2645929"/>
            <a:ext cx="127407" cy="0"/>
          </a:xfrm>
          <a:prstGeom prst="line">
            <a:avLst/>
          </a:prstGeom>
          <a:noFill/>
          <a:ln w="25400">
            <a:solidFill>
              <a:srgbClr val="C44F4F"/>
            </a:solidFill>
            <a:prstDash val="solid"/>
            <a:headEnd type="none"/>
            <a:tailEnd type="none"/>
          </a:ln>
        </p:spPr>
      </p:sp>
      <p:sp>
        <p:nvSpPr>
          <p:cNvPr id="1969" name="Shape 1967"/>
          <p:cNvSpPr/>
          <p:nvPr/>
        </p:nvSpPr>
        <p:spPr>
          <a:xfrm>
            <a:off x="1963217" y="2643186"/>
            <a:ext cx="0" cy="66452"/>
          </a:xfrm>
          <a:prstGeom prst="line">
            <a:avLst/>
          </a:prstGeom>
          <a:noFill/>
          <a:ln w="25400">
            <a:solidFill>
              <a:srgbClr val="C44F4F"/>
            </a:solidFill>
            <a:prstDash val="solid"/>
            <a:headEnd type="none"/>
            <a:tailEnd type="none"/>
          </a:ln>
        </p:spPr>
      </p:sp>
      <p:sp>
        <p:nvSpPr>
          <p:cNvPr id="1970" name="Shape 1968"/>
          <p:cNvSpPr/>
          <p:nvPr/>
        </p:nvSpPr>
        <p:spPr>
          <a:xfrm>
            <a:off x="1963217" y="2706895"/>
            <a:ext cx="127407" cy="0"/>
          </a:xfrm>
          <a:prstGeom prst="line">
            <a:avLst/>
          </a:prstGeom>
          <a:noFill/>
          <a:ln w="25400">
            <a:solidFill>
              <a:srgbClr val="C44F4F"/>
            </a:solidFill>
            <a:prstDash val="solid"/>
            <a:headEnd type="none"/>
            <a:tailEnd type="none"/>
          </a:ln>
        </p:spPr>
      </p:sp>
      <p:sp>
        <p:nvSpPr>
          <p:cNvPr id="1971" name="Shape 1969"/>
          <p:cNvSpPr/>
          <p:nvPr/>
        </p:nvSpPr>
        <p:spPr>
          <a:xfrm>
            <a:off x="2087880" y="2704152"/>
            <a:ext cx="0" cy="69229"/>
          </a:xfrm>
          <a:prstGeom prst="line">
            <a:avLst/>
          </a:prstGeom>
          <a:noFill/>
          <a:ln w="25400">
            <a:solidFill>
              <a:srgbClr val="C44F4F"/>
            </a:solidFill>
            <a:prstDash val="solid"/>
            <a:headEnd type="none"/>
            <a:tailEnd type="none"/>
          </a:ln>
        </p:spPr>
      </p:sp>
      <p:sp>
        <p:nvSpPr>
          <p:cNvPr id="1972" name="Shape 1970"/>
          <p:cNvSpPr/>
          <p:nvPr/>
        </p:nvSpPr>
        <p:spPr>
          <a:xfrm>
            <a:off x="2087880" y="2770638"/>
            <a:ext cx="127406" cy="0"/>
          </a:xfrm>
          <a:prstGeom prst="line">
            <a:avLst/>
          </a:prstGeom>
          <a:noFill/>
          <a:ln w="25400">
            <a:solidFill>
              <a:srgbClr val="C44F4F"/>
            </a:solidFill>
            <a:prstDash val="solid"/>
            <a:headEnd type="none"/>
            <a:tailEnd type="none"/>
          </a:ln>
        </p:spPr>
      </p:sp>
      <p:sp>
        <p:nvSpPr>
          <p:cNvPr id="1973" name="Shape 1971"/>
          <p:cNvSpPr/>
          <p:nvPr/>
        </p:nvSpPr>
        <p:spPr>
          <a:xfrm>
            <a:off x="2212543" y="2767894"/>
            <a:ext cx="0" cy="67065"/>
          </a:xfrm>
          <a:prstGeom prst="line">
            <a:avLst/>
          </a:prstGeom>
          <a:noFill/>
          <a:ln w="25400">
            <a:solidFill>
              <a:srgbClr val="C44F4F"/>
            </a:solidFill>
            <a:prstDash val="solid"/>
            <a:headEnd type="none"/>
            <a:tailEnd type="none"/>
          </a:ln>
        </p:spPr>
      </p:sp>
      <p:sp>
        <p:nvSpPr>
          <p:cNvPr id="1974" name="Shape 1972"/>
          <p:cNvSpPr/>
          <p:nvPr/>
        </p:nvSpPr>
        <p:spPr>
          <a:xfrm>
            <a:off x="2212543" y="2832217"/>
            <a:ext cx="127407" cy="0"/>
          </a:xfrm>
          <a:prstGeom prst="line">
            <a:avLst/>
          </a:prstGeom>
          <a:noFill/>
          <a:ln w="25400">
            <a:solidFill>
              <a:srgbClr val="C44F4F"/>
            </a:solidFill>
            <a:prstDash val="solid"/>
            <a:headEnd type="none"/>
            <a:tailEnd type="none"/>
          </a:ln>
        </p:spPr>
      </p:sp>
      <p:sp>
        <p:nvSpPr>
          <p:cNvPr id="1975" name="Shape 1973"/>
          <p:cNvSpPr/>
          <p:nvPr/>
        </p:nvSpPr>
        <p:spPr>
          <a:xfrm>
            <a:off x="2337206" y="2829473"/>
            <a:ext cx="0" cy="65580"/>
          </a:xfrm>
          <a:prstGeom prst="line">
            <a:avLst/>
          </a:prstGeom>
          <a:noFill/>
          <a:ln w="25400">
            <a:solidFill>
              <a:srgbClr val="C44F4F"/>
            </a:solidFill>
            <a:prstDash val="solid"/>
            <a:headEnd type="none"/>
            <a:tailEnd type="none"/>
          </a:ln>
        </p:spPr>
      </p:sp>
      <p:sp>
        <p:nvSpPr>
          <p:cNvPr id="1976" name="Shape 1974"/>
          <p:cNvSpPr/>
          <p:nvPr/>
        </p:nvSpPr>
        <p:spPr>
          <a:xfrm>
            <a:off x="2337206" y="2892310"/>
            <a:ext cx="127407" cy="0"/>
          </a:xfrm>
          <a:prstGeom prst="line">
            <a:avLst/>
          </a:prstGeom>
          <a:noFill/>
          <a:ln w="25400">
            <a:solidFill>
              <a:srgbClr val="C44F4F"/>
            </a:solidFill>
            <a:prstDash val="solid"/>
            <a:headEnd type="none"/>
            <a:tailEnd type="none"/>
          </a:ln>
        </p:spPr>
      </p:sp>
      <p:sp>
        <p:nvSpPr>
          <p:cNvPr id="1977" name="Shape 1975"/>
          <p:cNvSpPr/>
          <p:nvPr/>
        </p:nvSpPr>
        <p:spPr>
          <a:xfrm>
            <a:off x="2461870" y="2889567"/>
            <a:ext cx="0" cy="65451"/>
          </a:xfrm>
          <a:prstGeom prst="line">
            <a:avLst/>
          </a:prstGeom>
          <a:noFill/>
          <a:ln w="25400">
            <a:solidFill>
              <a:srgbClr val="C44F4F"/>
            </a:solidFill>
            <a:prstDash val="solid"/>
            <a:headEnd type="none"/>
            <a:tailEnd type="none"/>
          </a:ln>
        </p:spPr>
      </p:sp>
      <p:sp>
        <p:nvSpPr>
          <p:cNvPr id="1978" name="Shape 1976"/>
          <p:cNvSpPr/>
          <p:nvPr/>
        </p:nvSpPr>
        <p:spPr>
          <a:xfrm>
            <a:off x="2461870" y="2952275"/>
            <a:ext cx="127406" cy="0"/>
          </a:xfrm>
          <a:prstGeom prst="line">
            <a:avLst/>
          </a:prstGeom>
          <a:noFill/>
          <a:ln w="25400">
            <a:solidFill>
              <a:srgbClr val="C44F4F"/>
            </a:solidFill>
            <a:prstDash val="solid"/>
            <a:headEnd type="none"/>
            <a:tailEnd type="none"/>
          </a:ln>
        </p:spPr>
      </p:sp>
      <p:sp>
        <p:nvSpPr>
          <p:cNvPr id="1979" name="Shape 1977"/>
          <p:cNvSpPr/>
          <p:nvPr/>
        </p:nvSpPr>
        <p:spPr>
          <a:xfrm>
            <a:off x="2586533" y="2949532"/>
            <a:ext cx="0" cy="62803"/>
          </a:xfrm>
          <a:prstGeom prst="line">
            <a:avLst/>
          </a:prstGeom>
          <a:noFill/>
          <a:ln w="25400">
            <a:solidFill>
              <a:srgbClr val="C44F4F"/>
            </a:solidFill>
            <a:prstDash val="solid"/>
            <a:headEnd type="none"/>
            <a:tailEnd type="none"/>
          </a:ln>
        </p:spPr>
      </p:sp>
      <p:sp>
        <p:nvSpPr>
          <p:cNvPr id="1980" name="Shape 1978"/>
          <p:cNvSpPr/>
          <p:nvPr/>
        </p:nvSpPr>
        <p:spPr>
          <a:xfrm>
            <a:off x="2586533" y="3009591"/>
            <a:ext cx="127407" cy="0"/>
          </a:xfrm>
          <a:prstGeom prst="line">
            <a:avLst/>
          </a:prstGeom>
          <a:noFill/>
          <a:ln w="25400">
            <a:solidFill>
              <a:srgbClr val="C44F4F"/>
            </a:solidFill>
            <a:prstDash val="solid"/>
            <a:headEnd type="none"/>
            <a:tailEnd type="none"/>
          </a:ln>
        </p:spPr>
      </p:sp>
      <p:sp>
        <p:nvSpPr>
          <p:cNvPr id="1981" name="Shape 1979"/>
          <p:cNvSpPr/>
          <p:nvPr/>
        </p:nvSpPr>
        <p:spPr>
          <a:xfrm>
            <a:off x="2711196" y="3006848"/>
            <a:ext cx="0" cy="60091"/>
          </a:xfrm>
          <a:prstGeom prst="line">
            <a:avLst/>
          </a:prstGeom>
          <a:noFill/>
          <a:ln w="25400">
            <a:solidFill>
              <a:srgbClr val="C44F4F"/>
            </a:solidFill>
            <a:prstDash val="solid"/>
            <a:headEnd type="none"/>
            <a:tailEnd type="none"/>
          </a:ln>
        </p:spPr>
      </p:sp>
      <p:sp>
        <p:nvSpPr>
          <p:cNvPr id="1982" name="Shape 1980"/>
          <p:cNvSpPr/>
          <p:nvPr/>
        </p:nvSpPr>
        <p:spPr>
          <a:xfrm>
            <a:off x="2711196" y="3064196"/>
            <a:ext cx="127407" cy="0"/>
          </a:xfrm>
          <a:prstGeom prst="line">
            <a:avLst/>
          </a:prstGeom>
          <a:noFill/>
          <a:ln w="25400">
            <a:solidFill>
              <a:srgbClr val="C44F4F"/>
            </a:solidFill>
            <a:prstDash val="solid"/>
            <a:headEnd type="none"/>
            <a:tailEnd type="none"/>
          </a:ln>
        </p:spPr>
      </p:sp>
      <p:sp>
        <p:nvSpPr>
          <p:cNvPr id="1983" name="Shape 1981"/>
          <p:cNvSpPr/>
          <p:nvPr/>
        </p:nvSpPr>
        <p:spPr>
          <a:xfrm>
            <a:off x="2835859" y="3061452"/>
            <a:ext cx="0" cy="58637"/>
          </a:xfrm>
          <a:prstGeom prst="line">
            <a:avLst/>
          </a:prstGeom>
          <a:noFill/>
          <a:ln w="25400">
            <a:solidFill>
              <a:srgbClr val="C44F4F"/>
            </a:solidFill>
            <a:prstDash val="solid"/>
            <a:headEnd type="none"/>
            <a:tailEnd type="none"/>
          </a:ln>
        </p:spPr>
      </p:sp>
      <p:sp>
        <p:nvSpPr>
          <p:cNvPr id="1984" name="Shape 1982"/>
          <p:cNvSpPr/>
          <p:nvPr/>
        </p:nvSpPr>
        <p:spPr>
          <a:xfrm>
            <a:off x="2835859" y="3117347"/>
            <a:ext cx="127406" cy="0"/>
          </a:xfrm>
          <a:prstGeom prst="line">
            <a:avLst/>
          </a:prstGeom>
          <a:noFill/>
          <a:ln w="25400">
            <a:solidFill>
              <a:srgbClr val="C44F4F"/>
            </a:solidFill>
            <a:prstDash val="solid"/>
            <a:headEnd type="none"/>
            <a:tailEnd type="none"/>
          </a:ln>
        </p:spPr>
      </p:sp>
      <p:sp>
        <p:nvSpPr>
          <p:cNvPr id="1985" name="Shape 1983"/>
          <p:cNvSpPr/>
          <p:nvPr/>
        </p:nvSpPr>
        <p:spPr>
          <a:xfrm>
            <a:off x="2960522" y="3114603"/>
            <a:ext cx="0" cy="54246"/>
          </a:xfrm>
          <a:prstGeom prst="line">
            <a:avLst/>
          </a:prstGeom>
          <a:noFill/>
          <a:ln w="25400">
            <a:solidFill>
              <a:srgbClr val="C44F4F"/>
            </a:solidFill>
            <a:prstDash val="solid"/>
            <a:headEnd type="none"/>
            <a:tailEnd type="none"/>
          </a:ln>
        </p:spPr>
      </p:sp>
      <p:sp>
        <p:nvSpPr>
          <p:cNvPr id="1986" name="Shape 1984"/>
          <p:cNvSpPr/>
          <p:nvPr/>
        </p:nvSpPr>
        <p:spPr>
          <a:xfrm>
            <a:off x="2960522" y="3166106"/>
            <a:ext cx="127407" cy="0"/>
          </a:xfrm>
          <a:prstGeom prst="line">
            <a:avLst/>
          </a:prstGeom>
          <a:noFill/>
          <a:ln w="25400">
            <a:solidFill>
              <a:srgbClr val="C44F4F"/>
            </a:solidFill>
            <a:prstDash val="solid"/>
            <a:headEnd type="none"/>
            <a:tailEnd type="none"/>
          </a:ln>
        </p:spPr>
      </p:sp>
      <p:sp>
        <p:nvSpPr>
          <p:cNvPr id="1987" name="Shape 1985"/>
          <p:cNvSpPr/>
          <p:nvPr/>
        </p:nvSpPr>
        <p:spPr>
          <a:xfrm>
            <a:off x="3085186" y="3163363"/>
            <a:ext cx="0" cy="52082"/>
          </a:xfrm>
          <a:prstGeom prst="line">
            <a:avLst/>
          </a:prstGeom>
          <a:noFill/>
          <a:ln w="25400">
            <a:solidFill>
              <a:srgbClr val="C44F4F"/>
            </a:solidFill>
            <a:prstDash val="solid"/>
            <a:headEnd type="none"/>
            <a:tailEnd type="none"/>
          </a:ln>
        </p:spPr>
      </p:sp>
      <p:sp>
        <p:nvSpPr>
          <p:cNvPr id="1988" name="Shape 1986"/>
          <p:cNvSpPr/>
          <p:nvPr/>
        </p:nvSpPr>
        <p:spPr>
          <a:xfrm>
            <a:off x="3085186" y="3212702"/>
            <a:ext cx="127407" cy="0"/>
          </a:xfrm>
          <a:prstGeom prst="line">
            <a:avLst/>
          </a:prstGeom>
          <a:noFill/>
          <a:ln w="25400">
            <a:solidFill>
              <a:srgbClr val="C44F4F"/>
            </a:solidFill>
            <a:prstDash val="solid"/>
            <a:headEnd type="none"/>
            <a:tailEnd type="none"/>
          </a:ln>
        </p:spPr>
      </p:sp>
      <p:sp>
        <p:nvSpPr>
          <p:cNvPr id="1989" name="Shape 1987"/>
          <p:cNvSpPr/>
          <p:nvPr/>
        </p:nvSpPr>
        <p:spPr>
          <a:xfrm>
            <a:off x="3209849" y="3209959"/>
            <a:ext cx="0" cy="53794"/>
          </a:xfrm>
          <a:prstGeom prst="line">
            <a:avLst/>
          </a:prstGeom>
          <a:noFill/>
          <a:ln w="25400">
            <a:solidFill>
              <a:srgbClr val="C44F4F"/>
            </a:solidFill>
            <a:prstDash val="solid"/>
            <a:headEnd type="none"/>
            <a:tailEnd type="none"/>
          </a:ln>
        </p:spPr>
      </p:sp>
      <p:sp>
        <p:nvSpPr>
          <p:cNvPr id="1990" name="Shape 1988"/>
          <p:cNvSpPr/>
          <p:nvPr/>
        </p:nvSpPr>
        <p:spPr>
          <a:xfrm>
            <a:off x="3209849" y="3261010"/>
            <a:ext cx="127406" cy="0"/>
          </a:xfrm>
          <a:prstGeom prst="line">
            <a:avLst/>
          </a:prstGeom>
          <a:noFill/>
          <a:ln w="25400">
            <a:solidFill>
              <a:srgbClr val="C44F4F"/>
            </a:solidFill>
            <a:prstDash val="solid"/>
            <a:headEnd type="none"/>
            <a:tailEnd type="none"/>
          </a:ln>
        </p:spPr>
      </p:sp>
      <p:sp>
        <p:nvSpPr>
          <p:cNvPr id="1991" name="Shape 1989"/>
          <p:cNvSpPr/>
          <p:nvPr/>
        </p:nvSpPr>
        <p:spPr>
          <a:xfrm>
            <a:off x="3334512" y="3258266"/>
            <a:ext cx="0" cy="56732"/>
          </a:xfrm>
          <a:prstGeom prst="line">
            <a:avLst/>
          </a:prstGeom>
          <a:noFill/>
          <a:ln w="25400">
            <a:solidFill>
              <a:srgbClr val="C44F4F"/>
            </a:solidFill>
            <a:prstDash val="solid"/>
            <a:headEnd type="none"/>
            <a:tailEnd type="none"/>
          </a:ln>
        </p:spPr>
      </p:sp>
      <p:sp>
        <p:nvSpPr>
          <p:cNvPr id="1992" name="Shape 1990"/>
          <p:cNvSpPr/>
          <p:nvPr/>
        </p:nvSpPr>
        <p:spPr>
          <a:xfrm>
            <a:off x="3334512" y="3312255"/>
            <a:ext cx="127407" cy="0"/>
          </a:xfrm>
          <a:prstGeom prst="line">
            <a:avLst/>
          </a:prstGeom>
          <a:noFill/>
          <a:ln w="25400">
            <a:solidFill>
              <a:srgbClr val="C44F4F"/>
            </a:solidFill>
            <a:prstDash val="solid"/>
            <a:headEnd type="none"/>
            <a:tailEnd type="none"/>
          </a:ln>
        </p:spPr>
      </p:sp>
      <p:sp>
        <p:nvSpPr>
          <p:cNvPr id="1993" name="Shape 1991"/>
          <p:cNvSpPr/>
          <p:nvPr/>
        </p:nvSpPr>
        <p:spPr>
          <a:xfrm>
            <a:off x="3459175" y="3309512"/>
            <a:ext cx="0" cy="56926"/>
          </a:xfrm>
          <a:prstGeom prst="line">
            <a:avLst/>
          </a:prstGeom>
          <a:noFill/>
          <a:ln w="25400">
            <a:solidFill>
              <a:srgbClr val="C44F4F"/>
            </a:solidFill>
            <a:prstDash val="solid"/>
            <a:headEnd type="none"/>
            <a:tailEnd type="none"/>
          </a:ln>
        </p:spPr>
      </p:sp>
      <p:sp>
        <p:nvSpPr>
          <p:cNvPr id="1994" name="Shape 1992"/>
          <p:cNvSpPr/>
          <p:nvPr/>
        </p:nvSpPr>
        <p:spPr>
          <a:xfrm>
            <a:off x="3459175" y="3363695"/>
            <a:ext cx="127407" cy="0"/>
          </a:xfrm>
          <a:prstGeom prst="line">
            <a:avLst/>
          </a:prstGeom>
          <a:noFill/>
          <a:ln w="25400">
            <a:solidFill>
              <a:srgbClr val="C44F4F"/>
            </a:solidFill>
            <a:prstDash val="solid"/>
            <a:headEnd type="none"/>
            <a:tailEnd type="none"/>
          </a:ln>
        </p:spPr>
      </p:sp>
      <p:sp>
        <p:nvSpPr>
          <p:cNvPr id="1995" name="Shape 1993"/>
          <p:cNvSpPr/>
          <p:nvPr/>
        </p:nvSpPr>
        <p:spPr>
          <a:xfrm>
            <a:off x="3583839" y="3360952"/>
            <a:ext cx="0" cy="57507"/>
          </a:xfrm>
          <a:prstGeom prst="line">
            <a:avLst/>
          </a:prstGeom>
          <a:noFill/>
          <a:ln w="25400">
            <a:solidFill>
              <a:srgbClr val="C44F4F"/>
            </a:solidFill>
            <a:prstDash val="solid"/>
            <a:headEnd type="none"/>
            <a:tailEnd type="none"/>
          </a:ln>
        </p:spPr>
      </p:sp>
      <p:sp>
        <p:nvSpPr>
          <p:cNvPr id="1996" name="Shape 1994"/>
          <p:cNvSpPr/>
          <p:nvPr/>
        </p:nvSpPr>
        <p:spPr>
          <a:xfrm>
            <a:off x="3583839" y="3415716"/>
            <a:ext cx="127406" cy="0"/>
          </a:xfrm>
          <a:prstGeom prst="line">
            <a:avLst/>
          </a:prstGeom>
          <a:noFill/>
          <a:ln w="25400">
            <a:solidFill>
              <a:srgbClr val="C44F4F"/>
            </a:solidFill>
            <a:prstDash val="solid"/>
            <a:headEnd type="none"/>
            <a:tailEnd type="none"/>
          </a:ln>
        </p:spPr>
      </p:sp>
      <p:sp>
        <p:nvSpPr>
          <p:cNvPr id="1997" name="Shape 1995"/>
          <p:cNvSpPr/>
          <p:nvPr/>
        </p:nvSpPr>
        <p:spPr>
          <a:xfrm>
            <a:off x="3708501" y="3412973"/>
            <a:ext cx="0" cy="58960"/>
          </a:xfrm>
          <a:prstGeom prst="line">
            <a:avLst/>
          </a:prstGeom>
          <a:noFill/>
          <a:ln w="25400">
            <a:solidFill>
              <a:srgbClr val="C44F4F"/>
            </a:solidFill>
            <a:prstDash val="solid"/>
            <a:headEnd type="none"/>
            <a:tailEnd type="none"/>
          </a:ln>
        </p:spPr>
      </p:sp>
      <p:sp>
        <p:nvSpPr>
          <p:cNvPr id="1998" name="Shape 1996"/>
          <p:cNvSpPr/>
          <p:nvPr/>
        </p:nvSpPr>
        <p:spPr>
          <a:xfrm>
            <a:off x="3708501" y="3469190"/>
            <a:ext cx="127407" cy="0"/>
          </a:xfrm>
          <a:prstGeom prst="line">
            <a:avLst/>
          </a:prstGeom>
          <a:noFill/>
          <a:ln w="25400">
            <a:solidFill>
              <a:srgbClr val="C44F4F"/>
            </a:solidFill>
            <a:prstDash val="solid"/>
            <a:headEnd type="none"/>
            <a:tailEnd type="none"/>
          </a:ln>
        </p:spPr>
      </p:sp>
      <p:sp>
        <p:nvSpPr>
          <p:cNvPr id="1999" name="Shape 1997"/>
          <p:cNvSpPr/>
          <p:nvPr/>
        </p:nvSpPr>
        <p:spPr>
          <a:xfrm>
            <a:off x="3833165" y="3466447"/>
            <a:ext cx="0" cy="55602"/>
          </a:xfrm>
          <a:prstGeom prst="line">
            <a:avLst/>
          </a:prstGeom>
          <a:noFill/>
          <a:ln w="25400">
            <a:solidFill>
              <a:srgbClr val="C44F4F"/>
            </a:solidFill>
            <a:prstDash val="solid"/>
            <a:headEnd type="none"/>
            <a:tailEnd type="none"/>
          </a:ln>
        </p:spPr>
      </p:sp>
      <p:sp>
        <p:nvSpPr>
          <p:cNvPr id="2000" name="Shape 1998"/>
          <p:cNvSpPr/>
          <p:nvPr/>
        </p:nvSpPr>
        <p:spPr>
          <a:xfrm>
            <a:off x="3833165" y="3519306"/>
            <a:ext cx="127407" cy="0"/>
          </a:xfrm>
          <a:prstGeom prst="line">
            <a:avLst/>
          </a:prstGeom>
          <a:noFill/>
          <a:ln w="25400">
            <a:solidFill>
              <a:srgbClr val="C44F4F"/>
            </a:solidFill>
            <a:prstDash val="solid"/>
            <a:headEnd type="none"/>
            <a:tailEnd type="none"/>
          </a:ln>
        </p:spPr>
      </p:sp>
      <p:sp>
        <p:nvSpPr>
          <p:cNvPr id="2001" name="Shape 1999"/>
          <p:cNvSpPr/>
          <p:nvPr/>
        </p:nvSpPr>
        <p:spPr>
          <a:xfrm>
            <a:off x="3957828" y="3516562"/>
            <a:ext cx="0" cy="56861"/>
          </a:xfrm>
          <a:prstGeom prst="line">
            <a:avLst/>
          </a:prstGeom>
          <a:noFill/>
          <a:ln w="25400">
            <a:solidFill>
              <a:srgbClr val="C44F4F"/>
            </a:solidFill>
            <a:prstDash val="solid"/>
            <a:headEnd type="none"/>
            <a:tailEnd type="none"/>
          </a:ln>
        </p:spPr>
      </p:sp>
      <p:sp>
        <p:nvSpPr>
          <p:cNvPr id="2002" name="Shape 2000"/>
          <p:cNvSpPr/>
          <p:nvPr/>
        </p:nvSpPr>
        <p:spPr>
          <a:xfrm>
            <a:off x="3957828" y="3570681"/>
            <a:ext cx="127406" cy="0"/>
          </a:xfrm>
          <a:prstGeom prst="line">
            <a:avLst/>
          </a:prstGeom>
          <a:noFill/>
          <a:ln w="25400">
            <a:solidFill>
              <a:srgbClr val="C44F4F"/>
            </a:solidFill>
            <a:prstDash val="solid"/>
            <a:headEnd type="none"/>
            <a:tailEnd type="none"/>
          </a:ln>
        </p:spPr>
      </p:sp>
      <p:sp>
        <p:nvSpPr>
          <p:cNvPr id="2003" name="Shape 2001"/>
          <p:cNvSpPr/>
          <p:nvPr/>
        </p:nvSpPr>
        <p:spPr>
          <a:xfrm>
            <a:off x="4082491" y="3567938"/>
            <a:ext cx="0" cy="61673"/>
          </a:xfrm>
          <a:prstGeom prst="line">
            <a:avLst/>
          </a:prstGeom>
          <a:noFill/>
          <a:ln w="25400">
            <a:solidFill>
              <a:srgbClr val="C44F4F"/>
            </a:solidFill>
            <a:prstDash val="solid"/>
            <a:headEnd type="none"/>
            <a:tailEnd type="none"/>
          </a:ln>
        </p:spPr>
      </p:sp>
      <p:sp>
        <p:nvSpPr>
          <p:cNvPr id="2004" name="Shape 2002"/>
          <p:cNvSpPr/>
          <p:nvPr/>
        </p:nvSpPr>
        <p:spPr>
          <a:xfrm>
            <a:off x="4082491" y="3626867"/>
            <a:ext cx="127407" cy="0"/>
          </a:xfrm>
          <a:prstGeom prst="line">
            <a:avLst/>
          </a:prstGeom>
          <a:noFill/>
          <a:ln w="25400">
            <a:solidFill>
              <a:srgbClr val="C44F4F"/>
            </a:solidFill>
            <a:prstDash val="solid"/>
            <a:headEnd type="none"/>
            <a:tailEnd type="none"/>
          </a:ln>
        </p:spPr>
      </p:sp>
      <p:sp>
        <p:nvSpPr>
          <p:cNvPr id="2005" name="Shape 2003"/>
          <p:cNvSpPr/>
          <p:nvPr/>
        </p:nvSpPr>
        <p:spPr>
          <a:xfrm>
            <a:off x="4207154" y="3624124"/>
            <a:ext cx="0" cy="62448"/>
          </a:xfrm>
          <a:prstGeom prst="line">
            <a:avLst/>
          </a:prstGeom>
          <a:noFill/>
          <a:ln w="25400">
            <a:solidFill>
              <a:srgbClr val="C44F4F"/>
            </a:solidFill>
            <a:prstDash val="solid"/>
            <a:headEnd type="none"/>
            <a:tailEnd type="none"/>
          </a:ln>
        </p:spPr>
      </p:sp>
      <p:sp>
        <p:nvSpPr>
          <p:cNvPr id="2006" name="Shape 2004"/>
          <p:cNvSpPr/>
          <p:nvPr/>
        </p:nvSpPr>
        <p:spPr>
          <a:xfrm>
            <a:off x="4207154" y="3683829"/>
            <a:ext cx="127407" cy="0"/>
          </a:xfrm>
          <a:prstGeom prst="line">
            <a:avLst/>
          </a:prstGeom>
          <a:noFill/>
          <a:ln w="25400">
            <a:solidFill>
              <a:srgbClr val="C44F4F"/>
            </a:solidFill>
            <a:prstDash val="solid"/>
            <a:headEnd type="none"/>
            <a:tailEnd type="none"/>
          </a:ln>
        </p:spPr>
      </p:sp>
      <p:sp>
        <p:nvSpPr>
          <p:cNvPr id="2007" name="Shape 2005"/>
          <p:cNvSpPr/>
          <p:nvPr/>
        </p:nvSpPr>
        <p:spPr>
          <a:xfrm>
            <a:off x="4331818" y="3681085"/>
            <a:ext cx="0" cy="59380"/>
          </a:xfrm>
          <a:prstGeom prst="line">
            <a:avLst/>
          </a:prstGeom>
          <a:noFill/>
          <a:ln w="25400">
            <a:solidFill>
              <a:srgbClr val="C44F4F"/>
            </a:solidFill>
            <a:prstDash val="solid"/>
            <a:headEnd type="none"/>
            <a:tailEnd type="none"/>
          </a:ln>
        </p:spPr>
      </p:sp>
      <p:sp>
        <p:nvSpPr>
          <p:cNvPr id="2008" name="Shape 2006"/>
          <p:cNvSpPr/>
          <p:nvPr/>
        </p:nvSpPr>
        <p:spPr>
          <a:xfrm>
            <a:off x="4331818" y="3737722"/>
            <a:ext cx="127406" cy="0"/>
          </a:xfrm>
          <a:prstGeom prst="line">
            <a:avLst/>
          </a:prstGeom>
          <a:noFill/>
          <a:ln w="25400">
            <a:solidFill>
              <a:srgbClr val="C44F4F"/>
            </a:solidFill>
            <a:prstDash val="solid"/>
            <a:headEnd type="none"/>
            <a:tailEnd type="none"/>
          </a:ln>
        </p:spPr>
      </p:sp>
      <p:sp>
        <p:nvSpPr>
          <p:cNvPr id="2009" name="Shape 2007"/>
          <p:cNvSpPr/>
          <p:nvPr/>
        </p:nvSpPr>
        <p:spPr>
          <a:xfrm>
            <a:off x="4456481" y="3734979"/>
            <a:ext cx="0" cy="56054"/>
          </a:xfrm>
          <a:prstGeom prst="line">
            <a:avLst/>
          </a:prstGeom>
          <a:noFill/>
          <a:ln w="25400">
            <a:solidFill>
              <a:srgbClr val="C44F4F"/>
            </a:solidFill>
            <a:prstDash val="solid"/>
            <a:headEnd type="none"/>
            <a:tailEnd type="none"/>
          </a:ln>
        </p:spPr>
      </p:sp>
      <p:sp>
        <p:nvSpPr>
          <p:cNvPr id="2010" name="Shape 2008"/>
          <p:cNvSpPr/>
          <p:nvPr/>
        </p:nvSpPr>
        <p:spPr>
          <a:xfrm>
            <a:off x="4456481" y="3788290"/>
            <a:ext cx="127407" cy="0"/>
          </a:xfrm>
          <a:prstGeom prst="line">
            <a:avLst/>
          </a:prstGeom>
          <a:noFill/>
          <a:ln w="25400">
            <a:solidFill>
              <a:srgbClr val="C44F4F"/>
            </a:solidFill>
            <a:prstDash val="solid"/>
            <a:headEnd type="none"/>
            <a:tailEnd type="none"/>
          </a:ln>
        </p:spPr>
      </p:sp>
      <p:sp>
        <p:nvSpPr>
          <p:cNvPr id="2011" name="Shape 2009"/>
          <p:cNvSpPr/>
          <p:nvPr/>
        </p:nvSpPr>
        <p:spPr>
          <a:xfrm>
            <a:off x="4581144" y="3785547"/>
            <a:ext cx="0" cy="56248"/>
          </a:xfrm>
          <a:prstGeom prst="line">
            <a:avLst/>
          </a:prstGeom>
          <a:noFill/>
          <a:ln w="25400">
            <a:solidFill>
              <a:srgbClr val="C44F4F"/>
            </a:solidFill>
            <a:prstDash val="solid"/>
            <a:headEnd type="none"/>
            <a:tailEnd type="none"/>
          </a:ln>
        </p:spPr>
      </p:sp>
      <p:sp>
        <p:nvSpPr>
          <p:cNvPr id="2012" name="Shape 2010"/>
          <p:cNvSpPr/>
          <p:nvPr/>
        </p:nvSpPr>
        <p:spPr>
          <a:xfrm>
            <a:off x="4581144" y="3839052"/>
            <a:ext cx="127407" cy="0"/>
          </a:xfrm>
          <a:prstGeom prst="line">
            <a:avLst/>
          </a:prstGeom>
          <a:noFill/>
          <a:ln w="25400">
            <a:solidFill>
              <a:srgbClr val="C44F4F"/>
            </a:solidFill>
            <a:prstDash val="solid"/>
            <a:headEnd type="none"/>
            <a:tailEnd type="none"/>
          </a:ln>
        </p:spPr>
      </p:sp>
      <p:sp>
        <p:nvSpPr>
          <p:cNvPr id="2013" name="Shape 2011"/>
          <p:cNvSpPr/>
          <p:nvPr/>
        </p:nvSpPr>
        <p:spPr>
          <a:xfrm>
            <a:off x="4705807" y="3836309"/>
            <a:ext cx="0" cy="55796"/>
          </a:xfrm>
          <a:prstGeom prst="line">
            <a:avLst/>
          </a:prstGeom>
          <a:noFill/>
          <a:ln w="25400">
            <a:solidFill>
              <a:srgbClr val="C44F4F"/>
            </a:solidFill>
            <a:prstDash val="solid"/>
            <a:headEnd type="none"/>
            <a:tailEnd type="none"/>
          </a:ln>
        </p:spPr>
      </p:sp>
      <p:sp>
        <p:nvSpPr>
          <p:cNvPr id="2014" name="Shape 2012"/>
          <p:cNvSpPr/>
          <p:nvPr/>
        </p:nvSpPr>
        <p:spPr>
          <a:xfrm>
            <a:off x="4705807" y="3889361"/>
            <a:ext cx="127406" cy="0"/>
          </a:xfrm>
          <a:prstGeom prst="line">
            <a:avLst/>
          </a:prstGeom>
          <a:noFill/>
          <a:ln w="25400">
            <a:solidFill>
              <a:srgbClr val="C44F4F"/>
            </a:solidFill>
            <a:prstDash val="solid"/>
            <a:headEnd type="none"/>
            <a:tailEnd type="none"/>
          </a:ln>
        </p:spPr>
      </p:sp>
      <p:sp>
        <p:nvSpPr>
          <p:cNvPr id="2015" name="Shape 2013"/>
          <p:cNvSpPr/>
          <p:nvPr/>
        </p:nvSpPr>
        <p:spPr>
          <a:xfrm>
            <a:off x="4830470" y="3886618"/>
            <a:ext cx="0" cy="51889"/>
          </a:xfrm>
          <a:prstGeom prst="line">
            <a:avLst/>
          </a:prstGeom>
          <a:noFill/>
          <a:ln w="25400">
            <a:solidFill>
              <a:srgbClr val="C44F4F"/>
            </a:solidFill>
            <a:prstDash val="solid"/>
            <a:headEnd type="none"/>
            <a:tailEnd type="none"/>
          </a:ln>
        </p:spPr>
      </p:sp>
      <p:sp>
        <p:nvSpPr>
          <p:cNvPr id="2016" name="Shape 2014"/>
          <p:cNvSpPr/>
          <p:nvPr/>
        </p:nvSpPr>
        <p:spPr>
          <a:xfrm>
            <a:off x="4830470" y="3935763"/>
            <a:ext cx="127407" cy="0"/>
          </a:xfrm>
          <a:prstGeom prst="line">
            <a:avLst/>
          </a:prstGeom>
          <a:noFill/>
          <a:ln w="25400">
            <a:solidFill>
              <a:srgbClr val="C44F4F"/>
            </a:solidFill>
            <a:prstDash val="solid"/>
            <a:headEnd type="none"/>
            <a:tailEnd type="none"/>
          </a:ln>
        </p:spPr>
      </p:sp>
      <p:sp>
        <p:nvSpPr>
          <p:cNvPr id="2017" name="Shape 2015"/>
          <p:cNvSpPr/>
          <p:nvPr/>
        </p:nvSpPr>
        <p:spPr>
          <a:xfrm>
            <a:off x="4955134" y="3933020"/>
            <a:ext cx="0" cy="52922"/>
          </a:xfrm>
          <a:prstGeom prst="line">
            <a:avLst/>
          </a:prstGeom>
          <a:noFill/>
          <a:ln w="25400">
            <a:solidFill>
              <a:srgbClr val="C44F4F"/>
            </a:solidFill>
            <a:prstDash val="solid"/>
            <a:headEnd type="none"/>
            <a:tailEnd type="none"/>
          </a:ln>
        </p:spPr>
      </p:sp>
      <p:sp>
        <p:nvSpPr>
          <p:cNvPr id="2018" name="Shape 2016"/>
          <p:cNvSpPr/>
          <p:nvPr/>
        </p:nvSpPr>
        <p:spPr>
          <a:xfrm>
            <a:off x="4955134" y="3983199"/>
            <a:ext cx="127407" cy="0"/>
          </a:xfrm>
          <a:prstGeom prst="line">
            <a:avLst/>
          </a:prstGeom>
          <a:noFill/>
          <a:ln w="25400">
            <a:solidFill>
              <a:srgbClr val="C44F4F"/>
            </a:solidFill>
            <a:prstDash val="solid"/>
            <a:headEnd type="none"/>
            <a:tailEnd type="none"/>
          </a:ln>
        </p:spPr>
      </p:sp>
      <p:sp>
        <p:nvSpPr>
          <p:cNvPr id="2019" name="Shape 2017"/>
          <p:cNvSpPr/>
          <p:nvPr/>
        </p:nvSpPr>
        <p:spPr>
          <a:xfrm>
            <a:off x="5079797" y="3980456"/>
            <a:ext cx="0" cy="53568"/>
          </a:xfrm>
          <a:prstGeom prst="line">
            <a:avLst/>
          </a:prstGeom>
          <a:noFill/>
          <a:ln w="25400">
            <a:solidFill>
              <a:srgbClr val="C44F4F"/>
            </a:solidFill>
            <a:prstDash val="solid"/>
            <a:headEnd type="none"/>
            <a:tailEnd type="none"/>
          </a:ln>
        </p:spPr>
      </p:sp>
      <p:sp>
        <p:nvSpPr>
          <p:cNvPr id="2020" name="Shape 2018"/>
          <p:cNvSpPr/>
          <p:nvPr/>
        </p:nvSpPr>
        <p:spPr>
          <a:xfrm>
            <a:off x="5079797" y="4031280"/>
            <a:ext cx="127406" cy="0"/>
          </a:xfrm>
          <a:prstGeom prst="line">
            <a:avLst/>
          </a:prstGeom>
          <a:noFill/>
          <a:ln w="25400">
            <a:solidFill>
              <a:srgbClr val="C44F4F"/>
            </a:solidFill>
            <a:prstDash val="solid"/>
            <a:headEnd type="none"/>
            <a:tailEnd type="none"/>
          </a:ln>
        </p:spPr>
      </p:sp>
      <p:sp>
        <p:nvSpPr>
          <p:cNvPr id="2021" name="Shape 2019"/>
          <p:cNvSpPr/>
          <p:nvPr/>
        </p:nvSpPr>
        <p:spPr>
          <a:xfrm>
            <a:off x="5204460" y="4028537"/>
            <a:ext cx="0" cy="52825"/>
          </a:xfrm>
          <a:prstGeom prst="line">
            <a:avLst/>
          </a:prstGeom>
          <a:noFill/>
          <a:ln w="25400">
            <a:solidFill>
              <a:srgbClr val="C44F4F"/>
            </a:solidFill>
            <a:prstDash val="solid"/>
            <a:headEnd type="none"/>
            <a:tailEnd type="none"/>
          </a:ln>
        </p:spPr>
      </p:sp>
      <p:sp>
        <p:nvSpPr>
          <p:cNvPr id="2022" name="Shape 2020"/>
          <p:cNvSpPr/>
          <p:nvPr/>
        </p:nvSpPr>
        <p:spPr>
          <a:xfrm>
            <a:off x="5204460" y="4078619"/>
            <a:ext cx="127407" cy="0"/>
          </a:xfrm>
          <a:prstGeom prst="line">
            <a:avLst/>
          </a:prstGeom>
          <a:noFill/>
          <a:ln w="25400">
            <a:solidFill>
              <a:srgbClr val="C44F4F"/>
            </a:solidFill>
            <a:prstDash val="solid"/>
            <a:headEnd type="none"/>
            <a:tailEnd type="none"/>
          </a:ln>
        </p:spPr>
      </p:sp>
      <p:sp>
        <p:nvSpPr>
          <p:cNvPr id="2023" name="Shape 2021"/>
          <p:cNvSpPr/>
          <p:nvPr/>
        </p:nvSpPr>
        <p:spPr>
          <a:xfrm>
            <a:off x="5329123" y="4075876"/>
            <a:ext cx="0" cy="53632"/>
          </a:xfrm>
          <a:prstGeom prst="line">
            <a:avLst/>
          </a:prstGeom>
          <a:noFill/>
          <a:ln w="25400">
            <a:solidFill>
              <a:srgbClr val="C44F4F"/>
            </a:solidFill>
            <a:prstDash val="solid"/>
            <a:headEnd type="none"/>
            <a:tailEnd type="none"/>
          </a:ln>
        </p:spPr>
      </p:sp>
      <p:sp>
        <p:nvSpPr>
          <p:cNvPr id="2024" name="Shape 2022"/>
          <p:cNvSpPr/>
          <p:nvPr/>
        </p:nvSpPr>
        <p:spPr>
          <a:xfrm>
            <a:off x="5329123" y="4126765"/>
            <a:ext cx="127407" cy="0"/>
          </a:xfrm>
          <a:prstGeom prst="line">
            <a:avLst/>
          </a:prstGeom>
          <a:noFill/>
          <a:ln w="25400">
            <a:solidFill>
              <a:srgbClr val="C44F4F"/>
            </a:solidFill>
            <a:prstDash val="solid"/>
            <a:headEnd type="none"/>
            <a:tailEnd type="none"/>
          </a:ln>
        </p:spPr>
      </p:sp>
      <p:sp>
        <p:nvSpPr>
          <p:cNvPr id="2025" name="Shape 2023"/>
          <p:cNvSpPr/>
          <p:nvPr/>
        </p:nvSpPr>
        <p:spPr>
          <a:xfrm>
            <a:off x="5453787" y="4124022"/>
            <a:ext cx="0" cy="54989"/>
          </a:xfrm>
          <a:prstGeom prst="line">
            <a:avLst/>
          </a:prstGeom>
          <a:noFill/>
          <a:ln w="25400">
            <a:solidFill>
              <a:srgbClr val="C44F4F"/>
            </a:solidFill>
            <a:prstDash val="solid"/>
            <a:headEnd type="none"/>
            <a:tailEnd type="none"/>
          </a:ln>
        </p:spPr>
      </p:sp>
      <p:sp>
        <p:nvSpPr>
          <p:cNvPr id="2026" name="Shape 2024"/>
          <p:cNvSpPr/>
          <p:nvPr/>
        </p:nvSpPr>
        <p:spPr>
          <a:xfrm>
            <a:off x="5453787" y="4176267"/>
            <a:ext cx="127406" cy="0"/>
          </a:xfrm>
          <a:prstGeom prst="line">
            <a:avLst/>
          </a:prstGeom>
          <a:noFill/>
          <a:ln w="25400">
            <a:solidFill>
              <a:srgbClr val="C44F4F"/>
            </a:solidFill>
            <a:prstDash val="solid"/>
            <a:headEnd type="none"/>
            <a:tailEnd type="none"/>
          </a:ln>
        </p:spPr>
      </p:sp>
      <p:sp>
        <p:nvSpPr>
          <p:cNvPr id="2027" name="Shape 2025"/>
          <p:cNvSpPr/>
          <p:nvPr/>
        </p:nvSpPr>
        <p:spPr>
          <a:xfrm>
            <a:off x="5578449" y="4173524"/>
            <a:ext cx="0" cy="53245"/>
          </a:xfrm>
          <a:prstGeom prst="line">
            <a:avLst/>
          </a:prstGeom>
          <a:noFill/>
          <a:ln w="25400">
            <a:solidFill>
              <a:srgbClr val="C44F4F"/>
            </a:solidFill>
            <a:prstDash val="solid"/>
            <a:headEnd type="none"/>
            <a:tailEnd type="none"/>
          </a:ln>
        </p:spPr>
      </p:sp>
      <p:sp>
        <p:nvSpPr>
          <p:cNvPr id="2028" name="Shape 2026"/>
          <p:cNvSpPr/>
          <p:nvPr/>
        </p:nvSpPr>
        <p:spPr>
          <a:xfrm>
            <a:off x="5578449" y="4224026"/>
            <a:ext cx="127407" cy="0"/>
          </a:xfrm>
          <a:prstGeom prst="line">
            <a:avLst/>
          </a:prstGeom>
          <a:noFill/>
          <a:ln w="25400">
            <a:solidFill>
              <a:srgbClr val="C44F4F"/>
            </a:solidFill>
            <a:prstDash val="solid"/>
            <a:headEnd type="none"/>
            <a:tailEnd type="none"/>
          </a:ln>
        </p:spPr>
      </p:sp>
      <p:sp>
        <p:nvSpPr>
          <p:cNvPr id="2029" name="Shape 2027"/>
          <p:cNvSpPr/>
          <p:nvPr/>
        </p:nvSpPr>
        <p:spPr>
          <a:xfrm>
            <a:off x="5703113" y="4221283"/>
            <a:ext cx="0" cy="52502"/>
          </a:xfrm>
          <a:prstGeom prst="line">
            <a:avLst/>
          </a:prstGeom>
          <a:noFill/>
          <a:ln w="25400">
            <a:solidFill>
              <a:srgbClr val="C44F4F"/>
            </a:solidFill>
            <a:prstDash val="solid"/>
            <a:headEnd type="none"/>
            <a:tailEnd type="none"/>
          </a:ln>
        </p:spPr>
      </p:sp>
      <p:sp>
        <p:nvSpPr>
          <p:cNvPr id="2030" name="Shape 2028"/>
          <p:cNvSpPr/>
          <p:nvPr/>
        </p:nvSpPr>
        <p:spPr>
          <a:xfrm>
            <a:off x="5703113" y="4271041"/>
            <a:ext cx="127407" cy="0"/>
          </a:xfrm>
          <a:prstGeom prst="line">
            <a:avLst/>
          </a:prstGeom>
          <a:noFill/>
          <a:ln w="25400">
            <a:solidFill>
              <a:srgbClr val="C44F4F"/>
            </a:solidFill>
            <a:prstDash val="solid"/>
            <a:headEnd type="none"/>
            <a:tailEnd type="none"/>
          </a:ln>
        </p:spPr>
      </p:sp>
      <p:sp>
        <p:nvSpPr>
          <p:cNvPr id="2031" name="Shape 2029"/>
          <p:cNvSpPr/>
          <p:nvPr/>
        </p:nvSpPr>
        <p:spPr>
          <a:xfrm>
            <a:off x="5827776" y="4268298"/>
            <a:ext cx="0" cy="49596"/>
          </a:xfrm>
          <a:prstGeom prst="line">
            <a:avLst/>
          </a:prstGeom>
          <a:noFill/>
          <a:ln w="25400">
            <a:solidFill>
              <a:srgbClr val="C44F4F"/>
            </a:solidFill>
            <a:prstDash val="solid"/>
            <a:headEnd type="none"/>
            <a:tailEnd type="none"/>
          </a:ln>
        </p:spPr>
      </p:sp>
      <p:sp>
        <p:nvSpPr>
          <p:cNvPr id="2032" name="Shape 2030"/>
          <p:cNvSpPr/>
          <p:nvPr/>
        </p:nvSpPr>
        <p:spPr>
          <a:xfrm>
            <a:off x="5827776" y="4315151"/>
            <a:ext cx="127406" cy="0"/>
          </a:xfrm>
          <a:prstGeom prst="line">
            <a:avLst/>
          </a:prstGeom>
          <a:noFill/>
          <a:ln w="25400">
            <a:solidFill>
              <a:srgbClr val="C44F4F"/>
            </a:solidFill>
            <a:prstDash val="solid"/>
            <a:headEnd type="none"/>
            <a:tailEnd type="none"/>
          </a:ln>
        </p:spPr>
      </p:sp>
      <p:sp>
        <p:nvSpPr>
          <p:cNvPr id="2033" name="Shape 2031"/>
          <p:cNvSpPr/>
          <p:nvPr/>
        </p:nvSpPr>
        <p:spPr>
          <a:xfrm>
            <a:off x="5952439" y="4312408"/>
            <a:ext cx="0" cy="52276"/>
          </a:xfrm>
          <a:prstGeom prst="line">
            <a:avLst/>
          </a:prstGeom>
          <a:noFill/>
          <a:ln w="25400">
            <a:solidFill>
              <a:srgbClr val="C44F4F"/>
            </a:solidFill>
            <a:prstDash val="solid"/>
            <a:headEnd type="none"/>
            <a:tailEnd type="none"/>
          </a:ln>
        </p:spPr>
      </p:sp>
      <p:sp>
        <p:nvSpPr>
          <p:cNvPr id="2034" name="Shape 2032"/>
          <p:cNvSpPr/>
          <p:nvPr/>
        </p:nvSpPr>
        <p:spPr>
          <a:xfrm>
            <a:off x="5952439" y="4361941"/>
            <a:ext cx="127407" cy="0"/>
          </a:xfrm>
          <a:prstGeom prst="line">
            <a:avLst/>
          </a:prstGeom>
          <a:noFill/>
          <a:ln w="25400">
            <a:solidFill>
              <a:srgbClr val="C44F4F"/>
            </a:solidFill>
            <a:prstDash val="solid"/>
            <a:headEnd type="none"/>
            <a:tailEnd type="none"/>
          </a:ln>
        </p:spPr>
      </p:sp>
      <p:sp>
        <p:nvSpPr>
          <p:cNvPr id="2035" name="Shape 2033"/>
          <p:cNvSpPr/>
          <p:nvPr/>
        </p:nvSpPr>
        <p:spPr>
          <a:xfrm>
            <a:off x="6077102" y="4359198"/>
            <a:ext cx="0" cy="53116"/>
          </a:xfrm>
          <a:prstGeom prst="line">
            <a:avLst/>
          </a:prstGeom>
          <a:noFill/>
          <a:ln w="25400">
            <a:solidFill>
              <a:srgbClr val="C44F4F"/>
            </a:solidFill>
            <a:prstDash val="solid"/>
            <a:headEnd type="none"/>
            <a:tailEnd type="none"/>
          </a:ln>
        </p:spPr>
      </p:sp>
      <p:sp>
        <p:nvSpPr>
          <p:cNvPr id="2036" name="Shape 2034"/>
          <p:cNvSpPr/>
          <p:nvPr/>
        </p:nvSpPr>
        <p:spPr>
          <a:xfrm>
            <a:off x="6077102" y="4409570"/>
            <a:ext cx="127407" cy="0"/>
          </a:xfrm>
          <a:prstGeom prst="line">
            <a:avLst/>
          </a:prstGeom>
          <a:noFill/>
          <a:ln w="25400">
            <a:solidFill>
              <a:srgbClr val="C44F4F"/>
            </a:solidFill>
            <a:prstDash val="solid"/>
            <a:headEnd type="none"/>
            <a:tailEnd type="none"/>
          </a:ln>
        </p:spPr>
      </p:sp>
      <p:sp>
        <p:nvSpPr>
          <p:cNvPr id="2037" name="Shape 2035"/>
          <p:cNvSpPr/>
          <p:nvPr/>
        </p:nvSpPr>
        <p:spPr>
          <a:xfrm>
            <a:off x="6201766" y="4406827"/>
            <a:ext cx="0" cy="52179"/>
          </a:xfrm>
          <a:prstGeom prst="line">
            <a:avLst/>
          </a:prstGeom>
          <a:noFill/>
          <a:ln w="25400">
            <a:solidFill>
              <a:srgbClr val="C44F4F"/>
            </a:solidFill>
            <a:prstDash val="solid"/>
            <a:headEnd type="none"/>
            <a:tailEnd type="none"/>
          </a:ln>
        </p:spPr>
      </p:sp>
      <p:sp>
        <p:nvSpPr>
          <p:cNvPr id="2038" name="Shape 2036"/>
          <p:cNvSpPr/>
          <p:nvPr/>
        </p:nvSpPr>
        <p:spPr>
          <a:xfrm>
            <a:off x="6201766" y="4456263"/>
            <a:ext cx="127406" cy="0"/>
          </a:xfrm>
          <a:prstGeom prst="line">
            <a:avLst/>
          </a:prstGeom>
          <a:noFill/>
          <a:ln w="25400">
            <a:solidFill>
              <a:srgbClr val="C44F4F"/>
            </a:solidFill>
            <a:prstDash val="solid"/>
            <a:headEnd type="none"/>
            <a:tailEnd type="none"/>
          </a:ln>
        </p:spPr>
      </p:sp>
      <p:sp>
        <p:nvSpPr>
          <p:cNvPr id="2039" name="Shape 2037"/>
          <p:cNvSpPr/>
          <p:nvPr/>
        </p:nvSpPr>
        <p:spPr>
          <a:xfrm>
            <a:off x="6326429" y="4453520"/>
            <a:ext cx="0" cy="54375"/>
          </a:xfrm>
          <a:prstGeom prst="line">
            <a:avLst/>
          </a:prstGeom>
          <a:noFill/>
          <a:ln w="25400">
            <a:solidFill>
              <a:srgbClr val="C44F4F"/>
            </a:solidFill>
            <a:prstDash val="solid"/>
            <a:headEnd type="none"/>
            <a:tailEnd type="none"/>
          </a:ln>
        </p:spPr>
      </p:sp>
      <p:sp>
        <p:nvSpPr>
          <p:cNvPr id="2040" name="Shape 2038"/>
          <p:cNvSpPr/>
          <p:nvPr/>
        </p:nvSpPr>
        <p:spPr>
          <a:xfrm>
            <a:off x="6326429" y="4505152"/>
            <a:ext cx="127407" cy="0"/>
          </a:xfrm>
          <a:prstGeom prst="line">
            <a:avLst/>
          </a:prstGeom>
          <a:noFill/>
          <a:ln w="25400">
            <a:solidFill>
              <a:srgbClr val="C44F4F"/>
            </a:solidFill>
            <a:prstDash val="solid"/>
            <a:headEnd type="none"/>
            <a:tailEnd type="none"/>
          </a:ln>
        </p:spPr>
      </p:sp>
      <p:sp>
        <p:nvSpPr>
          <p:cNvPr id="2041" name="Shape 2039"/>
          <p:cNvSpPr/>
          <p:nvPr/>
        </p:nvSpPr>
        <p:spPr>
          <a:xfrm>
            <a:off x="6451092" y="4502408"/>
            <a:ext cx="0" cy="50984"/>
          </a:xfrm>
          <a:prstGeom prst="line">
            <a:avLst/>
          </a:prstGeom>
          <a:noFill/>
          <a:ln w="25400">
            <a:solidFill>
              <a:srgbClr val="C44F4F"/>
            </a:solidFill>
            <a:prstDash val="solid"/>
            <a:headEnd type="none"/>
            <a:tailEnd type="none"/>
          </a:ln>
        </p:spPr>
      </p:sp>
      <p:sp>
        <p:nvSpPr>
          <p:cNvPr id="2042" name="Shape 2040"/>
          <p:cNvSpPr/>
          <p:nvPr/>
        </p:nvSpPr>
        <p:spPr>
          <a:xfrm>
            <a:off x="6451092" y="4550650"/>
            <a:ext cx="127407" cy="0"/>
          </a:xfrm>
          <a:prstGeom prst="line">
            <a:avLst/>
          </a:prstGeom>
          <a:noFill/>
          <a:ln w="25400">
            <a:solidFill>
              <a:srgbClr val="C44F4F"/>
            </a:solidFill>
            <a:prstDash val="solid"/>
            <a:headEnd type="none"/>
            <a:tailEnd type="none"/>
          </a:ln>
        </p:spPr>
      </p:sp>
      <p:sp>
        <p:nvSpPr>
          <p:cNvPr id="2043" name="Shape 2041"/>
          <p:cNvSpPr/>
          <p:nvPr/>
        </p:nvSpPr>
        <p:spPr>
          <a:xfrm>
            <a:off x="6575755" y="4547907"/>
            <a:ext cx="0" cy="48595"/>
          </a:xfrm>
          <a:prstGeom prst="line">
            <a:avLst/>
          </a:prstGeom>
          <a:noFill/>
          <a:ln w="25400">
            <a:solidFill>
              <a:srgbClr val="C44F4F"/>
            </a:solidFill>
            <a:prstDash val="solid"/>
            <a:headEnd type="none"/>
            <a:tailEnd type="none"/>
          </a:ln>
        </p:spPr>
      </p:sp>
      <p:sp>
        <p:nvSpPr>
          <p:cNvPr id="2044" name="Shape 2042"/>
          <p:cNvSpPr/>
          <p:nvPr/>
        </p:nvSpPr>
        <p:spPr>
          <a:xfrm>
            <a:off x="6575755" y="4593758"/>
            <a:ext cx="127406" cy="0"/>
          </a:xfrm>
          <a:prstGeom prst="line">
            <a:avLst/>
          </a:prstGeom>
          <a:noFill/>
          <a:ln w="25400">
            <a:solidFill>
              <a:srgbClr val="C44F4F"/>
            </a:solidFill>
            <a:prstDash val="solid"/>
            <a:headEnd type="none"/>
            <a:tailEnd type="none"/>
          </a:ln>
        </p:spPr>
      </p:sp>
      <p:sp>
        <p:nvSpPr>
          <p:cNvPr id="2045" name="Shape 2043"/>
          <p:cNvSpPr/>
          <p:nvPr/>
        </p:nvSpPr>
        <p:spPr>
          <a:xfrm>
            <a:off x="6700418" y="4591015"/>
            <a:ext cx="0" cy="48530"/>
          </a:xfrm>
          <a:prstGeom prst="line">
            <a:avLst/>
          </a:prstGeom>
          <a:noFill/>
          <a:ln w="25400">
            <a:solidFill>
              <a:srgbClr val="C44F4F"/>
            </a:solidFill>
            <a:prstDash val="solid"/>
            <a:headEnd type="none"/>
            <a:tailEnd type="none"/>
          </a:ln>
        </p:spPr>
      </p:sp>
      <p:sp>
        <p:nvSpPr>
          <p:cNvPr id="2046" name="Shape 2044"/>
          <p:cNvSpPr/>
          <p:nvPr/>
        </p:nvSpPr>
        <p:spPr>
          <a:xfrm>
            <a:off x="6700418" y="4636802"/>
            <a:ext cx="127407" cy="0"/>
          </a:xfrm>
          <a:prstGeom prst="line">
            <a:avLst/>
          </a:prstGeom>
          <a:noFill/>
          <a:ln w="25400">
            <a:solidFill>
              <a:srgbClr val="C44F4F"/>
            </a:solidFill>
            <a:prstDash val="solid"/>
            <a:headEnd type="none"/>
            <a:tailEnd type="none"/>
          </a:ln>
        </p:spPr>
      </p:sp>
      <p:sp>
        <p:nvSpPr>
          <p:cNvPr id="2047" name="Shape 2045"/>
          <p:cNvSpPr/>
          <p:nvPr/>
        </p:nvSpPr>
        <p:spPr>
          <a:xfrm>
            <a:off x="6825082" y="4634059"/>
            <a:ext cx="0" cy="47013"/>
          </a:xfrm>
          <a:prstGeom prst="line">
            <a:avLst/>
          </a:prstGeom>
          <a:noFill/>
          <a:ln w="25400">
            <a:solidFill>
              <a:srgbClr val="C44F4F"/>
            </a:solidFill>
            <a:prstDash val="solid"/>
            <a:headEnd type="none"/>
            <a:tailEnd type="none"/>
          </a:ln>
        </p:spPr>
      </p:sp>
      <p:sp>
        <p:nvSpPr>
          <p:cNvPr id="2048" name="Shape 2046"/>
          <p:cNvSpPr/>
          <p:nvPr/>
        </p:nvSpPr>
        <p:spPr>
          <a:xfrm>
            <a:off x="6825082" y="4678329"/>
            <a:ext cx="127407" cy="0"/>
          </a:xfrm>
          <a:prstGeom prst="line">
            <a:avLst/>
          </a:prstGeom>
          <a:noFill/>
          <a:ln w="25400">
            <a:solidFill>
              <a:srgbClr val="C44F4F"/>
            </a:solidFill>
            <a:prstDash val="solid"/>
            <a:headEnd type="none"/>
            <a:tailEnd type="none"/>
          </a:ln>
        </p:spPr>
      </p:sp>
      <p:sp>
        <p:nvSpPr>
          <p:cNvPr id="2049" name="Shape 2047"/>
          <p:cNvSpPr/>
          <p:nvPr/>
        </p:nvSpPr>
        <p:spPr>
          <a:xfrm>
            <a:off x="6949745" y="4675585"/>
            <a:ext cx="0" cy="45463"/>
          </a:xfrm>
          <a:prstGeom prst="line">
            <a:avLst/>
          </a:prstGeom>
          <a:noFill/>
          <a:ln w="25400">
            <a:solidFill>
              <a:srgbClr val="C44F4F"/>
            </a:solidFill>
            <a:prstDash val="solid"/>
            <a:headEnd type="none"/>
            <a:tailEnd type="none"/>
          </a:ln>
        </p:spPr>
      </p:sp>
      <p:sp>
        <p:nvSpPr>
          <p:cNvPr id="2050" name="Shape 2048"/>
          <p:cNvSpPr/>
          <p:nvPr/>
        </p:nvSpPr>
        <p:spPr>
          <a:xfrm>
            <a:off x="6949745" y="4718305"/>
            <a:ext cx="127406" cy="0"/>
          </a:xfrm>
          <a:prstGeom prst="line">
            <a:avLst/>
          </a:prstGeom>
          <a:noFill/>
          <a:ln w="25400">
            <a:solidFill>
              <a:srgbClr val="C44F4F"/>
            </a:solidFill>
            <a:prstDash val="solid"/>
            <a:headEnd type="none"/>
            <a:tailEnd type="none"/>
          </a:ln>
        </p:spPr>
      </p:sp>
      <p:sp>
        <p:nvSpPr>
          <p:cNvPr id="2051" name="Shape 2049"/>
          <p:cNvSpPr/>
          <p:nvPr/>
        </p:nvSpPr>
        <p:spPr>
          <a:xfrm>
            <a:off x="7074408" y="4715562"/>
            <a:ext cx="0" cy="44300"/>
          </a:xfrm>
          <a:prstGeom prst="line">
            <a:avLst/>
          </a:prstGeom>
          <a:noFill/>
          <a:ln w="25400">
            <a:solidFill>
              <a:srgbClr val="C44F4F"/>
            </a:solidFill>
            <a:prstDash val="solid"/>
            <a:headEnd type="none"/>
            <a:tailEnd type="none"/>
          </a:ln>
        </p:spPr>
      </p:sp>
      <p:sp>
        <p:nvSpPr>
          <p:cNvPr id="2052" name="Shape 2050"/>
          <p:cNvSpPr/>
          <p:nvPr/>
        </p:nvSpPr>
        <p:spPr>
          <a:xfrm>
            <a:off x="7074408" y="4757119"/>
            <a:ext cx="127407" cy="0"/>
          </a:xfrm>
          <a:prstGeom prst="line">
            <a:avLst/>
          </a:prstGeom>
          <a:noFill/>
          <a:ln w="25400">
            <a:solidFill>
              <a:srgbClr val="C44F4F"/>
            </a:solidFill>
            <a:prstDash val="solid"/>
            <a:headEnd type="none"/>
            <a:tailEnd type="none"/>
          </a:ln>
        </p:spPr>
      </p:sp>
      <p:sp>
        <p:nvSpPr>
          <p:cNvPr id="2053" name="Shape 2051"/>
          <p:cNvSpPr/>
          <p:nvPr/>
        </p:nvSpPr>
        <p:spPr>
          <a:xfrm>
            <a:off x="7199071" y="4754376"/>
            <a:ext cx="0" cy="42944"/>
          </a:xfrm>
          <a:prstGeom prst="line">
            <a:avLst/>
          </a:prstGeom>
          <a:noFill/>
          <a:ln w="25400">
            <a:solidFill>
              <a:srgbClr val="C44F4F"/>
            </a:solidFill>
            <a:prstDash val="solid"/>
            <a:headEnd type="none"/>
            <a:tailEnd type="none"/>
          </a:ln>
        </p:spPr>
      </p:sp>
      <p:sp>
        <p:nvSpPr>
          <p:cNvPr id="2054" name="Shape 2052"/>
          <p:cNvSpPr/>
          <p:nvPr/>
        </p:nvSpPr>
        <p:spPr>
          <a:xfrm>
            <a:off x="7199071" y="4794576"/>
            <a:ext cx="127407" cy="0"/>
          </a:xfrm>
          <a:prstGeom prst="line">
            <a:avLst/>
          </a:prstGeom>
          <a:noFill/>
          <a:ln w="25400">
            <a:solidFill>
              <a:srgbClr val="C44F4F"/>
            </a:solidFill>
            <a:prstDash val="solid"/>
            <a:headEnd type="none"/>
            <a:tailEnd type="none"/>
          </a:ln>
        </p:spPr>
      </p:sp>
      <p:sp>
        <p:nvSpPr>
          <p:cNvPr id="2055" name="Shape 2053"/>
          <p:cNvSpPr/>
          <p:nvPr/>
        </p:nvSpPr>
        <p:spPr>
          <a:xfrm>
            <a:off x="7323735" y="4791833"/>
            <a:ext cx="0" cy="44042"/>
          </a:xfrm>
          <a:prstGeom prst="line">
            <a:avLst/>
          </a:prstGeom>
          <a:noFill/>
          <a:ln w="25400">
            <a:solidFill>
              <a:srgbClr val="C44F4F"/>
            </a:solidFill>
            <a:prstDash val="solid"/>
            <a:headEnd type="none"/>
            <a:tailEnd type="none"/>
          </a:ln>
        </p:spPr>
      </p:sp>
      <p:sp>
        <p:nvSpPr>
          <p:cNvPr id="2056" name="Shape 2054"/>
          <p:cNvSpPr/>
          <p:nvPr/>
        </p:nvSpPr>
        <p:spPr>
          <a:xfrm>
            <a:off x="7323735" y="4833132"/>
            <a:ext cx="127406" cy="0"/>
          </a:xfrm>
          <a:prstGeom prst="line">
            <a:avLst/>
          </a:prstGeom>
          <a:noFill/>
          <a:ln w="25400">
            <a:solidFill>
              <a:srgbClr val="C44F4F"/>
            </a:solidFill>
            <a:prstDash val="solid"/>
            <a:headEnd type="none"/>
            <a:tailEnd type="none"/>
          </a:ln>
        </p:spPr>
      </p:sp>
      <p:sp>
        <p:nvSpPr>
          <p:cNvPr id="2057" name="Shape 2055"/>
          <p:cNvSpPr/>
          <p:nvPr/>
        </p:nvSpPr>
        <p:spPr>
          <a:xfrm>
            <a:off x="7448397" y="4830389"/>
            <a:ext cx="0" cy="39586"/>
          </a:xfrm>
          <a:prstGeom prst="line">
            <a:avLst/>
          </a:prstGeom>
          <a:noFill/>
          <a:ln w="25400">
            <a:solidFill>
              <a:srgbClr val="C44F4F"/>
            </a:solidFill>
            <a:prstDash val="solid"/>
            <a:headEnd type="none"/>
            <a:tailEnd type="none"/>
          </a:ln>
        </p:spPr>
      </p:sp>
      <p:sp>
        <p:nvSpPr>
          <p:cNvPr id="2058" name="Shape 2056"/>
          <p:cNvSpPr/>
          <p:nvPr/>
        </p:nvSpPr>
        <p:spPr>
          <a:xfrm>
            <a:off x="7448397" y="4867231"/>
            <a:ext cx="127407" cy="0"/>
          </a:xfrm>
          <a:prstGeom prst="line">
            <a:avLst/>
          </a:prstGeom>
          <a:noFill/>
          <a:ln w="25400">
            <a:solidFill>
              <a:srgbClr val="C44F4F"/>
            </a:solidFill>
            <a:prstDash val="solid"/>
            <a:headEnd type="none"/>
            <a:tailEnd type="none"/>
          </a:ln>
        </p:spPr>
      </p:sp>
      <p:sp>
        <p:nvSpPr>
          <p:cNvPr id="2059" name="Shape 2057"/>
          <p:cNvSpPr/>
          <p:nvPr/>
        </p:nvSpPr>
        <p:spPr>
          <a:xfrm>
            <a:off x="7573061" y="4864488"/>
            <a:ext cx="0" cy="26766"/>
          </a:xfrm>
          <a:prstGeom prst="line">
            <a:avLst/>
          </a:prstGeom>
          <a:noFill/>
          <a:ln w="25400">
            <a:solidFill>
              <a:srgbClr val="C44F4F"/>
            </a:solidFill>
            <a:prstDash val="solid"/>
            <a:headEnd type="none"/>
            <a:tailEnd type="none"/>
          </a:ln>
        </p:spPr>
      </p:sp>
      <p:sp>
        <p:nvSpPr>
          <p:cNvPr id="2060" name="Shape 2058"/>
          <p:cNvSpPr/>
          <p:nvPr/>
        </p:nvSpPr>
        <p:spPr>
          <a:xfrm>
            <a:off x="7573061" y="4888511"/>
            <a:ext cx="127407" cy="0"/>
          </a:xfrm>
          <a:prstGeom prst="line">
            <a:avLst/>
          </a:prstGeom>
          <a:noFill/>
          <a:ln w="25400">
            <a:solidFill>
              <a:srgbClr val="C44F4F"/>
            </a:solidFill>
            <a:prstDash val="solid"/>
            <a:headEnd type="none"/>
            <a:tailEnd type="none"/>
          </a:ln>
        </p:spPr>
      </p:sp>
      <p:sp>
        <p:nvSpPr>
          <p:cNvPr id="2061" name="Shape 2059"/>
          <p:cNvSpPr/>
          <p:nvPr/>
        </p:nvSpPr>
        <p:spPr>
          <a:xfrm>
            <a:off x="7697724" y="4885768"/>
            <a:ext cx="0" cy="12816"/>
          </a:xfrm>
          <a:prstGeom prst="line">
            <a:avLst/>
          </a:prstGeom>
          <a:noFill/>
          <a:ln w="25400">
            <a:solidFill>
              <a:srgbClr val="C44F4F"/>
            </a:solidFill>
            <a:prstDash val="solid"/>
            <a:headEnd type="none"/>
            <a:tailEnd type="none"/>
          </a:ln>
        </p:spPr>
      </p:sp>
      <p:sp>
        <p:nvSpPr>
          <p:cNvPr id="2062" name="Shape 2060"/>
          <p:cNvSpPr/>
          <p:nvPr/>
        </p:nvSpPr>
        <p:spPr>
          <a:xfrm>
            <a:off x="7697724" y="4895841"/>
            <a:ext cx="127406" cy="0"/>
          </a:xfrm>
          <a:prstGeom prst="line">
            <a:avLst/>
          </a:prstGeom>
          <a:noFill/>
          <a:ln w="25400">
            <a:solidFill>
              <a:srgbClr val="C44F4F"/>
            </a:solidFill>
            <a:prstDash val="solid"/>
            <a:headEnd type="none"/>
            <a:tailEnd type="none"/>
          </a:ln>
        </p:spPr>
      </p:sp>
      <p:sp>
        <p:nvSpPr>
          <p:cNvPr id="2063" name="Shape 2061"/>
          <p:cNvSpPr/>
          <p:nvPr/>
        </p:nvSpPr>
        <p:spPr>
          <a:xfrm>
            <a:off x="7822387" y="4890676"/>
            <a:ext cx="0" cy="7908"/>
          </a:xfrm>
          <a:prstGeom prst="line">
            <a:avLst/>
          </a:prstGeom>
          <a:noFill/>
          <a:ln w="25400">
            <a:solidFill>
              <a:srgbClr val="C44F4F"/>
            </a:solidFill>
            <a:prstDash val="solid"/>
            <a:headEnd type="none"/>
            <a:tailEnd type="none"/>
          </a:ln>
        </p:spPr>
      </p:sp>
      <p:sp>
        <p:nvSpPr>
          <p:cNvPr id="2064" name="Shape 2062"/>
          <p:cNvSpPr/>
          <p:nvPr/>
        </p:nvSpPr>
        <p:spPr>
          <a:xfrm>
            <a:off x="7822387" y="4893419"/>
            <a:ext cx="127407" cy="0"/>
          </a:xfrm>
          <a:prstGeom prst="line">
            <a:avLst/>
          </a:prstGeom>
          <a:noFill/>
          <a:ln w="25400">
            <a:solidFill>
              <a:srgbClr val="C44F4F"/>
            </a:solidFill>
            <a:prstDash val="solid"/>
            <a:headEnd type="none"/>
            <a:tailEnd type="none"/>
          </a:ln>
        </p:spPr>
      </p:sp>
      <p:sp>
        <p:nvSpPr>
          <p:cNvPr id="2065" name="Shape 2063"/>
          <p:cNvSpPr/>
          <p:nvPr/>
        </p:nvSpPr>
        <p:spPr>
          <a:xfrm>
            <a:off x="7947050" y="4883927"/>
            <a:ext cx="0" cy="12235"/>
          </a:xfrm>
          <a:prstGeom prst="line">
            <a:avLst/>
          </a:prstGeom>
          <a:noFill/>
          <a:ln w="25400">
            <a:solidFill>
              <a:srgbClr val="C44F4F"/>
            </a:solidFill>
            <a:prstDash val="solid"/>
            <a:headEnd type="none"/>
            <a:tailEnd type="none"/>
          </a:ln>
        </p:spPr>
      </p:sp>
      <p:sp>
        <p:nvSpPr>
          <p:cNvPr id="2066" name="Shape 2064"/>
          <p:cNvSpPr/>
          <p:nvPr/>
        </p:nvSpPr>
        <p:spPr>
          <a:xfrm>
            <a:off x="7947050" y="4886671"/>
            <a:ext cx="127407" cy="0"/>
          </a:xfrm>
          <a:prstGeom prst="line">
            <a:avLst/>
          </a:prstGeom>
          <a:noFill/>
          <a:ln w="25400">
            <a:solidFill>
              <a:srgbClr val="C44F4F"/>
            </a:solidFill>
            <a:prstDash val="solid"/>
            <a:headEnd type="none"/>
            <a:tailEnd type="none"/>
          </a:ln>
        </p:spPr>
      </p:sp>
      <p:sp>
        <p:nvSpPr>
          <p:cNvPr id="2067" name="Shape 2065"/>
          <p:cNvSpPr/>
          <p:nvPr/>
        </p:nvSpPr>
        <p:spPr>
          <a:xfrm>
            <a:off x="8071714" y="4870300"/>
            <a:ext cx="0" cy="19113"/>
          </a:xfrm>
          <a:prstGeom prst="line">
            <a:avLst/>
          </a:prstGeom>
          <a:noFill/>
          <a:ln w="25400">
            <a:solidFill>
              <a:srgbClr val="C44F4F"/>
            </a:solidFill>
            <a:prstDash val="solid"/>
            <a:headEnd type="none"/>
            <a:tailEnd type="none"/>
          </a:ln>
        </p:spPr>
      </p:sp>
      <p:sp>
        <p:nvSpPr>
          <p:cNvPr id="2068" name="Shape 2066"/>
          <p:cNvSpPr/>
          <p:nvPr/>
        </p:nvSpPr>
        <p:spPr>
          <a:xfrm>
            <a:off x="8071714" y="4873044"/>
            <a:ext cx="127406" cy="0"/>
          </a:xfrm>
          <a:prstGeom prst="line">
            <a:avLst/>
          </a:prstGeom>
          <a:noFill/>
          <a:ln w="25400">
            <a:solidFill>
              <a:srgbClr val="C44F4F"/>
            </a:solidFill>
            <a:prstDash val="solid"/>
            <a:headEnd type="none"/>
            <a:tailEnd type="none"/>
          </a:ln>
        </p:spPr>
      </p:sp>
      <p:sp>
        <p:nvSpPr>
          <p:cNvPr id="2069" name="Shape 2067"/>
          <p:cNvSpPr/>
          <p:nvPr/>
        </p:nvSpPr>
        <p:spPr>
          <a:xfrm>
            <a:off x="8196377" y="4855221"/>
            <a:ext cx="0" cy="20566"/>
          </a:xfrm>
          <a:prstGeom prst="line">
            <a:avLst/>
          </a:prstGeom>
          <a:noFill/>
          <a:ln w="25400">
            <a:solidFill>
              <a:srgbClr val="C44F4F"/>
            </a:solidFill>
            <a:prstDash val="solid"/>
            <a:headEnd type="none"/>
            <a:tailEnd type="none"/>
          </a:ln>
        </p:spPr>
      </p:sp>
      <p:sp>
        <p:nvSpPr>
          <p:cNvPr id="2070" name="Shape 2068"/>
          <p:cNvSpPr/>
          <p:nvPr/>
        </p:nvSpPr>
        <p:spPr>
          <a:xfrm>
            <a:off x="8196377" y="4857964"/>
            <a:ext cx="127407" cy="0"/>
          </a:xfrm>
          <a:prstGeom prst="line">
            <a:avLst/>
          </a:prstGeom>
          <a:noFill/>
          <a:ln w="25400">
            <a:solidFill>
              <a:srgbClr val="C44F4F"/>
            </a:solidFill>
            <a:prstDash val="solid"/>
            <a:headEnd type="none"/>
            <a:tailEnd type="none"/>
          </a:ln>
        </p:spPr>
      </p:sp>
      <p:sp>
        <p:nvSpPr>
          <p:cNvPr id="2071" name="Shape 2069"/>
          <p:cNvSpPr/>
          <p:nvPr/>
        </p:nvSpPr>
        <p:spPr>
          <a:xfrm>
            <a:off x="8321040" y="4836556"/>
            <a:ext cx="0" cy="24151"/>
          </a:xfrm>
          <a:prstGeom prst="line">
            <a:avLst/>
          </a:prstGeom>
          <a:noFill/>
          <a:ln w="25400">
            <a:solidFill>
              <a:srgbClr val="C44F4F"/>
            </a:solidFill>
            <a:prstDash val="solid"/>
            <a:headEnd type="none"/>
            <a:tailEnd type="none"/>
          </a:ln>
        </p:spPr>
      </p:sp>
      <p:sp>
        <p:nvSpPr>
          <p:cNvPr id="2072" name="Shape 2070"/>
          <p:cNvSpPr/>
          <p:nvPr/>
        </p:nvSpPr>
        <p:spPr>
          <a:xfrm>
            <a:off x="4617720" y="1792224"/>
            <a:ext cx="256032" cy="0"/>
          </a:xfrm>
          <a:prstGeom prst="line">
            <a:avLst/>
          </a:prstGeom>
          <a:noFill/>
          <a:ln w="27940">
            <a:solidFill>
              <a:srgbClr val="C44F4F"/>
            </a:solidFill>
            <a:prstDash val="solid"/>
          </a:ln>
        </p:spPr>
      </p:sp>
      <p:sp>
        <p:nvSpPr>
          <p:cNvPr id="2073" name="Text 2071"/>
          <p:cNvSpPr/>
          <p:nvPr/>
        </p:nvSpPr>
        <p:spPr>
          <a:xfrm>
            <a:off x="4946904" y="1719072"/>
            <a:ext cx="1408176"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H₂/C₂</a:t>
            </a:r>
            <a:endParaRPr lang="en-US" sz="920" dirty="0"/>
          </a:p>
        </p:txBody>
      </p:sp>
      <p:sp>
        <p:nvSpPr>
          <p:cNvPr id="2074" name="Shape 2072"/>
          <p:cNvSpPr/>
          <p:nvPr/>
        </p:nvSpPr>
        <p:spPr>
          <a:xfrm>
            <a:off x="841248" y="2242033"/>
            <a:ext cx="127407" cy="0"/>
          </a:xfrm>
          <a:prstGeom prst="line">
            <a:avLst/>
          </a:prstGeom>
          <a:noFill/>
          <a:ln w="25400">
            <a:solidFill>
              <a:srgbClr val="2F7F93"/>
            </a:solidFill>
            <a:prstDash val="solid"/>
            <a:headEnd type="none"/>
            <a:tailEnd type="none"/>
          </a:ln>
        </p:spPr>
      </p:sp>
      <p:sp>
        <p:nvSpPr>
          <p:cNvPr id="2075" name="Shape 2073"/>
          <p:cNvSpPr/>
          <p:nvPr/>
        </p:nvSpPr>
        <p:spPr>
          <a:xfrm>
            <a:off x="965911" y="2239290"/>
            <a:ext cx="0" cy="46940"/>
          </a:xfrm>
          <a:prstGeom prst="line">
            <a:avLst/>
          </a:prstGeom>
          <a:noFill/>
          <a:ln w="25400">
            <a:solidFill>
              <a:srgbClr val="2F7F93"/>
            </a:solidFill>
            <a:prstDash val="solid"/>
            <a:headEnd type="none"/>
            <a:tailEnd type="none"/>
          </a:ln>
        </p:spPr>
      </p:sp>
      <p:sp>
        <p:nvSpPr>
          <p:cNvPr id="2076" name="Shape 2074"/>
          <p:cNvSpPr/>
          <p:nvPr/>
        </p:nvSpPr>
        <p:spPr>
          <a:xfrm>
            <a:off x="965911" y="2283487"/>
            <a:ext cx="127406" cy="0"/>
          </a:xfrm>
          <a:prstGeom prst="line">
            <a:avLst/>
          </a:prstGeom>
          <a:noFill/>
          <a:ln w="25400">
            <a:solidFill>
              <a:srgbClr val="2F7F93"/>
            </a:solidFill>
            <a:prstDash val="solid"/>
            <a:headEnd type="none"/>
            <a:tailEnd type="none"/>
          </a:ln>
        </p:spPr>
      </p:sp>
      <p:sp>
        <p:nvSpPr>
          <p:cNvPr id="2077" name="Shape 2075"/>
          <p:cNvSpPr/>
          <p:nvPr/>
        </p:nvSpPr>
        <p:spPr>
          <a:xfrm>
            <a:off x="1090574" y="2280744"/>
            <a:ext cx="0" cy="267696"/>
          </a:xfrm>
          <a:prstGeom prst="line">
            <a:avLst/>
          </a:prstGeom>
          <a:noFill/>
          <a:ln w="25400">
            <a:solidFill>
              <a:srgbClr val="2F7F93"/>
            </a:solidFill>
            <a:prstDash val="solid"/>
            <a:headEnd type="none"/>
            <a:tailEnd type="none"/>
          </a:ln>
        </p:spPr>
      </p:sp>
      <p:sp>
        <p:nvSpPr>
          <p:cNvPr id="2078" name="Shape 2076"/>
          <p:cNvSpPr/>
          <p:nvPr/>
        </p:nvSpPr>
        <p:spPr>
          <a:xfrm>
            <a:off x="1090574" y="2545697"/>
            <a:ext cx="127407" cy="0"/>
          </a:xfrm>
          <a:prstGeom prst="line">
            <a:avLst/>
          </a:prstGeom>
          <a:noFill/>
          <a:ln w="25400">
            <a:solidFill>
              <a:srgbClr val="2F7F93"/>
            </a:solidFill>
            <a:prstDash val="solid"/>
            <a:headEnd type="none"/>
            <a:tailEnd type="none"/>
          </a:ln>
        </p:spPr>
      </p:sp>
      <p:sp>
        <p:nvSpPr>
          <p:cNvPr id="2079" name="Shape 2077"/>
          <p:cNvSpPr/>
          <p:nvPr/>
        </p:nvSpPr>
        <p:spPr>
          <a:xfrm>
            <a:off x="1215238" y="2542954"/>
            <a:ext cx="0" cy="389572"/>
          </a:xfrm>
          <a:prstGeom prst="line">
            <a:avLst/>
          </a:prstGeom>
          <a:noFill/>
          <a:ln w="25400">
            <a:solidFill>
              <a:srgbClr val="2F7F93"/>
            </a:solidFill>
            <a:prstDash val="solid"/>
            <a:headEnd type="none"/>
            <a:tailEnd type="none"/>
          </a:ln>
        </p:spPr>
      </p:sp>
      <p:sp>
        <p:nvSpPr>
          <p:cNvPr id="2080" name="Shape 2078"/>
          <p:cNvSpPr/>
          <p:nvPr/>
        </p:nvSpPr>
        <p:spPr>
          <a:xfrm>
            <a:off x="1215238" y="2929782"/>
            <a:ext cx="127407" cy="0"/>
          </a:xfrm>
          <a:prstGeom prst="line">
            <a:avLst/>
          </a:prstGeom>
          <a:noFill/>
          <a:ln w="25400">
            <a:solidFill>
              <a:srgbClr val="2F7F93"/>
            </a:solidFill>
            <a:prstDash val="solid"/>
            <a:headEnd type="none"/>
            <a:tailEnd type="none"/>
          </a:ln>
        </p:spPr>
      </p:sp>
      <p:sp>
        <p:nvSpPr>
          <p:cNvPr id="2081" name="Shape 2079"/>
          <p:cNvSpPr/>
          <p:nvPr/>
        </p:nvSpPr>
        <p:spPr>
          <a:xfrm>
            <a:off x="1339901" y="2927039"/>
            <a:ext cx="0" cy="405018"/>
          </a:xfrm>
          <a:prstGeom prst="line">
            <a:avLst/>
          </a:prstGeom>
          <a:noFill/>
          <a:ln w="25400">
            <a:solidFill>
              <a:srgbClr val="2F7F93"/>
            </a:solidFill>
            <a:prstDash val="solid"/>
            <a:headEnd type="none"/>
            <a:tailEnd type="none"/>
          </a:ln>
        </p:spPr>
      </p:sp>
      <p:sp>
        <p:nvSpPr>
          <p:cNvPr id="2082" name="Shape 2080"/>
          <p:cNvSpPr/>
          <p:nvPr/>
        </p:nvSpPr>
        <p:spPr>
          <a:xfrm>
            <a:off x="1339901" y="3329314"/>
            <a:ext cx="127406" cy="0"/>
          </a:xfrm>
          <a:prstGeom prst="line">
            <a:avLst/>
          </a:prstGeom>
          <a:noFill/>
          <a:ln w="25400">
            <a:solidFill>
              <a:srgbClr val="2F7F93"/>
            </a:solidFill>
            <a:prstDash val="solid"/>
            <a:headEnd type="none"/>
            <a:tailEnd type="none"/>
          </a:ln>
        </p:spPr>
      </p:sp>
      <p:sp>
        <p:nvSpPr>
          <p:cNvPr id="2083" name="Shape 2081"/>
          <p:cNvSpPr/>
          <p:nvPr/>
        </p:nvSpPr>
        <p:spPr>
          <a:xfrm>
            <a:off x="1464564" y="3326571"/>
            <a:ext cx="0" cy="344753"/>
          </a:xfrm>
          <a:prstGeom prst="line">
            <a:avLst/>
          </a:prstGeom>
          <a:noFill/>
          <a:ln w="25400">
            <a:solidFill>
              <a:srgbClr val="2F7F93"/>
            </a:solidFill>
            <a:prstDash val="solid"/>
            <a:headEnd type="none"/>
            <a:tailEnd type="none"/>
          </a:ln>
        </p:spPr>
      </p:sp>
      <p:sp>
        <p:nvSpPr>
          <p:cNvPr id="2084" name="Shape 2082"/>
          <p:cNvSpPr/>
          <p:nvPr/>
        </p:nvSpPr>
        <p:spPr>
          <a:xfrm>
            <a:off x="1464564" y="3668581"/>
            <a:ext cx="127407" cy="0"/>
          </a:xfrm>
          <a:prstGeom prst="line">
            <a:avLst/>
          </a:prstGeom>
          <a:noFill/>
          <a:ln w="25400">
            <a:solidFill>
              <a:srgbClr val="2F7F93"/>
            </a:solidFill>
            <a:prstDash val="solid"/>
            <a:headEnd type="none"/>
            <a:tailEnd type="none"/>
          </a:ln>
        </p:spPr>
      </p:sp>
      <p:sp>
        <p:nvSpPr>
          <p:cNvPr id="2085" name="Shape 2083"/>
          <p:cNvSpPr/>
          <p:nvPr/>
        </p:nvSpPr>
        <p:spPr>
          <a:xfrm>
            <a:off x="1589227" y="3665838"/>
            <a:ext cx="0" cy="258218"/>
          </a:xfrm>
          <a:prstGeom prst="line">
            <a:avLst/>
          </a:prstGeom>
          <a:noFill/>
          <a:ln w="25400">
            <a:solidFill>
              <a:srgbClr val="2F7F93"/>
            </a:solidFill>
            <a:prstDash val="solid"/>
            <a:headEnd type="none"/>
            <a:tailEnd type="none"/>
          </a:ln>
        </p:spPr>
      </p:sp>
      <p:sp>
        <p:nvSpPr>
          <p:cNvPr id="2086" name="Shape 2084"/>
          <p:cNvSpPr/>
          <p:nvPr/>
        </p:nvSpPr>
        <p:spPr>
          <a:xfrm>
            <a:off x="1589227" y="3921312"/>
            <a:ext cx="127407" cy="0"/>
          </a:xfrm>
          <a:prstGeom prst="line">
            <a:avLst/>
          </a:prstGeom>
          <a:noFill/>
          <a:ln w="25400">
            <a:solidFill>
              <a:srgbClr val="2F7F93"/>
            </a:solidFill>
            <a:prstDash val="solid"/>
            <a:headEnd type="none"/>
            <a:tailEnd type="none"/>
          </a:ln>
        </p:spPr>
      </p:sp>
      <p:sp>
        <p:nvSpPr>
          <p:cNvPr id="2087" name="Shape 2085"/>
          <p:cNvSpPr/>
          <p:nvPr/>
        </p:nvSpPr>
        <p:spPr>
          <a:xfrm>
            <a:off x="1713891" y="3918569"/>
            <a:ext cx="0" cy="171595"/>
          </a:xfrm>
          <a:prstGeom prst="line">
            <a:avLst/>
          </a:prstGeom>
          <a:noFill/>
          <a:ln w="25400">
            <a:solidFill>
              <a:srgbClr val="2F7F93"/>
            </a:solidFill>
            <a:prstDash val="solid"/>
            <a:headEnd type="none"/>
            <a:tailEnd type="none"/>
          </a:ln>
        </p:spPr>
      </p:sp>
      <p:sp>
        <p:nvSpPr>
          <p:cNvPr id="2088" name="Shape 2086"/>
          <p:cNvSpPr/>
          <p:nvPr/>
        </p:nvSpPr>
        <p:spPr>
          <a:xfrm>
            <a:off x="1713891" y="4087421"/>
            <a:ext cx="127406" cy="0"/>
          </a:xfrm>
          <a:prstGeom prst="line">
            <a:avLst/>
          </a:prstGeom>
          <a:noFill/>
          <a:ln w="25400">
            <a:solidFill>
              <a:srgbClr val="2F7F93"/>
            </a:solidFill>
            <a:prstDash val="solid"/>
            <a:headEnd type="none"/>
            <a:tailEnd type="none"/>
          </a:ln>
        </p:spPr>
      </p:sp>
      <p:sp>
        <p:nvSpPr>
          <p:cNvPr id="2089" name="Shape 2087"/>
          <p:cNvSpPr/>
          <p:nvPr/>
        </p:nvSpPr>
        <p:spPr>
          <a:xfrm>
            <a:off x="1838553" y="4084677"/>
            <a:ext cx="0" cy="90208"/>
          </a:xfrm>
          <a:prstGeom prst="line">
            <a:avLst/>
          </a:prstGeom>
          <a:noFill/>
          <a:ln w="25400">
            <a:solidFill>
              <a:srgbClr val="2F7F93"/>
            </a:solidFill>
            <a:prstDash val="solid"/>
            <a:headEnd type="none"/>
            <a:tailEnd type="none"/>
          </a:ln>
        </p:spPr>
      </p:sp>
      <p:sp>
        <p:nvSpPr>
          <p:cNvPr id="2090" name="Shape 2088"/>
          <p:cNvSpPr/>
          <p:nvPr/>
        </p:nvSpPr>
        <p:spPr>
          <a:xfrm>
            <a:off x="1838553" y="4172142"/>
            <a:ext cx="127407" cy="0"/>
          </a:xfrm>
          <a:prstGeom prst="line">
            <a:avLst/>
          </a:prstGeom>
          <a:noFill/>
          <a:ln w="25400">
            <a:solidFill>
              <a:srgbClr val="2F7F93"/>
            </a:solidFill>
            <a:prstDash val="solid"/>
            <a:headEnd type="none"/>
            <a:tailEnd type="none"/>
          </a:ln>
        </p:spPr>
      </p:sp>
      <p:sp>
        <p:nvSpPr>
          <p:cNvPr id="2091" name="Shape 2089"/>
          <p:cNvSpPr/>
          <p:nvPr/>
        </p:nvSpPr>
        <p:spPr>
          <a:xfrm>
            <a:off x="1963217" y="4169399"/>
            <a:ext cx="0" cy="29388"/>
          </a:xfrm>
          <a:prstGeom prst="line">
            <a:avLst/>
          </a:prstGeom>
          <a:noFill/>
          <a:ln w="25400">
            <a:solidFill>
              <a:srgbClr val="2F7F93"/>
            </a:solidFill>
            <a:prstDash val="solid"/>
            <a:headEnd type="none"/>
            <a:tailEnd type="none"/>
          </a:ln>
        </p:spPr>
      </p:sp>
      <p:sp>
        <p:nvSpPr>
          <p:cNvPr id="2092" name="Shape 2090"/>
          <p:cNvSpPr/>
          <p:nvPr/>
        </p:nvSpPr>
        <p:spPr>
          <a:xfrm>
            <a:off x="1963217" y="4196043"/>
            <a:ext cx="127407" cy="0"/>
          </a:xfrm>
          <a:prstGeom prst="line">
            <a:avLst/>
          </a:prstGeom>
          <a:noFill/>
          <a:ln w="25400">
            <a:solidFill>
              <a:srgbClr val="2F7F93"/>
            </a:solidFill>
            <a:prstDash val="solid"/>
            <a:headEnd type="none"/>
            <a:tailEnd type="none"/>
          </a:ln>
        </p:spPr>
      </p:sp>
      <p:sp>
        <p:nvSpPr>
          <p:cNvPr id="2093" name="Shape 2091"/>
          <p:cNvSpPr/>
          <p:nvPr/>
        </p:nvSpPr>
        <p:spPr>
          <a:xfrm>
            <a:off x="2087880" y="4179931"/>
            <a:ext cx="0" cy="18856"/>
          </a:xfrm>
          <a:prstGeom prst="line">
            <a:avLst/>
          </a:prstGeom>
          <a:noFill/>
          <a:ln w="25400">
            <a:solidFill>
              <a:srgbClr val="2F7F93"/>
            </a:solidFill>
            <a:prstDash val="solid"/>
            <a:headEnd type="none"/>
            <a:tailEnd type="none"/>
          </a:ln>
        </p:spPr>
      </p:sp>
      <p:sp>
        <p:nvSpPr>
          <p:cNvPr id="2094" name="Shape 2092"/>
          <p:cNvSpPr/>
          <p:nvPr/>
        </p:nvSpPr>
        <p:spPr>
          <a:xfrm>
            <a:off x="2087880" y="4182674"/>
            <a:ext cx="127406" cy="0"/>
          </a:xfrm>
          <a:prstGeom prst="line">
            <a:avLst/>
          </a:prstGeom>
          <a:noFill/>
          <a:ln w="25400">
            <a:solidFill>
              <a:srgbClr val="2F7F93"/>
            </a:solidFill>
            <a:prstDash val="solid"/>
            <a:headEnd type="none"/>
            <a:tailEnd type="none"/>
          </a:ln>
        </p:spPr>
      </p:sp>
      <p:sp>
        <p:nvSpPr>
          <p:cNvPr id="2095" name="Shape 2093"/>
          <p:cNvSpPr/>
          <p:nvPr/>
        </p:nvSpPr>
        <p:spPr>
          <a:xfrm>
            <a:off x="2212543" y="4140408"/>
            <a:ext cx="0" cy="45010"/>
          </a:xfrm>
          <a:prstGeom prst="line">
            <a:avLst/>
          </a:prstGeom>
          <a:noFill/>
          <a:ln w="25400">
            <a:solidFill>
              <a:srgbClr val="2F7F93"/>
            </a:solidFill>
            <a:prstDash val="solid"/>
            <a:headEnd type="none"/>
            <a:tailEnd type="none"/>
          </a:ln>
        </p:spPr>
      </p:sp>
      <p:sp>
        <p:nvSpPr>
          <p:cNvPr id="2096" name="Shape 2094"/>
          <p:cNvSpPr/>
          <p:nvPr/>
        </p:nvSpPr>
        <p:spPr>
          <a:xfrm>
            <a:off x="2212543" y="4143151"/>
            <a:ext cx="127407" cy="0"/>
          </a:xfrm>
          <a:prstGeom prst="line">
            <a:avLst/>
          </a:prstGeom>
          <a:noFill/>
          <a:ln w="25400">
            <a:solidFill>
              <a:srgbClr val="2F7F93"/>
            </a:solidFill>
            <a:prstDash val="solid"/>
            <a:headEnd type="none"/>
            <a:tailEnd type="none"/>
          </a:ln>
        </p:spPr>
      </p:sp>
      <p:sp>
        <p:nvSpPr>
          <p:cNvPr id="2097" name="Shape 2095"/>
          <p:cNvSpPr/>
          <p:nvPr/>
        </p:nvSpPr>
        <p:spPr>
          <a:xfrm>
            <a:off x="2337206" y="4095092"/>
            <a:ext cx="0" cy="50802"/>
          </a:xfrm>
          <a:prstGeom prst="line">
            <a:avLst/>
          </a:prstGeom>
          <a:noFill/>
          <a:ln w="25400">
            <a:solidFill>
              <a:srgbClr val="2F7F93"/>
            </a:solidFill>
            <a:prstDash val="solid"/>
            <a:headEnd type="none"/>
            <a:tailEnd type="none"/>
          </a:ln>
        </p:spPr>
      </p:sp>
      <p:sp>
        <p:nvSpPr>
          <p:cNvPr id="2098" name="Shape 2096"/>
          <p:cNvSpPr/>
          <p:nvPr/>
        </p:nvSpPr>
        <p:spPr>
          <a:xfrm>
            <a:off x="2337206" y="4097835"/>
            <a:ext cx="127407" cy="0"/>
          </a:xfrm>
          <a:prstGeom prst="line">
            <a:avLst/>
          </a:prstGeom>
          <a:noFill/>
          <a:ln w="25400">
            <a:solidFill>
              <a:srgbClr val="2F7F93"/>
            </a:solidFill>
            <a:prstDash val="solid"/>
            <a:headEnd type="none"/>
            <a:tailEnd type="none"/>
          </a:ln>
        </p:spPr>
      </p:sp>
      <p:sp>
        <p:nvSpPr>
          <p:cNvPr id="2099" name="Shape 2097"/>
          <p:cNvSpPr/>
          <p:nvPr/>
        </p:nvSpPr>
        <p:spPr>
          <a:xfrm>
            <a:off x="2461870" y="4056768"/>
            <a:ext cx="0" cy="43810"/>
          </a:xfrm>
          <a:prstGeom prst="line">
            <a:avLst/>
          </a:prstGeom>
          <a:noFill/>
          <a:ln w="25400">
            <a:solidFill>
              <a:srgbClr val="2F7F93"/>
            </a:solidFill>
            <a:prstDash val="solid"/>
            <a:headEnd type="none"/>
            <a:tailEnd type="none"/>
          </a:ln>
        </p:spPr>
      </p:sp>
      <p:sp>
        <p:nvSpPr>
          <p:cNvPr id="2100" name="Shape 2098"/>
          <p:cNvSpPr/>
          <p:nvPr/>
        </p:nvSpPr>
        <p:spPr>
          <a:xfrm>
            <a:off x="2461870" y="4059512"/>
            <a:ext cx="127406" cy="0"/>
          </a:xfrm>
          <a:prstGeom prst="line">
            <a:avLst/>
          </a:prstGeom>
          <a:noFill/>
          <a:ln w="25400">
            <a:solidFill>
              <a:srgbClr val="2F7F93"/>
            </a:solidFill>
            <a:prstDash val="solid"/>
            <a:headEnd type="none"/>
            <a:tailEnd type="none"/>
          </a:ln>
        </p:spPr>
      </p:sp>
      <p:sp>
        <p:nvSpPr>
          <p:cNvPr id="2101" name="Shape 2099"/>
          <p:cNvSpPr/>
          <p:nvPr/>
        </p:nvSpPr>
        <p:spPr>
          <a:xfrm>
            <a:off x="2586533" y="4026197"/>
            <a:ext cx="0" cy="36058"/>
          </a:xfrm>
          <a:prstGeom prst="line">
            <a:avLst/>
          </a:prstGeom>
          <a:noFill/>
          <a:ln w="25400">
            <a:solidFill>
              <a:srgbClr val="2F7F93"/>
            </a:solidFill>
            <a:prstDash val="solid"/>
            <a:headEnd type="none"/>
            <a:tailEnd type="none"/>
          </a:ln>
        </p:spPr>
      </p:sp>
      <p:sp>
        <p:nvSpPr>
          <p:cNvPr id="2102" name="Shape 2100"/>
          <p:cNvSpPr/>
          <p:nvPr/>
        </p:nvSpPr>
        <p:spPr>
          <a:xfrm>
            <a:off x="2586533" y="4028940"/>
            <a:ext cx="127407" cy="0"/>
          </a:xfrm>
          <a:prstGeom prst="line">
            <a:avLst/>
          </a:prstGeom>
          <a:noFill/>
          <a:ln w="25400">
            <a:solidFill>
              <a:srgbClr val="2F7F93"/>
            </a:solidFill>
            <a:prstDash val="solid"/>
            <a:headEnd type="none"/>
            <a:tailEnd type="none"/>
          </a:ln>
        </p:spPr>
      </p:sp>
      <p:sp>
        <p:nvSpPr>
          <p:cNvPr id="2103" name="Shape 2101"/>
          <p:cNvSpPr/>
          <p:nvPr/>
        </p:nvSpPr>
        <p:spPr>
          <a:xfrm>
            <a:off x="2711196" y="4007854"/>
            <a:ext cx="0" cy="23829"/>
          </a:xfrm>
          <a:prstGeom prst="line">
            <a:avLst/>
          </a:prstGeom>
          <a:noFill/>
          <a:ln w="25400">
            <a:solidFill>
              <a:srgbClr val="2F7F93"/>
            </a:solidFill>
            <a:prstDash val="solid"/>
            <a:headEnd type="none"/>
            <a:tailEnd type="none"/>
          </a:ln>
        </p:spPr>
      </p:sp>
      <p:sp>
        <p:nvSpPr>
          <p:cNvPr id="2104" name="Shape 2102"/>
          <p:cNvSpPr/>
          <p:nvPr/>
        </p:nvSpPr>
        <p:spPr>
          <a:xfrm>
            <a:off x="2711196" y="4010598"/>
            <a:ext cx="127407" cy="0"/>
          </a:xfrm>
          <a:prstGeom prst="line">
            <a:avLst/>
          </a:prstGeom>
          <a:noFill/>
          <a:ln w="25400">
            <a:solidFill>
              <a:srgbClr val="2F7F93"/>
            </a:solidFill>
            <a:prstDash val="solid"/>
            <a:headEnd type="none"/>
            <a:tailEnd type="none"/>
          </a:ln>
        </p:spPr>
      </p:sp>
      <p:sp>
        <p:nvSpPr>
          <p:cNvPr id="2105" name="Shape 2103"/>
          <p:cNvSpPr/>
          <p:nvPr/>
        </p:nvSpPr>
        <p:spPr>
          <a:xfrm>
            <a:off x="2835859" y="4003583"/>
            <a:ext cx="0" cy="9758"/>
          </a:xfrm>
          <a:prstGeom prst="line">
            <a:avLst/>
          </a:prstGeom>
          <a:noFill/>
          <a:ln w="25400">
            <a:solidFill>
              <a:srgbClr val="2F7F93"/>
            </a:solidFill>
            <a:prstDash val="solid"/>
            <a:headEnd type="none"/>
            <a:tailEnd type="none"/>
          </a:ln>
        </p:spPr>
      </p:sp>
      <p:sp>
        <p:nvSpPr>
          <p:cNvPr id="2106" name="Shape 2104"/>
          <p:cNvSpPr/>
          <p:nvPr/>
        </p:nvSpPr>
        <p:spPr>
          <a:xfrm>
            <a:off x="2835859" y="4006326"/>
            <a:ext cx="127406" cy="0"/>
          </a:xfrm>
          <a:prstGeom prst="line">
            <a:avLst/>
          </a:prstGeom>
          <a:noFill/>
          <a:ln w="25400">
            <a:solidFill>
              <a:srgbClr val="2F7F93"/>
            </a:solidFill>
            <a:prstDash val="solid"/>
            <a:headEnd type="none"/>
            <a:tailEnd type="none"/>
          </a:ln>
        </p:spPr>
      </p:sp>
      <p:sp>
        <p:nvSpPr>
          <p:cNvPr id="2107" name="Shape 2105"/>
          <p:cNvSpPr/>
          <p:nvPr/>
        </p:nvSpPr>
        <p:spPr>
          <a:xfrm>
            <a:off x="2960522" y="4003583"/>
            <a:ext cx="0" cy="8412"/>
          </a:xfrm>
          <a:prstGeom prst="line">
            <a:avLst/>
          </a:prstGeom>
          <a:noFill/>
          <a:ln w="25400">
            <a:solidFill>
              <a:srgbClr val="2F7F93"/>
            </a:solidFill>
            <a:prstDash val="solid"/>
            <a:headEnd type="none"/>
            <a:tailEnd type="none"/>
          </a:ln>
        </p:spPr>
      </p:sp>
      <p:sp>
        <p:nvSpPr>
          <p:cNvPr id="2108" name="Shape 2106"/>
          <p:cNvSpPr/>
          <p:nvPr/>
        </p:nvSpPr>
        <p:spPr>
          <a:xfrm>
            <a:off x="2960522" y="4009252"/>
            <a:ext cx="127407" cy="0"/>
          </a:xfrm>
          <a:prstGeom prst="line">
            <a:avLst/>
          </a:prstGeom>
          <a:noFill/>
          <a:ln w="25400">
            <a:solidFill>
              <a:srgbClr val="2F7F93"/>
            </a:solidFill>
            <a:prstDash val="solid"/>
            <a:headEnd type="none"/>
            <a:tailEnd type="none"/>
          </a:ln>
        </p:spPr>
      </p:sp>
      <p:sp>
        <p:nvSpPr>
          <p:cNvPr id="2109" name="Shape 2107"/>
          <p:cNvSpPr/>
          <p:nvPr/>
        </p:nvSpPr>
        <p:spPr>
          <a:xfrm>
            <a:off x="3085186" y="4006509"/>
            <a:ext cx="0" cy="18534"/>
          </a:xfrm>
          <a:prstGeom prst="line">
            <a:avLst/>
          </a:prstGeom>
          <a:noFill/>
          <a:ln w="25400">
            <a:solidFill>
              <a:srgbClr val="2F7F93"/>
            </a:solidFill>
            <a:prstDash val="solid"/>
            <a:headEnd type="none"/>
            <a:tailEnd type="none"/>
          </a:ln>
        </p:spPr>
      </p:sp>
      <p:sp>
        <p:nvSpPr>
          <p:cNvPr id="2110" name="Shape 2108"/>
          <p:cNvSpPr/>
          <p:nvPr/>
        </p:nvSpPr>
        <p:spPr>
          <a:xfrm>
            <a:off x="3085186" y="4022300"/>
            <a:ext cx="127407" cy="0"/>
          </a:xfrm>
          <a:prstGeom prst="line">
            <a:avLst/>
          </a:prstGeom>
          <a:noFill/>
          <a:ln w="25400">
            <a:solidFill>
              <a:srgbClr val="2F7F93"/>
            </a:solidFill>
            <a:prstDash val="solid"/>
            <a:headEnd type="none"/>
            <a:tailEnd type="none"/>
          </a:ln>
        </p:spPr>
      </p:sp>
      <p:sp>
        <p:nvSpPr>
          <p:cNvPr id="2111" name="Shape 2109"/>
          <p:cNvSpPr/>
          <p:nvPr/>
        </p:nvSpPr>
        <p:spPr>
          <a:xfrm>
            <a:off x="3209849" y="4019556"/>
            <a:ext cx="0" cy="30558"/>
          </a:xfrm>
          <a:prstGeom prst="line">
            <a:avLst/>
          </a:prstGeom>
          <a:noFill/>
          <a:ln w="25400">
            <a:solidFill>
              <a:srgbClr val="2F7F93"/>
            </a:solidFill>
            <a:prstDash val="solid"/>
            <a:headEnd type="none"/>
            <a:tailEnd type="none"/>
          </a:ln>
        </p:spPr>
      </p:sp>
      <p:sp>
        <p:nvSpPr>
          <p:cNvPr id="2112" name="Shape 2110"/>
          <p:cNvSpPr/>
          <p:nvPr/>
        </p:nvSpPr>
        <p:spPr>
          <a:xfrm>
            <a:off x="3209849" y="4047371"/>
            <a:ext cx="127406" cy="0"/>
          </a:xfrm>
          <a:prstGeom prst="line">
            <a:avLst/>
          </a:prstGeom>
          <a:noFill/>
          <a:ln w="25400">
            <a:solidFill>
              <a:srgbClr val="2F7F93"/>
            </a:solidFill>
            <a:prstDash val="solid"/>
            <a:headEnd type="none"/>
            <a:tailEnd type="none"/>
          </a:ln>
        </p:spPr>
      </p:sp>
      <p:sp>
        <p:nvSpPr>
          <p:cNvPr id="2113" name="Shape 2111"/>
          <p:cNvSpPr/>
          <p:nvPr/>
        </p:nvSpPr>
        <p:spPr>
          <a:xfrm>
            <a:off x="3334512" y="4044628"/>
            <a:ext cx="0" cy="38369"/>
          </a:xfrm>
          <a:prstGeom prst="line">
            <a:avLst/>
          </a:prstGeom>
          <a:noFill/>
          <a:ln w="25400">
            <a:solidFill>
              <a:srgbClr val="2F7F93"/>
            </a:solidFill>
            <a:prstDash val="solid"/>
            <a:headEnd type="none"/>
            <a:tailEnd type="none"/>
          </a:ln>
        </p:spPr>
      </p:sp>
      <p:sp>
        <p:nvSpPr>
          <p:cNvPr id="2114" name="Shape 2112"/>
          <p:cNvSpPr/>
          <p:nvPr/>
        </p:nvSpPr>
        <p:spPr>
          <a:xfrm>
            <a:off x="3334512" y="4080253"/>
            <a:ext cx="127407" cy="0"/>
          </a:xfrm>
          <a:prstGeom prst="line">
            <a:avLst/>
          </a:prstGeom>
          <a:noFill/>
          <a:ln w="25400">
            <a:solidFill>
              <a:srgbClr val="2F7F93"/>
            </a:solidFill>
            <a:prstDash val="solid"/>
            <a:headEnd type="none"/>
            <a:tailEnd type="none"/>
          </a:ln>
        </p:spPr>
      </p:sp>
      <p:sp>
        <p:nvSpPr>
          <p:cNvPr id="2115" name="Shape 2113"/>
          <p:cNvSpPr/>
          <p:nvPr/>
        </p:nvSpPr>
        <p:spPr>
          <a:xfrm>
            <a:off x="3459175" y="4077510"/>
            <a:ext cx="0" cy="34829"/>
          </a:xfrm>
          <a:prstGeom prst="line">
            <a:avLst/>
          </a:prstGeom>
          <a:noFill/>
          <a:ln w="25400">
            <a:solidFill>
              <a:srgbClr val="2F7F93"/>
            </a:solidFill>
            <a:prstDash val="solid"/>
            <a:headEnd type="none"/>
            <a:tailEnd type="none"/>
          </a:ln>
        </p:spPr>
      </p:sp>
      <p:sp>
        <p:nvSpPr>
          <p:cNvPr id="2116" name="Shape 2114"/>
          <p:cNvSpPr/>
          <p:nvPr/>
        </p:nvSpPr>
        <p:spPr>
          <a:xfrm>
            <a:off x="3459175" y="4109596"/>
            <a:ext cx="127407" cy="0"/>
          </a:xfrm>
          <a:prstGeom prst="line">
            <a:avLst/>
          </a:prstGeom>
          <a:noFill/>
          <a:ln w="25400">
            <a:solidFill>
              <a:srgbClr val="2F7F93"/>
            </a:solidFill>
            <a:prstDash val="solid"/>
            <a:headEnd type="none"/>
            <a:tailEnd type="none"/>
          </a:ln>
        </p:spPr>
      </p:sp>
      <p:sp>
        <p:nvSpPr>
          <p:cNvPr id="2117" name="Shape 2115"/>
          <p:cNvSpPr/>
          <p:nvPr/>
        </p:nvSpPr>
        <p:spPr>
          <a:xfrm>
            <a:off x="3583839" y="4106852"/>
            <a:ext cx="0" cy="31933"/>
          </a:xfrm>
          <a:prstGeom prst="line">
            <a:avLst/>
          </a:prstGeom>
          <a:noFill/>
          <a:ln w="25400">
            <a:solidFill>
              <a:srgbClr val="2F7F93"/>
            </a:solidFill>
            <a:prstDash val="solid"/>
            <a:headEnd type="none"/>
            <a:tailEnd type="none"/>
          </a:ln>
        </p:spPr>
      </p:sp>
      <p:sp>
        <p:nvSpPr>
          <p:cNvPr id="2118" name="Shape 2116"/>
          <p:cNvSpPr/>
          <p:nvPr/>
        </p:nvSpPr>
        <p:spPr>
          <a:xfrm>
            <a:off x="3583839" y="4136042"/>
            <a:ext cx="127406" cy="0"/>
          </a:xfrm>
          <a:prstGeom prst="line">
            <a:avLst/>
          </a:prstGeom>
          <a:noFill/>
          <a:ln w="25400">
            <a:solidFill>
              <a:srgbClr val="2F7F93"/>
            </a:solidFill>
            <a:prstDash val="solid"/>
            <a:headEnd type="none"/>
            <a:tailEnd type="none"/>
          </a:ln>
        </p:spPr>
      </p:sp>
      <p:sp>
        <p:nvSpPr>
          <p:cNvPr id="2119" name="Shape 2117"/>
          <p:cNvSpPr/>
          <p:nvPr/>
        </p:nvSpPr>
        <p:spPr>
          <a:xfrm>
            <a:off x="3708501" y="4133299"/>
            <a:ext cx="0" cy="29007"/>
          </a:xfrm>
          <a:prstGeom prst="line">
            <a:avLst/>
          </a:prstGeom>
          <a:noFill/>
          <a:ln w="25400">
            <a:solidFill>
              <a:srgbClr val="2F7F93"/>
            </a:solidFill>
            <a:prstDash val="solid"/>
            <a:headEnd type="none"/>
            <a:tailEnd type="none"/>
          </a:ln>
        </p:spPr>
      </p:sp>
      <p:sp>
        <p:nvSpPr>
          <p:cNvPr id="2120" name="Shape 2118"/>
          <p:cNvSpPr/>
          <p:nvPr/>
        </p:nvSpPr>
        <p:spPr>
          <a:xfrm>
            <a:off x="3708501" y="4159563"/>
            <a:ext cx="127407" cy="0"/>
          </a:xfrm>
          <a:prstGeom prst="line">
            <a:avLst/>
          </a:prstGeom>
          <a:noFill/>
          <a:ln w="25400">
            <a:solidFill>
              <a:srgbClr val="2F7F93"/>
            </a:solidFill>
            <a:prstDash val="solid"/>
            <a:headEnd type="none"/>
            <a:tailEnd type="none"/>
          </a:ln>
        </p:spPr>
      </p:sp>
      <p:sp>
        <p:nvSpPr>
          <p:cNvPr id="2121" name="Shape 2119"/>
          <p:cNvSpPr/>
          <p:nvPr/>
        </p:nvSpPr>
        <p:spPr>
          <a:xfrm>
            <a:off x="3833165" y="4156819"/>
            <a:ext cx="0" cy="19997"/>
          </a:xfrm>
          <a:prstGeom prst="line">
            <a:avLst/>
          </a:prstGeom>
          <a:noFill/>
          <a:ln w="25400">
            <a:solidFill>
              <a:srgbClr val="2F7F93"/>
            </a:solidFill>
            <a:prstDash val="solid"/>
            <a:headEnd type="none"/>
            <a:tailEnd type="none"/>
          </a:ln>
        </p:spPr>
      </p:sp>
      <p:sp>
        <p:nvSpPr>
          <p:cNvPr id="2122" name="Shape 2120"/>
          <p:cNvSpPr/>
          <p:nvPr/>
        </p:nvSpPr>
        <p:spPr>
          <a:xfrm>
            <a:off x="3833165" y="4174073"/>
            <a:ext cx="127407" cy="0"/>
          </a:xfrm>
          <a:prstGeom prst="line">
            <a:avLst/>
          </a:prstGeom>
          <a:noFill/>
          <a:ln w="25400">
            <a:solidFill>
              <a:srgbClr val="2F7F93"/>
            </a:solidFill>
            <a:prstDash val="solid"/>
            <a:headEnd type="none"/>
            <a:tailEnd type="none"/>
          </a:ln>
        </p:spPr>
      </p:sp>
      <p:sp>
        <p:nvSpPr>
          <p:cNvPr id="2123" name="Shape 2121"/>
          <p:cNvSpPr/>
          <p:nvPr/>
        </p:nvSpPr>
        <p:spPr>
          <a:xfrm>
            <a:off x="3957828" y="4171330"/>
            <a:ext cx="0" cy="20699"/>
          </a:xfrm>
          <a:prstGeom prst="line">
            <a:avLst/>
          </a:prstGeom>
          <a:noFill/>
          <a:ln w="25400">
            <a:solidFill>
              <a:srgbClr val="2F7F93"/>
            </a:solidFill>
            <a:prstDash val="solid"/>
            <a:headEnd type="none"/>
            <a:tailEnd type="none"/>
          </a:ln>
        </p:spPr>
      </p:sp>
      <p:sp>
        <p:nvSpPr>
          <p:cNvPr id="2124" name="Shape 2122"/>
          <p:cNvSpPr/>
          <p:nvPr/>
        </p:nvSpPr>
        <p:spPr>
          <a:xfrm>
            <a:off x="3957828" y="4189285"/>
            <a:ext cx="127406" cy="0"/>
          </a:xfrm>
          <a:prstGeom prst="line">
            <a:avLst/>
          </a:prstGeom>
          <a:noFill/>
          <a:ln w="25400">
            <a:solidFill>
              <a:srgbClr val="2F7F93"/>
            </a:solidFill>
            <a:prstDash val="solid"/>
            <a:headEnd type="none"/>
            <a:tailEnd type="none"/>
          </a:ln>
        </p:spPr>
      </p:sp>
      <p:sp>
        <p:nvSpPr>
          <p:cNvPr id="2125" name="Shape 2123"/>
          <p:cNvSpPr/>
          <p:nvPr/>
        </p:nvSpPr>
        <p:spPr>
          <a:xfrm>
            <a:off x="4082491" y="4186542"/>
            <a:ext cx="0" cy="17920"/>
          </a:xfrm>
          <a:prstGeom prst="line">
            <a:avLst/>
          </a:prstGeom>
          <a:noFill/>
          <a:ln w="25400">
            <a:solidFill>
              <a:srgbClr val="2F7F93"/>
            </a:solidFill>
            <a:prstDash val="solid"/>
            <a:headEnd type="none"/>
            <a:tailEnd type="none"/>
          </a:ln>
        </p:spPr>
      </p:sp>
      <p:sp>
        <p:nvSpPr>
          <p:cNvPr id="2126" name="Shape 2124"/>
          <p:cNvSpPr/>
          <p:nvPr/>
        </p:nvSpPr>
        <p:spPr>
          <a:xfrm>
            <a:off x="4082491" y="4201719"/>
            <a:ext cx="127407" cy="0"/>
          </a:xfrm>
          <a:prstGeom prst="line">
            <a:avLst/>
          </a:prstGeom>
          <a:noFill/>
          <a:ln w="25400">
            <a:solidFill>
              <a:srgbClr val="2F7F93"/>
            </a:solidFill>
            <a:prstDash val="solid"/>
            <a:headEnd type="none"/>
            <a:tailEnd type="none"/>
          </a:ln>
        </p:spPr>
      </p:sp>
      <p:sp>
        <p:nvSpPr>
          <p:cNvPr id="2127" name="Shape 2125"/>
          <p:cNvSpPr/>
          <p:nvPr/>
        </p:nvSpPr>
        <p:spPr>
          <a:xfrm>
            <a:off x="4207154" y="4198975"/>
            <a:ext cx="0" cy="9524"/>
          </a:xfrm>
          <a:prstGeom prst="line">
            <a:avLst/>
          </a:prstGeom>
          <a:noFill/>
          <a:ln w="25400">
            <a:solidFill>
              <a:srgbClr val="2F7F93"/>
            </a:solidFill>
            <a:prstDash val="solid"/>
            <a:headEnd type="none"/>
            <a:tailEnd type="none"/>
          </a:ln>
        </p:spPr>
      </p:sp>
      <p:sp>
        <p:nvSpPr>
          <p:cNvPr id="2128" name="Shape 2126"/>
          <p:cNvSpPr/>
          <p:nvPr/>
        </p:nvSpPr>
        <p:spPr>
          <a:xfrm>
            <a:off x="4207154" y="4205756"/>
            <a:ext cx="127407" cy="0"/>
          </a:xfrm>
          <a:prstGeom prst="line">
            <a:avLst/>
          </a:prstGeom>
          <a:noFill/>
          <a:ln w="25400">
            <a:solidFill>
              <a:srgbClr val="2F7F93"/>
            </a:solidFill>
            <a:prstDash val="solid"/>
            <a:headEnd type="none"/>
            <a:tailEnd type="none"/>
          </a:ln>
        </p:spPr>
      </p:sp>
      <p:sp>
        <p:nvSpPr>
          <p:cNvPr id="2129" name="Shape 2127"/>
          <p:cNvSpPr/>
          <p:nvPr/>
        </p:nvSpPr>
        <p:spPr>
          <a:xfrm>
            <a:off x="4331818" y="4199122"/>
            <a:ext cx="0" cy="9377"/>
          </a:xfrm>
          <a:prstGeom prst="line">
            <a:avLst/>
          </a:prstGeom>
          <a:noFill/>
          <a:ln w="25400">
            <a:solidFill>
              <a:srgbClr val="2F7F93"/>
            </a:solidFill>
            <a:prstDash val="solid"/>
            <a:headEnd type="none"/>
            <a:tailEnd type="none"/>
          </a:ln>
        </p:spPr>
      </p:sp>
      <p:sp>
        <p:nvSpPr>
          <p:cNvPr id="2130" name="Shape 2128"/>
          <p:cNvSpPr/>
          <p:nvPr/>
        </p:nvSpPr>
        <p:spPr>
          <a:xfrm>
            <a:off x="4331818" y="4201865"/>
            <a:ext cx="127406" cy="0"/>
          </a:xfrm>
          <a:prstGeom prst="line">
            <a:avLst/>
          </a:prstGeom>
          <a:noFill/>
          <a:ln w="25400">
            <a:solidFill>
              <a:srgbClr val="2F7F93"/>
            </a:solidFill>
            <a:prstDash val="solid"/>
            <a:headEnd type="none"/>
            <a:tailEnd type="none"/>
          </a:ln>
        </p:spPr>
      </p:sp>
      <p:sp>
        <p:nvSpPr>
          <p:cNvPr id="2131" name="Shape 2129"/>
          <p:cNvSpPr/>
          <p:nvPr/>
        </p:nvSpPr>
        <p:spPr>
          <a:xfrm>
            <a:off x="4456481" y="4195582"/>
            <a:ext cx="0" cy="9026"/>
          </a:xfrm>
          <a:prstGeom prst="line">
            <a:avLst/>
          </a:prstGeom>
          <a:noFill/>
          <a:ln w="25400">
            <a:solidFill>
              <a:srgbClr val="2F7F93"/>
            </a:solidFill>
            <a:prstDash val="solid"/>
            <a:headEnd type="none"/>
            <a:tailEnd type="none"/>
          </a:ln>
        </p:spPr>
      </p:sp>
      <p:sp>
        <p:nvSpPr>
          <p:cNvPr id="2132" name="Shape 2130"/>
          <p:cNvSpPr/>
          <p:nvPr/>
        </p:nvSpPr>
        <p:spPr>
          <a:xfrm>
            <a:off x="4456481" y="4198325"/>
            <a:ext cx="127407" cy="0"/>
          </a:xfrm>
          <a:prstGeom prst="line">
            <a:avLst/>
          </a:prstGeom>
          <a:noFill/>
          <a:ln w="25400">
            <a:solidFill>
              <a:srgbClr val="2F7F93"/>
            </a:solidFill>
            <a:prstDash val="solid"/>
            <a:headEnd type="none"/>
            <a:tailEnd type="none"/>
          </a:ln>
        </p:spPr>
      </p:sp>
      <p:sp>
        <p:nvSpPr>
          <p:cNvPr id="2133" name="Shape 2131"/>
          <p:cNvSpPr/>
          <p:nvPr/>
        </p:nvSpPr>
        <p:spPr>
          <a:xfrm>
            <a:off x="4581144" y="4195582"/>
            <a:ext cx="0" cy="11922"/>
          </a:xfrm>
          <a:prstGeom prst="line">
            <a:avLst/>
          </a:prstGeom>
          <a:noFill/>
          <a:ln w="25400">
            <a:solidFill>
              <a:srgbClr val="2F7F93"/>
            </a:solidFill>
            <a:prstDash val="solid"/>
            <a:headEnd type="none"/>
            <a:tailEnd type="none"/>
          </a:ln>
        </p:spPr>
      </p:sp>
      <p:sp>
        <p:nvSpPr>
          <p:cNvPr id="2134" name="Shape 2132"/>
          <p:cNvSpPr/>
          <p:nvPr/>
        </p:nvSpPr>
        <p:spPr>
          <a:xfrm>
            <a:off x="4581144" y="4204761"/>
            <a:ext cx="127407" cy="0"/>
          </a:xfrm>
          <a:prstGeom prst="line">
            <a:avLst/>
          </a:prstGeom>
          <a:noFill/>
          <a:ln w="25400">
            <a:solidFill>
              <a:srgbClr val="2F7F93"/>
            </a:solidFill>
            <a:prstDash val="solid"/>
            <a:headEnd type="none"/>
            <a:tailEnd type="none"/>
          </a:ln>
        </p:spPr>
      </p:sp>
      <p:sp>
        <p:nvSpPr>
          <p:cNvPr id="2135" name="Shape 2133"/>
          <p:cNvSpPr/>
          <p:nvPr/>
        </p:nvSpPr>
        <p:spPr>
          <a:xfrm>
            <a:off x="4705807" y="4202018"/>
            <a:ext cx="0" cy="19353"/>
          </a:xfrm>
          <a:prstGeom prst="line">
            <a:avLst/>
          </a:prstGeom>
          <a:noFill/>
          <a:ln w="25400">
            <a:solidFill>
              <a:srgbClr val="2F7F93"/>
            </a:solidFill>
            <a:prstDash val="solid"/>
            <a:headEnd type="none"/>
            <a:tailEnd type="none"/>
          </a:ln>
        </p:spPr>
      </p:sp>
      <p:sp>
        <p:nvSpPr>
          <p:cNvPr id="2136" name="Shape 2134"/>
          <p:cNvSpPr/>
          <p:nvPr/>
        </p:nvSpPr>
        <p:spPr>
          <a:xfrm>
            <a:off x="4705807" y="4218628"/>
            <a:ext cx="127406" cy="0"/>
          </a:xfrm>
          <a:prstGeom prst="line">
            <a:avLst/>
          </a:prstGeom>
          <a:noFill/>
          <a:ln w="25400">
            <a:solidFill>
              <a:srgbClr val="2F7F93"/>
            </a:solidFill>
            <a:prstDash val="solid"/>
            <a:headEnd type="none"/>
            <a:tailEnd type="none"/>
          </a:ln>
        </p:spPr>
      </p:sp>
      <p:sp>
        <p:nvSpPr>
          <p:cNvPr id="2137" name="Shape 2135"/>
          <p:cNvSpPr/>
          <p:nvPr/>
        </p:nvSpPr>
        <p:spPr>
          <a:xfrm>
            <a:off x="4830470" y="4215885"/>
            <a:ext cx="0" cy="19031"/>
          </a:xfrm>
          <a:prstGeom prst="line">
            <a:avLst/>
          </a:prstGeom>
          <a:noFill/>
          <a:ln w="25400">
            <a:solidFill>
              <a:srgbClr val="2F7F93"/>
            </a:solidFill>
            <a:prstDash val="solid"/>
            <a:headEnd type="none"/>
            <a:tailEnd type="none"/>
          </a:ln>
        </p:spPr>
      </p:sp>
      <p:sp>
        <p:nvSpPr>
          <p:cNvPr id="2138" name="Shape 2136"/>
          <p:cNvSpPr/>
          <p:nvPr/>
        </p:nvSpPr>
        <p:spPr>
          <a:xfrm>
            <a:off x="4830470" y="4232173"/>
            <a:ext cx="127407" cy="0"/>
          </a:xfrm>
          <a:prstGeom prst="line">
            <a:avLst/>
          </a:prstGeom>
          <a:noFill/>
          <a:ln w="25400">
            <a:solidFill>
              <a:srgbClr val="2F7F93"/>
            </a:solidFill>
            <a:prstDash val="solid"/>
            <a:headEnd type="none"/>
            <a:tailEnd type="none"/>
          </a:ln>
        </p:spPr>
      </p:sp>
      <p:sp>
        <p:nvSpPr>
          <p:cNvPr id="2139" name="Shape 2137"/>
          <p:cNvSpPr/>
          <p:nvPr/>
        </p:nvSpPr>
        <p:spPr>
          <a:xfrm>
            <a:off x="4955134" y="4229430"/>
            <a:ext cx="0" cy="29973"/>
          </a:xfrm>
          <a:prstGeom prst="line">
            <a:avLst/>
          </a:prstGeom>
          <a:noFill/>
          <a:ln w="25400">
            <a:solidFill>
              <a:srgbClr val="2F7F93"/>
            </a:solidFill>
            <a:prstDash val="solid"/>
            <a:headEnd type="none"/>
            <a:tailEnd type="none"/>
          </a:ln>
        </p:spPr>
      </p:sp>
      <p:sp>
        <p:nvSpPr>
          <p:cNvPr id="2140" name="Shape 2138"/>
          <p:cNvSpPr/>
          <p:nvPr/>
        </p:nvSpPr>
        <p:spPr>
          <a:xfrm>
            <a:off x="4955134" y="4256659"/>
            <a:ext cx="127407" cy="0"/>
          </a:xfrm>
          <a:prstGeom prst="line">
            <a:avLst/>
          </a:prstGeom>
          <a:noFill/>
          <a:ln w="25400">
            <a:solidFill>
              <a:srgbClr val="2F7F93"/>
            </a:solidFill>
            <a:prstDash val="solid"/>
            <a:headEnd type="none"/>
            <a:tailEnd type="none"/>
          </a:ln>
        </p:spPr>
      </p:sp>
      <p:sp>
        <p:nvSpPr>
          <p:cNvPr id="2141" name="Shape 2139"/>
          <p:cNvSpPr/>
          <p:nvPr/>
        </p:nvSpPr>
        <p:spPr>
          <a:xfrm>
            <a:off x="5079797" y="4253916"/>
            <a:ext cx="0" cy="35268"/>
          </a:xfrm>
          <a:prstGeom prst="line">
            <a:avLst/>
          </a:prstGeom>
          <a:noFill/>
          <a:ln w="25400">
            <a:solidFill>
              <a:srgbClr val="2F7F93"/>
            </a:solidFill>
            <a:prstDash val="solid"/>
            <a:headEnd type="none"/>
            <a:tailEnd type="none"/>
          </a:ln>
        </p:spPr>
      </p:sp>
      <p:sp>
        <p:nvSpPr>
          <p:cNvPr id="2142" name="Shape 2140"/>
          <p:cNvSpPr/>
          <p:nvPr/>
        </p:nvSpPr>
        <p:spPr>
          <a:xfrm>
            <a:off x="5079797" y="4286440"/>
            <a:ext cx="127406" cy="0"/>
          </a:xfrm>
          <a:prstGeom prst="line">
            <a:avLst/>
          </a:prstGeom>
          <a:noFill/>
          <a:ln w="25400">
            <a:solidFill>
              <a:srgbClr val="2F7F93"/>
            </a:solidFill>
            <a:prstDash val="solid"/>
            <a:headEnd type="none"/>
            <a:tailEnd type="none"/>
          </a:ln>
        </p:spPr>
      </p:sp>
      <p:sp>
        <p:nvSpPr>
          <p:cNvPr id="2143" name="Shape 2141"/>
          <p:cNvSpPr/>
          <p:nvPr/>
        </p:nvSpPr>
        <p:spPr>
          <a:xfrm>
            <a:off x="5204460" y="4283697"/>
            <a:ext cx="0" cy="33688"/>
          </a:xfrm>
          <a:prstGeom prst="line">
            <a:avLst/>
          </a:prstGeom>
          <a:noFill/>
          <a:ln w="25400">
            <a:solidFill>
              <a:srgbClr val="2F7F93"/>
            </a:solidFill>
            <a:prstDash val="solid"/>
            <a:headEnd type="none"/>
            <a:tailEnd type="none"/>
          </a:ln>
        </p:spPr>
      </p:sp>
      <p:sp>
        <p:nvSpPr>
          <p:cNvPr id="2144" name="Shape 2142"/>
          <p:cNvSpPr/>
          <p:nvPr/>
        </p:nvSpPr>
        <p:spPr>
          <a:xfrm>
            <a:off x="5204460" y="4314642"/>
            <a:ext cx="127407" cy="0"/>
          </a:xfrm>
          <a:prstGeom prst="line">
            <a:avLst/>
          </a:prstGeom>
          <a:noFill/>
          <a:ln w="25400">
            <a:solidFill>
              <a:srgbClr val="2F7F93"/>
            </a:solidFill>
            <a:prstDash val="solid"/>
            <a:headEnd type="none"/>
            <a:tailEnd type="none"/>
          </a:ln>
        </p:spPr>
      </p:sp>
      <p:sp>
        <p:nvSpPr>
          <p:cNvPr id="2145" name="Shape 2143"/>
          <p:cNvSpPr/>
          <p:nvPr/>
        </p:nvSpPr>
        <p:spPr>
          <a:xfrm>
            <a:off x="5329123" y="4311899"/>
            <a:ext cx="0" cy="34975"/>
          </a:xfrm>
          <a:prstGeom prst="line">
            <a:avLst/>
          </a:prstGeom>
          <a:noFill/>
          <a:ln w="25400">
            <a:solidFill>
              <a:srgbClr val="2F7F93"/>
            </a:solidFill>
            <a:prstDash val="solid"/>
            <a:headEnd type="none"/>
            <a:tailEnd type="none"/>
          </a:ln>
        </p:spPr>
      </p:sp>
      <p:sp>
        <p:nvSpPr>
          <p:cNvPr id="2146" name="Shape 2144"/>
          <p:cNvSpPr/>
          <p:nvPr/>
        </p:nvSpPr>
        <p:spPr>
          <a:xfrm>
            <a:off x="5329123" y="4344131"/>
            <a:ext cx="127407" cy="0"/>
          </a:xfrm>
          <a:prstGeom prst="line">
            <a:avLst/>
          </a:prstGeom>
          <a:noFill/>
          <a:ln w="25400">
            <a:solidFill>
              <a:srgbClr val="2F7F93"/>
            </a:solidFill>
            <a:prstDash val="solid"/>
            <a:headEnd type="none"/>
            <a:tailEnd type="none"/>
          </a:ln>
        </p:spPr>
      </p:sp>
      <p:sp>
        <p:nvSpPr>
          <p:cNvPr id="2147" name="Shape 2145"/>
          <p:cNvSpPr/>
          <p:nvPr/>
        </p:nvSpPr>
        <p:spPr>
          <a:xfrm>
            <a:off x="5453787" y="4341387"/>
            <a:ext cx="0" cy="36555"/>
          </a:xfrm>
          <a:prstGeom prst="line">
            <a:avLst/>
          </a:prstGeom>
          <a:noFill/>
          <a:ln w="25400">
            <a:solidFill>
              <a:srgbClr val="2F7F93"/>
            </a:solidFill>
            <a:prstDash val="solid"/>
            <a:headEnd type="none"/>
            <a:tailEnd type="none"/>
          </a:ln>
        </p:spPr>
      </p:sp>
      <p:sp>
        <p:nvSpPr>
          <p:cNvPr id="2148" name="Shape 2146"/>
          <p:cNvSpPr/>
          <p:nvPr/>
        </p:nvSpPr>
        <p:spPr>
          <a:xfrm>
            <a:off x="5453787" y="4375199"/>
            <a:ext cx="127406" cy="0"/>
          </a:xfrm>
          <a:prstGeom prst="line">
            <a:avLst/>
          </a:prstGeom>
          <a:noFill/>
          <a:ln w="25400">
            <a:solidFill>
              <a:srgbClr val="2F7F93"/>
            </a:solidFill>
            <a:prstDash val="solid"/>
            <a:headEnd type="none"/>
            <a:tailEnd type="none"/>
          </a:ln>
        </p:spPr>
      </p:sp>
      <p:sp>
        <p:nvSpPr>
          <p:cNvPr id="2149" name="Shape 2147"/>
          <p:cNvSpPr/>
          <p:nvPr/>
        </p:nvSpPr>
        <p:spPr>
          <a:xfrm>
            <a:off x="5578449" y="4372456"/>
            <a:ext cx="0" cy="35824"/>
          </a:xfrm>
          <a:prstGeom prst="line">
            <a:avLst/>
          </a:prstGeom>
          <a:noFill/>
          <a:ln w="25400">
            <a:solidFill>
              <a:srgbClr val="2F7F93"/>
            </a:solidFill>
            <a:prstDash val="solid"/>
            <a:headEnd type="none"/>
            <a:tailEnd type="none"/>
          </a:ln>
        </p:spPr>
      </p:sp>
      <p:sp>
        <p:nvSpPr>
          <p:cNvPr id="2150" name="Shape 2148"/>
          <p:cNvSpPr/>
          <p:nvPr/>
        </p:nvSpPr>
        <p:spPr>
          <a:xfrm>
            <a:off x="5578449" y="4405536"/>
            <a:ext cx="127407" cy="0"/>
          </a:xfrm>
          <a:prstGeom prst="line">
            <a:avLst/>
          </a:prstGeom>
          <a:noFill/>
          <a:ln w="25400">
            <a:solidFill>
              <a:srgbClr val="2F7F93"/>
            </a:solidFill>
            <a:prstDash val="solid"/>
            <a:headEnd type="none"/>
            <a:tailEnd type="none"/>
          </a:ln>
        </p:spPr>
      </p:sp>
      <p:sp>
        <p:nvSpPr>
          <p:cNvPr id="2151" name="Shape 2149"/>
          <p:cNvSpPr/>
          <p:nvPr/>
        </p:nvSpPr>
        <p:spPr>
          <a:xfrm>
            <a:off x="5703113" y="4402793"/>
            <a:ext cx="0" cy="35970"/>
          </a:xfrm>
          <a:prstGeom prst="line">
            <a:avLst/>
          </a:prstGeom>
          <a:noFill/>
          <a:ln w="25400">
            <a:solidFill>
              <a:srgbClr val="2F7F93"/>
            </a:solidFill>
            <a:prstDash val="solid"/>
            <a:headEnd type="none"/>
            <a:tailEnd type="none"/>
          </a:ln>
        </p:spPr>
      </p:sp>
      <p:sp>
        <p:nvSpPr>
          <p:cNvPr id="2152" name="Shape 2150"/>
          <p:cNvSpPr/>
          <p:nvPr/>
        </p:nvSpPr>
        <p:spPr>
          <a:xfrm>
            <a:off x="5703113" y="4436020"/>
            <a:ext cx="127407" cy="0"/>
          </a:xfrm>
          <a:prstGeom prst="line">
            <a:avLst/>
          </a:prstGeom>
          <a:noFill/>
          <a:ln w="25400">
            <a:solidFill>
              <a:srgbClr val="2F7F93"/>
            </a:solidFill>
            <a:prstDash val="solid"/>
            <a:headEnd type="none"/>
            <a:tailEnd type="none"/>
          </a:ln>
        </p:spPr>
      </p:sp>
      <p:sp>
        <p:nvSpPr>
          <p:cNvPr id="2153" name="Shape 2151"/>
          <p:cNvSpPr/>
          <p:nvPr/>
        </p:nvSpPr>
        <p:spPr>
          <a:xfrm>
            <a:off x="5827776" y="4433276"/>
            <a:ext cx="0" cy="32254"/>
          </a:xfrm>
          <a:prstGeom prst="line">
            <a:avLst/>
          </a:prstGeom>
          <a:noFill/>
          <a:ln w="25400">
            <a:solidFill>
              <a:srgbClr val="2F7F93"/>
            </a:solidFill>
            <a:prstDash val="solid"/>
            <a:headEnd type="none"/>
            <a:tailEnd type="none"/>
          </a:ln>
        </p:spPr>
      </p:sp>
      <p:sp>
        <p:nvSpPr>
          <p:cNvPr id="2154" name="Shape 2152"/>
          <p:cNvSpPr/>
          <p:nvPr/>
        </p:nvSpPr>
        <p:spPr>
          <a:xfrm>
            <a:off x="5827776" y="4462788"/>
            <a:ext cx="127406" cy="0"/>
          </a:xfrm>
          <a:prstGeom prst="line">
            <a:avLst/>
          </a:prstGeom>
          <a:noFill/>
          <a:ln w="25400">
            <a:solidFill>
              <a:srgbClr val="2F7F93"/>
            </a:solidFill>
            <a:prstDash val="solid"/>
            <a:headEnd type="none"/>
            <a:tailEnd type="none"/>
          </a:ln>
        </p:spPr>
      </p:sp>
      <p:sp>
        <p:nvSpPr>
          <p:cNvPr id="2155" name="Shape 2153"/>
          <p:cNvSpPr/>
          <p:nvPr/>
        </p:nvSpPr>
        <p:spPr>
          <a:xfrm>
            <a:off x="5952439" y="4460045"/>
            <a:ext cx="0" cy="38837"/>
          </a:xfrm>
          <a:prstGeom prst="line">
            <a:avLst/>
          </a:prstGeom>
          <a:noFill/>
          <a:ln w="25400">
            <a:solidFill>
              <a:srgbClr val="2F7F93"/>
            </a:solidFill>
            <a:prstDash val="solid"/>
            <a:headEnd type="none"/>
            <a:tailEnd type="none"/>
          </a:ln>
        </p:spPr>
      </p:sp>
      <p:sp>
        <p:nvSpPr>
          <p:cNvPr id="2156" name="Shape 2154"/>
          <p:cNvSpPr/>
          <p:nvPr/>
        </p:nvSpPr>
        <p:spPr>
          <a:xfrm>
            <a:off x="5952439" y="4496138"/>
            <a:ext cx="127407" cy="0"/>
          </a:xfrm>
          <a:prstGeom prst="line">
            <a:avLst/>
          </a:prstGeom>
          <a:noFill/>
          <a:ln w="25400">
            <a:solidFill>
              <a:srgbClr val="2F7F93"/>
            </a:solidFill>
            <a:prstDash val="solid"/>
            <a:headEnd type="none"/>
            <a:tailEnd type="none"/>
          </a:ln>
        </p:spPr>
      </p:sp>
      <p:sp>
        <p:nvSpPr>
          <p:cNvPr id="2157" name="Shape 2155"/>
          <p:cNvSpPr/>
          <p:nvPr/>
        </p:nvSpPr>
        <p:spPr>
          <a:xfrm>
            <a:off x="6077102" y="4493395"/>
            <a:ext cx="0" cy="37345"/>
          </a:xfrm>
          <a:prstGeom prst="line">
            <a:avLst/>
          </a:prstGeom>
          <a:noFill/>
          <a:ln w="25400">
            <a:solidFill>
              <a:srgbClr val="2F7F93"/>
            </a:solidFill>
            <a:prstDash val="solid"/>
            <a:headEnd type="none"/>
            <a:tailEnd type="none"/>
          </a:ln>
        </p:spPr>
      </p:sp>
      <p:sp>
        <p:nvSpPr>
          <p:cNvPr id="2158" name="Shape 2156"/>
          <p:cNvSpPr/>
          <p:nvPr/>
        </p:nvSpPr>
        <p:spPr>
          <a:xfrm>
            <a:off x="6077102" y="4527997"/>
            <a:ext cx="127407" cy="0"/>
          </a:xfrm>
          <a:prstGeom prst="line">
            <a:avLst/>
          </a:prstGeom>
          <a:noFill/>
          <a:ln w="25400">
            <a:solidFill>
              <a:srgbClr val="2F7F93"/>
            </a:solidFill>
            <a:prstDash val="solid"/>
            <a:headEnd type="none"/>
            <a:tailEnd type="none"/>
          </a:ln>
        </p:spPr>
      </p:sp>
      <p:sp>
        <p:nvSpPr>
          <p:cNvPr id="2159" name="Shape 2157"/>
          <p:cNvSpPr/>
          <p:nvPr/>
        </p:nvSpPr>
        <p:spPr>
          <a:xfrm>
            <a:off x="6201766" y="4525253"/>
            <a:ext cx="0" cy="31231"/>
          </a:xfrm>
          <a:prstGeom prst="line">
            <a:avLst/>
          </a:prstGeom>
          <a:noFill/>
          <a:ln w="25400">
            <a:solidFill>
              <a:srgbClr val="2F7F93"/>
            </a:solidFill>
            <a:prstDash val="solid"/>
            <a:headEnd type="none"/>
            <a:tailEnd type="none"/>
          </a:ln>
        </p:spPr>
      </p:sp>
      <p:sp>
        <p:nvSpPr>
          <p:cNvPr id="2160" name="Shape 2158"/>
          <p:cNvSpPr/>
          <p:nvPr/>
        </p:nvSpPr>
        <p:spPr>
          <a:xfrm>
            <a:off x="6201766" y="4553741"/>
            <a:ext cx="127406" cy="0"/>
          </a:xfrm>
          <a:prstGeom prst="line">
            <a:avLst/>
          </a:prstGeom>
          <a:noFill/>
          <a:ln w="25400">
            <a:solidFill>
              <a:srgbClr val="2F7F93"/>
            </a:solidFill>
            <a:prstDash val="solid"/>
            <a:headEnd type="none"/>
            <a:tailEnd type="none"/>
          </a:ln>
        </p:spPr>
      </p:sp>
      <p:sp>
        <p:nvSpPr>
          <p:cNvPr id="2161" name="Shape 2159"/>
          <p:cNvSpPr/>
          <p:nvPr/>
        </p:nvSpPr>
        <p:spPr>
          <a:xfrm>
            <a:off x="6326429" y="4550997"/>
            <a:ext cx="0" cy="32723"/>
          </a:xfrm>
          <a:prstGeom prst="line">
            <a:avLst/>
          </a:prstGeom>
          <a:noFill/>
          <a:ln w="25400">
            <a:solidFill>
              <a:srgbClr val="2F7F93"/>
            </a:solidFill>
            <a:prstDash val="solid"/>
            <a:headEnd type="none"/>
            <a:tailEnd type="none"/>
          </a:ln>
        </p:spPr>
      </p:sp>
      <p:sp>
        <p:nvSpPr>
          <p:cNvPr id="2162" name="Shape 2160"/>
          <p:cNvSpPr/>
          <p:nvPr/>
        </p:nvSpPr>
        <p:spPr>
          <a:xfrm>
            <a:off x="6326429" y="4580977"/>
            <a:ext cx="127407" cy="0"/>
          </a:xfrm>
          <a:prstGeom prst="line">
            <a:avLst/>
          </a:prstGeom>
          <a:noFill/>
          <a:ln w="25400">
            <a:solidFill>
              <a:srgbClr val="2F7F93"/>
            </a:solidFill>
            <a:prstDash val="solid"/>
            <a:headEnd type="none"/>
            <a:tailEnd type="none"/>
          </a:ln>
        </p:spPr>
      </p:sp>
      <p:sp>
        <p:nvSpPr>
          <p:cNvPr id="2163" name="Shape 2161"/>
          <p:cNvSpPr/>
          <p:nvPr/>
        </p:nvSpPr>
        <p:spPr>
          <a:xfrm>
            <a:off x="6451092" y="4578234"/>
            <a:ext cx="0" cy="22747"/>
          </a:xfrm>
          <a:prstGeom prst="line">
            <a:avLst/>
          </a:prstGeom>
          <a:noFill/>
          <a:ln w="25400">
            <a:solidFill>
              <a:srgbClr val="2F7F93"/>
            </a:solidFill>
            <a:prstDash val="solid"/>
            <a:headEnd type="none"/>
            <a:tailEnd type="none"/>
          </a:ln>
        </p:spPr>
      </p:sp>
      <p:sp>
        <p:nvSpPr>
          <p:cNvPr id="2164" name="Shape 2162"/>
          <p:cNvSpPr/>
          <p:nvPr/>
        </p:nvSpPr>
        <p:spPr>
          <a:xfrm>
            <a:off x="6451092" y="4598237"/>
            <a:ext cx="127407" cy="0"/>
          </a:xfrm>
          <a:prstGeom prst="line">
            <a:avLst/>
          </a:prstGeom>
          <a:noFill/>
          <a:ln w="25400">
            <a:solidFill>
              <a:srgbClr val="2F7F93"/>
            </a:solidFill>
            <a:prstDash val="solid"/>
            <a:headEnd type="none"/>
            <a:tailEnd type="none"/>
          </a:ln>
        </p:spPr>
      </p:sp>
      <p:sp>
        <p:nvSpPr>
          <p:cNvPr id="2165" name="Shape 2163"/>
          <p:cNvSpPr/>
          <p:nvPr/>
        </p:nvSpPr>
        <p:spPr>
          <a:xfrm>
            <a:off x="6575755" y="4595494"/>
            <a:ext cx="0" cy="20494"/>
          </a:xfrm>
          <a:prstGeom prst="line">
            <a:avLst/>
          </a:prstGeom>
          <a:noFill/>
          <a:ln w="25400">
            <a:solidFill>
              <a:srgbClr val="2F7F93"/>
            </a:solidFill>
            <a:prstDash val="solid"/>
            <a:headEnd type="none"/>
            <a:tailEnd type="none"/>
          </a:ln>
        </p:spPr>
      </p:sp>
      <p:sp>
        <p:nvSpPr>
          <p:cNvPr id="2166" name="Shape 2164"/>
          <p:cNvSpPr/>
          <p:nvPr/>
        </p:nvSpPr>
        <p:spPr>
          <a:xfrm>
            <a:off x="6575755" y="4613245"/>
            <a:ext cx="127406" cy="0"/>
          </a:xfrm>
          <a:prstGeom prst="line">
            <a:avLst/>
          </a:prstGeom>
          <a:noFill/>
          <a:ln w="25400">
            <a:solidFill>
              <a:srgbClr val="2F7F93"/>
            </a:solidFill>
            <a:prstDash val="solid"/>
            <a:headEnd type="none"/>
            <a:tailEnd type="none"/>
          </a:ln>
        </p:spPr>
      </p:sp>
      <p:sp>
        <p:nvSpPr>
          <p:cNvPr id="2167" name="Shape 2165"/>
          <p:cNvSpPr/>
          <p:nvPr/>
        </p:nvSpPr>
        <p:spPr>
          <a:xfrm>
            <a:off x="6700418" y="4610502"/>
            <a:ext cx="0" cy="25116"/>
          </a:xfrm>
          <a:prstGeom prst="line">
            <a:avLst/>
          </a:prstGeom>
          <a:noFill/>
          <a:ln w="25400">
            <a:solidFill>
              <a:srgbClr val="2F7F93"/>
            </a:solidFill>
            <a:prstDash val="solid"/>
            <a:headEnd type="none"/>
            <a:tailEnd type="none"/>
          </a:ln>
        </p:spPr>
      </p:sp>
      <p:sp>
        <p:nvSpPr>
          <p:cNvPr id="2168" name="Shape 2166"/>
          <p:cNvSpPr/>
          <p:nvPr/>
        </p:nvSpPr>
        <p:spPr>
          <a:xfrm>
            <a:off x="6700418" y="4632875"/>
            <a:ext cx="127407" cy="0"/>
          </a:xfrm>
          <a:prstGeom prst="line">
            <a:avLst/>
          </a:prstGeom>
          <a:noFill/>
          <a:ln w="25400">
            <a:solidFill>
              <a:srgbClr val="2F7F93"/>
            </a:solidFill>
            <a:prstDash val="solid"/>
            <a:headEnd type="none"/>
            <a:tailEnd type="none"/>
          </a:ln>
        </p:spPr>
      </p:sp>
      <p:sp>
        <p:nvSpPr>
          <p:cNvPr id="2169" name="Shape 2167"/>
          <p:cNvSpPr/>
          <p:nvPr/>
        </p:nvSpPr>
        <p:spPr>
          <a:xfrm>
            <a:off x="6825082" y="4630131"/>
            <a:ext cx="0" cy="25818"/>
          </a:xfrm>
          <a:prstGeom prst="line">
            <a:avLst/>
          </a:prstGeom>
          <a:noFill/>
          <a:ln w="25400">
            <a:solidFill>
              <a:srgbClr val="2F7F93"/>
            </a:solidFill>
            <a:prstDash val="solid"/>
            <a:headEnd type="none"/>
            <a:tailEnd type="none"/>
          </a:ln>
        </p:spPr>
      </p:sp>
      <p:sp>
        <p:nvSpPr>
          <p:cNvPr id="2170" name="Shape 2168"/>
          <p:cNvSpPr/>
          <p:nvPr/>
        </p:nvSpPr>
        <p:spPr>
          <a:xfrm>
            <a:off x="6825082" y="4653207"/>
            <a:ext cx="127407" cy="0"/>
          </a:xfrm>
          <a:prstGeom prst="line">
            <a:avLst/>
          </a:prstGeom>
          <a:noFill/>
          <a:ln w="25400">
            <a:solidFill>
              <a:srgbClr val="2F7F93"/>
            </a:solidFill>
            <a:prstDash val="solid"/>
            <a:headEnd type="none"/>
            <a:tailEnd type="none"/>
          </a:ln>
        </p:spPr>
      </p:sp>
      <p:sp>
        <p:nvSpPr>
          <p:cNvPr id="2171" name="Shape 2169"/>
          <p:cNvSpPr/>
          <p:nvPr/>
        </p:nvSpPr>
        <p:spPr>
          <a:xfrm>
            <a:off x="6949745" y="4650464"/>
            <a:ext cx="0" cy="28159"/>
          </a:xfrm>
          <a:prstGeom prst="line">
            <a:avLst/>
          </a:prstGeom>
          <a:noFill/>
          <a:ln w="25400">
            <a:solidFill>
              <a:srgbClr val="2F7F93"/>
            </a:solidFill>
            <a:prstDash val="solid"/>
            <a:headEnd type="none"/>
            <a:tailEnd type="none"/>
          </a:ln>
        </p:spPr>
      </p:sp>
      <p:sp>
        <p:nvSpPr>
          <p:cNvPr id="2172" name="Shape 2170"/>
          <p:cNvSpPr/>
          <p:nvPr/>
        </p:nvSpPr>
        <p:spPr>
          <a:xfrm>
            <a:off x="6949745" y="4675879"/>
            <a:ext cx="127406" cy="0"/>
          </a:xfrm>
          <a:prstGeom prst="line">
            <a:avLst/>
          </a:prstGeom>
          <a:noFill/>
          <a:ln w="25400">
            <a:solidFill>
              <a:srgbClr val="2F7F93"/>
            </a:solidFill>
            <a:prstDash val="solid"/>
            <a:headEnd type="none"/>
            <a:tailEnd type="none"/>
          </a:ln>
        </p:spPr>
      </p:sp>
      <p:sp>
        <p:nvSpPr>
          <p:cNvPr id="2173" name="Shape 2171"/>
          <p:cNvSpPr/>
          <p:nvPr/>
        </p:nvSpPr>
        <p:spPr>
          <a:xfrm>
            <a:off x="7074408" y="4673136"/>
            <a:ext cx="0" cy="34566"/>
          </a:xfrm>
          <a:prstGeom prst="line">
            <a:avLst/>
          </a:prstGeom>
          <a:noFill/>
          <a:ln w="25400">
            <a:solidFill>
              <a:srgbClr val="2F7F93"/>
            </a:solidFill>
            <a:prstDash val="solid"/>
            <a:headEnd type="none"/>
            <a:tailEnd type="none"/>
          </a:ln>
        </p:spPr>
      </p:sp>
      <p:sp>
        <p:nvSpPr>
          <p:cNvPr id="2174" name="Shape 2172"/>
          <p:cNvSpPr/>
          <p:nvPr/>
        </p:nvSpPr>
        <p:spPr>
          <a:xfrm>
            <a:off x="7074408" y="4704958"/>
            <a:ext cx="127407" cy="0"/>
          </a:xfrm>
          <a:prstGeom prst="line">
            <a:avLst/>
          </a:prstGeom>
          <a:noFill/>
          <a:ln w="25400">
            <a:solidFill>
              <a:srgbClr val="2F7F93"/>
            </a:solidFill>
            <a:prstDash val="solid"/>
            <a:headEnd type="none"/>
            <a:tailEnd type="none"/>
          </a:ln>
        </p:spPr>
      </p:sp>
      <p:sp>
        <p:nvSpPr>
          <p:cNvPr id="2175" name="Shape 2173"/>
          <p:cNvSpPr/>
          <p:nvPr/>
        </p:nvSpPr>
        <p:spPr>
          <a:xfrm>
            <a:off x="7199071" y="4702215"/>
            <a:ext cx="0" cy="37784"/>
          </a:xfrm>
          <a:prstGeom prst="line">
            <a:avLst/>
          </a:prstGeom>
          <a:noFill/>
          <a:ln w="25400">
            <a:solidFill>
              <a:srgbClr val="2F7F93"/>
            </a:solidFill>
            <a:prstDash val="solid"/>
            <a:headEnd type="none"/>
            <a:tailEnd type="none"/>
          </a:ln>
        </p:spPr>
      </p:sp>
      <p:sp>
        <p:nvSpPr>
          <p:cNvPr id="2176" name="Shape 2174"/>
          <p:cNvSpPr/>
          <p:nvPr/>
        </p:nvSpPr>
        <p:spPr>
          <a:xfrm>
            <a:off x="7199071" y="4737255"/>
            <a:ext cx="127407" cy="0"/>
          </a:xfrm>
          <a:prstGeom prst="line">
            <a:avLst/>
          </a:prstGeom>
          <a:noFill/>
          <a:ln w="25400">
            <a:solidFill>
              <a:srgbClr val="2F7F93"/>
            </a:solidFill>
            <a:prstDash val="solid"/>
            <a:headEnd type="none"/>
            <a:tailEnd type="none"/>
          </a:ln>
        </p:spPr>
      </p:sp>
      <p:sp>
        <p:nvSpPr>
          <p:cNvPr id="2177" name="Shape 2175"/>
          <p:cNvSpPr/>
          <p:nvPr/>
        </p:nvSpPr>
        <p:spPr>
          <a:xfrm>
            <a:off x="7323735" y="4734512"/>
            <a:ext cx="0" cy="42757"/>
          </a:xfrm>
          <a:prstGeom prst="line">
            <a:avLst/>
          </a:prstGeom>
          <a:noFill/>
          <a:ln w="25400">
            <a:solidFill>
              <a:srgbClr val="2F7F93"/>
            </a:solidFill>
            <a:prstDash val="solid"/>
            <a:headEnd type="none"/>
            <a:tailEnd type="none"/>
          </a:ln>
        </p:spPr>
      </p:sp>
      <p:sp>
        <p:nvSpPr>
          <p:cNvPr id="2178" name="Shape 2176"/>
          <p:cNvSpPr/>
          <p:nvPr/>
        </p:nvSpPr>
        <p:spPr>
          <a:xfrm>
            <a:off x="7323735" y="4774526"/>
            <a:ext cx="127406" cy="0"/>
          </a:xfrm>
          <a:prstGeom prst="line">
            <a:avLst/>
          </a:prstGeom>
          <a:noFill/>
          <a:ln w="25400">
            <a:solidFill>
              <a:srgbClr val="2F7F93"/>
            </a:solidFill>
            <a:prstDash val="solid"/>
            <a:headEnd type="none"/>
            <a:tailEnd type="none"/>
          </a:ln>
        </p:spPr>
      </p:sp>
      <p:sp>
        <p:nvSpPr>
          <p:cNvPr id="2179" name="Shape 2177"/>
          <p:cNvSpPr/>
          <p:nvPr/>
        </p:nvSpPr>
        <p:spPr>
          <a:xfrm>
            <a:off x="7448397" y="4771783"/>
            <a:ext cx="0" cy="37813"/>
          </a:xfrm>
          <a:prstGeom prst="line">
            <a:avLst/>
          </a:prstGeom>
          <a:noFill/>
          <a:ln w="25400">
            <a:solidFill>
              <a:srgbClr val="2F7F93"/>
            </a:solidFill>
            <a:prstDash val="solid"/>
            <a:headEnd type="none"/>
            <a:tailEnd type="none"/>
          </a:ln>
        </p:spPr>
      </p:sp>
      <p:sp>
        <p:nvSpPr>
          <p:cNvPr id="2180" name="Shape 2178"/>
          <p:cNvSpPr/>
          <p:nvPr/>
        </p:nvSpPr>
        <p:spPr>
          <a:xfrm>
            <a:off x="7448397" y="4806852"/>
            <a:ext cx="127407" cy="0"/>
          </a:xfrm>
          <a:prstGeom prst="line">
            <a:avLst/>
          </a:prstGeom>
          <a:noFill/>
          <a:ln w="25400">
            <a:solidFill>
              <a:srgbClr val="2F7F93"/>
            </a:solidFill>
            <a:prstDash val="solid"/>
            <a:headEnd type="none"/>
            <a:tailEnd type="none"/>
          </a:ln>
        </p:spPr>
      </p:sp>
      <p:sp>
        <p:nvSpPr>
          <p:cNvPr id="2181" name="Shape 2179"/>
          <p:cNvSpPr/>
          <p:nvPr/>
        </p:nvSpPr>
        <p:spPr>
          <a:xfrm>
            <a:off x="7573061" y="4804109"/>
            <a:ext cx="0" cy="33191"/>
          </a:xfrm>
          <a:prstGeom prst="line">
            <a:avLst/>
          </a:prstGeom>
          <a:noFill/>
          <a:ln w="25400">
            <a:solidFill>
              <a:srgbClr val="2F7F93"/>
            </a:solidFill>
            <a:prstDash val="solid"/>
            <a:headEnd type="none"/>
            <a:tailEnd type="none"/>
          </a:ln>
        </p:spPr>
      </p:sp>
      <p:sp>
        <p:nvSpPr>
          <p:cNvPr id="2182" name="Shape 2180"/>
          <p:cNvSpPr/>
          <p:nvPr/>
        </p:nvSpPr>
        <p:spPr>
          <a:xfrm>
            <a:off x="7573061" y="4834557"/>
            <a:ext cx="127407" cy="0"/>
          </a:xfrm>
          <a:prstGeom prst="line">
            <a:avLst/>
          </a:prstGeom>
          <a:noFill/>
          <a:ln w="25400">
            <a:solidFill>
              <a:srgbClr val="2F7F93"/>
            </a:solidFill>
            <a:prstDash val="solid"/>
            <a:headEnd type="none"/>
            <a:tailEnd type="none"/>
          </a:ln>
        </p:spPr>
      </p:sp>
      <p:sp>
        <p:nvSpPr>
          <p:cNvPr id="2183" name="Shape 2181"/>
          <p:cNvSpPr/>
          <p:nvPr/>
        </p:nvSpPr>
        <p:spPr>
          <a:xfrm>
            <a:off x="7697724" y="4831813"/>
            <a:ext cx="0" cy="28364"/>
          </a:xfrm>
          <a:prstGeom prst="line">
            <a:avLst/>
          </a:prstGeom>
          <a:noFill/>
          <a:ln w="25400">
            <a:solidFill>
              <a:srgbClr val="2F7F93"/>
            </a:solidFill>
            <a:prstDash val="solid"/>
            <a:headEnd type="none"/>
            <a:tailEnd type="none"/>
          </a:ln>
        </p:spPr>
      </p:sp>
      <p:sp>
        <p:nvSpPr>
          <p:cNvPr id="2184" name="Shape 2182"/>
          <p:cNvSpPr/>
          <p:nvPr/>
        </p:nvSpPr>
        <p:spPr>
          <a:xfrm>
            <a:off x="7697724" y="4857434"/>
            <a:ext cx="127406" cy="0"/>
          </a:xfrm>
          <a:prstGeom prst="line">
            <a:avLst/>
          </a:prstGeom>
          <a:noFill/>
          <a:ln w="25400">
            <a:solidFill>
              <a:srgbClr val="2F7F93"/>
            </a:solidFill>
            <a:prstDash val="solid"/>
            <a:headEnd type="none"/>
            <a:tailEnd type="none"/>
          </a:ln>
        </p:spPr>
      </p:sp>
      <p:sp>
        <p:nvSpPr>
          <p:cNvPr id="2185" name="Shape 2183"/>
          <p:cNvSpPr/>
          <p:nvPr/>
        </p:nvSpPr>
        <p:spPr>
          <a:xfrm>
            <a:off x="7822387" y="4854691"/>
            <a:ext cx="0" cy="24590"/>
          </a:xfrm>
          <a:prstGeom prst="line">
            <a:avLst/>
          </a:prstGeom>
          <a:noFill/>
          <a:ln w="25400">
            <a:solidFill>
              <a:srgbClr val="2F7F93"/>
            </a:solidFill>
            <a:prstDash val="solid"/>
            <a:headEnd type="none"/>
            <a:tailEnd type="none"/>
          </a:ln>
        </p:spPr>
      </p:sp>
      <p:sp>
        <p:nvSpPr>
          <p:cNvPr id="2186" name="Shape 2184"/>
          <p:cNvSpPr/>
          <p:nvPr/>
        </p:nvSpPr>
        <p:spPr>
          <a:xfrm>
            <a:off x="7822387" y="4876537"/>
            <a:ext cx="127407" cy="0"/>
          </a:xfrm>
          <a:prstGeom prst="line">
            <a:avLst/>
          </a:prstGeom>
          <a:noFill/>
          <a:ln w="25400">
            <a:solidFill>
              <a:srgbClr val="2F7F93"/>
            </a:solidFill>
            <a:prstDash val="solid"/>
            <a:headEnd type="none"/>
            <a:tailEnd type="none"/>
          </a:ln>
        </p:spPr>
      </p:sp>
      <p:sp>
        <p:nvSpPr>
          <p:cNvPr id="2187" name="Shape 2185"/>
          <p:cNvSpPr/>
          <p:nvPr/>
        </p:nvSpPr>
        <p:spPr>
          <a:xfrm>
            <a:off x="7947050" y="4873794"/>
            <a:ext cx="0" cy="22366"/>
          </a:xfrm>
          <a:prstGeom prst="line">
            <a:avLst/>
          </a:prstGeom>
          <a:noFill/>
          <a:ln w="25400">
            <a:solidFill>
              <a:srgbClr val="2F7F93"/>
            </a:solidFill>
            <a:prstDash val="solid"/>
            <a:headEnd type="none"/>
            <a:tailEnd type="none"/>
          </a:ln>
        </p:spPr>
      </p:sp>
      <p:sp>
        <p:nvSpPr>
          <p:cNvPr id="2188" name="Shape 2186"/>
          <p:cNvSpPr/>
          <p:nvPr/>
        </p:nvSpPr>
        <p:spPr>
          <a:xfrm>
            <a:off x="7947050" y="4893417"/>
            <a:ext cx="127407" cy="0"/>
          </a:xfrm>
          <a:prstGeom prst="line">
            <a:avLst/>
          </a:prstGeom>
          <a:noFill/>
          <a:ln w="25400">
            <a:solidFill>
              <a:srgbClr val="2F7F93"/>
            </a:solidFill>
            <a:prstDash val="solid"/>
            <a:headEnd type="none"/>
            <a:tailEnd type="none"/>
          </a:ln>
        </p:spPr>
      </p:sp>
      <p:sp>
        <p:nvSpPr>
          <p:cNvPr id="2189" name="Shape 2187"/>
          <p:cNvSpPr/>
          <p:nvPr/>
        </p:nvSpPr>
        <p:spPr>
          <a:xfrm>
            <a:off x="8071714" y="4890674"/>
            <a:ext cx="0" cy="7242"/>
          </a:xfrm>
          <a:prstGeom prst="line">
            <a:avLst/>
          </a:prstGeom>
          <a:noFill/>
          <a:ln w="25400">
            <a:solidFill>
              <a:srgbClr val="2F7F93"/>
            </a:solidFill>
            <a:prstDash val="solid"/>
            <a:headEnd type="none"/>
            <a:tailEnd type="none"/>
          </a:ln>
        </p:spPr>
      </p:sp>
      <p:sp>
        <p:nvSpPr>
          <p:cNvPr id="2190" name="Shape 2188"/>
          <p:cNvSpPr/>
          <p:nvPr/>
        </p:nvSpPr>
        <p:spPr>
          <a:xfrm>
            <a:off x="8071714" y="4895172"/>
            <a:ext cx="127406" cy="0"/>
          </a:xfrm>
          <a:prstGeom prst="line">
            <a:avLst/>
          </a:prstGeom>
          <a:noFill/>
          <a:ln w="25400">
            <a:solidFill>
              <a:srgbClr val="2F7F93"/>
            </a:solidFill>
            <a:prstDash val="solid"/>
            <a:headEnd type="none"/>
            <a:tailEnd type="none"/>
          </a:ln>
        </p:spPr>
      </p:sp>
      <p:sp>
        <p:nvSpPr>
          <p:cNvPr id="2191" name="Shape 2189"/>
          <p:cNvSpPr/>
          <p:nvPr/>
        </p:nvSpPr>
        <p:spPr>
          <a:xfrm>
            <a:off x="8196377" y="4884384"/>
            <a:ext cx="0" cy="13531"/>
          </a:xfrm>
          <a:prstGeom prst="line">
            <a:avLst/>
          </a:prstGeom>
          <a:noFill/>
          <a:ln w="25400">
            <a:solidFill>
              <a:srgbClr val="2F7F93"/>
            </a:solidFill>
            <a:prstDash val="solid"/>
            <a:headEnd type="none"/>
            <a:tailEnd type="none"/>
          </a:ln>
        </p:spPr>
      </p:sp>
      <p:sp>
        <p:nvSpPr>
          <p:cNvPr id="2192" name="Shape 2190"/>
          <p:cNvSpPr/>
          <p:nvPr/>
        </p:nvSpPr>
        <p:spPr>
          <a:xfrm>
            <a:off x="8196377" y="4887127"/>
            <a:ext cx="127407" cy="0"/>
          </a:xfrm>
          <a:prstGeom prst="line">
            <a:avLst/>
          </a:prstGeom>
          <a:noFill/>
          <a:ln w="25400">
            <a:solidFill>
              <a:srgbClr val="2F7F93"/>
            </a:solidFill>
            <a:prstDash val="solid"/>
            <a:headEnd type="none"/>
            <a:tailEnd type="none"/>
          </a:ln>
        </p:spPr>
      </p:sp>
      <p:sp>
        <p:nvSpPr>
          <p:cNvPr id="2193" name="Shape 2191"/>
          <p:cNvSpPr/>
          <p:nvPr/>
        </p:nvSpPr>
        <p:spPr>
          <a:xfrm>
            <a:off x="8321040" y="4860425"/>
            <a:ext cx="0" cy="29446"/>
          </a:xfrm>
          <a:prstGeom prst="line">
            <a:avLst/>
          </a:prstGeom>
          <a:noFill/>
          <a:ln w="25400">
            <a:solidFill>
              <a:srgbClr val="2F7F93"/>
            </a:solidFill>
            <a:prstDash val="solid"/>
            <a:headEnd type="none"/>
            <a:tailEnd type="none"/>
          </a:ln>
        </p:spPr>
      </p:sp>
      <p:sp>
        <p:nvSpPr>
          <p:cNvPr id="2194" name="Shape 2192"/>
          <p:cNvSpPr/>
          <p:nvPr/>
        </p:nvSpPr>
        <p:spPr>
          <a:xfrm>
            <a:off x="6492240" y="1792224"/>
            <a:ext cx="256032" cy="0"/>
          </a:xfrm>
          <a:prstGeom prst="line">
            <a:avLst/>
          </a:prstGeom>
          <a:noFill/>
          <a:ln w="27940">
            <a:solidFill>
              <a:srgbClr val="2F7F93"/>
            </a:solidFill>
            <a:prstDash val="solid"/>
          </a:ln>
        </p:spPr>
      </p:sp>
      <p:sp>
        <p:nvSpPr>
          <p:cNvPr id="2195" name="Text 2193"/>
          <p:cNvSpPr/>
          <p:nvPr/>
        </p:nvSpPr>
        <p:spPr>
          <a:xfrm>
            <a:off x="6821424" y="1719072"/>
            <a:ext cx="1408176"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C₄/C₂</a:t>
            </a:r>
            <a:endParaRPr lang="en-US" sz="920" dirty="0"/>
          </a:p>
        </p:txBody>
      </p:sp>
      <p:sp>
        <p:nvSpPr>
          <p:cNvPr id="2196" name="Shape 2194"/>
          <p:cNvSpPr/>
          <p:nvPr/>
        </p:nvSpPr>
        <p:spPr>
          <a:xfrm>
            <a:off x="841248" y="3196608"/>
            <a:ext cx="127407" cy="0"/>
          </a:xfrm>
          <a:prstGeom prst="line">
            <a:avLst/>
          </a:prstGeom>
          <a:noFill/>
          <a:ln w="25400">
            <a:solidFill>
              <a:srgbClr val="D87932"/>
            </a:solidFill>
            <a:prstDash val="solid"/>
            <a:headEnd type="none"/>
            <a:tailEnd type="none"/>
          </a:ln>
        </p:spPr>
      </p:sp>
      <p:sp>
        <p:nvSpPr>
          <p:cNvPr id="2197" name="Shape 2195"/>
          <p:cNvSpPr/>
          <p:nvPr/>
        </p:nvSpPr>
        <p:spPr>
          <a:xfrm>
            <a:off x="965911" y="3193865"/>
            <a:ext cx="0" cy="96624"/>
          </a:xfrm>
          <a:prstGeom prst="line">
            <a:avLst/>
          </a:prstGeom>
          <a:noFill/>
          <a:ln w="25400">
            <a:solidFill>
              <a:srgbClr val="D87932"/>
            </a:solidFill>
            <a:prstDash val="solid"/>
            <a:headEnd type="none"/>
            <a:tailEnd type="none"/>
          </a:ln>
        </p:spPr>
      </p:sp>
      <p:sp>
        <p:nvSpPr>
          <p:cNvPr id="2198" name="Shape 2196"/>
          <p:cNvSpPr/>
          <p:nvPr/>
        </p:nvSpPr>
        <p:spPr>
          <a:xfrm>
            <a:off x="965911" y="3287745"/>
            <a:ext cx="127406" cy="0"/>
          </a:xfrm>
          <a:prstGeom prst="line">
            <a:avLst/>
          </a:prstGeom>
          <a:noFill/>
          <a:ln w="25400">
            <a:solidFill>
              <a:srgbClr val="D87932"/>
            </a:solidFill>
            <a:prstDash val="solid"/>
            <a:headEnd type="none"/>
            <a:tailEnd type="none"/>
          </a:ln>
        </p:spPr>
      </p:sp>
      <p:sp>
        <p:nvSpPr>
          <p:cNvPr id="2199" name="Shape 2197"/>
          <p:cNvSpPr/>
          <p:nvPr/>
        </p:nvSpPr>
        <p:spPr>
          <a:xfrm>
            <a:off x="1090574" y="3285002"/>
            <a:ext cx="0" cy="373916"/>
          </a:xfrm>
          <a:prstGeom prst="line">
            <a:avLst/>
          </a:prstGeom>
          <a:noFill/>
          <a:ln w="25400">
            <a:solidFill>
              <a:srgbClr val="D87932"/>
            </a:solidFill>
            <a:prstDash val="solid"/>
            <a:headEnd type="none"/>
            <a:tailEnd type="none"/>
          </a:ln>
        </p:spPr>
      </p:sp>
      <p:sp>
        <p:nvSpPr>
          <p:cNvPr id="2200" name="Shape 2198"/>
          <p:cNvSpPr/>
          <p:nvPr/>
        </p:nvSpPr>
        <p:spPr>
          <a:xfrm>
            <a:off x="1090574" y="3656175"/>
            <a:ext cx="127407" cy="0"/>
          </a:xfrm>
          <a:prstGeom prst="line">
            <a:avLst/>
          </a:prstGeom>
          <a:noFill/>
          <a:ln w="25400">
            <a:solidFill>
              <a:srgbClr val="D87932"/>
            </a:solidFill>
            <a:prstDash val="solid"/>
            <a:headEnd type="none"/>
            <a:tailEnd type="none"/>
          </a:ln>
        </p:spPr>
      </p:sp>
      <p:sp>
        <p:nvSpPr>
          <p:cNvPr id="2201" name="Shape 2199"/>
          <p:cNvSpPr/>
          <p:nvPr/>
        </p:nvSpPr>
        <p:spPr>
          <a:xfrm>
            <a:off x="1215238" y="3653432"/>
            <a:ext cx="0" cy="431253"/>
          </a:xfrm>
          <a:prstGeom prst="line">
            <a:avLst/>
          </a:prstGeom>
          <a:noFill/>
          <a:ln w="25400">
            <a:solidFill>
              <a:srgbClr val="D87932"/>
            </a:solidFill>
            <a:prstDash val="solid"/>
            <a:headEnd type="none"/>
            <a:tailEnd type="none"/>
          </a:ln>
        </p:spPr>
      </p:sp>
      <p:sp>
        <p:nvSpPr>
          <p:cNvPr id="2202" name="Shape 2200"/>
          <p:cNvSpPr/>
          <p:nvPr/>
        </p:nvSpPr>
        <p:spPr>
          <a:xfrm>
            <a:off x="1215238" y="4081942"/>
            <a:ext cx="127407" cy="0"/>
          </a:xfrm>
          <a:prstGeom prst="line">
            <a:avLst/>
          </a:prstGeom>
          <a:noFill/>
          <a:ln w="25400">
            <a:solidFill>
              <a:srgbClr val="D87932"/>
            </a:solidFill>
            <a:prstDash val="solid"/>
            <a:headEnd type="none"/>
            <a:tailEnd type="none"/>
          </a:ln>
        </p:spPr>
      </p:sp>
      <p:sp>
        <p:nvSpPr>
          <p:cNvPr id="2203" name="Shape 2201"/>
          <p:cNvSpPr/>
          <p:nvPr/>
        </p:nvSpPr>
        <p:spPr>
          <a:xfrm>
            <a:off x="1339901" y="4079198"/>
            <a:ext cx="0" cy="277065"/>
          </a:xfrm>
          <a:prstGeom prst="line">
            <a:avLst/>
          </a:prstGeom>
          <a:noFill/>
          <a:ln w="25400">
            <a:solidFill>
              <a:srgbClr val="D87932"/>
            </a:solidFill>
            <a:prstDash val="solid"/>
            <a:headEnd type="none"/>
            <a:tailEnd type="none"/>
          </a:ln>
        </p:spPr>
      </p:sp>
      <p:sp>
        <p:nvSpPr>
          <p:cNvPr id="2204" name="Shape 2202"/>
          <p:cNvSpPr/>
          <p:nvPr/>
        </p:nvSpPr>
        <p:spPr>
          <a:xfrm>
            <a:off x="1339901" y="4353520"/>
            <a:ext cx="127406" cy="0"/>
          </a:xfrm>
          <a:prstGeom prst="line">
            <a:avLst/>
          </a:prstGeom>
          <a:noFill/>
          <a:ln w="25400">
            <a:solidFill>
              <a:srgbClr val="D87932"/>
            </a:solidFill>
            <a:prstDash val="solid"/>
            <a:headEnd type="none"/>
            <a:tailEnd type="none"/>
          </a:ln>
        </p:spPr>
      </p:sp>
      <p:sp>
        <p:nvSpPr>
          <p:cNvPr id="2205" name="Shape 2203"/>
          <p:cNvSpPr/>
          <p:nvPr/>
        </p:nvSpPr>
        <p:spPr>
          <a:xfrm>
            <a:off x="1464564" y="4350777"/>
            <a:ext cx="0" cy="245728"/>
          </a:xfrm>
          <a:prstGeom prst="line">
            <a:avLst/>
          </a:prstGeom>
          <a:noFill/>
          <a:ln w="25400">
            <a:solidFill>
              <a:srgbClr val="D87932"/>
            </a:solidFill>
            <a:prstDash val="solid"/>
            <a:headEnd type="none"/>
            <a:tailEnd type="none"/>
          </a:ln>
        </p:spPr>
      </p:sp>
      <p:sp>
        <p:nvSpPr>
          <p:cNvPr id="2206" name="Shape 2204"/>
          <p:cNvSpPr/>
          <p:nvPr/>
        </p:nvSpPr>
        <p:spPr>
          <a:xfrm>
            <a:off x="1464564" y="4593761"/>
            <a:ext cx="127407" cy="0"/>
          </a:xfrm>
          <a:prstGeom prst="line">
            <a:avLst/>
          </a:prstGeom>
          <a:noFill/>
          <a:ln w="25400">
            <a:solidFill>
              <a:srgbClr val="D87932"/>
            </a:solidFill>
            <a:prstDash val="solid"/>
            <a:headEnd type="none"/>
            <a:tailEnd type="none"/>
          </a:ln>
        </p:spPr>
      </p:sp>
      <p:sp>
        <p:nvSpPr>
          <p:cNvPr id="2207" name="Shape 2205"/>
          <p:cNvSpPr/>
          <p:nvPr/>
        </p:nvSpPr>
        <p:spPr>
          <a:xfrm>
            <a:off x="1589227" y="4591018"/>
            <a:ext cx="0" cy="244192"/>
          </a:xfrm>
          <a:prstGeom prst="line">
            <a:avLst/>
          </a:prstGeom>
          <a:noFill/>
          <a:ln w="25400">
            <a:solidFill>
              <a:srgbClr val="D87932"/>
            </a:solidFill>
            <a:prstDash val="solid"/>
            <a:headEnd type="none"/>
            <a:tailEnd type="none"/>
          </a:ln>
        </p:spPr>
      </p:sp>
      <p:sp>
        <p:nvSpPr>
          <p:cNvPr id="2208" name="Shape 2206"/>
          <p:cNvSpPr/>
          <p:nvPr/>
        </p:nvSpPr>
        <p:spPr>
          <a:xfrm>
            <a:off x="1589227" y="4832466"/>
            <a:ext cx="127407" cy="0"/>
          </a:xfrm>
          <a:prstGeom prst="line">
            <a:avLst/>
          </a:prstGeom>
          <a:noFill/>
          <a:ln w="25400">
            <a:solidFill>
              <a:srgbClr val="D87932"/>
            </a:solidFill>
            <a:prstDash val="solid"/>
            <a:headEnd type="none"/>
            <a:tailEnd type="none"/>
          </a:ln>
        </p:spPr>
      </p:sp>
      <p:sp>
        <p:nvSpPr>
          <p:cNvPr id="2209" name="Shape 2207"/>
          <p:cNvSpPr/>
          <p:nvPr/>
        </p:nvSpPr>
        <p:spPr>
          <a:xfrm>
            <a:off x="1713891" y="4829723"/>
            <a:ext cx="0" cy="26789"/>
          </a:xfrm>
          <a:prstGeom prst="line">
            <a:avLst/>
          </a:prstGeom>
          <a:noFill/>
          <a:ln w="25400">
            <a:solidFill>
              <a:srgbClr val="D87932"/>
            </a:solidFill>
            <a:prstDash val="solid"/>
            <a:headEnd type="none"/>
            <a:tailEnd type="none"/>
          </a:ln>
        </p:spPr>
      </p:sp>
      <p:sp>
        <p:nvSpPr>
          <p:cNvPr id="2210" name="Shape 2208"/>
          <p:cNvSpPr/>
          <p:nvPr/>
        </p:nvSpPr>
        <p:spPr>
          <a:xfrm>
            <a:off x="1713891" y="4853769"/>
            <a:ext cx="127406" cy="0"/>
          </a:xfrm>
          <a:prstGeom prst="line">
            <a:avLst/>
          </a:prstGeom>
          <a:noFill/>
          <a:ln w="25400">
            <a:solidFill>
              <a:srgbClr val="D87932"/>
            </a:solidFill>
            <a:prstDash val="solid"/>
            <a:headEnd type="none"/>
            <a:tailEnd type="none"/>
          </a:ln>
        </p:spPr>
      </p:sp>
      <p:sp>
        <p:nvSpPr>
          <p:cNvPr id="2211" name="Shape 2209"/>
          <p:cNvSpPr/>
          <p:nvPr/>
        </p:nvSpPr>
        <p:spPr>
          <a:xfrm>
            <a:off x="1838553" y="4795430"/>
            <a:ext cx="0" cy="61082"/>
          </a:xfrm>
          <a:prstGeom prst="line">
            <a:avLst/>
          </a:prstGeom>
          <a:noFill/>
          <a:ln w="25400">
            <a:solidFill>
              <a:srgbClr val="D87932"/>
            </a:solidFill>
            <a:prstDash val="solid"/>
            <a:headEnd type="none"/>
            <a:tailEnd type="none"/>
          </a:ln>
        </p:spPr>
      </p:sp>
      <p:sp>
        <p:nvSpPr>
          <p:cNvPr id="2212" name="Shape 2210"/>
          <p:cNvSpPr/>
          <p:nvPr/>
        </p:nvSpPr>
        <p:spPr>
          <a:xfrm>
            <a:off x="1838553" y="4798173"/>
            <a:ext cx="127407" cy="0"/>
          </a:xfrm>
          <a:prstGeom prst="line">
            <a:avLst/>
          </a:prstGeom>
          <a:noFill/>
          <a:ln w="25400">
            <a:solidFill>
              <a:srgbClr val="D87932"/>
            </a:solidFill>
            <a:prstDash val="solid"/>
            <a:headEnd type="none"/>
            <a:tailEnd type="none"/>
          </a:ln>
        </p:spPr>
      </p:sp>
      <p:sp>
        <p:nvSpPr>
          <p:cNvPr id="2213" name="Shape 2211"/>
          <p:cNvSpPr/>
          <p:nvPr/>
        </p:nvSpPr>
        <p:spPr>
          <a:xfrm>
            <a:off x="1963217" y="4666650"/>
            <a:ext cx="0" cy="134267"/>
          </a:xfrm>
          <a:prstGeom prst="line">
            <a:avLst/>
          </a:prstGeom>
          <a:noFill/>
          <a:ln w="25400">
            <a:solidFill>
              <a:srgbClr val="D87932"/>
            </a:solidFill>
            <a:prstDash val="solid"/>
            <a:headEnd type="none"/>
            <a:tailEnd type="none"/>
          </a:ln>
        </p:spPr>
      </p:sp>
      <p:sp>
        <p:nvSpPr>
          <p:cNvPr id="2214" name="Shape 2212"/>
          <p:cNvSpPr/>
          <p:nvPr/>
        </p:nvSpPr>
        <p:spPr>
          <a:xfrm>
            <a:off x="1963217" y="4669393"/>
            <a:ext cx="127407" cy="0"/>
          </a:xfrm>
          <a:prstGeom prst="line">
            <a:avLst/>
          </a:prstGeom>
          <a:noFill/>
          <a:ln w="25400">
            <a:solidFill>
              <a:srgbClr val="D87932"/>
            </a:solidFill>
            <a:prstDash val="solid"/>
            <a:headEnd type="none"/>
            <a:tailEnd type="none"/>
          </a:ln>
        </p:spPr>
      </p:sp>
      <p:sp>
        <p:nvSpPr>
          <p:cNvPr id="2215" name="Shape 2213"/>
          <p:cNvSpPr/>
          <p:nvPr/>
        </p:nvSpPr>
        <p:spPr>
          <a:xfrm>
            <a:off x="2087880" y="4318715"/>
            <a:ext cx="0" cy="353421"/>
          </a:xfrm>
          <a:prstGeom prst="line">
            <a:avLst/>
          </a:prstGeom>
          <a:noFill/>
          <a:ln w="25400">
            <a:solidFill>
              <a:srgbClr val="D87932"/>
            </a:solidFill>
            <a:prstDash val="solid"/>
            <a:headEnd type="none"/>
            <a:tailEnd type="none"/>
          </a:ln>
        </p:spPr>
      </p:sp>
      <p:sp>
        <p:nvSpPr>
          <p:cNvPr id="2216" name="Shape 2214"/>
          <p:cNvSpPr/>
          <p:nvPr/>
        </p:nvSpPr>
        <p:spPr>
          <a:xfrm>
            <a:off x="2087880" y="4321458"/>
            <a:ext cx="127406" cy="0"/>
          </a:xfrm>
          <a:prstGeom prst="line">
            <a:avLst/>
          </a:prstGeom>
          <a:noFill/>
          <a:ln w="25400">
            <a:solidFill>
              <a:srgbClr val="D87932"/>
            </a:solidFill>
            <a:prstDash val="solid"/>
            <a:headEnd type="none"/>
            <a:tailEnd type="none"/>
          </a:ln>
        </p:spPr>
      </p:sp>
      <p:sp>
        <p:nvSpPr>
          <p:cNvPr id="2217" name="Shape 2215"/>
          <p:cNvSpPr/>
          <p:nvPr/>
        </p:nvSpPr>
        <p:spPr>
          <a:xfrm>
            <a:off x="2212543" y="4061671"/>
            <a:ext cx="0" cy="262530"/>
          </a:xfrm>
          <a:prstGeom prst="line">
            <a:avLst/>
          </a:prstGeom>
          <a:noFill/>
          <a:ln w="25400">
            <a:solidFill>
              <a:srgbClr val="D87932"/>
            </a:solidFill>
            <a:prstDash val="solid"/>
            <a:headEnd type="none"/>
            <a:tailEnd type="none"/>
          </a:ln>
        </p:spPr>
      </p:sp>
      <p:sp>
        <p:nvSpPr>
          <p:cNvPr id="2218" name="Shape 2216"/>
          <p:cNvSpPr/>
          <p:nvPr/>
        </p:nvSpPr>
        <p:spPr>
          <a:xfrm>
            <a:off x="2212543" y="4064415"/>
            <a:ext cx="127407" cy="0"/>
          </a:xfrm>
          <a:prstGeom prst="line">
            <a:avLst/>
          </a:prstGeom>
          <a:noFill/>
          <a:ln w="25400">
            <a:solidFill>
              <a:srgbClr val="D87932"/>
            </a:solidFill>
            <a:prstDash val="solid"/>
            <a:headEnd type="none"/>
            <a:tailEnd type="none"/>
          </a:ln>
        </p:spPr>
      </p:sp>
      <p:sp>
        <p:nvSpPr>
          <p:cNvPr id="2219" name="Shape 2217"/>
          <p:cNvSpPr/>
          <p:nvPr/>
        </p:nvSpPr>
        <p:spPr>
          <a:xfrm>
            <a:off x="2337206" y="3850424"/>
            <a:ext cx="0" cy="216734"/>
          </a:xfrm>
          <a:prstGeom prst="line">
            <a:avLst/>
          </a:prstGeom>
          <a:noFill/>
          <a:ln w="25400">
            <a:solidFill>
              <a:srgbClr val="D87932"/>
            </a:solidFill>
            <a:prstDash val="solid"/>
            <a:headEnd type="none"/>
            <a:tailEnd type="none"/>
          </a:ln>
        </p:spPr>
      </p:sp>
      <p:sp>
        <p:nvSpPr>
          <p:cNvPr id="2220" name="Shape 2218"/>
          <p:cNvSpPr/>
          <p:nvPr/>
        </p:nvSpPr>
        <p:spPr>
          <a:xfrm>
            <a:off x="2337206" y="3853167"/>
            <a:ext cx="127407" cy="0"/>
          </a:xfrm>
          <a:prstGeom prst="line">
            <a:avLst/>
          </a:prstGeom>
          <a:noFill/>
          <a:ln w="25400">
            <a:solidFill>
              <a:srgbClr val="D87932"/>
            </a:solidFill>
            <a:prstDash val="solid"/>
            <a:headEnd type="none"/>
            <a:tailEnd type="none"/>
          </a:ln>
        </p:spPr>
      </p:sp>
      <p:sp>
        <p:nvSpPr>
          <p:cNvPr id="2221" name="Shape 2219"/>
          <p:cNvSpPr/>
          <p:nvPr/>
        </p:nvSpPr>
        <p:spPr>
          <a:xfrm>
            <a:off x="2461870" y="3586092"/>
            <a:ext cx="0" cy="269819"/>
          </a:xfrm>
          <a:prstGeom prst="line">
            <a:avLst/>
          </a:prstGeom>
          <a:noFill/>
          <a:ln w="25400">
            <a:solidFill>
              <a:srgbClr val="D87932"/>
            </a:solidFill>
            <a:prstDash val="solid"/>
            <a:headEnd type="none"/>
            <a:tailEnd type="none"/>
          </a:ln>
        </p:spPr>
      </p:sp>
      <p:sp>
        <p:nvSpPr>
          <p:cNvPr id="2222" name="Shape 2220"/>
          <p:cNvSpPr/>
          <p:nvPr/>
        </p:nvSpPr>
        <p:spPr>
          <a:xfrm>
            <a:off x="2461870" y="3588835"/>
            <a:ext cx="127406" cy="0"/>
          </a:xfrm>
          <a:prstGeom prst="line">
            <a:avLst/>
          </a:prstGeom>
          <a:noFill/>
          <a:ln w="25400">
            <a:solidFill>
              <a:srgbClr val="D87932"/>
            </a:solidFill>
            <a:prstDash val="solid"/>
            <a:headEnd type="none"/>
            <a:tailEnd type="none"/>
          </a:ln>
        </p:spPr>
      </p:sp>
      <p:sp>
        <p:nvSpPr>
          <p:cNvPr id="2223" name="Shape 2221"/>
          <p:cNvSpPr/>
          <p:nvPr/>
        </p:nvSpPr>
        <p:spPr>
          <a:xfrm>
            <a:off x="2586533" y="3460840"/>
            <a:ext cx="0" cy="130738"/>
          </a:xfrm>
          <a:prstGeom prst="line">
            <a:avLst/>
          </a:prstGeom>
          <a:noFill/>
          <a:ln w="25400">
            <a:solidFill>
              <a:srgbClr val="D87932"/>
            </a:solidFill>
            <a:prstDash val="solid"/>
            <a:headEnd type="none"/>
            <a:tailEnd type="none"/>
          </a:ln>
        </p:spPr>
      </p:sp>
      <p:sp>
        <p:nvSpPr>
          <p:cNvPr id="2224" name="Shape 2222"/>
          <p:cNvSpPr/>
          <p:nvPr/>
        </p:nvSpPr>
        <p:spPr>
          <a:xfrm>
            <a:off x="2586533" y="3463583"/>
            <a:ext cx="127407" cy="0"/>
          </a:xfrm>
          <a:prstGeom prst="line">
            <a:avLst/>
          </a:prstGeom>
          <a:noFill/>
          <a:ln w="25400">
            <a:solidFill>
              <a:srgbClr val="D87932"/>
            </a:solidFill>
            <a:prstDash val="solid"/>
            <a:headEnd type="none"/>
            <a:tailEnd type="none"/>
          </a:ln>
        </p:spPr>
      </p:sp>
      <p:sp>
        <p:nvSpPr>
          <p:cNvPr id="2225" name="Shape 2223"/>
          <p:cNvSpPr/>
          <p:nvPr/>
        </p:nvSpPr>
        <p:spPr>
          <a:xfrm>
            <a:off x="2711196" y="3407350"/>
            <a:ext cx="0" cy="58977"/>
          </a:xfrm>
          <a:prstGeom prst="line">
            <a:avLst/>
          </a:prstGeom>
          <a:noFill/>
          <a:ln w="25400">
            <a:solidFill>
              <a:srgbClr val="D87932"/>
            </a:solidFill>
            <a:prstDash val="solid"/>
            <a:headEnd type="none"/>
            <a:tailEnd type="none"/>
          </a:ln>
        </p:spPr>
      </p:sp>
      <p:sp>
        <p:nvSpPr>
          <p:cNvPr id="2226" name="Shape 2224"/>
          <p:cNvSpPr/>
          <p:nvPr/>
        </p:nvSpPr>
        <p:spPr>
          <a:xfrm>
            <a:off x="2711196" y="3410093"/>
            <a:ext cx="127407" cy="0"/>
          </a:xfrm>
          <a:prstGeom prst="line">
            <a:avLst/>
          </a:prstGeom>
          <a:noFill/>
          <a:ln w="25400">
            <a:solidFill>
              <a:srgbClr val="D87932"/>
            </a:solidFill>
            <a:prstDash val="solid"/>
            <a:headEnd type="none"/>
            <a:tailEnd type="none"/>
          </a:ln>
        </p:spPr>
      </p:sp>
      <p:sp>
        <p:nvSpPr>
          <p:cNvPr id="2227" name="Shape 2225"/>
          <p:cNvSpPr/>
          <p:nvPr/>
        </p:nvSpPr>
        <p:spPr>
          <a:xfrm>
            <a:off x="2835859" y="3407350"/>
            <a:ext cx="0" cy="30344"/>
          </a:xfrm>
          <a:prstGeom prst="line">
            <a:avLst/>
          </a:prstGeom>
          <a:noFill/>
          <a:ln w="25400">
            <a:solidFill>
              <a:srgbClr val="D87932"/>
            </a:solidFill>
            <a:prstDash val="solid"/>
            <a:headEnd type="none"/>
            <a:tailEnd type="none"/>
          </a:ln>
        </p:spPr>
      </p:sp>
      <p:sp>
        <p:nvSpPr>
          <p:cNvPr id="2228" name="Shape 2226"/>
          <p:cNvSpPr/>
          <p:nvPr/>
        </p:nvSpPr>
        <p:spPr>
          <a:xfrm>
            <a:off x="2835859" y="3434950"/>
            <a:ext cx="127406" cy="0"/>
          </a:xfrm>
          <a:prstGeom prst="line">
            <a:avLst/>
          </a:prstGeom>
          <a:noFill/>
          <a:ln w="25400">
            <a:solidFill>
              <a:srgbClr val="D87932"/>
            </a:solidFill>
            <a:prstDash val="solid"/>
            <a:headEnd type="none"/>
            <a:tailEnd type="none"/>
          </a:ln>
        </p:spPr>
      </p:sp>
      <p:sp>
        <p:nvSpPr>
          <p:cNvPr id="2229" name="Shape 2227"/>
          <p:cNvSpPr/>
          <p:nvPr/>
        </p:nvSpPr>
        <p:spPr>
          <a:xfrm>
            <a:off x="2960522" y="3432207"/>
            <a:ext cx="0" cy="258241"/>
          </a:xfrm>
          <a:prstGeom prst="line">
            <a:avLst/>
          </a:prstGeom>
          <a:noFill/>
          <a:ln w="25400">
            <a:solidFill>
              <a:srgbClr val="D87932"/>
            </a:solidFill>
            <a:prstDash val="solid"/>
            <a:headEnd type="none"/>
            <a:tailEnd type="none"/>
          </a:ln>
        </p:spPr>
      </p:sp>
      <p:sp>
        <p:nvSpPr>
          <p:cNvPr id="2230" name="Shape 2228"/>
          <p:cNvSpPr/>
          <p:nvPr/>
        </p:nvSpPr>
        <p:spPr>
          <a:xfrm>
            <a:off x="2960522" y="3687704"/>
            <a:ext cx="127407" cy="0"/>
          </a:xfrm>
          <a:prstGeom prst="line">
            <a:avLst/>
          </a:prstGeom>
          <a:noFill/>
          <a:ln w="25400">
            <a:solidFill>
              <a:srgbClr val="D87932"/>
            </a:solidFill>
            <a:prstDash val="solid"/>
            <a:headEnd type="none"/>
            <a:tailEnd type="none"/>
          </a:ln>
        </p:spPr>
      </p:sp>
      <p:sp>
        <p:nvSpPr>
          <p:cNvPr id="2231" name="Shape 2229"/>
          <p:cNvSpPr/>
          <p:nvPr/>
        </p:nvSpPr>
        <p:spPr>
          <a:xfrm>
            <a:off x="3085186" y="3684961"/>
            <a:ext cx="0" cy="371132"/>
          </a:xfrm>
          <a:prstGeom prst="line">
            <a:avLst/>
          </a:prstGeom>
          <a:noFill/>
          <a:ln w="25400">
            <a:solidFill>
              <a:srgbClr val="D87932"/>
            </a:solidFill>
            <a:prstDash val="solid"/>
            <a:headEnd type="none"/>
            <a:tailEnd type="none"/>
          </a:ln>
        </p:spPr>
      </p:sp>
      <p:sp>
        <p:nvSpPr>
          <p:cNvPr id="2232" name="Shape 2230"/>
          <p:cNvSpPr/>
          <p:nvPr/>
        </p:nvSpPr>
        <p:spPr>
          <a:xfrm>
            <a:off x="3085186" y="4053350"/>
            <a:ext cx="127407" cy="0"/>
          </a:xfrm>
          <a:prstGeom prst="line">
            <a:avLst/>
          </a:prstGeom>
          <a:noFill/>
          <a:ln w="25400">
            <a:solidFill>
              <a:srgbClr val="D87932"/>
            </a:solidFill>
            <a:prstDash val="solid"/>
            <a:headEnd type="none"/>
            <a:tailEnd type="none"/>
          </a:ln>
        </p:spPr>
      </p:sp>
      <p:sp>
        <p:nvSpPr>
          <p:cNvPr id="2233" name="Shape 2231"/>
          <p:cNvSpPr/>
          <p:nvPr/>
        </p:nvSpPr>
        <p:spPr>
          <a:xfrm>
            <a:off x="3209849" y="4050606"/>
            <a:ext cx="0" cy="253822"/>
          </a:xfrm>
          <a:prstGeom prst="line">
            <a:avLst/>
          </a:prstGeom>
          <a:noFill/>
          <a:ln w="25400">
            <a:solidFill>
              <a:srgbClr val="D87932"/>
            </a:solidFill>
            <a:prstDash val="solid"/>
            <a:headEnd type="none"/>
            <a:tailEnd type="none"/>
          </a:ln>
        </p:spPr>
      </p:sp>
      <p:sp>
        <p:nvSpPr>
          <p:cNvPr id="2234" name="Shape 2232"/>
          <p:cNvSpPr/>
          <p:nvPr/>
        </p:nvSpPr>
        <p:spPr>
          <a:xfrm>
            <a:off x="3209849" y="4301685"/>
            <a:ext cx="127406" cy="0"/>
          </a:xfrm>
          <a:prstGeom prst="line">
            <a:avLst/>
          </a:prstGeom>
          <a:noFill/>
          <a:ln w="25400">
            <a:solidFill>
              <a:srgbClr val="D87932"/>
            </a:solidFill>
            <a:prstDash val="solid"/>
            <a:headEnd type="none"/>
            <a:tailEnd type="none"/>
          </a:ln>
        </p:spPr>
      </p:sp>
      <p:sp>
        <p:nvSpPr>
          <p:cNvPr id="2235" name="Shape 2233"/>
          <p:cNvSpPr/>
          <p:nvPr/>
        </p:nvSpPr>
        <p:spPr>
          <a:xfrm>
            <a:off x="3334512" y="4298942"/>
            <a:ext cx="0" cy="96221"/>
          </a:xfrm>
          <a:prstGeom prst="line">
            <a:avLst/>
          </a:prstGeom>
          <a:noFill/>
          <a:ln w="25400">
            <a:solidFill>
              <a:srgbClr val="D87932"/>
            </a:solidFill>
            <a:prstDash val="solid"/>
            <a:headEnd type="none"/>
            <a:tailEnd type="none"/>
          </a:ln>
        </p:spPr>
      </p:sp>
      <p:sp>
        <p:nvSpPr>
          <p:cNvPr id="2236" name="Shape 2234"/>
          <p:cNvSpPr/>
          <p:nvPr/>
        </p:nvSpPr>
        <p:spPr>
          <a:xfrm>
            <a:off x="3334512" y="4392420"/>
            <a:ext cx="127407" cy="0"/>
          </a:xfrm>
          <a:prstGeom prst="line">
            <a:avLst/>
          </a:prstGeom>
          <a:noFill/>
          <a:ln w="25400">
            <a:solidFill>
              <a:srgbClr val="D87932"/>
            </a:solidFill>
            <a:prstDash val="solid"/>
            <a:headEnd type="none"/>
            <a:tailEnd type="none"/>
          </a:ln>
        </p:spPr>
      </p:sp>
      <p:sp>
        <p:nvSpPr>
          <p:cNvPr id="2237" name="Shape 2235"/>
          <p:cNvSpPr/>
          <p:nvPr/>
        </p:nvSpPr>
        <p:spPr>
          <a:xfrm>
            <a:off x="3459175" y="4389677"/>
            <a:ext cx="0" cy="88553"/>
          </a:xfrm>
          <a:prstGeom prst="line">
            <a:avLst/>
          </a:prstGeom>
          <a:noFill/>
          <a:ln w="25400">
            <a:solidFill>
              <a:srgbClr val="D87932"/>
            </a:solidFill>
            <a:prstDash val="solid"/>
            <a:headEnd type="none"/>
            <a:tailEnd type="none"/>
          </a:ln>
        </p:spPr>
      </p:sp>
      <p:sp>
        <p:nvSpPr>
          <p:cNvPr id="2238" name="Shape 2236"/>
          <p:cNvSpPr/>
          <p:nvPr/>
        </p:nvSpPr>
        <p:spPr>
          <a:xfrm>
            <a:off x="3459175" y="4475486"/>
            <a:ext cx="127407" cy="0"/>
          </a:xfrm>
          <a:prstGeom prst="line">
            <a:avLst/>
          </a:prstGeom>
          <a:noFill/>
          <a:ln w="25400">
            <a:solidFill>
              <a:srgbClr val="D87932"/>
            </a:solidFill>
            <a:prstDash val="solid"/>
            <a:headEnd type="none"/>
            <a:tailEnd type="none"/>
          </a:ln>
        </p:spPr>
      </p:sp>
      <p:sp>
        <p:nvSpPr>
          <p:cNvPr id="2239" name="Shape 2237"/>
          <p:cNvSpPr/>
          <p:nvPr/>
        </p:nvSpPr>
        <p:spPr>
          <a:xfrm>
            <a:off x="3583839" y="4472743"/>
            <a:ext cx="0" cy="62424"/>
          </a:xfrm>
          <a:prstGeom prst="line">
            <a:avLst/>
          </a:prstGeom>
          <a:noFill/>
          <a:ln w="25400">
            <a:solidFill>
              <a:srgbClr val="D87932"/>
            </a:solidFill>
            <a:prstDash val="solid"/>
            <a:headEnd type="none"/>
            <a:tailEnd type="none"/>
          </a:ln>
        </p:spPr>
      </p:sp>
      <p:sp>
        <p:nvSpPr>
          <p:cNvPr id="2240" name="Shape 2238"/>
          <p:cNvSpPr/>
          <p:nvPr/>
        </p:nvSpPr>
        <p:spPr>
          <a:xfrm>
            <a:off x="3583839" y="4532424"/>
            <a:ext cx="127406" cy="0"/>
          </a:xfrm>
          <a:prstGeom prst="line">
            <a:avLst/>
          </a:prstGeom>
          <a:noFill/>
          <a:ln w="25400">
            <a:solidFill>
              <a:srgbClr val="D87932"/>
            </a:solidFill>
            <a:prstDash val="solid"/>
            <a:headEnd type="none"/>
            <a:tailEnd type="none"/>
          </a:ln>
        </p:spPr>
      </p:sp>
      <p:sp>
        <p:nvSpPr>
          <p:cNvPr id="2241" name="Shape 2239"/>
          <p:cNvSpPr/>
          <p:nvPr/>
        </p:nvSpPr>
        <p:spPr>
          <a:xfrm>
            <a:off x="3708501" y="4435945"/>
            <a:ext cx="0" cy="99222"/>
          </a:xfrm>
          <a:prstGeom prst="line">
            <a:avLst/>
          </a:prstGeom>
          <a:noFill/>
          <a:ln w="25400">
            <a:solidFill>
              <a:srgbClr val="D87932"/>
            </a:solidFill>
            <a:prstDash val="solid"/>
            <a:headEnd type="none"/>
            <a:tailEnd type="none"/>
          </a:ln>
        </p:spPr>
      </p:sp>
      <p:sp>
        <p:nvSpPr>
          <p:cNvPr id="2242" name="Shape 2240"/>
          <p:cNvSpPr/>
          <p:nvPr/>
        </p:nvSpPr>
        <p:spPr>
          <a:xfrm>
            <a:off x="3708501" y="4438688"/>
            <a:ext cx="127407" cy="0"/>
          </a:xfrm>
          <a:prstGeom prst="line">
            <a:avLst/>
          </a:prstGeom>
          <a:noFill/>
          <a:ln w="25400">
            <a:solidFill>
              <a:srgbClr val="D87932"/>
            </a:solidFill>
            <a:prstDash val="solid"/>
            <a:headEnd type="none"/>
            <a:tailEnd type="none"/>
          </a:ln>
        </p:spPr>
      </p:sp>
      <p:sp>
        <p:nvSpPr>
          <p:cNvPr id="2243" name="Shape 2241"/>
          <p:cNvSpPr/>
          <p:nvPr/>
        </p:nvSpPr>
        <p:spPr>
          <a:xfrm>
            <a:off x="3833165" y="4435945"/>
            <a:ext cx="0" cy="73919"/>
          </a:xfrm>
          <a:prstGeom prst="line">
            <a:avLst/>
          </a:prstGeom>
          <a:noFill/>
          <a:ln w="25400">
            <a:solidFill>
              <a:srgbClr val="D87932"/>
            </a:solidFill>
            <a:prstDash val="solid"/>
            <a:headEnd type="none"/>
            <a:tailEnd type="none"/>
          </a:ln>
        </p:spPr>
      </p:sp>
      <p:sp>
        <p:nvSpPr>
          <p:cNvPr id="2244" name="Shape 2242"/>
          <p:cNvSpPr/>
          <p:nvPr/>
        </p:nvSpPr>
        <p:spPr>
          <a:xfrm>
            <a:off x="3833165" y="4507121"/>
            <a:ext cx="127407" cy="0"/>
          </a:xfrm>
          <a:prstGeom prst="line">
            <a:avLst/>
          </a:prstGeom>
          <a:noFill/>
          <a:ln w="25400">
            <a:solidFill>
              <a:srgbClr val="D87932"/>
            </a:solidFill>
            <a:prstDash val="solid"/>
            <a:headEnd type="none"/>
            <a:tailEnd type="none"/>
          </a:ln>
        </p:spPr>
      </p:sp>
      <p:sp>
        <p:nvSpPr>
          <p:cNvPr id="2245" name="Shape 2243"/>
          <p:cNvSpPr/>
          <p:nvPr/>
        </p:nvSpPr>
        <p:spPr>
          <a:xfrm>
            <a:off x="3957828" y="4504378"/>
            <a:ext cx="0" cy="38367"/>
          </a:xfrm>
          <a:prstGeom prst="line">
            <a:avLst/>
          </a:prstGeom>
          <a:noFill/>
          <a:ln w="25400">
            <a:solidFill>
              <a:srgbClr val="D87932"/>
            </a:solidFill>
            <a:prstDash val="solid"/>
            <a:headEnd type="none"/>
            <a:tailEnd type="none"/>
          </a:ln>
        </p:spPr>
      </p:sp>
      <p:sp>
        <p:nvSpPr>
          <p:cNvPr id="2246" name="Shape 2244"/>
          <p:cNvSpPr/>
          <p:nvPr/>
        </p:nvSpPr>
        <p:spPr>
          <a:xfrm>
            <a:off x="3957828" y="4540001"/>
            <a:ext cx="127406" cy="0"/>
          </a:xfrm>
          <a:prstGeom prst="line">
            <a:avLst/>
          </a:prstGeom>
          <a:noFill/>
          <a:ln w="25400">
            <a:solidFill>
              <a:srgbClr val="D87932"/>
            </a:solidFill>
            <a:prstDash val="solid"/>
            <a:headEnd type="none"/>
            <a:tailEnd type="none"/>
          </a:ln>
        </p:spPr>
      </p:sp>
      <p:sp>
        <p:nvSpPr>
          <p:cNvPr id="2247" name="Shape 2245"/>
          <p:cNvSpPr/>
          <p:nvPr/>
        </p:nvSpPr>
        <p:spPr>
          <a:xfrm>
            <a:off x="4082491" y="4246077"/>
            <a:ext cx="0" cy="296668"/>
          </a:xfrm>
          <a:prstGeom prst="line">
            <a:avLst/>
          </a:prstGeom>
          <a:noFill/>
          <a:ln w="25400">
            <a:solidFill>
              <a:srgbClr val="D87932"/>
            </a:solidFill>
            <a:prstDash val="solid"/>
            <a:headEnd type="none"/>
            <a:tailEnd type="none"/>
          </a:ln>
        </p:spPr>
      </p:sp>
      <p:sp>
        <p:nvSpPr>
          <p:cNvPr id="2248" name="Shape 2246"/>
          <p:cNvSpPr/>
          <p:nvPr/>
        </p:nvSpPr>
        <p:spPr>
          <a:xfrm>
            <a:off x="4082491" y="4248820"/>
            <a:ext cx="127407" cy="0"/>
          </a:xfrm>
          <a:prstGeom prst="line">
            <a:avLst/>
          </a:prstGeom>
          <a:noFill/>
          <a:ln w="25400">
            <a:solidFill>
              <a:srgbClr val="D87932"/>
            </a:solidFill>
            <a:prstDash val="solid"/>
            <a:headEnd type="none"/>
            <a:tailEnd type="none"/>
          </a:ln>
        </p:spPr>
      </p:sp>
      <p:sp>
        <p:nvSpPr>
          <p:cNvPr id="2249" name="Shape 2247"/>
          <p:cNvSpPr/>
          <p:nvPr/>
        </p:nvSpPr>
        <p:spPr>
          <a:xfrm>
            <a:off x="4207154" y="3879963"/>
            <a:ext cx="0" cy="371600"/>
          </a:xfrm>
          <a:prstGeom prst="line">
            <a:avLst/>
          </a:prstGeom>
          <a:noFill/>
          <a:ln w="25400">
            <a:solidFill>
              <a:srgbClr val="D87932"/>
            </a:solidFill>
            <a:prstDash val="solid"/>
            <a:headEnd type="none"/>
            <a:tailEnd type="none"/>
          </a:ln>
        </p:spPr>
      </p:sp>
      <p:sp>
        <p:nvSpPr>
          <p:cNvPr id="2250" name="Shape 2248"/>
          <p:cNvSpPr/>
          <p:nvPr/>
        </p:nvSpPr>
        <p:spPr>
          <a:xfrm>
            <a:off x="4207154" y="3882706"/>
            <a:ext cx="127407" cy="0"/>
          </a:xfrm>
          <a:prstGeom prst="line">
            <a:avLst/>
          </a:prstGeom>
          <a:noFill/>
          <a:ln w="25400">
            <a:solidFill>
              <a:srgbClr val="D87932"/>
            </a:solidFill>
            <a:prstDash val="solid"/>
            <a:headEnd type="none"/>
            <a:tailEnd type="none"/>
          </a:ln>
        </p:spPr>
      </p:sp>
      <p:sp>
        <p:nvSpPr>
          <p:cNvPr id="2251" name="Shape 2249"/>
          <p:cNvSpPr/>
          <p:nvPr/>
        </p:nvSpPr>
        <p:spPr>
          <a:xfrm>
            <a:off x="4331818" y="3683975"/>
            <a:ext cx="0" cy="201474"/>
          </a:xfrm>
          <a:prstGeom prst="line">
            <a:avLst/>
          </a:prstGeom>
          <a:noFill/>
          <a:ln w="25400">
            <a:solidFill>
              <a:srgbClr val="D87932"/>
            </a:solidFill>
            <a:prstDash val="solid"/>
            <a:headEnd type="none"/>
            <a:tailEnd type="none"/>
          </a:ln>
        </p:spPr>
      </p:sp>
      <p:sp>
        <p:nvSpPr>
          <p:cNvPr id="2252" name="Shape 2250"/>
          <p:cNvSpPr/>
          <p:nvPr/>
        </p:nvSpPr>
        <p:spPr>
          <a:xfrm>
            <a:off x="4331818" y="3686718"/>
            <a:ext cx="127406" cy="0"/>
          </a:xfrm>
          <a:prstGeom prst="line">
            <a:avLst/>
          </a:prstGeom>
          <a:noFill/>
          <a:ln w="25400">
            <a:solidFill>
              <a:srgbClr val="D87932"/>
            </a:solidFill>
            <a:prstDash val="solid"/>
            <a:headEnd type="none"/>
            <a:tailEnd type="none"/>
          </a:ln>
        </p:spPr>
      </p:sp>
      <p:sp>
        <p:nvSpPr>
          <p:cNvPr id="2253" name="Shape 2251"/>
          <p:cNvSpPr/>
          <p:nvPr/>
        </p:nvSpPr>
        <p:spPr>
          <a:xfrm>
            <a:off x="4456481" y="3607365"/>
            <a:ext cx="0" cy="82096"/>
          </a:xfrm>
          <a:prstGeom prst="line">
            <a:avLst/>
          </a:prstGeom>
          <a:noFill/>
          <a:ln w="25400">
            <a:solidFill>
              <a:srgbClr val="D87932"/>
            </a:solidFill>
            <a:prstDash val="solid"/>
            <a:headEnd type="none"/>
            <a:tailEnd type="none"/>
          </a:ln>
        </p:spPr>
      </p:sp>
      <p:sp>
        <p:nvSpPr>
          <p:cNvPr id="2254" name="Shape 2252"/>
          <p:cNvSpPr/>
          <p:nvPr/>
        </p:nvSpPr>
        <p:spPr>
          <a:xfrm>
            <a:off x="4456481" y="3610109"/>
            <a:ext cx="127407" cy="0"/>
          </a:xfrm>
          <a:prstGeom prst="line">
            <a:avLst/>
          </a:prstGeom>
          <a:noFill/>
          <a:ln w="25400">
            <a:solidFill>
              <a:srgbClr val="D87932"/>
            </a:solidFill>
            <a:prstDash val="solid"/>
            <a:headEnd type="none"/>
            <a:tailEnd type="none"/>
          </a:ln>
        </p:spPr>
      </p:sp>
      <p:sp>
        <p:nvSpPr>
          <p:cNvPr id="2255" name="Shape 2253"/>
          <p:cNvSpPr/>
          <p:nvPr/>
        </p:nvSpPr>
        <p:spPr>
          <a:xfrm>
            <a:off x="4581144" y="3486233"/>
            <a:ext cx="0" cy="126619"/>
          </a:xfrm>
          <a:prstGeom prst="line">
            <a:avLst/>
          </a:prstGeom>
          <a:noFill/>
          <a:ln w="25400">
            <a:solidFill>
              <a:srgbClr val="D87932"/>
            </a:solidFill>
            <a:prstDash val="solid"/>
            <a:headEnd type="none"/>
            <a:tailEnd type="none"/>
          </a:ln>
        </p:spPr>
      </p:sp>
      <p:sp>
        <p:nvSpPr>
          <p:cNvPr id="2256" name="Shape 2254"/>
          <p:cNvSpPr/>
          <p:nvPr/>
        </p:nvSpPr>
        <p:spPr>
          <a:xfrm>
            <a:off x="4581144" y="3488976"/>
            <a:ext cx="127407" cy="0"/>
          </a:xfrm>
          <a:prstGeom prst="line">
            <a:avLst/>
          </a:prstGeom>
          <a:noFill/>
          <a:ln w="25400">
            <a:solidFill>
              <a:srgbClr val="D87932"/>
            </a:solidFill>
            <a:prstDash val="solid"/>
            <a:headEnd type="none"/>
            <a:tailEnd type="none"/>
          </a:ln>
        </p:spPr>
      </p:sp>
      <p:sp>
        <p:nvSpPr>
          <p:cNvPr id="2257" name="Shape 2255"/>
          <p:cNvSpPr/>
          <p:nvPr/>
        </p:nvSpPr>
        <p:spPr>
          <a:xfrm>
            <a:off x="4705807" y="3408061"/>
            <a:ext cx="0" cy="83658"/>
          </a:xfrm>
          <a:prstGeom prst="line">
            <a:avLst/>
          </a:prstGeom>
          <a:noFill/>
          <a:ln w="25400">
            <a:solidFill>
              <a:srgbClr val="D87932"/>
            </a:solidFill>
            <a:prstDash val="solid"/>
            <a:headEnd type="none"/>
            <a:tailEnd type="none"/>
          </a:ln>
        </p:spPr>
      </p:sp>
      <p:sp>
        <p:nvSpPr>
          <p:cNvPr id="2258" name="Shape 2256"/>
          <p:cNvSpPr/>
          <p:nvPr/>
        </p:nvSpPr>
        <p:spPr>
          <a:xfrm>
            <a:off x="4705807" y="3410805"/>
            <a:ext cx="127406" cy="0"/>
          </a:xfrm>
          <a:prstGeom prst="line">
            <a:avLst/>
          </a:prstGeom>
          <a:noFill/>
          <a:ln w="25400">
            <a:solidFill>
              <a:srgbClr val="D87932"/>
            </a:solidFill>
            <a:prstDash val="solid"/>
            <a:headEnd type="none"/>
            <a:tailEnd type="none"/>
          </a:ln>
        </p:spPr>
      </p:sp>
      <p:sp>
        <p:nvSpPr>
          <p:cNvPr id="2259" name="Shape 2257"/>
          <p:cNvSpPr/>
          <p:nvPr/>
        </p:nvSpPr>
        <p:spPr>
          <a:xfrm>
            <a:off x="4830470" y="3408061"/>
            <a:ext cx="0" cy="144070"/>
          </a:xfrm>
          <a:prstGeom prst="line">
            <a:avLst/>
          </a:prstGeom>
          <a:noFill/>
          <a:ln w="25400">
            <a:solidFill>
              <a:srgbClr val="D87932"/>
            </a:solidFill>
            <a:prstDash val="solid"/>
            <a:headEnd type="none"/>
            <a:tailEnd type="none"/>
          </a:ln>
        </p:spPr>
      </p:sp>
      <p:sp>
        <p:nvSpPr>
          <p:cNvPr id="2260" name="Shape 2258"/>
          <p:cNvSpPr/>
          <p:nvPr/>
        </p:nvSpPr>
        <p:spPr>
          <a:xfrm>
            <a:off x="4830470" y="3549388"/>
            <a:ext cx="127407" cy="0"/>
          </a:xfrm>
          <a:prstGeom prst="line">
            <a:avLst/>
          </a:prstGeom>
          <a:noFill/>
          <a:ln w="25400">
            <a:solidFill>
              <a:srgbClr val="D87932"/>
            </a:solidFill>
            <a:prstDash val="solid"/>
            <a:headEnd type="none"/>
            <a:tailEnd type="none"/>
          </a:ln>
        </p:spPr>
      </p:sp>
      <p:sp>
        <p:nvSpPr>
          <p:cNvPr id="2261" name="Shape 2259"/>
          <p:cNvSpPr/>
          <p:nvPr/>
        </p:nvSpPr>
        <p:spPr>
          <a:xfrm>
            <a:off x="4955134" y="3546645"/>
            <a:ext cx="0" cy="45999"/>
          </a:xfrm>
          <a:prstGeom prst="line">
            <a:avLst/>
          </a:prstGeom>
          <a:noFill/>
          <a:ln w="25400">
            <a:solidFill>
              <a:srgbClr val="D87932"/>
            </a:solidFill>
            <a:prstDash val="solid"/>
            <a:headEnd type="none"/>
            <a:tailEnd type="none"/>
          </a:ln>
        </p:spPr>
      </p:sp>
      <p:sp>
        <p:nvSpPr>
          <p:cNvPr id="2262" name="Shape 2260"/>
          <p:cNvSpPr/>
          <p:nvPr/>
        </p:nvSpPr>
        <p:spPr>
          <a:xfrm>
            <a:off x="4955134" y="3589901"/>
            <a:ext cx="127407" cy="0"/>
          </a:xfrm>
          <a:prstGeom prst="line">
            <a:avLst/>
          </a:prstGeom>
          <a:noFill/>
          <a:ln w="25400">
            <a:solidFill>
              <a:srgbClr val="D87932"/>
            </a:solidFill>
            <a:prstDash val="solid"/>
            <a:headEnd type="none"/>
            <a:tailEnd type="none"/>
          </a:ln>
        </p:spPr>
      </p:sp>
      <p:sp>
        <p:nvSpPr>
          <p:cNvPr id="2263" name="Shape 2261"/>
          <p:cNvSpPr/>
          <p:nvPr/>
        </p:nvSpPr>
        <p:spPr>
          <a:xfrm>
            <a:off x="5079797" y="3574547"/>
            <a:ext cx="0" cy="18098"/>
          </a:xfrm>
          <a:prstGeom prst="line">
            <a:avLst/>
          </a:prstGeom>
          <a:noFill/>
          <a:ln w="25400">
            <a:solidFill>
              <a:srgbClr val="D87932"/>
            </a:solidFill>
            <a:prstDash val="solid"/>
            <a:headEnd type="none"/>
            <a:tailEnd type="none"/>
          </a:ln>
        </p:spPr>
      </p:sp>
      <p:sp>
        <p:nvSpPr>
          <p:cNvPr id="2264" name="Shape 2262"/>
          <p:cNvSpPr/>
          <p:nvPr/>
        </p:nvSpPr>
        <p:spPr>
          <a:xfrm>
            <a:off x="5079797" y="3577290"/>
            <a:ext cx="127406" cy="0"/>
          </a:xfrm>
          <a:prstGeom prst="line">
            <a:avLst/>
          </a:prstGeom>
          <a:noFill/>
          <a:ln w="25400">
            <a:solidFill>
              <a:srgbClr val="D87932"/>
            </a:solidFill>
            <a:prstDash val="solid"/>
            <a:headEnd type="none"/>
            <a:tailEnd type="none"/>
          </a:ln>
        </p:spPr>
      </p:sp>
      <p:sp>
        <p:nvSpPr>
          <p:cNvPr id="2265" name="Shape 2263"/>
          <p:cNvSpPr/>
          <p:nvPr/>
        </p:nvSpPr>
        <p:spPr>
          <a:xfrm>
            <a:off x="5204460" y="3574547"/>
            <a:ext cx="0" cy="20151"/>
          </a:xfrm>
          <a:prstGeom prst="line">
            <a:avLst/>
          </a:prstGeom>
          <a:noFill/>
          <a:ln w="25400">
            <a:solidFill>
              <a:srgbClr val="D87932"/>
            </a:solidFill>
            <a:prstDash val="solid"/>
            <a:headEnd type="none"/>
            <a:tailEnd type="none"/>
          </a:ln>
        </p:spPr>
      </p:sp>
      <p:sp>
        <p:nvSpPr>
          <p:cNvPr id="2266" name="Shape 2264"/>
          <p:cNvSpPr/>
          <p:nvPr/>
        </p:nvSpPr>
        <p:spPr>
          <a:xfrm>
            <a:off x="5204460" y="3591955"/>
            <a:ext cx="127407" cy="0"/>
          </a:xfrm>
          <a:prstGeom prst="line">
            <a:avLst/>
          </a:prstGeom>
          <a:noFill/>
          <a:ln w="25400">
            <a:solidFill>
              <a:srgbClr val="D87932"/>
            </a:solidFill>
            <a:prstDash val="solid"/>
            <a:headEnd type="none"/>
            <a:tailEnd type="none"/>
          </a:ln>
        </p:spPr>
      </p:sp>
      <p:sp>
        <p:nvSpPr>
          <p:cNvPr id="2267" name="Shape 2265"/>
          <p:cNvSpPr/>
          <p:nvPr/>
        </p:nvSpPr>
        <p:spPr>
          <a:xfrm>
            <a:off x="5329123" y="3504728"/>
            <a:ext cx="0" cy="89970"/>
          </a:xfrm>
          <a:prstGeom prst="line">
            <a:avLst/>
          </a:prstGeom>
          <a:noFill/>
          <a:ln w="25400">
            <a:solidFill>
              <a:srgbClr val="D87932"/>
            </a:solidFill>
            <a:prstDash val="solid"/>
            <a:headEnd type="none"/>
            <a:tailEnd type="none"/>
          </a:ln>
        </p:spPr>
      </p:sp>
      <p:sp>
        <p:nvSpPr>
          <p:cNvPr id="2268" name="Shape 2266"/>
          <p:cNvSpPr/>
          <p:nvPr/>
        </p:nvSpPr>
        <p:spPr>
          <a:xfrm>
            <a:off x="5329123" y="3507471"/>
            <a:ext cx="127407" cy="0"/>
          </a:xfrm>
          <a:prstGeom prst="line">
            <a:avLst/>
          </a:prstGeom>
          <a:noFill/>
          <a:ln w="25400">
            <a:solidFill>
              <a:srgbClr val="D87932"/>
            </a:solidFill>
            <a:prstDash val="solid"/>
            <a:headEnd type="none"/>
            <a:tailEnd type="none"/>
          </a:ln>
        </p:spPr>
      </p:sp>
      <p:sp>
        <p:nvSpPr>
          <p:cNvPr id="2269" name="Shape 2267"/>
          <p:cNvSpPr/>
          <p:nvPr/>
        </p:nvSpPr>
        <p:spPr>
          <a:xfrm>
            <a:off x="5453787" y="3338098"/>
            <a:ext cx="0" cy="172117"/>
          </a:xfrm>
          <a:prstGeom prst="line">
            <a:avLst/>
          </a:prstGeom>
          <a:noFill/>
          <a:ln w="25400">
            <a:solidFill>
              <a:srgbClr val="D87932"/>
            </a:solidFill>
            <a:prstDash val="solid"/>
            <a:headEnd type="none"/>
            <a:tailEnd type="none"/>
          </a:ln>
        </p:spPr>
      </p:sp>
      <p:sp>
        <p:nvSpPr>
          <p:cNvPr id="2270" name="Shape 2268"/>
          <p:cNvSpPr/>
          <p:nvPr/>
        </p:nvSpPr>
        <p:spPr>
          <a:xfrm>
            <a:off x="5453787" y="3340841"/>
            <a:ext cx="127406" cy="0"/>
          </a:xfrm>
          <a:prstGeom prst="line">
            <a:avLst/>
          </a:prstGeom>
          <a:noFill/>
          <a:ln w="25400">
            <a:solidFill>
              <a:srgbClr val="D87932"/>
            </a:solidFill>
            <a:prstDash val="solid"/>
            <a:headEnd type="none"/>
            <a:tailEnd type="none"/>
          </a:ln>
        </p:spPr>
      </p:sp>
      <p:sp>
        <p:nvSpPr>
          <p:cNvPr id="2271" name="Shape 2269"/>
          <p:cNvSpPr/>
          <p:nvPr/>
        </p:nvSpPr>
        <p:spPr>
          <a:xfrm>
            <a:off x="5578449" y="3249063"/>
            <a:ext cx="0" cy="94521"/>
          </a:xfrm>
          <a:prstGeom prst="line">
            <a:avLst/>
          </a:prstGeom>
          <a:noFill/>
          <a:ln w="25400">
            <a:solidFill>
              <a:srgbClr val="D87932"/>
            </a:solidFill>
            <a:prstDash val="solid"/>
            <a:headEnd type="none"/>
            <a:tailEnd type="none"/>
          </a:ln>
        </p:spPr>
      </p:sp>
      <p:sp>
        <p:nvSpPr>
          <p:cNvPr id="2272" name="Shape 2270"/>
          <p:cNvSpPr/>
          <p:nvPr/>
        </p:nvSpPr>
        <p:spPr>
          <a:xfrm>
            <a:off x="5578449" y="3251806"/>
            <a:ext cx="127407" cy="0"/>
          </a:xfrm>
          <a:prstGeom prst="line">
            <a:avLst/>
          </a:prstGeom>
          <a:noFill/>
          <a:ln w="25400">
            <a:solidFill>
              <a:srgbClr val="D87932"/>
            </a:solidFill>
            <a:prstDash val="solid"/>
            <a:headEnd type="none"/>
            <a:tailEnd type="none"/>
          </a:ln>
        </p:spPr>
      </p:sp>
      <p:sp>
        <p:nvSpPr>
          <p:cNvPr id="2273" name="Shape 2271"/>
          <p:cNvSpPr/>
          <p:nvPr/>
        </p:nvSpPr>
        <p:spPr>
          <a:xfrm>
            <a:off x="5703113" y="3167261"/>
            <a:ext cx="0" cy="87289"/>
          </a:xfrm>
          <a:prstGeom prst="line">
            <a:avLst/>
          </a:prstGeom>
          <a:noFill/>
          <a:ln w="25400">
            <a:solidFill>
              <a:srgbClr val="D87932"/>
            </a:solidFill>
            <a:prstDash val="solid"/>
            <a:headEnd type="none"/>
            <a:tailEnd type="none"/>
          </a:ln>
        </p:spPr>
      </p:sp>
      <p:sp>
        <p:nvSpPr>
          <p:cNvPr id="2274" name="Shape 2272"/>
          <p:cNvSpPr/>
          <p:nvPr/>
        </p:nvSpPr>
        <p:spPr>
          <a:xfrm>
            <a:off x="5703113" y="3170004"/>
            <a:ext cx="127407" cy="0"/>
          </a:xfrm>
          <a:prstGeom prst="line">
            <a:avLst/>
          </a:prstGeom>
          <a:noFill/>
          <a:ln w="25400">
            <a:solidFill>
              <a:srgbClr val="D87932"/>
            </a:solidFill>
            <a:prstDash val="solid"/>
            <a:headEnd type="none"/>
            <a:tailEnd type="none"/>
          </a:ln>
        </p:spPr>
      </p:sp>
      <p:sp>
        <p:nvSpPr>
          <p:cNvPr id="2275" name="Shape 2273"/>
          <p:cNvSpPr/>
          <p:nvPr/>
        </p:nvSpPr>
        <p:spPr>
          <a:xfrm>
            <a:off x="5827776" y="3167261"/>
            <a:ext cx="0" cy="89410"/>
          </a:xfrm>
          <a:prstGeom prst="line">
            <a:avLst/>
          </a:prstGeom>
          <a:noFill/>
          <a:ln w="25400">
            <a:solidFill>
              <a:srgbClr val="D87932"/>
            </a:solidFill>
            <a:prstDash val="solid"/>
            <a:headEnd type="none"/>
            <a:tailEnd type="none"/>
          </a:ln>
        </p:spPr>
      </p:sp>
      <p:sp>
        <p:nvSpPr>
          <p:cNvPr id="2276" name="Shape 2274"/>
          <p:cNvSpPr/>
          <p:nvPr/>
        </p:nvSpPr>
        <p:spPr>
          <a:xfrm>
            <a:off x="5827776" y="3253927"/>
            <a:ext cx="127406" cy="0"/>
          </a:xfrm>
          <a:prstGeom prst="line">
            <a:avLst/>
          </a:prstGeom>
          <a:noFill/>
          <a:ln w="25400">
            <a:solidFill>
              <a:srgbClr val="D87932"/>
            </a:solidFill>
            <a:prstDash val="solid"/>
            <a:headEnd type="none"/>
            <a:tailEnd type="none"/>
          </a:ln>
        </p:spPr>
      </p:sp>
      <p:sp>
        <p:nvSpPr>
          <p:cNvPr id="2277" name="Shape 2275"/>
          <p:cNvSpPr/>
          <p:nvPr/>
        </p:nvSpPr>
        <p:spPr>
          <a:xfrm>
            <a:off x="5952439" y="3169029"/>
            <a:ext cx="0" cy="87641"/>
          </a:xfrm>
          <a:prstGeom prst="line">
            <a:avLst/>
          </a:prstGeom>
          <a:noFill/>
          <a:ln w="25400">
            <a:solidFill>
              <a:srgbClr val="D87932"/>
            </a:solidFill>
            <a:prstDash val="solid"/>
            <a:headEnd type="none"/>
            <a:tailEnd type="none"/>
          </a:ln>
        </p:spPr>
      </p:sp>
      <p:sp>
        <p:nvSpPr>
          <p:cNvPr id="2278" name="Shape 2276"/>
          <p:cNvSpPr/>
          <p:nvPr/>
        </p:nvSpPr>
        <p:spPr>
          <a:xfrm>
            <a:off x="5952439" y="3171772"/>
            <a:ext cx="127407" cy="0"/>
          </a:xfrm>
          <a:prstGeom prst="line">
            <a:avLst/>
          </a:prstGeom>
          <a:noFill/>
          <a:ln w="25400">
            <a:solidFill>
              <a:srgbClr val="D87932"/>
            </a:solidFill>
            <a:prstDash val="solid"/>
            <a:headEnd type="none"/>
            <a:tailEnd type="none"/>
          </a:ln>
        </p:spPr>
      </p:sp>
      <p:sp>
        <p:nvSpPr>
          <p:cNvPr id="2279" name="Shape 2277"/>
          <p:cNvSpPr/>
          <p:nvPr/>
        </p:nvSpPr>
        <p:spPr>
          <a:xfrm>
            <a:off x="6077102" y="2976034"/>
            <a:ext cx="0" cy="198481"/>
          </a:xfrm>
          <a:prstGeom prst="line">
            <a:avLst/>
          </a:prstGeom>
          <a:noFill/>
          <a:ln w="25400">
            <a:solidFill>
              <a:srgbClr val="D87932"/>
            </a:solidFill>
            <a:prstDash val="solid"/>
            <a:headEnd type="none"/>
            <a:tailEnd type="none"/>
          </a:ln>
        </p:spPr>
      </p:sp>
      <p:sp>
        <p:nvSpPr>
          <p:cNvPr id="2280" name="Shape 2278"/>
          <p:cNvSpPr/>
          <p:nvPr/>
        </p:nvSpPr>
        <p:spPr>
          <a:xfrm>
            <a:off x="6077102" y="2978778"/>
            <a:ext cx="127407" cy="0"/>
          </a:xfrm>
          <a:prstGeom prst="line">
            <a:avLst/>
          </a:prstGeom>
          <a:noFill/>
          <a:ln w="25400">
            <a:solidFill>
              <a:srgbClr val="D87932"/>
            </a:solidFill>
            <a:prstDash val="solid"/>
            <a:headEnd type="none"/>
            <a:tailEnd type="none"/>
          </a:ln>
        </p:spPr>
      </p:sp>
      <p:sp>
        <p:nvSpPr>
          <p:cNvPr id="2281" name="Shape 2279"/>
          <p:cNvSpPr/>
          <p:nvPr/>
        </p:nvSpPr>
        <p:spPr>
          <a:xfrm>
            <a:off x="6201766" y="2806565"/>
            <a:ext cx="0" cy="174956"/>
          </a:xfrm>
          <a:prstGeom prst="line">
            <a:avLst/>
          </a:prstGeom>
          <a:noFill/>
          <a:ln w="25400">
            <a:solidFill>
              <a:srgbClr val="D87932"/>
            </a:solidFill>
            <a:prstDash val="solid"/>
            <a:headEnd type="none"/>
            <a:tailEnd type="none"/>
          </a:ln>
        </p:spPr>
      </p:sp>
      <p:sp>
        <p:nvSpPr>
          <p:cNvPr id="2282" name="Shape 2280"/>
          <p:cNvSpPr/>
          <p:nvPr/>
        </p:nvSpPr>
        <p:spPr>
          <a:xfrm>
            <a:off x="6201766" y="2809308"/>
            <a:ext cx="127406" cy="0"/>
          </a:xfrm>
          <a:prstGeom prst="line">
            <a:avLst/>
          </a:prstGeom>
          <a:noFill/>
          <a:ln w="25400">
            <a:solidFill>
              <a:srgbClr val="D87932"/>
            </a:solidFill>
            <a:prstDash val="solid"/>
            <a:headEnd type="none"/>
            <a:tailEnd type="none"/>
          </a:ln>
        </p:spPr>
      </p:sp>
      <p:sp>
        <p:nvSpPr>
          <p:cNvPr id="2283" name="Shape 2281"/>
          <p:cNvSpPr/>
          <p:nvPr/>
        </p:nvSpPr>
        <p:spPr>
          <a:xfrm>
            <a:off x="6326429" y="2503916"/>
            <a:ext cx="0" cy="308135"/>
          </a:xfrm>
          <a:prstGeom prst="line">
            <a:avLst/>
          </a:prstGeom>
          <a:noFill/>
          <a:ln w="25400">
            <a:solidFill>
              <a:srgbClr val="D87932"/>
            </a:solidFill>
            <a:prstDash val="solid"/>
            <a:headEnd type="none"/>
            <a:tailEnd type="none"/>
          </a:ln>
        </p:spPr>
      </p:sp>
      <p:sp>
        <p:nvSpPr>
          <p:cNvPr id="2284" name="Shape 2282"/>
          <p:cNvSpPr/>
          <p:nvPr/>
        </p:nvSpPr>
        <p:spPr>
          <a:xfrm>
            <a:off x="6326429" y="2506660"/>
            <a:ext cx="127407" cy="0"/>
          </a:xfrm>
          <a:prstGeom prst="line">
            <a:avLst/>
          </a:prstGeom>
          <a:noFill/>
          <a:ln w="25400">
            <a:solidFill>
              <a:srgbClr val="D87932"/>
            </a:solidFill>
            <a:prstDash val="solid"/>
            <a:headEnd type="none"/>
            <a:tailEnd type="none"/>
          </a:ln>
        </p:spPr>
      </p:sp>
      <p:sp>
        <p:nvSpPr>
          <p:cNvPr id="2285" name="Shape 2283"/>
          <p:cNvSpPr/>
          <p:nvPr/>
        </p:nvSpPr>
        <p:spPr>
          <a:xfrm>
            <a:off x="6451092" y="2329267"/>
            <a:ext cx="0" cy="180136"/>
          </a:xfrm>
          <a:prstGeom prst="line">
            <a:avLst/>
          </a:prstGeom>
          <a:noFill/>
          <a:ln w="25400">
            <a:solidFill>
              <a:srgbClr val="D87932"/>
            </a:solidFill>
            <a:prstDash val="solid"/>
            <a:headEnd type="none"/>
            <a:tailEnd type="none"/>
          </a:ln>
        </p:spPr>
      </p:sp>
      <p:sp>
        <p:nvSpPr>
          <p:cNvPr id="2286" name="Shape 2284"/>
          <p:cNvSpPr/>
          <p:nvPr/>
        </p:nvSpPr>
        <p:spPr>
          <a:xfrm>
            <a:off x="6451092" y="2332010"/>
            <a:ext cx="127407" cy="0"/>
          </a:xfrm>
          <a:prstGeom prst="line">
            <a:avLst/>
          </a:prstGeom>
          <a:noFill/>
          <a:ln w="25400">
            <a:solidFill>
              <a:srgbClr val="D87932"/>
            </a:solidFill>
            <a:prstDash val="solid"/>
            <a:headEnd type="none"/>
            <a:tailEnd type="none"/>
          </a:ln>
        </p:spPr>
      </p:sp>
      <p:sp>
        <p:nvSpPr>
          <p:cNvPr id="2287" name="Shape 2285"/>
          <p:cNvSpPr/>
          <p:nvPr/>
        </p:nvSpPr>
        <p:spPr>
          <a:xfrm>
            <a:off x="6575755" y="2300745"/>
            <a:ext cx="0" cy="34008"/>
          </a:xfrm>
          <a:prstGeom prst="line">
            <a:avLst/>
          </a:prstGeom>
          <a:noFill/>
          <a:ln w="25400">
            <a:solidFill>
              <a:srgbClr val="D87932"/>
            </a:solidFill>
            <a:prstDash val="solid"/>
            <a:headEnd type="none"/>
            <a:tailEnd type="none"/>
          </a:ln>
        </p:spPr>
      </p:sp>
      <p:sp>
        <p:nvSpPr>
          <p:cNvPr id="2288" name="Shape 2286"/>
          <p:cNvSpPr/>
          <p:nvPr/>
        </p:nvSpPr>
        <p:spPr>
          <a:xfrm>
            <a:off x="6575755" y="2303488"/>
            <a:ext cx="127406" cy="0"/>
          </a:xfrm>
          <a:prstGeom prst="line">
            <a:avLst/>
          </a:prstGeom>
          <a:noFill/>
          <a:ln w="25400">
            <a:solidFill>
              <a:srgbClr val="D87932"/>
            </a:solidFill>
            <a:prstDash val="solid"/>
            <a:headEnd type="none"/>
            <a:tailEnd type="none"/>
          </a:ln>
        </p:spPr>
      </p:sp>
      <p:sp>
        <p:nvSpPr>
          <p:cNvPr id="2289" name="Shape 2287"/>
          <p:cNvSpPr/>
          <p:nvPr/>
        </p:nvSpPr>
        <p:spPr>
          <a:xfrm>
            <a:off x="6700418" y="2275342"/>
            <a:ext cx="0" cy="30889"/>
          </a:xfrm>
          <a:prstGeom prst="line">
            <a:avLst/>
          </a:prstGeom>
          <a:noFill/>
          <a:ln w="25400">
            <a:solidFill>
              <a:srgbClr val="D87932"/>
            </a:solidFill>
            <a:prstDash val="solid"/>
            <a:headEnd type="none"/>
            <a:tailEnd type="none"/>
          </a:ln>
        </p:spPr>
      </p:sp>
      <p:sp>
        <p:nvSpPr>
          <p:cNvPr id="2290" name="Shape 2288"/>
          <p:cNvSpPr/>
          <p:nvPr/>
        </p:nvSpPr>
        <p:spPr>
          <a:xfrm>
            <a:off x="6700418" y="2278085"/>
            <a:ext cx="127407" cy="0"/>
          </a:xfrm>
          <a:prstGeom prst="line">
            <a:avLst/>
          </a:prstGeom>
          <a:noFill/>
          <a:ln w="25400">
            <a:solidFill>
              <a:srgbClr val="D87932"/>
            </a:solidFill>
            <a:prstDash val="solid"/>
            <a:headEnd type="none"/>
            <a:tailEnd type="none"/>
          </a:ln>
        </p:spPr>
      </p:sp>
      <p:sp>
        <p:nvSpPr>
          <p:cNvPr id="2291" name="Shape 2289"/>
          <p:cNvSpPr/>
          <p:nvPr/>
        </p:nvSpPr>
        <p:spPr>
          <a:xfrm>
            <a:off x="6825082" y="2275342"/>
            <a:ext cx="0" cy="16839"/>
          </a:xfrm>
          <a:prstGeom prst="line">
            <a:avLst/>
          </a:prstGeom>
          <a:noFill/>
          <a:ln w="25400">
            <a:solidFill>
              <a:srgbClr val="D87932"/>
            </a:solidFill>
            <a:prstDash val="solid"/>
            <a:headEnd type="none"/>
            <a:tailEnd type="none"/>
          </a:ln>
        </p:spPr>
      </p:sp>
      <p:sp>
        <p:nvSpPr>
          <p:cNvPr id="2292" name="Shape 2290"/>
          <p:cNvSpPr/>
          <p:nvPr/>
        </p:nvSpPr>
        <p:spPr>
          <a:xfrm>
            <a:off x="6825082" y="2289438"/>
            <a:ext cx="127407" cy="0"/>
          </a:xfrm>
          <a:prstGeom prst="line">
            <a:avLst/>
          </a:prstGeom>
          <a:noFill/>
          <a:ln w="25400">
            <a:solidFill>
              <a:srgbClr val="D87932"/>
            </a:solidFill>
            <a:prstDash val="solid"/>
            <a:headEnd type="none"/>
            <a:tailEnd type="none"/>
          </a:ln>
        </p:spPr>
      </p:sp>
      <p:sp>
        <p:nvSpPr>
          <p:cNvPr id="2293" name="Shape 2291"/>
          <p:cNvSpPr/>
          <p:nvPr/>
        </p:nvSpPr>
        <p:spPr>
          <a:xfrm>
            <a:off x="6949745" y="2286694"/>
            <a:ext cx="0" cy="108260"/>
          </a:xfrm>
          <a:prstGeom prst="line">
            <a:avLst/>
          </a:prstGeom>
          <a:noFill/>
          <a:ln w="25400">
            <a:solidFill>
              <a:srgbClr val="D87932"/>
            </a:solidFill>
            <a:prstDash val="solid"/>
            <a:headEnd type="none"/>
            <a:tailEnd type="none"/>
          </a:ln>
        </p:spPr>
      </p:sp>
      <p:sp>
        <p:nvSpPr>
          <p:cNvPr id="2294" name="Shape 2292"/>
          <p:cNvSpPr/>
          <p:nvPr/>
        </p:nvSpPr>
        <p:spPr>
          <a:xfrm>
            <a:off x="6949745" y="2392211"/>
            <a:ext cx="127406" cy="0"/>
          </a:xfrm>
          <a:prstGeom prst="line">
            <a:avLst/>
          </a:prstGeom>
          <a:noFill/>
          <a:ln w="25400">
            <a:solidFill>
              <a:srgbClr val="D87932"/>
            </a:solidFill>
            <a:prstDash val="solid"/>
            <a:headEnd type="none"/>
            <a:tailEnd type="none"/>
          </a:ln>
        </p:spPr>
      </p:sp>
      <p:sp>
        <p:nvSpPr>
          <p:cNvPr id="2295" name="Shape 2293"/>
          <p:cNvSpPr/>
          <p:nvPr/>
        </p:nvSpPr>
        <p:spPr>
          <a:xfrm>
            <a:off x="7074408" y="2389468"/>
            <a:ext cx="0" cy="168054"/>
          </a:xfrm>
          <a:prstGeom prst="line">
            <a:avLst/>
          </a:prstGeom>
          <a:noFill/>
          <a:ln w="25400">
            <a:solidFill>
              <a:srgbClr val="D87932"/>
            </a:solidFill>
            <a:prstDash val="solid"/>
            <a:headEnd type="none"/>
            <a:tailEnd type="none"/>
          </a:ln>
        </p:spPr>
      </p:sp>
      <p:sp>
        <p:nvSpPr>
          <p:cNvPr id="2296" name="Shape 2294"/>
          <p:cNvSpPr/>
          <p:nvPr/>
        </p:nvSpPr>
        <p:spPr>
          <a:xfrm>
            <a:off x="7074408" y="2554778"/>
            <a:ext cx="127407" cy="0"/>
          </a:xfrm>
          <a:prstGeom prst="line">
            <a:avLst/>
          </a:prstGeom>
          <a:noFill/>
          <a:ln w="25400">
            <a:solidFill>
              <a:srgbClr val="D87932"/>
            </a:solidFill>
            <a:prstDash val="solid"/>
            <a:headEnd type="none"/>
            <a:tailEnd type="none"/>
          </a:ln>
        </p:spPr>
      </p:sp>
      <p:sp>
        <p:nvSpPr>
          <p:cNvPr id="2297" name="Shape 2295"/>
          <p:cNvSpPr/>
          <p:nvPr/>
        </p:nvSpPr>
        <p:spPr>
          <a:xfrm>
            <a:off x="7199071" y="2552035"/>
            <a:ext cx="0" cy="232795"/>
          </a:xfrm>
          <a:prstGeom prst="line">
            <a:avLst/>
          </a:prstGeom>
          <a:noFill/>
          <a:ln w="25400">
            <a:solidFill>
              <a:srgbClr val="D87932"/>
            </a:solidFill>
            <a:prstDash val="solid"/>
            <a:headEnd type="none"/>
            <a:tailEnd type="none"/>
          </a:ln>
        </p:spPr>
      </p:sp>
      <p:sp>
        <p:nvSpPr>
          <p:cNvPr id="2298" name="Shape 2296"/>
          <p:cNvSpPr/>
          <p:nvPr/>
        </p:nvSpPr>
        <p:spPr>
          <a:xfrm>
            <a:off x="7199071" y="2782087"/>
            <a:ext cx="127407" cy="0"/>
          </a:xfrm>
          <a:prstGeom prst="line">
            <a:avLst/>
          </a:prstGeom>
          <a:noFill/>
          <a:ln w="25400">
            <a:solidFill>
              <a:srgbClr val="D87932"/>
            </a:solidFill>
            <a:prstDash val="solid"/>
            <a:headEnd type="none"/>
            <a:tailEnd type="none"/>
          </a:ln>
        </p:spPr>
      </p:sp>
      <p:sp>
        <p:nvSpPr>
          <p:cNvPr id="2299" name="Shape 2297"/>
          <p:cNvSpPr/>
          <p:nvPr/>
        </p:nvSpPr>
        <p:spPr>
          <a:xfrm>
            <a:off x="7323735" y="2779344"/>
            <a:ext cx="0" cy="55345"/>
          </a:xfrm>
          <a:prstGeom prst="line">
            <a:avLst/>
          </a:prstGeom>
          <a:noFill/>
          <a:ln w="25400">
            <a:solidFill>
              <a:srgbClr val="D87932"/>
            </a:solidFill>
            <a:prstDash val="solid"/>
            <a:headEnd type="none"/>
            <a:tailEnd type="none"/>
          </a:ln>
        </p:spPr>
      </p:sp>
      <p:sp>
        <p:nvSpPr>
          <p:cNvPr id="2300" name="Shape 2298"/>
          <p:cNvSpPr/>
          <p:nvPr/>
        </p:nvSpPr>
        <p:spPr>
          <a:xfrm>
            <a:off x="7323735" y="2831946"/>
            <a:ext cx="127406" cy="0"/>
          </a:xfrm>
          <a:prstGeom prst="line">
            <a:avLst/>
          </a:prstGeom>
          <a:noFill/>
          <a:ln w="25400">
            <a:solidFill>
              <a:srgbClr val="D87932"/>
            </a:solidFill>
            <a:prstDash val="solid"/>
            <a:headEnd type="none"/>
            <a:tailEnd type="none"/>
          </a:ln>
        </p:spPr>
      </p:sp>
      <p:sp>
        <p:nvSpPr>
          <p:cNvPr id="2301" name="Shape 2299"/>
          <p:cNvSpPr/>
          <p:nvPr/>
        </p:nvSpPr>
        <p:spPr>
          <a:xfrm>
            <a:off x="7448397" y="2829203"/>
            <a:ext cx="0" cy="124028"/>
          </a:xfrm>
          <a:prstGeom prst="line">
            <a:avLst/>
          </a:prstGeom>
          <a:noFill/>
          <a:ln w="25400">
            <a:solidFill>
              <a:srgbClr val="D87932"/>
            </a:solidFill>
            <a:prstDash val="solid"/>
            <a:headEnd type="none"/>
            <a:tailEnd type="none"/>
          </a:ln>
        </p:spPr>
      </p:sp>
      <p:sp>
        <p:nvSpPr>
          <p:cNvPr id="2302" name="Shape 2300"/>
          <p:cNvSpPr/>
          <p:nvPr/>
        </p:nvSpPr>
        <p:spPr>
          <a:xfrm>
            <a:off x="7448397" y="2950488"/>
            <a:ext cx="127407" cy="0"/>
          </a:xfrm>
          <a:prstGeom prst="line">
            <a:avLst/>
          </a:prstGeom>
          <a:noFill/>
          <a:ln w="25400">
            <a:solidFill>
              <a:srgbClr val="D87932"/>
            </a:solidFill>
            <a:prstDash val="solid"/>
            <a:headEnd type="none"/>
            <a:tailEnd type="none"/>
          </a:ln>
        </p:spPr>
      </p:sp>
      <p:sp>
        <p:nvSpPr>
          <p:cNvPr id="2303" name="Shape 2301"/>
          <p:cNvSpPr/>
          <p:nvPr/>
        </p:nvSpPr>
        <p:spPr>
          <a:xfrm>
            <a:off x="7573061" y="2947745"/>
            <a:ext cx="0" cy="132578"/>
          </a:xfrm>
          <a:prstGeom prst="line">
            <a:avLst/>
          </a:prstGeom>
          <a:noFill/>
          <a:ln w="25400">
            <a:solidFill>
              <a:srgbClr val="D87932"/>
            </a:solidFill>
            <a:prstDash val="solid"/>
            <a:headEnd type="none"/>
            <a:tailEnd type="none"/>
          </a:ln>
        </p:spPr>
      </p:sp>
      <p:sp>
        <p:nvSpPr>
          <p:cNvPr id="2304" name="Shape 2302"/>
          <p:cNvSpPr/>
          <p:nvPr/>
        </p:nvSpPr>
        <p:spPr>
          <a:xfrm>
            <a:off x="7573061" y="3077580"/>
            <a:ext cx="127407" cy="0"/>
          </a:xfrm>
          <a:prstGeom prst="line">
            <a:avLst/>
          </a:prstGeom>
          <a:noFill/>
          <a:ln w="25400">
            <a:solidFill>
              <a:srgbClr val="D87932"/>
            </a:solidFill>
            <a:prstDash val="solid"/>
            <a:headEnd type="none"/>
            <a:tailEnd type="none"/>
          </a:ln>
        </p:spPr>
      </p:sp>
      <p:sp>
        <p:nvSpPr>
          <p:cNvPr id="2305" name="Shape 2303"/>
          <p:cNvSpPr/>
          <p:nvPr/>
        </p:nvSpPr>
        <p:spPr>
          <a:xfrm>
            <a:off x="7697724" y="3074837"/>
            <a:ext cx="0" cy="157417"/>
          </a:xfrm>
          <a:prstGeom prst="line">
            <a:avLst/>
          </a:prstGeom>
          <a:noFill/>
          <a:ln w="25400">
            <a:solidFill>
              <a:srgbClr val="D87932"/>
            </a:solidFill>
            <a:prstDash val="solid"/>
            <a:headEnd type="none"/>
            <a:tailEnd type="none"/>
          </a:ln>
        </p:spPr>
      </p:sp>
      <p:sp>
        <p:nvSpPr>
          <p:cNvPr id="2306" name="Shape 2304"/>
          <p:cNvSpPr/>
          <p:nvPr/>
        </p:nvSpPr>
        <p:spPr>
          <a:xfrm>
            <a:off x="7697724" y="3229510"/>
            <a:ext cx="127406" cy="0"/>
          </a:xfrm>
          <a:prstGeom prst="line">
            <a:avLst/>
          </a:prstGeom>
          <a:noFill/>
          <a:ln w="25400">
            <a:solidFill>
              <a:srgbClr val="D87932"/>
            </a:solidFill>
            <a:prstDash val="solid"/>
            <a:headEnd type="none"/>
            <a:tailEnd type="none"/>
          </a:ln>
        </p:spPr>
      </p:sp>
      <p:sp>
        <p:nvSpPr>
          <p:cNvPr id="2307" name="Shape 2305"/>
          <p:cNvSpPr/>
          <p:nvPr/>
        </p:nvSpPr>
        <p:spPr>
          <a:xfrm>
            <a:off x="7822387" y="3203208"/>
            <a:ext cx="0" cy="29046"/>
          </a:xfrm>
          <a:prstGeom prst="line">
            <a:avLst/>
          </a:prstGeom>
          <a:noFill/>
          <a:ln w="25400">
            <a:solidFill>
              <a:srgbClr val="D87932"/>
            </a:solidFill>
            <a:prstDash val="solid"/>
            <a:headEnd type="none"/>
            <a:tailEnd type="none"/>
          </a:ln>
        </p:spPr>
      </p:sp>
      <p:sp>
        <p:nvSpPr>
          <p:cNvPr id="2308" name="Shape 2306"/>
          <p:cNvSpPr/>
          <p:nvPr/>
        </p:nvSpPr>
        <p:spPr>
          <a:xfrm>
            <a:off x="7822387" y="3205951"/>
            <a:ext cx="127407" cy="0"/>
          </a:xfrm>
          <a:prstGeom prst="line">
            <a:avLst/>
          </a:prstGeom>
          <a:noFill/>
          <a:ln w="25400">
            <a:solidFill>
              <a:srgbClr val="D87932"/>
            </a:solidFill>
            <a:prstDash val="solid"/>
            <a:headEnd type="none"/>
            <a:tailEnd type="none"/>
          </a:ln>
        </p:spPr>
      </p:sp>
      <p:sp>
        <p:nvSpPr>
          <p:cNvPr id="2309" name="Shape 2307"/>
          <p:cNvSpPr/>
          <p:nvPr/>
        </p:nvSpPr>
        <p:spPr>
          <a:xfrm>
            <a:off x="7947050" y="2965388"/>
            <a:ext cx="0" cy="243306"/>
          </a:xfrm>
          <a:prstGeom prst="line">
            <a:avLst/>
          </a:prstGeom>
          <a:noFill/>
          <a:ln w="25400">
            <a:solidFill>
              <a:srgbClr val="D87932"/>
            </a:solidFill>
            <a:prstDash val="solid"/>
            <a:headEnd type="none"/>
            <a:tailEnd type="none"/>
          </a:ln>
        </p:spPr>
      </p:sp>
      <p:sp>
        <p:nvSpPr>
          <p:cNvPr id="2310" name="Shape 2308"/>
          <p:cNvSpPr/>
          <p:nvPr/>
        </p:nvSpPr>
        <p:spPr>
          <a:xfrm>
            <a:off x="7947050" y="2968131"/>
            <a:ext cx="127407" cy="0"/>
          </a:xfrm>
          <a:prstGeom prst="line">
            <a:avLst/>
          </a:prstGeom>
          <a:noFill/>
          <a:ln w="25400">
            <a:solidFill>
              <a:srgbClr val="D87932"/>
            </a:solidFill>
            <a:prstDash val="solid"/>
            <a:headEnd type="none"/>
            <a:tailEnd type="none"/>
          </a:ln>
        </p:spPr>
      </p:sp>
      <p:sp>
        <p:nvSpPr>
          <p:cNvPr id="2311" name="Shape 2309"/>
          <p:cNvSpPr/>
          <p:nvPr/>
        </p:nvSpPr>
        <p:spPr>
          <a:xfrm>
            <a:off x="8071714" y="2715879"/>
            <a:ext cx="0" cy="254996"/>
          </a:xfrm>
          <a:prstGeom prst="line">
            <a:avLst/>
          </a:prstGeom>
          <a:noFill/>
          <a:ln w="25400">
            <a:solidFill>
              <a:srgbClr val="D87932"/>
            </a:solidFill>
            <a:prstDash val="solid"/>
            <a:headEnd type="none"/>
            <a:tailEnd type="none"/>
          </a:ln>
        </p:spPr>
      </p:sp>
      <p:sp>
        <p:nvSpPr>
          <p:cNvPr id="2312" name="Shape 2310"/>
          <p:cNvSpPr/>
          <p:nvPr/>
        </p:nvSpPr>
        <p:spPr>
          <a:xfrm>
            <a:off x="8071714" y="2718622"/>
            <a:ext cx="127406" cy="0"/>
          </a:xfrm>
          <a:prstGeom prst="line">
            <a:avLst/>
          </a:prstGeom>
          <a:noFill/>
          <a:ln w="25400">
            <a:solidFill>
              <a:srgbClr val="D87932"/>
            </a:solidFill>
            <a:prstDash val="solid"/>
            <a:headEnd type="none"/>
            <a:tailEnd type="none"/>
          </a:ln>
        </p:spPr>
      </p:sp>
      <p:sp>
        <p:nvSpPr>
          <p:cNvPr id="2313" name="Shape 2311"/>
          <p:cNvSpPr/>
          <p:nvPr/>
        </p:nvSpPr>
        <p:spPr>
          <a:xfrm>
            <a:off x="8196377" y="2536616"/>
            <a:ext cx="0" cy="184750"/>
          </a:xfrm>
          <a:prstGeom prst="line">
            <a:avLst/>
          </a:prstGeom>
          <a:noFill/>
          <a:ln w="25400">
            <a:solidFill>
              <a:srgbClr val="D87932"/>
            </a:solidFill>
            <a:prstDash val="solid"/>
            <a:headEnd type="none"/>
            <a:tailEnd type="none"/>
          </a:ln>
        </p:spPr>
      </p:sp>
      <p:sp>
        <p:nvSpPr>
          <p:cNvPr id="2314" name="Shape 2312"/>
          <p:cNvSpPr/>
          <p:nvPr/>
        </p:nvSpPr>
        <p:spPr>
          <a:xfrm>
            <a:off x="8196377" y="2539359"/>
            <a:ext cx="127407" cy="0"/>
          </a:xfrm>
          <a:prstGeom prst="line">
            <a:avLst/>
          </a:prstGeom>
          <a:noFill/>
          <a:ln w="25400">
            <a:solidFill>
              <a:srgbClr val="D87932"/>
            </a:solidFill>
            <a:prstDash val="solid"/>
            <a:headEnd type="none"/>
            <a:tailEnd type="none"/>
          </a:ln>
        </p:spPr>
      </p:sp>
      <p:sp>
        <p:nvSpPr>
          <p:cNvPr id="2315" name="Shape 2313"/>
          <p:cNvSpPr/>
          <p:nvPr/>
        </p:nvSpPr>
        <p:spPr>
          <a:xfrm>
            <a:off x="8321040" y="2536616"/>
            <a:ext cx="0" cy="234093"/>
          </a:xfrm>
          <a:prstGeom prst="line">
            <a:avLst/>
          </a:prstGeom>
          <a:noFill/>
          <a:ln w="25400">
            <a:solidFill>
              <a:srgbClr val="D87932"/>
            </a:solidFill>
            <a:prstDash val="solid"/>
            <a:headEnd type="none"/>
            <a:tailEnd type="none"/>
          </a:ln>
        </p:spPr>
      </p:sp>
      <p:sp>
        <p:nvSpPr>
          <p:cNvPr id="2316" name="Shape 2314"/>
          <p:cNvSpPr/>
          <p:nvPr/>
        </p:nvSpPr>
        <p:spPr>
          <a:xfrm>
            <a:off x="868680" y="2020824"/>
            <a:ext cx="256032" cy="0"/>
          </a:xfrm>
          <a:prstGeom prst="line">
            <a:avLst/>
          </a:prstGeom>
          <a:noFill/>
          <a:ln w="27940">
            <a:solidFill>
              <a:srgbClr val="D87932"/>
            </a:solidFill>
            <a:prstDash val="solid"/>
          </a:ln>
        </p:spPr>
      </p:sp>
      <p:sp>
        <p:nvSpPr>
          <p:cNvPr id="2317" name="Text 2315"/>
          <p:cNvSpPr/>
          <p:nvPr/>
        </p:nvSpPr>
        <p:spPr>
          <a:xfrm>
            <a:off x="1197864" y="1947672"/>
            <a:ext cx="1408176"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C₂ PP</a:t>
            </a:r>
            <a:endParaRPr lang="en-US" sz="920" dirty="0"/>
          </a:p>
        </p:txBody>
      </p:sp>
      <p:sp>
        <p:nvSpPr>
          <p:cNvPr id="2318" name="Shape 2316"/>
          <p:cNvSpPr/>
          <p:nvPr/>
        </p:nvSpPr>
        <p:spPr>
          <a:xfrm>
            <a:off x="841248" y="2456143"/>
            <a:ext cx="127407" cy="0"/>
          </a:xfrm>
          <a:prstGeom prst="line">
            <a:avLst/>
          </a:prstGeom>
          <a:noFill/>
          <a:ln w="25400">
            <a:solidFill>
              <a:srgbClr val="A64E8E"/>
            </a:solidFill>
            <a:prstDash val="solid"/>
            <a:headEnd type="none"/>
            <a:tailEnd type="none"/>
          </a:ln>
        </p:spPr>
      </p:sp>
      <p:sp>
        <p:nvSpPr>
          <p:cNvPr id="2319" name="Shape 2317"/>
          <p:cNvSpPr/>
          <p:nvPr/>
        </p:nvSpPr>
        <p:spPr>
          <a:xfrm>
            <a:off x="965911" y="2369361"/>
            <a:ext cx="0" cy="89525"/>
          </a:xfrm>
          <a:prstGeom prst="line">
            <a:avLst/>
          </a:prstGeom>
          <a:noFill/>
          <a:ln w="25400">
            <a:solidFill>
              <a:srgbClr val="A64E8E"/>
            </a:solidFill>
            <a:prstDash val="solid"/>
            <a:headEnd type="none"/>
            <a:tailEnd type="none"/>
          </a:ln>
        </p:spPr>
      </p:sp>
      <p:sp>
        <p:nvSpPr>
          <p:cNvPr id="2320" name="Shape 2318"/>
          <p:cNvSpPr/>
          <p:nvPr/>
        </p:nvSpPr>
        <p:spPr>
          <a:xfrm>
            <a:off x="965911" y="2372104"/>
            <a:ext cx="127406" cy="0"/>
          </a:xfrm>
          <a:prstGeom prst="line">
            <a:avLst/>
          </a:prstGeom>
          <a:noFill/>
          <a:ln w="25400">
            <a:solidFill>
              <a:srgbClr val="A64E8E"/>
            </a:solidFill>
            <a:prstDash val="solid"/>
            <a:headEnd type="none"/>
            <a:tailEnd type="none"/>
          </a:ln>
        </p:spPr>
      </p:sp>
      <p:sp>
        <p:nvSpPr>
          <p:cNvPr id="2321" name="Shape 2319"/>
          <p:cNvSpPr/>
          <p:nvPr/>
        </p:nvSpPr>
        <p:spPr>
          <a:xfrm>
            <a:off x="1090574" y="2369361"/>
            <a:ext cx="0" cy="89525"/>
          </a:xfrm>
          <a:prstGeom prst="line">
            <a:avLst/>
          </a:prstGeom>
          <a:noFill/>
          <a:ln w="25400">
            <a:solidFill>
              <a:srgbClr val="A64E8E"/>
            </a:solidFill>
            <a:prstDash val="solid"/>
            <a:headEnd type="none"/>
            <a:tailEnd type="none"/>
          </a:ln>
        </p:spPr>
      </p:sp>
      <p:sp>
        <p:nvSpPr>
          <p:cNvPr id="2322" name="Shape 2320"/>
          <p:cNvSpPr/>
          <p:nvPr/>
        </p:nvSpPr>
        <p:spPr>
          <a:xfrm>
            <a:off x="1090574" y="2456143"/>
            <a:ext cx="127407" cy="0"/>
          </a:xfrm>
          <a:prstGeom prst="line">
            <a:avLst/>
          </a:prstGeom>
          <a:noFill/>
          <a:ln w="25400">
            <a:solidFill>
              <a:srgbClr val="A64E8E"/>
            </a:solidFill>
            <a:prstDash val="solid"/>
            <a:headEnd type="none"/>
            <a:tailEnd type="none"/>
          </a:ln>
        </p:spPr>
      </p:sp>
      <p:sp>
        <p:nvSpPr>
          <p:cNvPr id="2323" name="Shape 2321"/>
          <p:cNvSpPr/>
          <p:nvPr/>
        </p:nvSpPr>
        <p:spPr>
          <a:xfrm>
            <a:off x="1215238" y="2453400"/>
            <a:ext cx="0" cy="141467"/>
          </a:xfrm>
          <a:prstGeom prst="line">
            <a:avLst/>
          </a:prstGeom>
          <a:noFill/>
          <a:ln w="25400">
            <a:solidFill>
              <a:srgbClr val="A64E8E"/>
            </a:solidFill>
            <a:prstDash val="solid"/>
            <a:headEnd type="none"/>
            <a:tailEnd type="none"/>
          </a:ln>
        </p:spPr>
      </p:sp>
      <p:sp>
        <p:nvSpPr>
          <p:cNvPr id="2324" name="Shape 2322"/>
          <p:cNvSpPr/>
          <p:nvPr/>
        </p:nvSpPr>
        <p:spPr>
          <a:xfrm>
            <a:off x="1215238" y="2592123"/>
            <a:ext cx="127407" cy="0"/>
          </a:xfrm>
          <a:prstGeom prst="line">
            <a:avLst/>
          </a:prstGeom>
          <a:noFill/>
          <a:ln w="25400">
            <a:solidFill>
              <a:srgbClr val="A64E8E"/>
            </a:solidFill>
            <a:prstDash val="solid"/>
            <a:headEnd type="none"/>
            <a:tailEnd type="none"/>
          </a:ln>
        </p:spPr>
      </p:sp>
      <p:sp>
        <p:nvSpPr>
          <p:cNvPr id="2325" name="Shape 2323"/>
          <p:cNvSpPr/>
          <p:nvPr/>
        </p:nvSpPr>
        <p:spPr>
          <a:xfrm>
            <a:off x="1339901" y="2589380"/>
            <a:ext cx="0" cy="89527"/>
          </a:xfrm>
          <a:prstGeom prst="line">
            <a:avLst/>
          </a:prstGeom>
          <a:noFill/>
          <a:ln w="25400">
            <a:solidFill>
              <a:srgbClr val="A64E8E"/>
            </a:solidFill>
            <a:prstDash val="solid"/>
            <a:headEnd type="none"/>
            <a:tailEnd type="none"/>
          </a:ln>
        </p:spPr>
      </p:sp>
      <p:sp>
        <p:nvSpPr>
          <p:cNvPr id="2326" name="Shape 2324"/>
          <p:cNvSpPr/>
          <p:nvPr/>
        </p:nvSpPr>
        <p:spPr>
          <a:xfrm>
            <a:off x="1339901" y="2676163"/>
            <a:ext cx="127406" cy="0"/>
          </a:xfrm>
          <a:prstGeom prst="line">
            <a:avLst/>
          </a:prstGeom>
          <a:noFill/>
          <a:ln w="25400">
            <a:solidFill>
              <a:srgbClr val="A64E8E"/>
            </a:solidFill>
            <a:prstDash val="solid"/>
            <a:headEnd type="none"/>
            <a:tailEnd type="none"/>
          </a:ln>
        </p:spPr>
      </p:sp>
      <p:sp>
        <p:nvSpPr>
          <p:cNvPr id="2327" name="Shape 2325"/>
          <p:cNvSpPr/>
          <p:nvPr/>
        </p:nvSpPr>
        <p:spPr>
          <a:xfrm>
            <a:off x="1464564" y="2673420"/>
            <a:ext cx="0" cy="141465"/>
          </a:xfrm>
          <a:prstGeom prst="line">
            <a:avLst/>
          </a:prstGeom>
          <a:noFill/>
          <a:ln w="25400">
            <a:solidFill>
              <a:srgbClr val="A64E8E"/>
            </a:solidFill>
            <a:prstDash val="solid"/>
            <a:headEnd type="none"/>
            <a:tailEnd type="none"/>
          </a:ln>
        </p:spPr>
      </p:sp>
      <p:sp>
        <p:nvSpPr>
          <p:cNvPr id="2328" name="Shape 2326"/>
          <p:cNvSpPr/>
          <p:nvPr/>
        </p:nvSpPr>
        <p:spPr>
          <a:xfrm>
            <a:off x="1464564" y="2812142"/>
            <a:ext cx="127407" cy="0"/>
          </a:xfrm>
          <a:prstGeom prst="line">
            <a:avLst/>
          </a:prstGeom>
          <a:noFill/>
          <a:ln w="25400">
            <a:solidFill>
              <a:srgbClr val="A64E8E"/>
            </a:solidFill>
            <a:prstDash val="solid"/>
            <a:headEnd type="none"/>
            <a:tailEnd type="none"/>
          </a:ln>
        </p:spPr>
      </p:sp>
      <p:sp>
        <p:nvSpPr>
          <p:cNvPr id="2329" name="Shape 2327"/>
          <p:cNvSpPr/>
          <p:nvPr/>
        </p:nvSpPr>
        <p:spPr>
          <a:xfrm>
            <a:off x="1589227" y="2809399"/>
            <a:ext cx="0" cy="225505"/>
          </a:xfrm>
          <a:prstGeom prst="line">
            <a:avLst/>
          </a:prstGeom>
          <a:noFill/>
          <a:ln w="25400">
            <a:solidFill>
              <a:srgbClr val="A64E8E"/>
            </a:solidFill>
            <a:prstDash val="solid"/>
            <a:headEnd type="none"/>
            <a:tailEnd type="none"/>
          </a:ln>
        </p:spPr>
      </p:sp>
      <p:sp>
        <p:nvSpPr>
          <p:cNvPr id="2330" name="Shape 2328"/>
          <p:cNvSpPr/>
          <p:nvPr/>
        </p:nvSpPr>
        <p:spPr>
          <a:xfrm>
            <a:off x="1589227" y="3032161"/>
            <a:ext cx="127407" cy="0"/>
          </a:xfrm>
          <a:prstGeom prst="line">
            <a:avLst/>
          </a:prstGeom>
          <a:noFill/>
          <a:ln w="25400">
            <a:solidFill>
              <a:srgbClr val="A64E8E"/>
            </a:solidFill>
            <a:prstDash val="solid"/>
            <a:headEnd type="none"/>
            <a:tailEnd type="none"/>
          </a:ln>
        </p:spPr>
      </p:sp>
      <p:sp>
        <p:nvSpPr>
          <p:cNvPr id="2331" name="Shape 2329"/>
          <p:cNvSpPr/>
          <p:nvPr/>
        </p:nvSpPr>
        <p:spPr>
          <a:xfrm>
            <a:off x="1713891" y="3029418"/>
            <a:ext cx="0" cy="141467"/>
          </a:xfrm>
          <a:prstGeom prst="line">
            <a:avLst/>
          </a:prstGeom>
          <a:noFill/>
          <a:ln w="25400">
            <a:solidFill>
              <a:srgbClr val="A64E8E"/>
            </a:solidFill>
            <a:prstDash val="solid"/>
            <a:headEnd type="none"/>
            <a:tailEnd type="none"/>
          </a:ln>
        </p:spPr>
      </p:sp>
      <p:sp>
        <p:nvSpPr>
          <p:cNvPr id="2332" name="Shape 2330"/>
          <p:cNvSpPr/>
          <p:nvPr/>
        </p:nvSpPr>
        <p:spPr>
          <a:xfrm>
            <a:off x="1713891" y="3168142"/>
            <a:ext cx="127406" cy="0"/>
          </a:xfrm>
          <a:prstGeom prst="line">
            <a:avLst/>
          </a:prstGeom>
          <a:noFill/>
          <a:ln w="25400">
            <a:solidFill>
              <a:srgbClr val="A64E8E"/>
            </a:solidFill>
            <a:prstDash val="solid"/>
            <a:headEnd type="none"/>
            <a:tailEnd type="none"/>
          </a:ln>
        </p:spPr>
      </p:sp>
      <p:sp>
        <p:nvSpPr>
          <p:cNvPr id="2333" name="Shape 2331"/>
          <p:cNvSpPr/>
          <p:nvPr/>
        </p:nvSpPr>
        <p:spPr>
          <a:xfrm>
            <a:off x="1838553" y="3165399"/>
            <a:ext cx="0" cy="5486"/>
          </a:xfrm>
          <a:prstGeom prst="line">
            <a:avLst/>
          </a:prstGeom>
          <a:noFill/>
          <a:ln w="25400">
            <a:solidFill>
              <a:srgbClr val="A64E8E"/>
            </a:solidFill>
            <a:prstDash val="solid"/>
            <a:headEnd type="none"/>
            <a:tailEnd type="none"/>
          </a:ln>
        </p:spPr>
      </p:sp>
      <p:sp>
        <p:nvSpPr>
          <p:cNvPr id="2334" name="Shape 2332"/>
          <p:cNvSpPr/>
          <p:nvPr/>
        </p:nvSpPr>
        <p:spPr>
          <a:xfrm>
            <a:off x="1838553" y="3168142"/>
            <a:ext cx="127407" cy="0"/>
          </a:xfrm>
          <a:prstGeom prst="line">
            <a:avLst/>
          </a:prstGeom>
          <a:noFill/>
          <a:ln w="25400">
            <a:solidFill>
              <a:srgbClr val="A64E8E"/>
            </a:solidFill>
            <a:prstDash val="solid"/>
            <a:headEnd type="none"/>
            <a:tailEnd type="none"/>
          </a:ln>
        </p:spPr>
      </p:sp>
      <p:sp>
        <p:nvSpPr>
          <p:cNvPr id="2335" name="Shape 2333"/>
          <p:cNvSpPr/>
          <p:nvPr/>
        </p:nvSpPr>
        <p:spPr>
          <a:xfrm>
            <a:off x="1963217" y="3165399"/>
            <a:ext cx="0" cy="89527"/>
          </a:xfrm>
          <a:prstGeom prst="line">
            <a:avLst/>
          </a:prstGeom>
          <a:noFill/>
          <a:ln w="25400">
            <a:solidFill>
              <a:srgbClr val="A64E8E"/>
            </a:solidFill>
            <a:prstDash val="solid"/>
            <a:headEnd type="none"/>
            <a:tailEnd type="none"/>
          </a:ln>
        </p:spPr>
      </p:sp>
      <p:sp>
        <p:nvSpPr>
          <p:cNvPr id="2336" name="Shape 2334"/>
          <p:cNvSpPr/>
          <p:nvPr/>
        </p:nvSpPr>
        <p:spPr>
          <a:xfrm>
            <a:off x="1963217" y="3252182"/>
            <a:ext cx="127407" cy="0"/>
          </a:xfrm>
          <a:prstGeom prst="line">
            <a:avLst/>
          </a:prstGeom>
          <a:noFill/>
          <a:ln w="25400">
            <a:solidFill>
              <a:srgbClr val="A64E8E"/>
            </a:solidFill>
            <a:prstDash val="solid"/>
            <a:headEnd type="none"/>
            <a:tailEnd type="none"/>
          </a:ln>
        </p:spPr>
      </p:sp>
      <p:sp>
        <p:nvSpPr>
          <p:cNvPr id="2337" name="Shape 2335"/>
          <p:cNvSpPr/>
          <p:nvPr/>
        </p:nvSpPr>
        <p:spPr>
          <a:xfrm>
            <a:off x="2087880" y="3249439"/>
            <a:ext cx="0" cy="57425"/>
          </a:xfrm>
          <a:prstGeom prst="line">
            <a:avLst/>
          </a:prstGeom>
          <a:noFill/>
          <a:ln w="25400">
            <a:solidFill>
              <a:srgbClr val="A64E8E"/>
            </a:solidFill>
            <a:prstDash val="solid"/>
            <a:headEnd type="none"/>
            <a:tailEnd type="none"/>
          </a:ln>
        </p:spPr>
      </p:sp>
      <p:sp>
        <p:nvSpPr>
          <p:cNvPr id="2338" name="Shape 2336"/>
          <p:cNvSpPr/>
          <p:nvPr/>
        </p:nvSpPr>
        <p:spPr>
          <a:xfrm>
            <a:off x="2087880" y="3304121"/>
            <a:ext cx="127406" cy="0"/>
          </a:xfrm>
          <a:prstGeom prst="line">
            <a:avLst/>
          </a:prstGeom>
          <a:noFill/>
          <a:ln w="25400">
            <a:solidFill>
              <a:srgbClr val="A64E8E"/>
            </a:solidFill>
            <a:prstDash val="solid"/>
            <a:headEnd type="none"/>
            <a:tailEnd type="none"/>
          </a:ln>
        </p:spPr>
      </p:sp>
      <p:sp>
        <p:nvSpPr>
          <p:cNvPr id="2339" name="Shape 2337"/>
          <p:cNvSpPr/>
          <p:nvPr/>
        </p:nvSpPr>
        <p:spPr>
          <a:xfrm>
            <a:off x="2212543" y="3301378"/>
            <a:ext cx="0" cy="5486"/>
          </a:xfrm>
          <a:prstGeom prst="line">
            <a:avLst/>
          </a:prstGeom>
          <a:noFill/>
          <a:ln w="25400">
            <a:solidFill>
              <a:srgbClr val="A64E8E"/>
            </a:solidFill>
            <a:prstDash val="solid"/>
            <a:headEnd type="none"/>
            <a:tailEnd type="none"/>
          </a:ln>
        </p:spPr>
      </p:sp>
      <p:sp>
        <p:nvSpPr>
          <p:cNvPr id="2340" name="Shape 2338"/>
          <p:cNvSpPr/>
          <p:nvPr/>
        </p:nvSpPr>
        <p:spPr>
          <a:xfrm>
            <a:off x="2212543" y="3304121"/>
            <a:ext cx="127407" cy="0"/>
          </a:xfrm>
          <a:prstGeom prst="line">
            <a:avLst/>
          </a:prstGeom>
          <a:noFill/>
          <a:ln w="25400">
            <a:solidFill>
              <a:srgbClr val="A64E8E"/>
            </a:solidFill>
            <a:prstDash val="solid"/>
            <a:headEnd type="none"/>
            <a:tailEnd type="none"/>
          </a:ln>
        </p:spPr>
      </p:sp>
      <p:sp>
        <p:nvSpPr>
          <p:cNvPr id="2341" name="Shape 2339"/>
          <p:cNvSpPr/>
          <p:nvPr/>
        </p:nvSpPr>
        <p:spPr>
          <a:xfrm>
            <a:off x="2337206" y="3029418"/>
            <a:ext cx="0" cy="277446"/>
          </a:xfrm>
          <a:prstGeom prst="line">
            <a:avLst/>
          </a:prstGeom>
          <a:noFill/>
          <a:ln w="25400">
            <a:solidFill>
              <a:srgbClr val="A64E8E"/>
            </a:solidFill>
            <a:prstDash val="solid"/>
            <a:headEnd type="none"/>
            <a:tailEnd type="none"/>
          </a:ln>
        </p:spPr>
      </p:sp>
      <p:sp>
        <p:nvSpPr>
          <p:cNvPr id="2342" name="Shape 2340"/>
          <p:cNvSpPr/>
          <p:nvPr/>
        </p:nvSpPr>
        <p:spPr>
          <a:xfrm>
            <a:off x="2337206" y="3032161"/>
            <a:ext cx="127407" cy="0"/>
          </a:xfrm>
          <a:prstGeom prst="line">
            <a:avLst/>
          </a:prstGeom>
          <a:noFill/>
          <a:ln w="25400">
            <a:solidFill>
              <a:srgbClr val="A64E8E"/>
            </a:solidFill>
            <a:prstDash val="solid"/>
            <a:headEnd type="none"/>
            <a:tailEnd type="none"/>
          </a:ln>
        </p:spPr>
      </p:sp>
      <p:sp>
        <p:nvSpPr>
          <p:cNvPr id="2343" name="Shape 2341"/>
          <p:cNvSpPr/>
          <p:nvPr/>
        </p:nvSpPr>
        <p:spPr>
          <a:xfrm>
            <a:off x="2461870" y="3029418"/>
            <a:ext cx="0" cy="5486"/>
          </a:xfrm>
          <a:prstGeom prst="line">
            <a:avLst/>
          </a:prstGeom>
          <a:noFill/>
          <a:ln w="25400">
            <a:solidFill>
              <a:srgbClr val="A64E8E"/>
            </a:solidFill>
            <a:prstDash val="solid"/>
            <a:headEnd type="none"/>
            <a:tailEnd type="none"/>
          </a:ln>
        </p:spPr>
      </p:sp>
      <p:sp>
        <p:nvSpPr>
          <p:cNvPr id="2344" name="Shape 2342"/>
          <p:cNvSpPr/>
          <p:nvPr/>
        </p:nvSpPr>
        <p:spPr>
          <a:xfrm>
            <a:off x="2461870" y="3032161"/>
            <a:ext cx="127406" cy="0"/>
          </a:xfrm>
          <a:prstGeom prst="line">
            <a:avLst/>
          </a:prstGeom>
          <a:noFill/>
          <a:ln w="25400">
            <a:solidFill>
              <a:srgbClr val="A64E8E"/>
            </a:solidFill>
            <a:prstDash val="solid"/>
            <a:headEnd type="none"/>
            <a:tailEnd type="none"/>
          </a:ln>
        </p:spPr>
      </p:sp>
      <p:sp>
        <p:nvSpPr>
          <p:cNvPr id="2345" name="Shape 2343"/>
          <p:cNvSpPr/>
          <p:nvPr/>
        </p:nvSpPr>
        <p:spPr>
          <a:xfrm>
            <a:off x="2586533" y="3029418"/>
            <a:ext cx="0" cy="5486"/>
          </a:xfrm>
          <a:prstGeom prst="line">
            <a:avLst/>
          </a:prstGeom>
          <a:noFill/>
          <a:ln w="25400">
            <a:solidFill>
              <a:srgbClr val="A64E8E"/>
            </a:solidFill>
            <a:prstDash val="solid"/>
            <a:headEnd type="none"/>
            <a:tailEnd type="none"/>
          </a:ln>
        </p:spPr>
      </p:sp>
      <p:sp>
        <p:nvSpPr>
          <p:cNvPr id="2346" name="Shape 2344"/>
          <p:cNvSpPr/>
          <p:nvPr/>
        </p:nvSpPr>
        <p:spPr>
          <a:xfrm>
            <a:off x="2586533" y="3032161"/>
            <a:ext cx="127407" cy="0"/>
          </a:xfrm>
          <a:prstGeom prst="line">
            <a:avLst/>
          </a:prstGeom>
          <a:noFill/>
          <a:ln w="25400">
            <a:solidFill>
              <a:srgbClr val="A64E8E"/>
            </a:solidFill>
            <a:prstDash val="solid"/>
            <a:headEnd type="none"/>
            <a:tailEnd type="none"/>
          </a:ln>
        </p:spPr>
      </p:sp>
      <p:sp>
        <p:nvSpPr>
          <p:cNvPr id="2347" name="Shape 2345"/>
          <p:cNvSpPr/>
          <p:nvPr/>
        </p:nvSpPr>
        <p:spPr>
          <a:xfrm>
            <a:off x="2711196" y="3029418"/>
            <a:ext cx="0" cy="5486"/>
          </a:xfrm>
          <a:prstGeom prst="line">
            <a:avLst/>
          </a:prstGeom>
          <a:noFill/>
          <a:ln w="25400">
            <a:solidFill>
              <a:srgbClr val="A64E8E"/>
            </a:solidFill>
            <a:prstDash val="solid"/>
            <a:headEnd type="none"/>
            <a:tailEnd type="none"/>
          </a:ln>
        </p:spPr>
      </p:sp>
      <p:sp>
        <p:nvSpPr>
          <p:cNvPr id="2348" name="Shape 2346"/>
          <p:cNvSpPr/>
          <p:nvPr/>
        </p:nvSpPr>
        <p:spPr>
          <a:xfrm>
            <a:off x="2711196" y="3032161"/>
            <a:ext cx="127407" cy="0"/>
          </a:xfrm>
          <a:prstGeom prst="line">
            <a:avLst/>
          </a:prstGeom>
          <a:noFill/>
          <a:ln w="25400">
            <a:solidFill>
              <a:srgbClr val="A64E8E"/>
            </a:solidFill>
            <a:prstDash val="solid"/>
            <a:headEnd type="none"/>
            <a:tailEnd type="none"/>
          </a:ln>
        </p:spPr>
      </p:sp>
      <p:sp>
        <p:nvSpPr>
          <p:cNvPr id="2349" name="Shape 2347"/>
          <p:cNvSpPr/>
          <p:nvPr/>
        </p:nvSpPr>
        <p:spPr>
          <a:xfrm>
            <a:off x="2835859" y="3029418"/>
            <a:ext cx="0" cy="141467"/>
          </a:xfrm>
          <a:prstGeom prst="line">
            <a:avLst/>
          </a:prstGeom>
          <a:noFill/>
          <a:ln w="25400">
            <a:solidFill>
              <a:srgbClr val="A64E8E"/>
            </a:solidFill>
            <a:prstDash val="solid"/>
            <a:headEnd type="none"/>
            <a:tailEnd type="none"/>
          </a:ln>
        </p:spPr>
      </p:sp>
      <p:sp>
        <p:nvSpPr>
          <p:cNvPr id="2350" name="Shape 2348"/>
          <p:cNvSpPr/>
          <p:nvPr/>
        </p:nvSpPr>
        <p:spPr>
          <a:xfrm>
            <a:off x="2835859" y="3168142"/>
            <a:ext cx="127406" cy="0"/>
          </a:xfrm>
          <a:prstGeom prst="line">
            <a:avLst/>
          </a:prstGeom>
          <a:noFill/>
          <a:ln w="25400">
            <a:solidFill>
              <a:srgbClr val="A64E8E"/>
            </a:solidFill>
            <a:prstDash val="solid"/>
            <a:headEnd type="none"/>
            <a:tailEnd type="none"/>
          </a:ln>
        </p:spPr>
      </p:sp>
      <p:sp>
        <p:nvSpPr>
          <p:cNvPr id="2351" name="Shape 2349"/>
          <p:cNvSpPr/>
          <p:nvPr/>
        </p:nvSpPr>
        <p:spPr>
          <a:xfrm>
            <a:off x="2960522" y="3165399"/>
            <a:ext cx="0" cy="141465"/>
          </a:xfrm>
          <a:prstGeom prst="line">
            <a:avLst/>
          </a:prstGeom>
          <a:noFill/>
          <a:ln w="25400">
            <a:solidFill>
              <a:srgbClr val="A64E8E"/>
            </a:solidFill>
            <a:prstDash val="solid"/>
            <a:headEnd type="none"/>
            <a:tailEnd type="none"/>
          </a:ln>
        </p:spPr>
      </p:sp>
      <p:sp>
        <p:nvSpPr>
          <p:cNvPr id="2352" name="Shape 2350"/>
          <p:cNvSpPr/>
          <p:nvPr/>
        </p:nvSpPr>
        <p:spPr>
          <a:xfrm>
            <a:off x="2960522" y="3304121"/>
            <a:ext cx="127407" cy="0"/>
          </a:xfrm>
          <a:prstGeom prst="line">
            <a:avLst/>
          </a:prstGeom>
          <a:noFill/>
          <a:ln w="25400">
            <a:solidFill>
              <a:srgbClr val="A64E8E"/>
            </a:solidFill>
            <a:prstDash val="solid"/>
            <a:headEnd type="none"/>
            <a:tailEnd type="none"/>
          </a:ln>
        </p:spPr>
      </p:sp>
      <p:sp>
        <p:nvSpPr>
          <p:cNvPr id="2353" name="Shape 2351"/>
          <p:cNvSpPr/>
          <p:nvPr/>
        </p:nvSpPr>
        <p:spPr>
          <a:xfrm>
            <a:off x="3085186" y="3301378"/>
            <a:ext cx="0" cy="5486"/>
          </a:xfrm>
          <a:prstGeom prst="line">
            <a:avLst/>
          </a:prstGeom>
          <a:noFill/>
          <a:ln w="25400">
            <a:solidFill>
              <a:srgbClr val="A64E8E"/>
            </a:solidFill>
            <a:prstDash val="solid"/>
            <a:headEnd type="none"/>
            <a:tailEnd type="none"/>
          </a:ln>
        </p:spPr>
      </p:sp>
      <p:sp>
        <p:nvSpPr>
          <p:cNvPr id="2354" name="Shape 2352"/>
          <p:cNvSpPr/>
          <p:nvPr/>
        </p:nvSpPr>
        <p:spPr>
          <a:xfrm>
            <a:off x="3085186" y="3304121"/>
            <a:ext cx="127407" cy="0"/>
          </a:xfrm>
          <a:prstGeom prst="line">
            <a:avLst/>
          </a:prstGeom>
          <a:noFill/>
          <a:ln w="25400">
            <a:solidFill>
              <a:srgbClr val="A64E8E"/>
            </a:solidFill>
            <a:prstDash val="solid"/>
            <a:headEnd type="none"/>
            <a:tailEnd type="none"/>
          </a:ln>
        </p:spPr>
      </p:sp>
      <p:sp>
        <p:nvSpPr>
          <p:cNvPr id="2355" name="Shape 2353"/>
          <p:cNvSpPr/>
          <p:nvPr/>
        </p:nvSpPr>
        <p:spPr>
          <a:xfrm>
            <a:off x="3209849" y="3301378"/>
            <a:ext cx="0" cy="309546"/>
          </a:xfrm>
          <a:prstGeom prst="line">
            <a:avLst/>
          </a:prstGeom>
          <a:noFill/>
          <a:ln w="25400">
            <a:solidFill>
              <a:srgbClr val="A64E8E"/>
            </a:solidFill>
            <a:prstDash val="solid"/>
            <a:headEnd type="none"/>
            <a:tailEnd type="none"/>
          </a:ln>
        </p:spPr>
      </p:sp>
      <p:sp>
        <p:nvSpPr>
          <p:cNvPr id="2356" name="Shape 2354"/>
          <p:cNvSpPr/>
          <p:nvPr/>
        </p:nvSpPr>
        <p:spPr>
          <a:xfrm>
            <a:off x="3209849" y="3608180"/>
            <a:ext cx="127406" cy="0"/>
          </a:xfrm>
          <a:prstGeom prst="line">
            <a:avLst/>
          </a:prstGeom>
          <a:noFill/>
          <a:ln w="25400">
            <a:solidFill>
              <a:srgbClr val="A64E8E"/>
            </a:solidFill>
            <a:prstDash val="solid"/>
            <a:headEnd type="none"/>
            <a:tailEnd type="none"/>
          </a:ln>
        </p:spPr>
      </p:sp>
      <p:sp>
        <p:nvSpPr>
          <p:cNvPr id="2357" name="Shape 2355"/>
          <p:cNvSpPr/>
          <p:nvPr/>
        </p:nvSpPr>
        <p:spPr>
          <a:xfrm>
            <a:off x="3334512" y="3605437"/>
            <a:ext cx="0" cy="225507"/>
          </a:xfrm>
          <a:prstGeom prst="line">
            <a:avLst/>
          </a:prstGeom>
          <a:noFill/>
          <a:ln w="25400">
            <a:solidFill>
              <a:srgbClr val="A64E8E"/>
            </a:solidFill>
            <a:prstDash val="solid"/>
            <a:headEnd type="none"/>
            <a:tailEnd type="none"/>
          </a:ln>
        </p:spPr>
      </p:sp>
      <p:sp>
        <p:nvSpPr>
          <p:cNvPr id="2358" name="Shape 2356"/>
          <p:cNvSpPr/>
          <p:nvPr/>
        </p:nvSpPr>
        <p:spPr>
          <a:xfrm>
            <a:off x="3334512" y="3828201"/>
            <a:ext cx="127407" cy="0"/>
          </a:xfrm>
          <a:prstGeom prst="line">
            <a:avLst/>
          </a:prstGeom>
          <a:noFill/>
          <a:ln w="25400">
            <a:solidFill>
              <a:srgbClr val="A64E8E"/>
            </a:solidFill>
            <a:prstDash val="solid"/>
            <a:headEnd type="none"/>
            <a:tailEnd type="none"/>
          </a:ln>
        </p:spPr>
      </p:sp>
      <p:sp>
        <p:nvSpPr>
          <p:cNvPr id="2359" name="Shape 2357"/>
          <p:cNvSpPr/>
          <p:nvPr/>
        </p:nvSpPr>
        <p:spPr>
          <a:xfrm>
            <a:off x="3459175" y="3825458"/>
            <a:ext cx="0" cy="277444"/>
          </a:xfrm>
          <a:prstGeom prst="line">
            <a:avLst/>
          </a:prstGeom>
          <a:noFill/>
          <a:ln w="25400">
            <a:solidFill>
              <a:srgbClr val="A64E8E"/>
            </a:solidFill>
            <a:prstDash val="solid"/>
            <a:headEnd type="none"/>
            <a:tailEnd type="none"/>
          </a:ln>
        </p:spPr>
      </p:sp>
      <p:sp>
        <p:nvSpPr>
          <p:cNvPr id="2360" name="Shape 2358"/>
          <p:cNvSpPr/>
          <p:nvPr/>
        </p:nvSpPr>
        <p:spPr>
          <a:xfrm>
            <a:off x="3459175" y="4100159"/>
            <a:ext cx="127407" cy="0"/>
          </a:xfrm>
          <a:prstGeom prst="line">
            <a:avLst/>
          </a:prstGeom>
          <a:noFill/>
          <a:ln w="25400">
            <a:solidFill>
              <a:srgbClr val="A64E8E"/>
            </a:solidFill>
            <a:prstDash val="solid"/>
            <a:headEnd type="none"/>
            <a:tailEnd type="none"/>
          </a:ln>
        </p:spPr>
      </p:sp>
      <p:sp>
        <p:nvSpPr>
          <p:cNvPr id="2361" name="Shape 2359"/>
          <p:cNvSpPr/>
          <p:nvPr/>
        </p:nvSpPr>
        <p:spPr>
          <a:xfrm>
            <a:off x="3583839" y="3961436"/>
            <a:ext cx="0" cy="141465"/>
          </a:xfrm>
          <a:prstGeom prst="line">
            <a:avLst/>
          </a:prstGeom>
          <a:noFill/>
          <a:ln w="25400">
            <a:solidFill>
              <a:srgbClr val="A64E8E"/>
            </a:solidFill>
            <a:prstDash val="solid"/>
            <a:headEnd type="none"/>
            <a:tailEnd type="none"/>
          </a:ln>
        </p:spPr>
      </p:sp>
      <p:sp>
        <p:nvSpPr>
          <p:cNvPr id="2362" name="Shape 2360"/>
          <p:cNvSpPr/>
          <p:nvPr/>
        </p:nvSpPr>
        <p:spPr>
          <a:xfrm>
            <a:off x="3583839" y="3964180"/>
            <a:ext cx="127406" cy="0"/>
          </a:xfrm>
          <a:prstGeom prst="line">
            <a:avLst/>
          </a:prstGeom>
          <a:noFill/>
          <a:ln w="25400">
            <a:solidFill>
              <a:srgbClr val="A64E8E"/>
            </a:solidFill>
            <a:prstDash val="solid"/>
            <a:headEnd type="none"/>
            <a:tailEnd type="none"/>
          </a:ln>
        </p:spPr>
      </p:sp>
      <p:sp>
        <p:nvSpPr>
          <p:cNvPr id="2363" name="Shape 2361"/>
          <p:cNvSpPr/>
          <p:nvPr/>
        </p:nvSpPr>
        <p:spPr>
          <a:xfrm>
            <a:off x="3708501" y="3961436"/>
            <a:ext cx="0" cy="225505"/>
          </a:xfrm>
          <a:prstGeom prst="line">
            <a:avLst/>
          </a:prstGeom>
          <a:noFill/>
          <a:ln w="25400">
            <a:solidFill>
              <a:srgbClr val="A64E8E"/>
            </a:solidFill>
            <a:prstDash val="solid"/>
            <a:headEnd type="none"/>
            <a:tailEnd type="none"/>
          </a:ln>
        </p:spPr>
      </p:sp>
      <p:sp>
        <p:nvSpPr>
          <p:cNvPr id="2364" name="Shape 2362"/>
          <p:cNvSpPr/>
          <p:nvPr/>
        </p:nvSpPr>
        <p:spPr>
          <a:xfrm>
            <a:off x="3708501" y="4184199"/>
            <a:ext cx="127407" cy="0"/>
          </a:xfrm>
          <a:prstGeom prst="line">
            <a:avLst/>
          </a:prstGeom>
          <a:noFill/>
          <a:ln w="25400">
            <a:solidFill>
              <a:srgbClr val="A64E8E"/>
            </a:solidFill>
            <a:prstDash val="solid"/>
            <a:headEnd type="none"/>
            <a:tailEnd type="none"/>
          </a:ln>
        </p:spPr>
      </p:sp>
      <p:sp>
        <p:nvSpPr>
          <p:cNvPr id="2365" name="Shape 2363"/>
          <p:cNvSpPr/>
          <p:nvPr/>
        </p:nvSpPr>
        <p:spPr>
          <a:xfrm>
            <a:off x="3833165" y="4181456"/>
            <a:ext cx="0" cy="141467"/>
          </a:xfrm>
          <a:prstGeom prst="line">
            <a:avLst/>
          </a:prstGeom>
          <a:noFill/>
          <a:ln w="25400">
            <a:solidFill>
              <a:srgbClr val="A64E8E"/>
            </a:solidFill>
            <a:prstDash val="solid"/>
            <a:headEnd type="none"/>
            <a:tailEnd type="none"/>
          </a:ln>
        </p:spPr>
      </p:sp>
      <p:sp>
        <p:nvSpPr>
          <p:cNvPr id="2366" name="Shape 2364"/>
          <p:cNvSpPr/>
          <p:nvPr/>
        </p:nvSpPr>
        <p:spPr>
          <a:xfrm>
            <a:off x="3833165" y="4320179"/>
            <a:ext cx="127407" cy="0"/>
          </a:xfrm>
          <a:prstGeom prst="line">
            <a:avLst/>
          </a:prstGeom>
          <a:noFill/>
          <a:ln w="25400">
            <a:solidFill>
              <a:srgbClr val="A64E8E"/>
            </a:solidFill>
            <a:prstDash val="solid"/>
            <a:headEnd type="none"/>
            <a:tailEnd type="none"/>
          </a:ln>
        </p:spPr>
      </p:sp>
      <p:sp>
        <p:nvSpPr>
          <p:cNvPr id="2367" name="Shape 2365"/>
          <p:cNvSpPr/>
          <p:nvPr/>
        </p:nvSpPr>
        <p:spPr>
          <a:xfrm>
            <a:off x="3957828" y="4317436"/>
            <a:ext cx="0" cy="5486"/>
          </a:xfrm>
          <a:prstGeom prst="line">
            <a:avLst/>
          </a:prstGeom>
          <a:noFill/>
          <a:ln w="25400">
            <a:solidFill>
              <a:srgbClr val="A64E8E"/>
            </a:solidFill>
            <a:prstDash val="solid"/>
            <a:headEnd type="none"/>
            <a:tailEnd type="none"/>
          </a:ln>
        </p:spPr>
      </p:sp>
      <p:sp>
        <p:nvSpPr>
          <p:cNvPr id="2368" name="Shape 2366"/>
          <p:cNvSpPr/>
          <p:nvPr/>
        </p:nvSpPr>
        <p:spPr>
          <a:xfrm>
            <a:off x="3957828" y="4320179"/>
            <a:ext cx="127406" cy="0"/>
          </a:xfrm>
          <a:prstGeom prst="line">
            <a:avLst/>
          </a:prstGeom>
          <a:noFill/>
          <a:ln w="25400">
            <a:solidFill>
              <a:srgbClr val="A64E8E"/>
            </a:solidFill>
            <a:prstDash val="solid"/>
            <a:headEnd type="none"/>
            <a:tailEnd type="none"/>
          </a:ln>
        </p:spPr>
      </p:sp>
      <p:sp>
        <p:nvSpPr>
          <p:cNvPr id="2369" name="Shape 2367"/>
          <p:cNvSpPr/>
          <p:nvPr/>
        </p:nvSpPr>
        <p:spPr>
          <a:xfrm>
            <a:off x="4082491" y="4317436"/>
            <a:ext cx="0" cy="141465"/>
          </a:xfrm>
          <a:prstGeom prst="line">
            <a:avLst/>
          </a:prstGeom>
          <a:noFill/>
          <a:ln w="25400">
            <a:solidFill>
              <a:srgbClr val="A64E8E"/>
            </a:solidFill>
            <a:prstDash val="solid"/>
            <a:headEnd type="none"/>
            <a:tailEnd type="none"/>
          </a:ln>
        </p:spPr>
      </p:sp>
      <p:sp>
        <p:nvSpPr>
          <p:cNvPr id="2370" name="Shape 2368"/>
          <p:cNvSpPr/>
          <p:nvPr/>
        </p:nvSpPr>
        <p:spPr>
          <a:xfrm>
            <a:off x="4082491" y="4456158"/>
            <a:ext cx="127407" cy="0"/>
          </a:xfrm>
          <a:prstGeom prst="line">
            <a:avLst/>
          </a:prstGeom>
          <a:noFill/>
          <a:ln w="25400">
            <a:solidFill>
              <a:srgbClr val="A64E8E"/>
            </a:solidFill>
            <a:prstDash val="solid"/>
            <a:headEnd type="none"/>
            <a:tailEnd type="none"/>
          </a:ln>
        </p:spPr>
      </p:sp>
      <p:sp>
        <p:nvSpPr>
          <p:cNvPr id="2371" name="Shape 2369"/>
          <p:cNvSpPr/>
          <p:nvPr/>
        </p:nvSpPr>
        <p:spPr>
          <a:xfrm>
            <a:off x="4207154" y="4453415"/>
            <a:ext cx="0" cy="89527"/>
          </a:xfrm>
          <a:prstGeom prst="line">
            <a:avLst/>
          </a:prstGeom>
          <a:noFill/>
          <a:ln w="25400">
            <a:solidFill>
              <a:srgbClr val="A64E8E"/>
            </a:solidFill>
            <a:prstDash val="solid"/>
            <a:headEnd type="none"/>
            <a:tailEnd type="none"/>
          </a:ln>
        </p:spPr>
      </p:sp>
      <p:sp>
        <p:nvSpPr>
          <p:cNvPr id="2372" name="Shape 2370"/>
          <p:cNvSpPr/>
          <p:nvPr/>
        </p:nvSpPr>
        <p:spPr>
          <a:xfrm>
            <a:off x="4207154" y="4540198"/>
            <a:ext cx="127407" cy="0"/>
          </a:xfrm>
          <a:prstGeom prst="line">
            <a:avLst/>
          </a:prstGeom>
          <a:noFill/>
          <a:ln w="25400">
            <a:solidFill>
              <a:srgbClr val="A64E8E"/>
            </a:solidFill>
            <a:prstDash val="solid"/>
            <a:headEnd type="none"/>
            <a:tailEnd type="none"/>
          </a:ln>
        </p:spPr>
      </p:sp>
      <p:sp>
        <p:nvSpPr>
          <p:cNvPr id="2373" name="Shape 2371"/>
          <p:cNvSpPr/>
          <p:nvPr/>
        </p:nvSpPr>
        <p:spPr>
          <a:xfrm>
            <a:off x="4331818" y="4317436"/>
            <a:ext cx="0" cy="225505"/>
          </a:xfrm>
          <a:prstGeom prst="line">
            <a:avLst/>
          </a:prstGeom>
          <a:noFill/>
          <a:ln w="25400">
            <a:solidFill>
              <a:srgbClr val="A64E8E"/>
            </a:solidFill>
            <a:prstDash val="solid"/>
            <a:headEnd type="none"/>
            <a:tailEnd type="none"/>
          </a:ln>
        </p:spPr>
      </p:sp>
      <p:sp>
        <p:nvSpPr>
          <p:cNvPr id="2374" name="Shape 2372"/>
          <p:cNvSpPr/>
          <p:nvPr/>
        </p:nvSpPr>
        <p:spPr>
          <a:xfrm>
            <a:off x="4331818" y="4320179"/>
            <a:ext cx="127406" cy="0"/>
          </a:xfrm>
          <a:prstGeom prst="line">
            <a:avLst/>
          </a:prstGeom>
          <a:noFill/>
          <a:ln w="25400">
            <a:solidFill>
              <a:srgbClr val="A64E8E"/>
            </a:solidFill>
            <a:prstDash val="solid"/>
            <a:headEnd type="none"/>
            <a:tailEnd type="none"/>
          </a:ln>
        </p:spPr>
      </p:sp>
      <p:sp>
        <p:nvSpPr>
          <p:cNvPr id="2375" name="Shape 2373"/>
          <p:cNvSpPr/>
          <p:nvPr/>
        </p:nvSpPr>
        <p:spPr>
          <a:xfrm>
            <a:off x="4456481" y="4317436"/>
            <a:ext cx="0" cy="5486"/>
          </a:xfrm>
          <a:prstGeom prst="line">
            <a:avLst/>
          </a:prstGeom>
          <a:noFill/>
          <a:ln w="25400">
            <a:solidFill>
              <a:srgbClr val="A64E8E"/>
            </a:solidFill>
            <a:prstDash val="solid"/>
            <a:headEnd type="none"/>
            <a:tailEnd type="none"/>
          </a:ln>
        </p:spPr>
      </p:sp>
      <p:sp>
        <p:nvSpPr>
          <p:cNvPr id="2376" name="Shape 2374"/>
          <p:cNvSpPr/>
          <p:nvPr/>
        </p:nvSpPr>
        <p:spPr>
          <a:xfrm>
            <a:off x="4456481" y="4320179"/>
            <a:ext cx="127407" cy="0"/>
          </a:xfrm>
          <a:prstGeom prst="line">
            <a:avLst/>
          </a:prstGeom>
          <a:noFill/>
          <a:ln w="25400">
            <a:solidFill>
              <a:srgbClr val="A64E8E"/>
            </a:solidFill>
            <a:prstDash val="solid"/>
            <a:headEnd type="none"/>
            <a:tailEnd type="none"/>
          </a:ln>
        </p:spPr>
      </p:sp>
      <p:sp>
        <p:nvSpPr>
          <p:cNvPr id="2377" name="Shape 2375"/>
          <p:cNvSpPr/>
          <p:nvPr/>
        </p:nvSpPr>
        <p:spPr>
          <a:xfrm>
            <a:off x="4581144" y="4317436"/>
            <a:ext cx="0" cy="141465"/>
          </a:xfrm>
          <a:prstGeom prst="line">
            <a:avLst/>
          </a:prstGeom>
          <a:noFill/>
          <a:ln w="25400">
            <a:solidFill>
              <a:srgbClr val="A64E8E"/>
            </a:solidFill>
            <a:prstDash val="solid"/>
            <a:headEnd type="none"/>
            <a:tailEnd type="none"/>
          </a:ln>
        </p:spPr>
      </p:sp>
      <p:sp>
        <p:nvSpPr>
          <p:cNvPr id="2378" name="Shape 2376"/>
          <p:cNvSpPr/>
          <p:nvPr/>
        </p:nvSpPr>
        <p:spPr>
          <a:xfrm>
            <a:off x="4581144" y="4456158"/>
            <a:ext cx="127407" cy="0"/>
          </a:xfrm>
          <a:prstGeom prst="line">
            <a:avLst/>
          </a:prstGeom>
          <a:noFill/>
          <a:ln w="25400">
            <a:solidFill>
              <a:srgbClr val="A64E8E"/>
            </a:solidFill>
            <a:prstDash val="solid"/>
            <a:headEnd type="none"/>
            <a:tailEnd type="none"/>
          </a:ln>
        </p:spPr>
      </p:sp>
      <p:sp>
        <p:nvSpPr>
          <p:cNvPr id="2379" name="Shape 2377"/>
          <p:cNvSpPr/>
          <p:nvPr/>
        </p:nvSpPr>
        <p:spPr>
          <a:xfrm>
            <a:off x="4705807" y="4317436"/>
            <a:ext cx="0" cy="141465"/>
          </a:xfrm>
          <a:prstGeom prst="line">
            <a:avLst/>
          </a:prstGeom>
          <a:noFill/>
          <a:ln w="25400">
            <a:solidFill>
              <a:srgbClr val="A64E8E"/>
            </a:solidFill>
            <a:prstDash val="solid"/>
            <a:headEnd type="none"/>
            <a:tailEnd type="none"/>
          </a:ln>
        </p:spPr>
      </p:sp>
      <p:sp>
        <p:nvSpPr>
          <p:cNvPr id="2380" name="Shape 2378"/>
          <p:cNvSpPr/>
          <p:nvPr/>
        </p:nvSpPr>
        <p:spPr>
          <a:xfrm>
            <a:off x="4705807" y="4320179"/>
            <a:ext cx="127406" cy="0"/>
          </a:xfrm>
          <a:prstGeom prst="line">
            <a:avLst/>
          </a:prstGeom>
          <a:noFill/>
          <a:ln w="25400">
            <a:solidFill>
              <a:srgbClr val="A64E8E"/>
            </a:solidFill>
            <a:prstDash val="solid"/>
            <a:headEnd type="none"/>
            <a:tailEnd type="none"/>
          </a:ln>
        </p:spPr>
      </p:sp>
      <p:sp>
        <p:nvSpPr>
          <p:cNvPr id="2381" name="Shape 2379"/>
          <p:cNvSpPr/>
          <p:nvPr/>
        </p:nvSpPr>
        <p:spPr>
          <a:xfrm>
            <a:off x="4830470" y="4317436"/>
            <a:ext cx="0" cy="141465"/>
          </a:xfrm>
          <a:prstGeom prst="line">
            <a:avLst/>
          </a:prstGeom>
          <a:noFill/>
          <a:ln w="25400">
            <a:solidFill>
              <a:srgbClr val="A64E8E"/>
            </a:solidFill>
            <a:prstDash val="solid"/>
            <a:headEnd type="none"/>
            <a:tailEnd type="none"/>
          </a:ln>
        </p:spPr>
      </p:sp>
      <p:sp>
        <p:nvSpPr>
          <p:cNvPr id="2382" name="Shape 2380"/>
          <p:cNvSpPr/>
          <p:nvPr/>
        </p:nvSpPr>
        <p:spPr>
          <a:xfrm>
            <a:off x="4830470" y="4456158"/>
            <a:ext cx="127407" cy="0"/>
          </a:xfrm>
          <a:prstGeom prst="line">
            <a:avLst/>
          </a:prstGeom>
          <a:noFill/>
          <a:ln w="25400">
            <a:solidFill>
              <a:srgbClr val="A64E8E"/>
            </a:solidFill>
            <a:prstDash val="solid"/>
            <a:headEnd type="none"/>
            <a:tailEnd type="none"/>
          </a:ln>
        </p:spPr>
      </p:sp>
      <p:sp>
        <p:nvSpPr>
          <p:cNvPr id="2383" name="Shape 2381"/>
          <p:cNvSpPr/>
          <p:nvPr/>
        </p:nvSpPr>
        <p:spPr>
          <a:xfrm>
            <a:off x="4955134" y="4453415"/>
            <a:ext cx="0" cy="225505"/>
          </a:xfrm>
          <a:prstGeom prst="line">
            <a:avLst/>
          </a:prstGeom>
          <a:noFill/>
          <a:ln w="25400">
            <a:solidFill>
              <a:srgbClr val="A64E8E"/>
            </a:solidFill>
            <a:prstDash val="solid"/>
            <a:headEnd type="none"/>
            <a:tailEnd type="none"/>
          </a:ln>
        </p:spPr>
      </p:sp>
      <p:sp>
        <p:nvSpPr>
          <p:cNvPr id="2384" name="Shape 2382"/>
          <p:cNvSpPr/>
          <p:nvPr/>
        </p:nvSpPr>
        <p:spPr>
          <a:xfrm>
            <a:off x="4955134" y="4676177"/>
            <a:ext cx="127407" cy="0"/>
          </a:xfrm>
          <a:prstGeom prst="line">
            <a:avLst/>
          </a:prstGeom>
          <a:noFill/>
          <a:ln w="25400">
            <a:solidFill>
              <a:srgbClr val="A64E8E"/>
            </a:solidFill>
            <a:prstDash val="solid"/>
            <a:headEnd type="none"/>
            <a:tailEnd type="none"/>
          </a:ln>
        </p:spPr>
      </p:sp>
      <p:sp>
        <p:nvSpPr>
          <p:cNvPr id="2385" name="Shape 2383"/>
          <p:cNvSpPr/>
          <p:nvPr/>
        </p:nvSpPr>
        <p:spPr>
          <a:xfrm>
            <a:off x="5079797" y="4673434"/>
            <a:ext cx="0" cy="5486"/>
          </a:xfrm>
          <a:prstGeom prst="line">
            <a:avLst/>
          </a:prstGeom>
          <a:noFill/>
          <a:ln w="25400">
            <a:solidFill>
              <a:srgbClr val="A64E8E"/>
            </a:solidFill>
            <a:prstDash val="solid"/>
            <a:headEnd type="none"/>
            <a:tailEnd type="none"/>
          </a:ln>
        </p:spPr>
      </p:sp>
      <p:sp>
        <p:nvSpPr>
          <p:cNvPr id="2386" name="Shape 2384"/>
          <p:cNvSpPr/>
          <p:nvPr/>
        </p:nvSpPr>
        <p:spPr>
          <a:xfrm>
            <a:off x="5079797" y="4676177"/>
            <a:ext cx="127406" cy="0"/>
          </a:xfrm>
          <a:prstGeom prst="line">
            <a:avLst/>
          </a:prstGeom>
          <a:noFill/>
          <a:ln w="25400">
            <a:solidFill>
              <a:srgbClr val="A64E8E"/>
            </a:solidFill>
            <a:prstDash val="solid"/>
            <a:headEnd type="none"/>
            <a:tailEnd type="none"/>
          </a:ln>
        </p:spPr>
      </p:sp>
      <p:sp>
        <p:nvSpPr>
          <p:cNvPr id="2387" name="Shape 2385"/>
          <p:cNvSpPr/>
          <p:nvPr/>
        </p:nvSpPr>
        <p:spPr>
          <a:xfrm>
            <a:off x="5204460" y="4673434"/>
            <a:ext cx="0" cy="89527"/>
          </a:xfrm>
          <a:prstGeom prst="line">
            <a:avLst/>
          </a:prstGeom>
          <a:noFill/>
          <a:ln w="25400">
            <a:solidFill>
              <a:srgbClr val="A64E8E"/>
            </a:solidFill>
            <a:prstDash val="solid"/>
            <a:headEnd type="none"/>
            <a:tailEnd type="none"/>
          </a:ln>
        </p:spPr>
      </p:sp>
      <p:sp>
        <p:nvSpPr>
          <p:cNvPr id="2388" name="Shape 2386"/>
          <p:cNvSpPr/>
          <p:nvPr/>
        </p:nvSpPr>
        <p:spPr>
          <a:xfrm>
            <a:off x="5204460" y="4760217"/>
            <a:ext cx="127407" cy="0"/>
          </a:xfrm>
          <a:prstGeom prst="line">
            <a:avLst/>
          </a:prstGeom>
          <a:noFill/>
          <a:ln w="25400">
            <a:solidFill>
              <a:srgbClr val="A64E8E"/>
            </a:solidFill>
            <a:prstDash val="solid"/>
            <a:headEnd type="none"/>
            <a:tailEnd type="none"/>
          </a:ln>
        </p:spPr>
      </p:sp>
      <p:sp>
        <p:nvSpPr>
          <p:cNvPr id="2389" name="Shape 2387"/>
          <p:cNvSpPr/>
          <p:nvPr/>
        </p:nvSpPr>
        <p:spPr>
          <a:xfrm>
            <a:off x="5329123" y="4757474"/>
            <a:ext cx="0" cy="141465"/>
          </a:xfrm>
          <a:prstGeom prst="line">
            <a:avLst/>
          </a:prstGeom>
          <a:noFill/>
          <a:ln w="25400">
            <a:solidFill>
              <a:srgbClr val="A64E8E"/>
            </a:solidFill>
            <a:prstDash val="solid"/>
            <a:headEnd type="none"/>
            <a:tailEnd type="none"/>
          </a:ln>
        </p:spPr>
      </p:sp>
      <p:sp>
        <p:nvSpPr>
          <p:cNvPr id="2390" name="Shape 2388"/>
          <p:cNvSpPr/>
          <p:nvPr/>
        </p:nvSpPr>
        <p:spPr>
          <a:xfrm>
            <a:off x="5329123" y="4896196"/>
            <a:ext cx="127407" cy="0"/>
          </a:xfrm>
          <a:prstGeom prst="line">
            <a:avLst/>
          </a:prstGeom>
          <a:noFill/>
          <a:ln w="25400">
            <a:solidFill>
              <a:srgbClr val="A64E8E"/>
            </a:solidFill>
            <a:prstDash val="solid"/>
            <a:headEnd type="none"/>
            <a:tailEnd type="none"/>
          </a:ln>
        </p:spPr>
      </p:sp>
      <p:sp>
        <p:nvSpPr>
          <p:cNvPr id="2391" name="Shape 2389"/>
          <p:cNvSpPr/>
          <p:nvPr/>
        </p:nvSpPr>
        <p:spPr>
          <a:xfrm>
            <a:off x="5453787" y="4757474"/>
            <a:ext cx="0" cy="141465"/>
          </a:xfrm>
          <a:prstGeom prst="line">
            <a:avLst/>
          </a:prstGeom>
          <a:noFill/>
          <a:ln w="25400">
            <a:solidFill>
              <a:srgbClr val="A64E8E"/>
            </a:solidFill>
            <a:prstDash val="solid"/>
            <a:headEnd type="none"/>
            <a:tailEnd type="none"/>
          </a:ln>
        </p:spPr>
      </p:sp>
      <p:sp>
        <p:nvSpPr>
          <p:cNvPr id="2392" name="Shape 2390"/>
          <p:cNvSpPr/>
          <p:nvPr/>
        </p:nvSpPr>
        <p:spPr>
          <a:xfrm>
            <a:off x="5453787" y="4760217"/>
            <a:ext cx="127406" cy="0"/>
          </a:xfrm>
          <a:prstGeom prst="line">
            <a:avLst/>
          </a:prstGeom>
          <a:noFill/>
          <a:ln w="25400">
            <a:solidFill>
              <a:srgbClr val="A64E8E"/>
            </a:solidFill>
            <a:prstDash val="solid"/>
            <a:headEnd type="none"/>
            <a:tailEnd type="none"/>
          </a:ln>
        </p:spPr>
      </p:sp>
      <p:sp>
        <p:nvSpPr>
          <p:cNvPr id="2393" name="Shape 2391"/>
          <p:cNvSpPr/>
          <p:nvPr/>
        </p:nvSpPr>
        <p:spPr>
          <a:xfrm>
            <a:off x="5578449" y="4757474"/>
            <a:ext cx="0" cy="57427"/>
          </a:xfrm>
          <a:prstGeom prst="line">
            <a:avLst/>
          </a:prstGeom>
          <a:noFill/>
          <a:ln w="25400">
            <a:solidFill>
              <a:srgbClr val="A64E8E"/>
            </a:solidFill>
            <a:prstDash val="solid"/>
            <a:headEnd type="none"/>
            <a:tailEnd type="none"/>
          </a:ln>
        </p:spPr>
      </p:sp>
      <p:sp>
        <p:nvSpPr>
          <p:cNvPr id="2394" name="Shape 2392"/>
          <p:cNvSpPr/>
          <p:nvPr/>
        </p:nvSpPr>
        <p:spPr>
          <a:xfrm>
            <a:off x="5578449" y="4812158"/>
            <a:ext cx="127407" cy="0"/>
          </a:xfrm>
          <a:prstGeom prst="line">
            <a:avLst/>
          </a:prstGeom>
          <a:noFill/>
          <a:ln w="25400">
            <a:solidFill>
              <a:srgbClr val="A64E8E"/>
            </a:solidFill>
            <a:prstDash val="solid"/>
            <a:headEnd type="none"/>
            <a:tailEnd type="none"/>
          </a:ln>
        </p:spPr>
      </p:sp>
      <p:sp>
        <p:nvSpPr>
          <p:cNvPr id="2395" name="Shape 2393"/>
          <p:cNvSpPr/>
          <p:nvPr/>
        </p:nvSpPr>
        <p:spPr>
          <a:xfrm>
            <a:off x="5703113" y="4809415"/>
            <a:ext cx="0" cy="89525"/>
          </a:xfrm>
          <a:prstGeom prst="line">
            <a:avLst/>
          </a:prstGeom>
          <a:noFill/>
          <a:ln w="25400">
            <a:solidFill>
              <a:srgbClr val="A64E8E"/>
            </a:solidFill>
            <a:prstDash val="solid"/>
            <a:headEnd type="none"/>
            <a:tailEnd type="none"/>
          </a:ln>
        </p:spPr>
      </p:sp>
      <p:sp>
        <p:nvSpPr>
          <p:cNvPr id="2396" name="Shape 2394"/>
          <p:cNvSpPr/>
          <p:nvPr/>
        </p:nvSpPr>
        <p:spPr>
          <a:xfrm>
            <a:off x="5703113" y="4896196"/>
            <a:ext cx="127407" cy="0"/>
          </a:xfrm>
          <a:prstGeom prst="line">
            <a:avLst/>
          </a:prstGeom>
          <a:noFill/>
          <a:ln w="25400">
            <a:solidFill>
              <a:srgbClr val="A64E8E"/>
            </a:solidFill>
            <a:prstDash val="solid"/>
            <a:headEnd type="none"/>
            <a:tailEnd type="none"/>
          </a:ln>
        </p:spPr>
      </p:sp>
      <p:sp>
        <p:nvSpPr>
          <p:cNvPr id="2397" name="Shape 2395"/>
          <p:cNvSpPr/>
          <p:nvPr/>
        </p:nvSpPr>
        <p:spPr>
          <a:xfrm>
            <a:off x="5827776" y="4757474"/>
            <a:ext cx="0" cy="141465"/>
          </a:xfrm>
          <a:prstGeom prst="line">
            <a:avLst/>
          </a:prstGeom>
          <a:noFill/>
          <a:ln w="25400">
            <a:solidFill>
              <a:srgbClr val="A64E8E"/>
            </a:solidFill>
            <a:prstDash val="solid"/>
            <a:headEnd type="none"/>
            <a:tailEnd type="none"/>
          </a:ln>
        </p:spPr>
      </p:sp>
      <p:sp>
        <p:nvSpPr>
          <p:cNvPr id="2398" name="Shape 2396"/>
          <p:cNvSpPr/>
          <p:nvPr/>
        </p:nvSpPr>
        <p:spPr>
          <a:xfrm>
            <a:off x="5827776" y="4760217"/>
            <a:ext cx="127406" cy="0"/>
          </a:xfrm>
          <a:prstGeom prst="line">
            <a:avLst/>
          </a:prstGeom>
          <a:noFill/>
          <a:ln w="25400">
            <a:solidFill>
              <a:srgbClr val="A64E8E"/>
            </a:solidFill>
            <a:prstDash val="solid"/>
            <a:headEnd type="none"/>
            <a:tailEnd type="none"/>
          </a:ln>
        </p:spPr>
      </p:sp>
      <p:sp>
        <p:nvSpPr>
          <p:cNvPr id="2399" name="Shape 2397"/>
          <p:cNvSpPr/>
          <p:nvPr/>
        </p:nvSpPr>
        <p:spPr>
          <a:xfrm>
            <a:off x="5952439" y="4757474"/>
            <a:ext cx="0" cy="141465"/>
          </a:xfrm>
          <a:prstGeom prst="line">
            <a:avLst/>
          </a:prstGeom>
          <a:noFill/>
          <a:ln w="25400">
            <a:solidFill>
              <a:srgbClr val="A64E8E"/>
            </a:solidFill>
            <a:prstDash val="solid"/>
            <a:headEnd type="none"/>
            <a:tailEnd type="none"/>
          </a:ln>
        </p:spPr>
      </p:sp>
      <p:sp>
        <p:nvSpPr>
          <p:cNvPr id="2400" name="Shape 2398"/>
          <p:cNvSpPr/>
          <p:nvPr/>
        </p:nvSpPr>
        <p:spPr>
          <a:xfrm>
            <a:off x="5952439" y="4896196"/>
            <a:ext cx="127407" cy="0"/>
          </a:xfrm>
          <a:prstGeom prst="line">
            <a:avLst/>
          </a:prstGeom>
          <a:noFill/>
          <a:ln w="25400">
            <a:solidFill>
              <a:srgbClr val="A64E8E"/>
            </a:solidFill>
            <a:prstDash val="solid"/>
            <a:headEnd type="none"/>
            <a:tailEnd type="none"/>
          </a:ln>
        </p:spPr>
      </p:sp>
      <p:sp>
        <p:nvSpPr>
          <p:cNvPr id="2401" name="Shape 2399"/>
          <p:cNvSpPr/>
          <p:nvPr/>
        </p:nvSpPr>
        <p:spPr>
          <a:xfrm>
            <a:off x="6077102" y="4893453"/>
            <a:ext cx="0" cy="5486"/>
          </a:xfrm>
          <a:prstGeom prst="line">
            <a:avLst/>
          </a:prstGeom>
          <a:noFill/>
          <a:ln w="25400">
            <a:solidFill>
              <a:srgbClr val="A64E8E"/>
            </a:solidFill>
            <a:prstDash val="solid"/>
            <a:headEnd type="none"/>
            <a:tailEnd type="none"/>
          </a:ln>
        </p:spPr>
      </p:sp>
      <p:sp>
        <p:nvSpPr>
          <p:cNvPr id="2402" name="Shape 2400"/>
          <p:cNvSpPr/>
          <p:nvPr/>
        </p:nvSpPr>
        <p:spPr>
          <a:xfrm>
            <a:off x="6077102" y="4896196"/>
            <a:ext cx="127407" cy="0"/>
          </a:xfrm>
          <a:prstGeom prst="line">
            <a:avLst/>
          </a:prstGeom>
          <a:noFill/>
          <a:ln w="25400">
            <a:solidFill>
              <a:srgbClr val="A64E8E"/>
            </a:solidFill>
            <a:prstDash val="solid"/>
            <a:headEnd type="none"/>
            <a:tailEnd type="none"/>
          </a:ln>
        </p:spPr>
      </p:sp>
      <p:sp>
        <p:nvSpPr>
          <p:cNvPr id="2403" name="Shape 2401"/>
          <p:cNvSpPr/>
          <p:nvPr/>
        </p:nvSpPr>
        <p:spPr>
          <a:xfrm>
            <a:off x="6201766" y="4757474"/>
            <a:ext cx="0" cy="141465"/>
          </a:xfrm>
          <a:prstGeom prst="line">
            <a:avLst/>
          </a:prstGeom>
          <a:noFill/>
          <a:ln w="25400">
            <a:solidFill>
              <a:srgbClr val="A64E8E"/>
            </a:solidFill>
            <a:prstDash val="solid"/>
            <a:headEnd type="none"/>
            <a:tailEnd type="none"/>
          </a:ln>
        </p:spPr>
      </p:sp>
      <p:sp>
        <p:nvSpPr>
          <p:cNvPr id="2404" name="Shape 2402"/>
          <p:cNvSpPr/>
          <p:nvPr/>
        </p:nvSpPr>
        <p:spPr>
          <a:xfrm>
            <a:off x="6201766" y="4760217"/>
            <a:ext cx="127406" cy="0"/>
          </a:xfrm>
          <a:prstGeom prst="line">
            <a:avLst/>
          </a:prstGeom>
          <a:noFill/>
          <a:ln w="25400">
            <a:solidFill>
              <a:srgbClr val="A64E8E"/>
            </a:solidFill>
            <a:prstDash val="solid"/>
            <a:headEnd type="none"/>
            <a:tailEnd type="none"/>
          </a:ln>
        </p:spPr>
      </p:sp>
      <p:sp>
        <p:nvSpPr>
          <p:cNvPr id="2405" name="Shape 2403"/>
          <p:cNvSpPr/>
          <p:nvPr/>
        </p:nvSpPr>
        <p:spPr>
          <a:xfrm>
            <a:off x="6326429" y="4673434"/>
            <a:ext cx="0" cy="89527"/>
          </a:xfrm>
          <a:prstGeom prst="line">
            <a:avLst/>
          </a:prstGeom>
          <a:noFill/>
          <a:ln w="25400">
            <a:solidFill>
              <a:srgbClr val="A64E8E"/>
            </a:solidFill>
            <a:prstDash val="solid"/>
            <a:headEnd type="none"/>
            <a:tailEnd type="none"/>
          </a:ln>
        </p:spPr>
      </p:sp>
      <p:sp>
        <p:nvSpPr>
          <p:cNvPr id="2406" name="Shape 2404"/>
          <p:cNvSpPr/>
          <p:nvPr/>
        </p:nvSpPr>
        <p:spPr>
          <a:xfrm>
            <a:off x="6326429" y="4676177"/>
            <a:ext cx="127407" cy="0"/>
          </a:xfrm>
          <a:prstGeom prst="line">
            <a:avLst/>
          </a:prstGeom>
          <a:noFill/>
          <a:ln w="25400">
            <a:solidFill>
              <a:srgbClr val="A64E8E"/>
            </a:solidFill>
            <a:prstDash val="solid"/>
            <a:headEnd type="none"/>
            <a:tailEnd type="none"/>
          </a:ln>
        </p:spPr>
      </p:sp>
      <p:sp>
        <p:nvSpPr>
          <p:cNvPr id="2407" name="Shape 2405"/>
          <p:cNvSpPr/>
          <p:nvPr/>
        </p:nvSpPr>
        <p:spPr>
          <a:xfrm>
            <a:off x="6451092" y="4537455"/>
            <a:ext cx="0" cy="141465"/>
          </a:xfrm>
          <a:prstGeom prst="line">
            <a:avLst/>
          </a:prstGeom>
          <a:noFill/>
          <a:ln w="25400">
            <a:solidFill>
              <a:srgbClr val="A64E8E"/>
            </a:solidFill>
            <a:prstDash val="solid"/>
            <a:headEnd type="none"/>
            <a:tailEnd type="none"/>
          </a:ln>
        </p:spPr>
      </p:sp>
      <p:sp>
        <p:nvSpPr>
          <p:cNvPr id="2408" name="Shape 2406"/>
          <p:cNvSpPr/>
          <p:nvPr/>
        </p:nvSpPr>
        <p:spPr>
          <a:xfrm>
            <a:off x="6451092" y="4540198"/>
            <a:ext cx="127407" cy="0"/>
          </a:xfrm>
          <a:prstGeom prst="line">
            <a:avLst/>
          </a:prstGeom>
          <a:noFill/>
          <a:ln w="25400">
            <a:solidFill>
              <a:srgbClr val="A64E8E"/>
            </a:solidFill>
            <a:prstDash val="solid"/>
            <a:headEnd type="none"/>
            <a:tailEnd type="none"/>
          </a:ln>
        </p:spPr>
      </p:sp>
      <p:sp>
        <p:nvSpPr>
          <p:cNvPr id="2409" name="Shape 2407"/>
          <p:cNvSpPr/>
          <p:nvPr/>
        </p:nvSpPr>
        <p:spPr>
          <a:xfrm>
            <a:off x="6575755" y="4537455"/>
            <a:ext cx="0" cy="5486"/>
          </a:xfrm>
          <a:prstGeom prst="line">
            <a:avLst/>
          </a:prstGeom>
          <a:noFill/>
          <a:ln w="25400">
            <a:solidFill>
              <a:srgbClr val="A64E8E"/>
            </a:solidFill>
            <a:prstDash val="solid"/>
            <a:headEnd type="none"/>
            <a:tailEnd type="none"/>
          </a:ln>
        </p:spPr>
      </p:sp>
      <p:sp>
        <p:nvSpPr>
          <p:cNvPr id="2410" name="Shape 2408"/>
          <p:cNvSpPr/>
          <p:nvPr/>
        </p:nvSpPr>
        <p:spPr>
          <a:xfrm>
            <a:off x="6575755" y="4540198"/>
            <a:ext cx="127406" cy="0"/>
          </a:xfrm>
          <a:prstGeom prst="line">
            <a:avLst/>
          </a:prstGeom>
          <a:noFill/>
          <a:ln w="25400">
            <a:solidFill>
              <a:srgbClr val="A64E8E"/>
            </a:solidFill>
            <a:prstDash val="solid"/>
            <a:headEnd type="none"/>
            <a:tailEnd type="none"/>
          </a:ln>
        </p:spPr>
      </p:sp>
      <p:sp>
        <p:nvSpPr>
          <p:cNvPr id="2411" name="Shape 2409"/>
          <p:cNvSpPr/>
          <p:nvPr/>
        </p:nvSpPr>
        <p:spPr>
          <a:xfrm>
            <a:off x="6700418" y="4317436"/>
            <a:ext cx="0" cy="225505"/>
          </a:xfrm>
          <a:prstGeom prst="line">
            <a:avLst/>
          </a:prstGeom>
          <a:noFill/>
          <a:ln w="25400">
            <a:solidFill>
              <a:srgbClr val="A64E8E"/>
            </a:solidFill>
            <a:prstDash val="solid"/>
            <a:headEnd type="none"/>
            <a:tailEnd type="none"/>
          </a:ln>
        </p:spPr>
      </p:sp>
      <p:sp>
        <p:nvSpPr>
          <p:cNvPr id="2412" name="Shape 2410"/>
          <p:cNvSpPr/>
          <p:nvPr/>
        </p:nvSpPr>
        <p:spPr>
          <a:xfrm>
            <a:off x="6700418" y="4320179"/>
            <a:ext cx="127407" cy="0"/>
          </a:xfrm>
          <a:prstGeom prst="line">
            <a:avLst/>
          </a:prstGeom>
          <a:noFill/>
          <a:ln w="25400">
            <a:solidFill>
              <a:srgbClr val="A64E8E"/>
            </a:solidFill>
            <a:prstDash val="solid"/>
            <a:headEnd type="none"/>
            <a:tailEnd type="none"/>
          </a:ln>
        </p:spPr>
      </p:sp>
      <p:sp>
        <p:nvSpPr>
          <p:cNvPr id="2413" name="Shape 2411"/>
          <p:cNvSpPr/>
          <p:nvPr/>
        </p:nvSpPr>
        <p:spPr>
          <a:xfrm>
            <a:off x="6825082" y="4317436"/>
            <a:ext cx="0" cy="5486"/>
          </a:xfrm>
          <a:prstGeom prst="line">
            <a:avLst/>
          </a:prstGeom>
          <a:noFill/>
          <a:ln w="25400">
            <a:solidFill>
              <a:srgbClr val="A64E8E"/>
            </a:solidFill>
            <a:prstDash val="solid"/>
            <a:headEnd type="none"/>
            <a:tailEnd type="none"/>
          </a:ln>
        </p:spPr>
      </p:sp>
      <p:sp>
        <p:nvSpPr>
          <p:cNvPr id="2414" name="Shape 2412"/>
          <p:cNvSpPr/>
          <p:nvPr/>
        </p:nvSpPr>
        <p:spPr>
          <a:xfrm>
            <a:off x="6825082" y="4320179"/>
            <a:ext cx="127407" cy="0"/>
          </a:xfrm>
          <a:prstGeom prst="line">
            <a:avLst/>
          </a:prstGeom>
          <a:noFill/>
          <a:ln w="25400">
            <a:solidFill>
              <a:srgbClr val="A64E8E"/>
            </a:solidFill>
            <a:prstDash val="solid"/>
            <a:headEnd type="none"/>
            <a:tailEnd type="none"/>
          </a:ln>
        </p:spPr>
      </p:sp>
      <p:sp>
        <p:nvSpPr>
          <p:cNvPr id="2415" name="Shape 2413"/>
          <p:cNvSpPr/>
          <p:nvPr/>
        </p:nvSpPr>
        <p:spPr>
          <a:xfrm>
            <a:off x="6949745" y="4317436"/>
            <a:ext cx="0" cy="141465"/>
          </a:xfrm>
          <a:prstGeom prst="line">
            <a:avLst/>
          </a:prstGeom>
          <a:noFill/>
          <a:ln w="25400">
            <a:solidFill>
              <a:srgbClr val="A64E8E"/>
            </a:solidFill>
            <a:prstDash val="solid"/>
            <a:headEnd type="none"/>
            <a:tailEnd type="none"/>
          </a:ln>
        </p:spPr>
      </p:sp>
      <p:sp>
        <p:nvSpPr>
          <p:cNvPr id="2416" name="Shape 2414"/>
          <p:cNvSpPr/>
          <p:nvPr/>
        </p:nvSpPr>
        <p:spPr>
          <a:xfrm>
            <a:off x="6949745" y="4456158"/>
            <a:ext cx="127406" cy="0"/>
          </a:xfrm>
          <a:prstGeom prst="line">
            <a:avLst/>
          </a:prstGeom>
          <a:noFill/>
          <a:ln w="25400">
            <a:solidFill>
              <a:srgbClr val="A64E8E"/>
            </a:solidFill>
            <a:prstDash val="solid"/>
            <a:headEnd type="none"/>
            <a:tailEnd type="none"/>
          </a:ln>
        </p:spPr>
      </p:sp>
      <p:sp>
        <p:nvSpPr>
          <p:cNvPr id="2417" name="Shape 2415"/>
          <p:cNvSpPr/>
          <p:nvPr/>
        </p:nvSpPr>
        <p:spPr>
          <a:xfrm>
            <a:off x="7074408" y="4453415"/>
            <a:ext cx="0" cy="5486"/>
          </a:xfrm>
          <a:prstGeom prst="line">
            <a:avLst/>
          </a:prstGeom>
          <a:noFill/>
          <a:ln w="25400">
            <a:solidFill>
              <a:srgbClr val="A64E8E"/>
            </a:solidFill>
            <a:prstDash val="solid"/>
            <a:headEnd type="none"/>
            <a:tailEnd type="none"/>
          </a:ln>
        </p:spPr>
      </p:sp>
      <p:sp>
        <p:nvSpPr>
          <p:cNvPr id="2418" name="Shape 2416"/>
          <p:cNvSpPr/>
          <p:nvPr/>
        </p:nvSpPr>
        <p:spPr>
          <a:xfrm>
            <a:off x="7074408" y="4456158"/>
            <a:ext cx="127407" cy="0"/>
          </a:xfrm>
          <a:prstGeom prst="line">
            <a:avLst/>
          </a:prstGeom>
          <a:noFill/>
          <a:ln w="25400">
            <a:solidFill>
              <a:srgbClr val="A64E8E"/>
            </a:solidFill>
            <a:prstDash val="solid"/>
            <a:headEnd type="none"/>
            <a:tailEnd type="none"/>
          </a:ln>
        </p:spPr>
      </p:sp>
      <p:sp>
        <p:nvSpPr>
          <p:cNvPr id="2419" name="Shape 2417"/>
          <p:cNvSpPr/>
          <p:nvPr/>
        </p:nvSpPr>
        <p:spPr>
          <a:xfrm>
            <a:off x="7199071" y="4317436"/>
            <a:ext cx="0" cy="141465"/>
          </a:xfrm>
          <a:prstGeom prst="line">
            <a:avLst/>
          </a:prstGeom>
          <a:noFill/>
          <a:ln w="25400">
            <a:solidFill>
              <a:srgbClr val="A64E8E"/>
            </a:solidFill>
            <a:prstDash val="solid"/>
            <a:headEnd type="none"/>
            <a:tailEnd type="none"/>
          </a:ln>
        </p:spPr>
      </p:sp>
      <p:sp>
        <p:nvSpPr>
          <p:cNvPr id="2420" name="Shape 2418"/>
          <p:cNvSpPr/>
          <p:nvPr/>
        </p:nvSpPr>
        <p:spPr>
          <a:xfrm>
            <a:off x="7199071" y="4320179"/>
            <a:ext cx="127407" cy="0"/>
          </a:xfrm>
          <a:prstGeom prst="line">
            <a:avLst/>
          </a:prstGeom>
          <a:noFill/>
          <a:ln w="25400">
            <a:solidFill>
              <a:srgbClr val="A64E8E"/>
            </a:solidFill>
            <a:prstDash val="solid"/>
            <a:headEnd type="none"/>
            <a:tailEnd type="none"/>
          </a:ln>
        </p:spPr>
      </p:sp>
      <p:sp>
        <p:nvSpPr>
          <p:cNvPr id="2421" name="Shape 2419"/>
          <p:cNvSpPr/>
          <p:nvPr/>
        </p:nvSpPr>
        <p:spPr>
          <a:xfrm>
            <a:off x="7323735" y="4317436"/>
            <a:ext cx="0" cy="141465"/>
          </a:xfrm>
          <a:prstGeom prst="line">
            <a:avLst/>
          </a:prstGeom>
          <a:noFill/>
          <a:ln w="25400">
            <a:solidFill>
              <a:srgbClr val="A64E8E"/>
            </a:solidFill>
            <a:prstDash val="solid"/>
            <a:headEnd type="none"/>
            <a:tailEnd type="none"/>
          </a:ln>
        </p:spPr>
      </p:sp>
      <p:sp>
        <p:nvSpPr>
          <p:cNvPr id="2422" name="Shape 2420"/>
          <p:cNvSpPr/>
          <p:nvPr/>
        </p:nvSpPr>
        <p:spPr>
          <a:xfrm>
            <a:off x="7323735" y="4456158"/>
            <a:ext cx="127406" cy="0"/>
          </a:xfrm>
          <a:prstGeom prst="line">
            <a:avLst/>
          </a:prstGeom>
          <a:noFill/>
          <a:ln w="25400">
            <a:solidFill>
              <a:srgbClr val="A64E8E"/>
            </a:solidFill>
            <a:prstDash val="solid"/>
            <a:headEnd type="none"/>
            <a:tailEnd type="none"/>
          </a:ln>
        </p:spPr>
      </p:sp>
      <p:sp>
        <p:nvSpPr>
          <p:cNvPr id="2423" name="Shape 2421"/>
          <p:cNvSpPr/>
          <p:nvPr/>
        </p:nvSpPr>
        <p:spPr>
          <a:xfrm>
            <a:off x="7448397" y="4453415"/>
            <a:ext cx="0" cy="89527"/>
          </a:xfrm>
          <a:prstGeom prst="line">
            <a:avLst/>
          </a:prstGeom>
          <a:noFill/>
          <a:ln w="25400">
            <a:solidFill>
              <a:srgbClr val="A64E8E"/>
            </a:solidFill>
            <a:prstDash val="solid"/>
            <a:headEnd type="none"/>
            <a:tailEnd type="none"/>
          </a:ln>
        </p:spPr>
      </p:sp>
      <p:sp>
        <p:nvSpPr>
          <p:cNvPr id="2424" name="Shape 2422"/>
          <p:cNvSpPr/>
          <p:nvPr/>
        </p:nvSpPr>
        <p:spPr>
          <a:xfrm>
            <a:off x="7448397" y="4540198"/>
            <a:ext cx="127407" cy="0"/>
          </a:xfrm>
          <a:prstGeom prst="line">
            <a:avLst/>
          </a:prstGeom>
          <a:noFill/>
          <a:ln w="25400">
            <a:solidFill>
              <a:srgbClr val="A64E8E"/>
            </a:solidFill>
            <a:prstDash val="solid"/>
            <a:headEnd type="none"/>
            <a:tailEnd type="none"/>
          </a:ln>
        </p:spPr>
      </p:sp>
      <p:sp>
        <p:nvSpPr>
          <p:cNvPr id="2425" name="Shape 2423"/>
          <p:cNvSpPr/>
          <p:nvPr/>
        </p:nvSpPr>
        <p:spPr>
          <a:xfrm>
            <a:off x="7573061" y="4537455"/>
            <a:ext cx="0" cy="5486"/>
          </a:xfrm>
          <a:prstGeom prst="line">
            <a:avLst/>
          </a:prstGeom>
          <a:noFill/>
          <a:ln w="25400">
            <a:solidFill>
              <a:srgbClr val="A64E8E"/>
            </a:solidFill>
            <a:prstDash val="solid"/>
            <a:headEnd type="none"/>
            <a:tailEnd type="none"/>
          </a:ln>
        </p:spPr>
      </p:sp>
      <p:sp>
        <p:nvSpPr>
          <p:cNvPr id="2426" name="Shape 2424"/>
          <p:cNvSpPr/>
          <p:nvPr/>
        </p:nvSpPr>
        <p:spPr>
          <a:xfrm>
            <a:off x="7573061" y="4540198"/>
            <a:ext cx="127407" cy="0"/>
          </a:xfrm>
          <a:prstGeom prst="line">
            <a:avLst/>
          </a:prstGeom>
          <a:noFill/>
          <a:ln w="25400">
            <a:solidFill>
              <a:srgbClr val="A64E8E"/>
            </a:solidFill>
            <a:prstDash val="solid"/>
            <a:headEnd type="none"/>
            <a:tailEnd type="none"/>
          </a:ln>
        </p:spPr>
      </p:sp>
      <p:sp>
        <p:nvSpPr>
          <p:cNvPr id="2427" name="Shape 2425"/>
          <p:cNvSpPr/>
          <p:nvPr/>
        </p:nvSpPr>
        <p:spPr>
          <a:xfrm>
            <a:off x="7697724" y="4537455"/>
            <a:ext cx="0" cy="5486"/>
          </a:xfrm>
          <a:prstGeom prst="line">
            <a:avLst/>
          </a:prstGeom>
          <a:noFill/>
          <a:ln w="25400">
            <a:solidFill>
              <a:srgbClr val="A64E8E"/>
            </a:solidFill>
            <a:prstDash val="solid"/>
            <a:headEnd type="none"/>
            <a:tailEnd type="none"/>
          </a:ln>
        </p:spPr>
      </p:sp>
      <p:sp>
        <p:nvSpPr>
          <p:cNvPr id="2428" name="Shape 2426"/>
          <p:cNvSpPr/>
          <p:nvPr/>
        </p:nvSpPr>
        <p:spPr>
          <a:xfrm>
            <a:off x="7697724" y="4540198"/>
            <a:ext cx="127406" cy="0"/>
          </a:xfrm>
          <a:prstGeom prst="line">
            <a:avLst/>
          </a:prstGeom>
          <a:noFill/>
          <a:ln w="25400">
            <a:solidFill>
              <a:srgbClr val="A64E8E"/>
            </a:solidFill>
            <a:prstDash val="solid"/>
            <a:headEnd type="none"/>
            <a:tailEnd type="none"/>
          </a:ln>
        </p:spPr>
      </p:sp>
      <p:sp>
        <p:nvSpPr>
          <p:cNvPr id="2429" name="Shape 2427"/>
          <p:cNvSpPr/>
          <p:nvPr/>
        </p:nvSpPr>
        <p:spPr>
          <a:xfrm>
            <a:off x="7822387" y="4537455"/>
            <a:ext cx="0" cy="5486"/>
          </a:xfrm>
          <a:prstGeom prst="line">
            <a:avLst/>
          </a:prstGeom>
          <a:noFill/>
          <a:ln w="25400">
            <a:solidFill>
              <a:srgbClr val="A64E8E"/>
            </a:solidFill>
            <a:prstDash val="solid"/>
            <a:headEnd type="none"/>
            <a:tailEnd type="none"/>
          </a:ln>
        </p:spPr>
      </p:sp>
      <p:sp>
        <p:nvSpPr>
          <p:cNvPr id="2430" name="Shape 2428"/>
          <p:cNvSpPr/>
          <p:nvPr/>
        </p:nvSpPr>
        <p:spPr>
          <a:xfrm>
            <a:off x="7822387" y="4540198"/>
            <a:ext cx="127407" cy="0"/>
          </a:xfrm>
          <a:prstGeom prst="line">
            <a:avLst/>
          </a:prstGeom>
          <a:noFill/>
          <a:ln w="25400">
            <a:solidFill>
              <a:srgbClr val="A64E8E"/>
            </a:solidFill>
            <a:prstDash val="solid"/>
            <a:headEnd type="none"/>
            <a:tailEnd type="none"/>
          </a:ln>
        </p:spPr>
      </p:sp>
      <p:sp>
        <p:nvSpPr>
          <p:cNvPr id="2431" name="Shape 2429"/>
          <p:cNvSpPr/>
          <p:nvPr/>
        </p:nvSpPr>
        <p:spPr>
          <a:xfrm>
            <a:off x="7947050" y="4537455"/>
            <a:ext cx="0" cy="5486"/>
          </a:xfrm>
          <a:prstGeom prst="line">
            <a:avLst/>
          </a:prstGeom>
          <a:noFill/>
          <a:ln w="25400">
            <a:solidFill>
              <a:srgbClr val="A64E8E"/>
            </a:solidFill>
            <a:prstDash val="solid"/>
            <a:headEnd type="none"/>
            <a:tailEnd type="none"/>
          </a:ln>
        </p:spPr>
      </p:sp>
      <p:sp>
        <p:nvSpPr>
          <p:cNvPr id="2432" name="Shape 2430"/>
          <p:cNvSpPr/>
          <p:nvPr/>
        </p:nvSpPr>
        <p:spPr>
          <a:xfrm>
            <a:off x="7947050" y="4540198"/>
            <a:ext cx="127407" cy="0"/>
          </a:xfrm>
          <a:prstGeom prst="line">
            <a:avLst/>
          </a:prstGeom>
          <a:noFill/>
          <a:ln w="25400">
            <a:solidFill>
              <a:srgbClr val="A64E8E"/>
            </a:solidFill>
            <a:prstDash val="solid"/>
            <a:headEnd type="none"/>
            <a:tailEnd type="none"/>
          </a:ln>
        </p:spPr>
      </p:sp>
      <p:sp>
        <p:nvSpPr>
          <p:cNvPr id="2433" name="Shape 2431"/>
          <p:cNvSpPr/>
          <p:nvPr/>
        </p:nvSpPr>
        <p:spPr>
          <a:xfrm>
            <a:off x="8071714" y="4453415"/>
            <a:ext cx="0" cy="89527"/>
          </a:xfrm>
          <a:prstGeom prst="line">
            <a:avLst/>
          </a:prstGeom>
          <a:noFill/>
          <a:ln w="25400">
            <a:solidFill>
              <a:srgbClr val="A64E8E"/>
            </a:solidFill>
            <a:prstDash val="solid"/>
            <a:headEnd type="none"/>
            <a:tailEnd type="none"/>
          </a:ln>
        </p:spPr>
      </p:sp>
      <p:sp>
        <p:nvSpPr>
          <p:cNvPr id="2434" name="Shape 2432"/>
          <p:cNvSpPr/>
          <p:nvPr/>
        </p:nvSpPr>
        <p:spPr>
          <a:xfrm>
            <a:off x="8071714" y="4456158"/>
            <a:ext cx="127406" cy="0"/>
          </a:xfrm>
          <a:prstGeom prst="line">
            <a:avLst/>
          </a:prstGeom>
          <a:noFill/>
          <a:ln w="25400">
            <a:solidFill>
              <a:srgbClr val="A64E8E"/>
            </a:solidFill>
            <a:prstDash val="solid"/>
            <a:headEnd type="none"/>
            <a:tailEnd type="none"/>
          </a:ln>
        </p:spPr>
      </p:sp>
      <p:sp>
        <p:nvSpPr>
          <p:cNvPr id="2435" name="Shape 2433"/>
          <p:cNvSpPr/>
          <p:nvPr/>
        </p:nvSpPr>
        <p:spPr>
          <a:xfrm>
            <a:off x="8196377" y="4097415"/>
            <a:ext cx="0" cy="361486"/>
          </a:xfrm>
          <a:prstGeom prst="line">
            <a:avLst/>
          </a:prstGeom>
          <a:noFill/>
          <a:ln w="25400">
            <a:solidFill>
              <a:srgbClr val="A64E8E"/>
            </a:solidFill>
            <a:prstDash val="solid"/>
            <a:headEnd type="none"/>
            <a:tailEnd type="none"/>
          </a:ln>
        </p:spPr>
      </p:sp>
      <p:sp>
        <p:nvSpPr>
          <p:cNvPr id="2436" name="Shape 2434"/>
          <p:cNvSpPr/>
          <p:nvPr/>
        </p:nvSpPr>
        <p:spPr>
          <a:xfrm>
            <a:off x="8196377" y="4100159"/>
            <a:ext cx="127407" cy="0"/>
          </a:xfrm>
          <a:prstGeom prst="line">
            <a:avLst/>
          </a:prstGeom>
          <a:noFill/>
          <a:ln w="25400">
            <a:solidFill>
              <a:srgbClr val="A64E8E"/>
            </a:solidFill>
            <a:prstDash val="solid"/>
            <a:headEnd type="none"/>
            <a:tailEnd type="none"/>
          </a:ln>
        </p:spPr>
      </p:sp>
      <p:sp>
        <p:nvSpPr>
          <p:cNvPr id="2437" name="Shape 2435"/>
          <p:cNvSpPr/>
          <p:nvPr/>
        </p:nvSpPr>
        <p:spPr>
          <a:xfrm>
            <a:off x="8321040" y="3961436"/>
            <a:ext cx="0" cy="141465"/>
          </a:xfrm>
          <a:prstGeom prst="line">
            <a:avLst/>
          </a:prstGeom>
          <a:noFill/>
          <a:ln w="25400">
            <a:solidFill>
              <a:srgbClr val="A64E8E"/>
            </a:solidFill>
            <a:prstDash val="solid"/>
            <a:headEnd type="none"/>
            <a:tailEnd type="none"/>
          </a:ln>
        </p:spPr>
      </p:sp>
      <p:sp>
        <p:nvSpPr>
          <p:cNvPr id="2438" name="Shape 2436"/>
          <p:cNvSpPr/>
          <p:nvPr/>
        </p:nvSpPr>
        <p:spPr>
          <a:xfrm>
            <a:off x="2743200" y="2020824"/>
            <a:ext cx="256032" cy="0"/>
          </a:xfrm>
          <a:prstGeom prst="line">
            <a:avLst/>
          </a:prstGeom>
          <a:noFill/>
          <a:ln w="27940">
            <a:solidFill>
              <a:srgbClr val="A64E8E"/>
            </a:solidFill>
            <a:prstDash val="solid"/>
          </a:ln>
        </p:spPr>
      </p:sp>
      <p:sp>
        <p:nvSpPr>
          <p:cNvPr id="2439" name="Text 2437"/>
          <p:cNvSpPr/>
          <p:nvPr/>
        </p:nvSpPr>
        <p:spPr>
          <a:xfrm>
            <a:off x="3072384" y="1947672"/>
            <a:ext cx="1408176"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CATALYST FEED</a:t>
            </a:r>
            <a:endParaRPr lang="en-US" sz="920" dirty="0"/>
          </a:p>
        </p:txBody>
      </p:sp>
      <p:sp>
        <p:nvSpPr>
          <p:cNvPr id="2440" name="Shape 2438"/>
          <p:cNvSpPr/>
          <p:nvPr/>
        </p:nvSpPr>
        <p:spPr>
          <a:xfrm>
            <a:off x="841248" y="2287851"/>
            <a:ext cx="127407" cy="0"/>
          </a:xfrm>
          <a:prstGeom prst="line">
            <a:avLst/>
          </a:prstGeom>
          <a:noFill/>
          <a:ln w="25400">
            <a:solidFill>
              <a:srgbClr val="B48A12"/>
            </a:solidFill>
            <a:prstDash val="solid"/>
            <a:headEnd type="none"/>
            <a:tailEnd type="none"/>
          </a:ln>
        </p:spPr>
      </p:sp>
      <p:sp>
        <p:nvSpPr>
          <p:cNvPr id="2441" name="Shape 2439"/>
          <p:cNvSpPr/>
          <p:nvPr/>
        </p:nvSpPr>
        <p:spPr>
          <a:xfrm>
            <a:off x="965911" y="2285108"/>
            <a:ext cx="0" cy="252775"/>
          </a:xfrm>
          <a:prstGeom prst="line">
            <a:avLst/>
          </a:prstGeom>
          <a:noFill/>
          <a:ln w="25400">
            <a:solidFill>
              <a:srgbClr val="B48A12"/>
            </a:solidFill>
            <a:prstDash val="solid"/>
            <a:headEnd type="none"/>
            <a:tailEnd type="none"/>
          </a:ln>
        </p:spPr>
      </p:sp>
      <p:sp>
        <p:nvSpPr>
          <p:cNvPr id="2442" name="Shape 2440"/>
          <p:cNvSpPr/>
          <p:nvPr/>
        </p:nvSpPr>
        <p:spPr>
          <a:xfrm>
            <a:off x="965911" y="2535140"/>
            <a:ext cx="127406" cy="0"/>
          </a:xfrm>
          <a:prstGeom prst="line">
            <a:avLst/>
          </a:prstGeom>
          <a:noFill/>
          <a:ln w="25400">
            <a:solidFill>
              <a:srgbClr val="B48A12"/>
            </a:solidFill>
            <a:prstDash val="solid"/>
            <a:headEnd type="none"/>
            <a:tailEnd type="none"/>
          </a:ln>
        </p:spPr>
      </p:sp>
      <p:sp>
        <p:nvSpPr>
          <p:cNvPr id="2443" name="Shape 2441"/>
          <p:cNvSpPr/>
          <p:nvPr/>
        </p:nvSpPr>
        <p:spPr>
          <a:xfrm>
            <a:off x="1090574" y="2532397"/>
            <a:ext cx="0" cy="262751"/>
          </a:xfrm>
          <a:prstGeom prst="line">
            <a:avLst/>
          </a:prstGeom>
          <a:noFill/>
          <a:ln w="25400">
            <a:solidFill>
              <a:srgbClr val="B48A12"/>
            </a:solidFill>
            <a:prstDash val="solid"/>
            <a:headEnd type="none"/>
            <a:tailEnd type="none"/>
          </a:ln>
        </p:spPr>
      </p:sp>
      <p:sp>
        <p:nvSpPr>
          <p:cNvPr id="2444" name="Shape 2442"/>
          <p:cNvSpPr/>
          <p:nvPr/>
        </p:nvSpPr>
        <p:spPr>
          <a:xfrm>
            <a:off x="1090574" y="2792405"/>
            <a:ext cx="127407" cy="0"/>
          </a:xfrm>
          <a:prstGeom prst="line">
            <a:avLst/>
          </a:prstGeom>
          <a:noFill/>
          <a:ln w="25400">
            <a:solidFill>
              <a:srgbClr val="B48A12"/>
            </a:solidFill>
            <a:prstDash val="solid"/>
            <a:headEnd type="none"/>
            <a:tailEnd type="none"/>
          </a:ln>
        </p:spPr>
      </p:sp>
      <p:sp>
        <p:nvSpPr>
          <p:cNvPr id="2445" name="Shape 2443"/>
          <p:cNvSpPr/>
          <p:nvPr/>
        </p:nvSpPr>
        <p:spPr>
          <a:xfrm>
            <a:off x="1215238" y="2789662"/>
            <a:ext cx="0" cy="404123"/>
          </a:xfrm>
          <a:prstGeom prst="line">
            <a:avLst/>
          </a:prstGeom>
          <a:noFill/>
          <a:ln w="25400">
            <a:solidFill>
              <a:srgbClr val="B48A12"/>
            </a:solidFill>
            <a:prstDash val="solid"/>
            <a:headEnd type="none"/>
            <a:tailEnd type="none"/>
          </a:ln>
        </p:spPr>
      </p:sp>
      <p:sp>
        <p:nvSpPr>
          <p:cNvPr id="2446" name="Shape 2444"/>
          <p:cNvSpPr/>
          <p:nvPr/>
        </p:nvSpPr>
        <p:spPr>
          <a:xfrm>
            <a:off x="1215238" y="3191042"/>
            <a:ext cx="127407" cy="0"/>
          </a:xfrm>
          <a:prstGeom prst="line">
            <a:avLst/>
          </a:prstGeom>
          <a:noFill/>
          <a:ln w="25400">
            <a:solidFill>
              <a:srgbClr val="B48A12"/>
            </a:solidFill>
            <a:prstDash val="solid"/>
            <a:headEnd type="none"/>
            <a:tailEnd type="none"/>
          </a:ln>
        </p:spPr>
      </p:sp>
      <p:sp>
        <p:nvSpPr>
          <p:cNvPr id="2447" name="Shape 2445"/>
          <p:cNvSpPr/>
          <p:nvPr/>
        </p:nvSpPr>
        <p:spPr>
          <a:xfrm>
            <a:off x="1339901" y="3188298"/>
            <a:ext cx="0" cy="359153"/>
          </a:xfrm>
          <a:prstGeom prst="line">
            <a:avLst/>
          </a:prstGeom>
          <a:noFill/>
          <a:ln w="25400">
            <a:solidFill>
              <a:srgbClr val="B48A12"/>
            </a:solidFill>
            <a:prstDash val="solid"/>
            <a:headEnd type="none"/>
            <a:tailEnd type="none"/>
          </a:ln>
        </p:spPr>
      </p:sp>
      <p:sp>
        <p:nvSpPr>
          <p:cNvPr id="2448" name="Shape 2446"/>
          <p:cNvSpPr/>
          <p:nvPr/>
        </p:nvSpPr>
        <p:spPr>
          <a:xfrm>
            <a:off x="1339901" y="3544708"/>
            <a:ext cx="127406" cy="0"/>
          </a:xfrm>
          <a:prstGeom prst="line">
            <a:avLst/>
          </a:prstGeom>
          <a:noFill/>
          <a:ln w="25400">
            <a:solidFill>
              <a:srgbClr val="B48A12"/>
            </a:solidFill>
            <a:prstDash val="solid"/>
            <a:headEnd type="none"/>
            <a:tailEnd type="none"/>
          </a:ln>
        </p:spPr>
      </p:sp>
      <p:sp>
        <p:nvSpPr>
          <p:cNvPr id="2449" name="Shape 2447"/>
          <p:cNvSpPr/>
          <p:nvPr/>
        </p:nvSpPr>
        <p:spPr>
          <a:xfrm>
            <a:off x="1464564" y="3541965"/>
            <a:ext cx="0" cy="292894"/>
          </a:xfrm>
          <a:prstGeom prst="line">
            <a:avLst/>
          </a:prstGeom>
          <a:noFill/>
          <a:ln w="25400">
            <a:solidFill>
              <a:srgbClr val="B48A12"/>
            </a:solidFill>
            <a:prstDash val="solid"/>
            <a:headEnd type="none"/>
            <a:tailEnd type="none"/>
          </a:ln>
        </p:spPr>
      </p:sp>
      <p:sp>
        <p:nvSpPr>
          <p:cNvPr id="2450" name="Shape 2448"/>
          <p:cNvSpPr/>
          <p:nvPr/>
        </p:nvSpPr>
        <p:spPr>
          <a:xfrm>
            <a:off x="1464564" y="3832116"/>
            <a:ext cx="127407" cy="0"/>
          </a:xfrm>
          <a:prstGeom prst="line">
            <a:avLst/>
          </a:prstGeom>
          <a:noFill/>
          <a:ln w="25400">
            <a:solidFill>
              <a:srgbClr val="B48A12"/>
            </a:solidFill>
            <a:prstDash val="solid"/>
            <a:headEnd type="none"/>
            <a:tailEnd type="none"/>
          </a:ln>
        </p:spPr>
      </p:sp>
      <p:sp>
        <p:nvSpPr>
          <p:cNvPr id="2451" name="Shape 2449"/>
          <p:cNvSpPr/>
          <p:nvPr/>
        </p:nvSpPr>
        <p:spPr>
          <a:xfrm>
            <a:off x="1589227" y="3829373"/>
            <a:ext cx="0" cy="308952"/>
          </a:xfrm>
          <a:prstGeom prst="line">
            <a:avLst/>
          </a:prstGeom>
          <a:noFill/>
          <a:ln w="25400">
            <a:solidFill>
              <a:srgbClr val="B48A12"/>
            </a:solidFill>
            <a:prstDash val="solid"/>
            <a:headEnd type="none"/>
            <a:tailEnd type="none"/>
          </a:ln>
        </p:spPr>
      </p:sp>
      <p:sp>
        <p:nvSpPr>
          <p:cNvPr id="2452" name="Shape 2450"/>
          <p:cNvSpPr/>
          <p:nvPr/>
        </p:nvSpPr>
        <p:spPr>
          <a:xfrm>
            <a:off x="1589227" y="4135582"/>
            <a:ext cx="127407" cy="0"/>
          </a:xfrm>
          <a:prstGeom prst="line">
            <a:avLst/>
          </a:prstGeom>
          <a:noFill/>
          <a:ln w="25400">
            <a:solidFill>
              <a:srgbClr val="B48A12"/>
            </a:solidFill>
            <a:prstDash val="solid"/>
            <a:headEnd type="none"/>
            <a:tailEnd type="none"/>
          </a:ln>
        </p:spPr>
      </p:sp>
      <p:sp>
        <p:nvSpPr>
          <p:cNvPr id="2453" name="Shape 2451"/>
          <p:cNvSpPr/>
          <p:nvPr/>
        </p:nvSpPr>
        <p:spPr>
          <a:xfrm>
            <a:off x="1713891" y="4132839"/>
            <a:ext cx="0" cy="92466"/>
          </a:xfrm>
          <a:prstGeom prst="line">
            <a:avLst/>
          </a:prstGeom>
          <a:noFill/>
          <a:ln w="25400">
            <a:solidFill>
              <a:srgbClr val="B48A12"/>
            </a:solidFill>
            <a:prstDash val="solid"/>
            <a:headEnd type="none"/>
            <a:tailEnd type="none"/>
          </a:ln>
        </p:spPr>
      </p:sp>
      <p:sp>
        <p:nvSpPr>
          <p:cNvPr id="2454" name="Shape 2452"/>
          <p:cNvSpPr/>
          <p:nvPr/>
        </p:nvSpPr>
        <p:spPr>
          <a:xfrm>
            <a:off x="1713891" y="4222561"/>
            <a:ext cx="127406" cy="0"/>
          </a:xfrm>
          <a:prstGeom prst="line">
            <a:avLst/>
          </a:prstGeom>
          <a:noFill/>
          <a:ln w="25400">
            <a:solidFill>
              <a:srgbClr val="B48A12"/>
            </a:solidFill>
            <a:prstDash val="solid"/>
            <a:headEnd type="none"/>
            <a:tailEnd type="none"/>
          </a:ln>
        </p:spPr>
      </p:sp>
      <p:sp>
        <p:nvSpPr>
          <p:cNvPr id="2455" name="Shape 2453"/>
          <p:cNvSpPr/>
          <p:nvPr/>
        </p:nvSpPr>
        <p:spPr>
          <a:xfrm>
            <a:off x="1838553" y="4219818"/>
            <a:ext cx="0" cy="25533"/>
          </a:xfrm>
          <a:prstGeom prst="line">
            <a:avLst/>
          </a:prstGeom>
          <a:noFill/>
          <a:ln w="25400">
            <a:solidFill>
              <a:srgbClr val="B48A12"/>
            </a:solidFill>
            <a:prstDash val="solid"/>
            <a:headEnd type="none"/>
            <a:tailEnd type="none"/>
          </a:ln>
        </p:spPr>
      </p:sp>
      <p:sp>
        <p:nvSpPr>
          <p:cNvPr id="2456" name="Shape 2454"/>
          <p:cNvSpPr/>
          <p:nvPr/>
        </p:nvSpPr>
        <p:spPr>
          <a:xfrm>
            <a:off x="1838553" y="4242608"/>
            <a:ext cx="127407" cy="0"/>
          </a:xfrm>
          <a:prstGeom prst="line">
            <a:avLst/>
          </a:prstGeom>
          <a:noFill/>
          <a:ln w="25400">
            <a:solidFill>
              <a:srgbClr val="B48A12"/>
            </a:solidFill>
            <a:prstDash val="solid"/>
            <a:headEnd type="none"/>
            <a:tailEnd type="none"/>
          </a:ln>
        </p:spPr>
      </p:sp>
      <p:sp>
        <p:nvSpPr>
          <p:cNvPr id="2457" name="Shape 2455"/>
          <p:cNvSpPr/>
          <p:nvPr/>
        </p:nvSpPr>
        <p:spPr>
          <a:xfrm>
            <a:off x="1963217" y="4195112"/>
            <a:ext cx="0" cy="50239"/>
          </a:xfrm>
          <a:prstGeom prst="line">
            <a:avLst/>
          </a:prstGeom>
          <a:noFill/>
          <a:ln w="25400">
            <a:solidFill>
              <a:srgbClr val="B48A12"/>
            </a:solidFill>
            <a:prstDash val="solid"/>
            <a:headEnd type="none"/>
            <a:tailEnd type="none"/>
          </a:ln>
        </p:spPr>
      </p:sp>
      <p:sp>
        <p:nvSpPr>
          <p:cNvPr id="2458" name="Shape 2456"/>
          <p:cNvSpPr/>
          <p:nvPr/>
        </p:nvSpPr>
        <p:spPr>
          <a:xfrm>
            <a:off x="1963217" y="4197855"/>
            <a:ext cx="127407" cy="0"/>
          </a:xfrm>
          <a:prstGeom prst="line">
            <a:avLst/>
          </a:prstGeom>
          <a:noFill/>
          <a:ln w="25400">
            <a:solidFill>
              <a:srgbClr val="B48A12"/>
            </a:solidFill>
            <a:prstDash val="solid"/>
            <a:headEnd type="none"/>
            <a:tailEnd type="none"/>
          </a:ln>
        </p:spPr>
      </p:sp>
      <p:sp>
        <p:nvSpPr>
          <p:cNvPr id="2459" name="Shape 2457"/>
          <p:cNvSpPr/>
          <p:nvPr/>
        </p:nvSpPr>
        <p:spPr>
          <a:xfrm>
            <a:off x="2087880" y="4195112"/>
            <a:ext cx="0" cy="51052"/>
          </a:xfrm>
          <a:prstGeom prst="line">
            <a:avLst/>
          </a:prstGeom>
          <a:noFill/>
          <a:ln w="25400">
            <a:solidFill>
              <a:srgbClr val="B48A12"/>
            </a:solidFill>
            <a:prstDash val="solid"/>
            <a:headEnd type="none"/>
            <a:tailEnd type="none"/>
          </a:ln>
        </p:spPr>
      </p:sp>
      <p:sp>
        <p:nvSpPr>
          <p:cNvPr id="2460" name="Shape 2458"/>
          <p:cNvSpPr/>
          <p:nvPr/>
        </p:nvSpPr>
        <p:spPr>
          <a:xfrm>
            <a:off x="2087880" y="4243421"/>
            <a:ext cx="127406" cy="0"/>
          </a:xfrm>
          <a:prstGeom prst="line">
            <a:avLst/>
          </a:prstGeom>
          <a:noFill/>
          <a:ln w="25400">
            <a:solidFill>
              <a:srgbClr val="B48A12"/>
            </a:solidFill>
            <a:prstDash val="solid"/>
            <a:headEnd type="none"/>
            <a:tailEnd type="none"/>
          </a:ln>
        </p:spPr>
      </p:sp>
      <p:sp>
        <p:nvSpPr>
          <p:cNvPr id="2461" name="Shape 2459"/>
          <p:cNvSpPr/>
          <p:nvPr/>
        </p:nvSpPr>
        <p:spPr>
          <a:xfrm>
            <a:off x="2212543" y="4162765"/>
            <a:ext cx="0" cy="83400"/>
          </a:xfrm>
          <a:prstGeom prst="line">
            <a:avLst/>
          </a:prstGeom>
          <a:noFill/>
          <a:ln w="25400">
            <a:solidFill>
              <a:srgbClr val="B48A12"/>
            </a:solidFill>
            <a:prstDash val="solid"/>
            <a:headEnd type="none"/>
            <a:tailEnd type="none"/>
          </a:ln>
        </p:spPr>
      </p:sp>
      <p:sp>
        <p:nvSpPr>
          <p:cNvPr id="2462" name="Shape 2460"/>
          <p:cNvSpPr/>
          <p:nvPr/>
        </p:nvSpPr>
        <p:spPr>
          <a:xfrm>
            <a:off x="2212543" y="4165508"/>
            <a:ext cx="127407" cy="0"/>
          </a:xfrm>
          <a:prstGeom prst="line">
            <a:avLst/>
          </a:prstGeom>
          <a:noFill/>
          <a:ln w="25400">
            <a:solidFill>
              <a:srgbClr val="B48A12"/>
            </a:solidFill>
            <a:prstDash val="solid"/>
            <a:headEnd type="none"/>
            <a:tailEnd type="none"/>
          </a:ln>
        </p:spPr>
      </p:sp>
      <p:sp>
        <p:nvSpPr>
          <p:cNvPr id="2463" name="Shape 2461"/>
          <p:cNvSpPr/>
          <p:nvPr/>
        </p:nvSpPr>
        <p:spPr>
          <a:xfrm>
            <a:off x="2337206" y="4088473"/>
            <a:ext cx="0" cy="79778"/>
          </a:xfrm>
          <a:prstGeom prst="line">
            <a:avLst/>
          </a:prstGeom>
          <a:noFill/>
          <a:ln w="25400">
            <a:solidFill>
              <a:srgbClr val="B48A12"/>
            </a:solidFill>
            <a:prstDash val="solid"/>
            <a:headEnd type="none"/>
            <a:tailEnd type="none"/>
          </a:ln>
        </p:spPr>
      </p:sp>
      <p:sp>
        <p:nvSpPr>
          <p:cNvPr id="2464" name="Shape 2462"/>
          <p:cNvSpPr/>
          <p:nvPr/>
        </p:nvSpPr>
        <p:spPr>
          <a:xfrm>
            <a:off x="2337206" y="4091216"/>
            <a:ext cx="127407" cy="0"/>
          </a:xfrm>
          <a:prstGeom prst="line">
            <a:avLst/>
          </a:prstGeom>
          <a:noFill/>
          <a:ln w="25400">
            <a:solidFill>
              <a:srgbClr val="B48A12"/>
            </a:solidFill>
            <a:prstDash val="solid"/>
            <a:headEnd type="none"/>
            <a:tailEnd type="none"/>
          </a:ln>
        </p:spPr>
      </p:sp>
      <p:sp>
        <p:nvSpPr>
          <p:cNvPr id="2465" name="Shape 2463"/>
          <p:cNvSpPr/>
          <p:nvPr/>
        </p:nvSpPr>
        <p:spPr>
          <a:xfrm>
            <a:off x="2461870" y="4023310"/>
            <a:ext cx="0" cy="70650"/>
          </a:xfrm>
          <a:prstGeom prst="line">
            <a:avLst/>
          </a:prstGeom>
          <a:noFill/>
          <a:ln w="25400">
            <a:solidFill>
              <a:srgbClr val="B48A12"/>
            </a:solidFill>
            <a:prstDash val="solid"/>
            <a:headEnd type="none"/>
            <a:tailEnd type="none"/>
          </a:ln>
        </p:spPr>
      </p:sp>
      <p:sp>
        <p:nvSpPr>
          <p:cNvPr id="2466" name="Shape 2464"/>
          <p:cNvSpPr/>
          <p:nvPr/>
        </p:nvSpPr>
        <p:spPr>
          <a:xfrm>
            <a:off x="2461870" y="4026053"/>
            <a:ext cx="127406" cy="0"/>
          </a:xfrm>
          <a:prstGeom prst="line">
            <a:avLst/>
          </a:prstGeom>
          <a:noFill/>
          <a:ln w="25400">
            <a:solidFill>
              <a:srgbClr val="B48A12"/>
            </a:solidFill>
            <a:prstDash val="solid"/>
            <a:headEnd type="none"/>
            <a:tailEnd type="none"/>
          </a:ln>
        </p:spPr>
      </p:sp>
      <p:sp>
        <p:nvSpPr>
          <p:cNvPr id="2467" name="Shape 2465"/>
          <p:cNvSpPr/>
          <p:nvPr/>
        </p:nvSpPr>
        <p:spPr>
          <a:xfrm>
            <a:off x="2586533" y="3984356"/>
            <a:ext cx="0" cy="44440"/>
          </a:xfrm>
          <a:prstGeom prst="line">
            <a:avLst/>
          </a:prstGeom>
          <a:noFill/>
          <a:ln w="25400">
            <a:solidFill>
              <a:srgbClr val="B48A12"/>
            </a:solidFill>
            <a:prstDash val="solid"/>
            <a:headEnd type="none"/>
            <a:tailEnd type="none"/>
          </a:ln>
        </p:spPr>
      </p:sp>
      <p:sp>
        <p:nvSpPr>
          <p:cNvPr id="2468" name="Shape 2466"/>
          <p:cNvSpPr/>
          <p:nvPr/>
        </p:nvSpPr>
        <p:spPr>
          <a:xfrm>
            <a:off x="2586533" y="3987100"/>
            <a:ext cx="127407" cy="0"/>
          </a:xfrm>
          <a:prstGeom prst="line">
            <a:avLst/>
          </a:prstGeom>
          <a:noFill/>
          <a:ln w="25400">
            <a:solidFill>
              <a:srgbClr val="B48A12"/>
            </a:solidFill>
            <a:prstDash val="solid"/>
            <a:headEnd type="none"/>
            <a:tailEnd type="none"/>
          </a:ln>
        </p:spPr>
      </p:sp>
      <p:sp>
        <p:nvSpPr>
          <p:cNvPr id="2469" name="Shape 2467"/>
          <p:cNvSpPr/>
          <p:nvPr/>
        </p:nvSpPr>
        <p:spPr>
          <a:xfrm>
            <a:off x="2711196" y="3963020"/>
            <a:ext cx="0" cy="26823"/>
          </a:xfrm>
          <a:prstGeom prst="line">
            <a:avLst/>
          </a:prstGeom>
          <a:noFill/>
          <a:ln w="25400">
            <a:solidFill>
              <a:srgbClr val="B48A12"/>
            </a:solidFill>
            <a:prstDash val="solid"/>
            <a:headEnd type="none"/>
            <a:tailEnd type="none"/>
          </a:ln>
        </p:spPr>
      </p:sp>
      <p:sp>
        <p:nvSpPr>
          <p:cNvPr id="2470" name="Shape 2468"/>
          <p:cNvSpPr/>
          <p:nvPr/>
        </p:nvSpPr>
        <p:spPr>
          <a:xfrm>
            <a:off x="2711196" y="3965763"/>
            <a:ext cx="127407" cy="0"/>
          </a:xfrm>
          <a:prstGeom prst="line">
            <a:avLst/>
          </a:prstGeom>
          <a:noFill/>
          <a:ln w="25400">
            <a:solidFill>
              <a:srgbClr val="B48A12"/>
            </a:solidFill>
            <a:prstDash val="solid"/>
            <a:headEnd type="none"/>
            <a:tailEnd type="none"/>
          </a:ln>
        </p:spPr>
      </p:sp>
      <p:sp>
        <p:nvSpPr>
          <p:cNvPr id="2471" name="Shape 2469"/>
          <p:cNvSpPr/>
          <p:nvPr/>
        </p:nvSpPr>
        <p:spPr>
          <a:xfrm>
            <a:off x="2835859" y="3963020"/>
            <a:ext cx="0" cy="125362"/>
          </a:xfrm>
          <a:prstGeom prst="line">
            <a:avLst/>
          </a:prstGeom>
          <a:noFill/>
          <a:ln w="25400">
            <a:solidFill>
              <a:srgbClr val="B48A12"/>
            </a:solidFill>
            <a:prstDash val="solid"/>
            <a:headEnd type="none"/>
            <a:tailEnd type="none"/>
          </a:ln>
        </p:spPr>
      </p:sp>
      <p:sp>
        <p:nvSpPr>
          <p:cNvPr id="2472" name="Shape 2470"/>
          <p:cNvSpPr/>
          <p:nvPr/>
        </p:nvSpPr>
        <p:spPr>
          <a:xfrm>
            <a:off x="2835859" y="4085639"/>
            <a:ext cx="127406" cy="0"/>
          </a:xfrm>
          <a:prstGeom prst="line">
            <a:avLst/>
          </a:prstGeom>
          <a:noFill/>
          <a:ln w="25400">
            <a:solidFill>
              <a:srgbClr val="B48A12"/>
            </a:solidFill>
            <a:prstDash val="solid"/>
            <a:headEnd type="none"/>
            <a:tailEnd type="none"/>
          </a:ln>
        </p:spPr>
      </p:sp>
      <p:sp>
        <p:nvSpPr>
          <p:cNvPr id="2473" name="Shape 2471"/>
          <p:cNvSpPr/>
          <p:nvPr/>
        </p:nvSpPr>
        <p:spPr>
          <a:xfrm>
            <a:off x="2960522" y="4082895"/>
            <a:ext cx="0" cy="25791"/>
          </a:xfrm>
          <a:prstGeom prst="line">
            <a:avLst/>
          </a:prstGeom>
          <a:noFill/>
          <a:ln w="25400">
            <a:solidFill>
              <a:srgbClr val="B48A12"/>
            </a:solidFill>
            <a:prstDash val="solid"/>
            <a:headEnd type="none"/>
            <a:tailEnd type="none"/>
          </a:ln>
        </p:spPr>
      </p:sp>
      <p:sp>
        <p:nvSpPr>
          <p:cNvPr id="2474" name="Shape 2472"/>
          <p:cNvSpPr/>
          <p:nvPr/>
        </p:nvSpPr>
        <p:spPr>
          <a:xfrm>
            <a:off x="2960522" y="4105943"/>
            <a:ext cx="127407" cy="0"/>
          </a:xfrm>
          <a:prstGeom prst="line">
            <a:avLst/>
          </a:prstGeom>
          <a:noFill/>
          <a:ln w="25400">
            <a:solidFill>
              <a:srgbClr val="B48A12"/>
            </a:solidFill>
            <a:prstDash val="solid"/>
            <a:headEnd type="none"/>
            <a:tailEnd type="none"/>
          </a:ln>
        </p:spPr>
      </p:sp>
      <p:sp>
        <p:nvSpPr>
          <p:cNvPr id="2475" name="Shape 2473"/>
          <p:cNvSpPr/>
          <p:nvPr/>
        </p:nvSpPr>
        <p:spPr>
          <a:xfrm>
            <a:off x="3085186" y="4103200"/>
            <a:ext cx="0" cy="33112"/>
          </a:xfrm>
          <a:prstGeom prst="line">
            <a:avLst/>
          </a:prstGeom>
          <a:noFill/>
          <a:ln w="25400">
            <a:solidFill>
              <a:srgbClr val="B48A12"/>
            </a:solidFill>
            <a:prstDash val="solid"/>
            <a:headEnd type="none"/>
            <a:tailEnd type="none"/>
          </a:ln>
        </p:spPr>
      </p:sp>
      <p:sp>
        <p:nvSpPr>
          <p:cNvPr id="2476" name="Shape 2474"/>
          <p:cNvSpPr/>
          <p:nvPr/>
        </p:nvSpPr>
        <p:spPr>
          <a:xfrm>
            <a:off x="3085186" y="4133569"/>
            <a:ext cx="127407" cy="0"/>
          </a:xfrm>
          <a:prstGeom prst="line">
            <a:avLst/>
          </a:prstGeom>
          <a:noFill/>
          <a:ln w="25400">
            <a:solidFill>
              <a:srgbClr val="B48A12"/>
            </a:solidFill>
            <a:prstDash val="solid"/>
            <a:headEnd type="none"/>
            <a:tailEnd type="none"/>
          </a:ln>
        </p:spPr>
      </p:sp>
      <p:sp>
        <p:nvSpPr>
          <p:cNvPr id="2477" name="Shape 2475"/>
          <p:cNvSpPr/>
          <p:nvPr/>
        </p:nvSpPr>
        <p:spPr>
          <a:xfrm>
            <a:off x="3209849" y="4130826"/>
            <a:ext cx="0" cy="33760"/>
          </a:xfrm>
          <a:prstGeom prst="line">
            <a:avLst/>
          </a:prstGeom>
          <a:noFill/>
          <a:ln w="25400">
            <a:solidFill>
              <a:srgbClr val="B48A12"/>
            </a:solidFill>
            <a:prstDash val="solid"/>
            <a:headEnd type="none"/>
            <a:tailEnd type="none"/>
          </a:ln>
        </p:spPr>
      </p:sp>
      <p:sp>
        <p:nvSpPr>
          <p:cNvPr id="2478" name="Shape 2476"/>
          <p:cNvSpPr/>
          <p:nvPr/>
        </p:nvSpPr>
        <p:spPr>
          <a:xfrm>
            <a:off x="3209849" y="4161842"/>
            <a:ext cx="127406" cy="0"/>
          </a:xfrm>
          <a:prstGeom prst="line">
            <a:avLst/>
          </a:prstGeom>
          <a:noFill/>
          <a:ln w="25400">
            <a:solidFill>
              <a:srgbClr val="B48A12"/>
            </a:solidFill>
            <a:prstDash val="solid"/>
            <a:headEnd type="none"/>
            <a:tailEnd type="none"/>
          </a:ln>
        </p:spPr>
      </p:sp>
      <p:sp>
        <p:nvSpPr>
          <p:cNvPr id="2479" name="Shape 2477"/>
          <p:cNvSpPr/>
          <p:nvPr/>
        </p:nvSpPr>
        <p:spPr>
          <a:xfrm>
            <a:off x="3334512" y="4159099"/>
            <a:ext cx="0" cy="134858"/>
          </a:xfrm>
          <a:prstGeom prst="line">
            <a:avLst/>
          </a:prstGeom>
          <a:noFill/>
          <a:ln w="25400">
            <a:solidFill>
              <a:srgbClr val="B48A12"/>
            </a:solidFill>
            <a:prstDash val="solid"/>
            <a:headEnd type="none"/>
            <a:tailEnd type="none"/>
          </a:ln>
        </p:spPr>
      </p:sp>
      <p:sp>
        <p:nvSpPr>
          <p:cNvPr id="2480" name="Shape 2478"/>
          <p:cNvSpPr/>
          <p:nvPr/>
        </p:nvSpPr>
        <p:spPr>
          <a:xfrm>
            <a:off x="3334512" y="4291214"/>
            <a:ext cx="127407" cy="0"/>
          </a:xfrm>
          <a:prstGeom prst="line">
            <a:avLst/>
          </a:prstGeom>
          <a:noFill/>
          <a:ln w="25400">
            <a:solidFill>
              <a:srgbClr val="B48A12"/>
            </a:solidFill>
            <a:prstDash val="solid"/>
            <a:headEnd type="none"/>
            <a:tailEnd type="none"/>
          </a:ln>
        </p:spPr>
      </p:sp>
      <p:sp>
        <p:nvSpPr>
          <p:cNvPr id="2481" name="Shape 2479"/>
          <p:cNvSpPr/>
          <p:nvPr/>
        </p:nvSpPr>
        <p:spPr>
          <a:xfrm>
            <a:off x="3459175" y="4288471"/>
            <a:ext cx="0" cy="7559"/>
          </a:xfrm>
          <a:prstGeom prst="line">
            <a:avLst/>
          </a:prstGeom>
          <a:noFill/>
          <a:ln w="25400">
            <a:solidFill>
              <a:srgbClr val="B48A12"/>
            </a:solidFill>
            <a:prstDash val="solid"/>
            <a:headEnd type="none"/>
            <a:tailEnd type="none"/>
          </a:ln>
        </p:spPr>
      </p:sp>
      <p:sp>
        <p:nvSpPr>
          <p:cNvPr id="2482" name="Shape 2480"/>
          <p:cNvSpPr/>
          <p:nvPr/>
        </p:nvSpPr>
        <p:spPr>
          <a:xfrm>
            <a:off x="3459175" y="4293287"/>
            <a:ext cx="127407" cy="0"/>
          </a:xfrm>
          <a:prstGeom prst="line">
            <a:avLst/>
          </a:prstGeom>
          <a:noFill/>
          <a:ln w="25400">
            <a:solidFill>
              <a:srgbClr val="B48A12"/>
            </a:solidFill>
            <a:prstDash val="solid"/>
            <a:headEnd type="none"/>
            <a:tailEnd type="none"/>
          </a:ln>
        </p:spPr>
      </p:sp>
      <p:sp>
        <p:nvSpPr>
          <p:cNvPr id="2483" name="Shape 2481"/>
          <p:cNvSpPr/>
          <p:nvPr/>
        </p:nvSpPr>
        <p:spPr>
          <a:xfrm>
            <a:off x="3583839" y="4274610"/>
            <a:ext cx="0" cy="21420"/>
          </a:xfrm>
          <a:prstGeom prst="line">
            <a:avLst/>
          </a:prstGeom>
          <a:noFill/>
          <a:ln w="25400">
            <a:solidFill>
              <a:srgbClr val="B48A12"/>
            </a:solidFill>
            <a:prstDash val="solid"/>
            <a:headEnd type="none"/>
            <a:tailEnd type="none"/>
          </a:ln>
        </p:spPr>
      </p:sp>
      <p:sp>
        <p:nvSpPr>
          <p:cNvPr id="2484" name="Shape 2482"/>
          <p:cNvSpPr/>
          <p:nvPr/>
        </p:nvSpPr>
        <p:spPr>
          <a:xfrm>
            <a:off x="3583839" y="4277353"/>
            <a:ext cx="127406" cy="0"/>
          </a:xfrm>
          <a:prstGeom prst="line">
            <a:avLst/>
          </a:prstGeom>
          <a:noFill/>
          <a:ln w="25400">
            <a:solidFill>
              <a:srgbClr val="B48A12"/>
            </a:solidFill>
            <a:prstDash val="solid"/>
            <a:headEnd type="none"/>
            <a:tailEnd type="none"/>
          </a:ln>
        </p:spPr>
      </p:sp>
      <p:sp>
        <p:nvSpPr>
          <p:cNvPr id="2485" name="Shape 2483"/>
          <p:cNvSpPr/>
          <p:nvPr/>
        </p:nvSpPr>
        <p:spPr>
          <a:xfrm>
            <a:off x="3708501" y="4260137"/>
            <a:ext cx="0" cy="19959"/>
          </a:xfrm>
          <a:prstGeom prst="line">
            <a:avLst/>
          </a:prstGeom>
          <a:noFill/>
          <a:ln w="25400">
            <a:solidFill>
              <a:srgbClr val="B48A12"/>
            </a:solidFill>
            <a:prstDash val="solid"/>
            <a:headEnd type="none"/>
            <a:tailEnd type="none"/>
          </a:ln>
        </p:spPr>
      </p:sp>
      <p:sp>
        <p:nvSpPr>
          <p:cNvPr id="2486" name="Shape 2484"/>
          <p:cNvSpPr/>
          <p:nvPr/>
        </p:nvSpPr>
        <p:spPr>
          <a:xfrm>
            <a:off x="3708501" y="4262880"/>
            <a:ext cx="127407" cy="0"/>
          </a:xfrm>
          <a:prstGeom prst="line">
            <a:avLst/>
          </a:prstGeom>
          <a:noFill/>
          <a:ln w="25400">
            <a:solidFill>
              <a:srgbClr val="B48A12"/>
            </a:solidFill>
            <a:prstDash val="solid"/>
            <a:headEnd type="none"/>
            <a:tailEnd type="none"/>
          </a:ln>
        </p:spPr>
      </p:sp>
      <p:sp>
        <p:nvSpPr>
          <p:cNvPr id="2487" name="Shape 2485"/>
          <p:cNvSpPr/>
          <p:nvPr/>
        </p:nvSpPr>
        <p:spPr>
          <a:xfrm>
            <a:off x="3833165" y="4260137"/>
            <a:ext cx="0" cy="115678"/>
          </a:xfrm>
          <a:prstGeom prst="line">
            <a:avLst/>
          </a:prstGeom>
          <a:noFill/>
          <a:ln w="25400">
            <a:solidFill>
              <a:srgbClr val="B48A12"/>
            </a:solidFill>
            <a:prstDash val="solid"/>
            <a:headEnd type="none"/>
            <a:tailEnd type="none"/>
          </a:ln>
        </p:spPr>
      </p:sp>
      <p:sp>
        <p:nvSpPr>
          <p:cNvPr id="2488" name="Shape 2486"/>
          <p:cNvSpPr/>
          <p:nvPr/>
        </p:nvSpPr>
        <p:spPr>
          <a:xfrm>
            <a:off x="3833165" y="4373072"/>
            <a:ext cx="127407" cy="0"/>
          </a:xfrm>
          <a:prstGeom prst="line">
            <a:avLst/>
          </a:prstGeom>
          <a:noFill/>
          <a:ln w="25400">
            <a:solidFill>
              <a:srgbClr val="B48A12"/>
            </a:solidFill>
            <a:prstDash val="solid"/>
            <a:headEnd type="none"/>
            <a:tailEnd type="none"/>
          </a:ln>
        </p:spPr>
      </p:sp>
      <p:sp>
        <p:nvSpPr>
          <p:cNvPr id="2489" name="Shape 2487"/>
          <p:cNvSpPr/>
          <p:nvPr/>
        </p:nvSpPr>
        <p:spPr>
          <a:xfrm>
            <a:off x="3957828" y="4333111"/>
            <a:ext cx="0" cy="42704"/>
          </a:xfrm>
          <a:prstGeom prst="line">
            <a:avLst/>
          </a:prstGeom>
          <a:noFill/>
          <a:ln w="25400">
            <a:solidFill>
              <a:srgbClr val="B48A12"/>
            </a:solidFill>
            <a:prstDash val="solid"/>
            <a:headEnd type="none"/>
            <a:tailEnd type="none"/>
          </a:ln>
        </p:spPr>
      </p:sp>
      <p:sp>
        <p:nvSpPr>
          <p:cNvPr id="2490" name="Shape 2488"/>
          <p:cNvSpPr/>
          <p:nvPr/>
        </p:nvSpPr>
        <p:spPr>
          <a:xfrm>
            <a:off x="3957828" y="4335854"/>
            <a:ext cx="127406" cy="0"/>
          </a:xfrm>
          <a:prstGeom prst="line">
            <a:avLst/>
          </a:prstGeom>
          <a:noFill/>
          <a:ln w="25400">
            <a:solidFill>
              <a:srgbClr val="B48A12"/>
            </a:solidFill>
            <a:prstDash val="solid"/>
            <a:headEnd type="none"/>
            <a:tailEnd type="none"/>
          </a:ln>
        </p:spPr>
      </p:sp>
      <p:sp>
        <p:nvSpPr>
          <p:cNvPr id="2491" name="Shape 2489"/>
          <p:cNvSpPr/>
          <p:nvPr/>
        </p:nvSpPr>
        <p:spPr>
          <a:xfrm>
            <a:off x="4082491" y="4333111"/>
            <a:ext cx="0" cy="65081"/>
          </a:xfrm>
          <a:prstGeom prst="line">
            <a:avLst/>
          </a:prstGeom>
          <a:noFill/>
          <a:ln w="25400">
            <a:solidFill>
              <a:srgbClr val="B48A12"/>
            </a:solidFill>
            <a:prstDash val="solid"/>
            <a:headEnd type="none"/>
            <a:tailEnd type="none"/>
          </a:ln>
        </p:spPr>
      </p:sp>
      <p:sp>
        <p:nvSpPr>
          <p:cNvPr id="2492" name="Shape 2490"/>
          <p:cNvSpPr/>
          <p:nvPr/>
        </p:nvSpPr>
        <p:spPr>
          <a:xfrm>
            <a:off x="4082491" y="4395449"/>
            <a:ext cx="127407" cy="0"/>
          </a:xfrm>
          <a:prstGeom prst="line">
            <a:avLst/>
          </a:prstGeom>
          <a:noFill/>
          <a:ln w="25400">
            <a:solidFill>
              <a:srgbClr val="B48A12"/>
            </a:solidFill>
            <a:prstDash val="solid"/>
            <a:headEnd type="none"/>
            <a:tailEnd type="none"/>
          </a:ln>
        </p:spPr>
      </p:sp>
      <p:sp>
        <p:nvSpPr>
          <p:cNvPr id="2493" name="Shape 2491"/>
          <p:cNvSpPr/>
          <p:nvPr/>
        </p:nvSpPr>
        <p:spPr>
          <a:xfrm>
            <a:off x="4207154" y="4328590"/>
            <a:ext cx="0" cy="69602"/>
          </a:xfrm>
          <a:prstGeom prst="line">
            <a:avLst/>
          </a:prstGeom>
          <a:noFill/>
          <a:ln w="25400">
            <a:solidFill>
              <a:srgbClr val="B48A12"/>
            </a:solidFill>
            <a:prstDash val="solid"/>
            <a:headEnd type="none"/>
            <a:tailEnd type="none"/>
          </a:ln>
        </p:spPr>
      </p:sp>
      <p:sp>
        <p:nvSpPr>
          <p:cNvPr id="2494" name="Shape 2492"/>
          <p:cNvSpPr/>
          <p:nvPr/>
        </p:nvSpPr>
        <p:spPr>
          <a:xfrm>
            <a:off x="4207154" y="4331333"/>
            <a:ext cx="127407" cy="0"/>
          </a:xfrm>
          <a:prstGeom prst="line">
            <a:avLst/>
          </a:prstGeom>
          <a:noFill/>
          <a:ln w="25400">
            <a:solidFill>
              <a:srgbClr val="B48A12"/>
            </a:solidFill>
            <a:prstDash val="solid"/>
            <a:headEnd type="none"/>
            <a:tailEnd type="none"/>
          </a:ln>
        </p:spPr>
      </p:sp>
      <p:sp>
        <p:nvSpPr>
          <p:cNvPr id="2495" name="Shape 2493"/>
          <p:cNvSpPr/>
          <p:nvPr/>
        </p:nvSpPr>
        <p:spPr>
          <a:xfrm>
            <a:off x="4331818" y="4279782"/>
            <a:ext cx="0" cy="54295"/>
          </a:xfrm>
          <a:prstGeom prst="line">
            <a:avLst/>
          </a:prstGeom>
          <a:noFill/>
          <a:ln w="25400">
            <a:solidFill>
              <a:srgbClr val="B48A12"/>
            </a:solidFill>
            <a:prstDash val="solid"/>
            <a:headEnd type="none"/>
            <a:tailEnd type="none"/>
          </a:ln>
        </p:spPr>
      </p:sp>
      <p:sp>
        <p:nvSpPr>
          <p:cNvPr id="2496" name="Shape 2494"/>
          <p:cNvSpPr/>
          <p:nvPr/>
        </p:nvSpPr>
        <p:spPr>
          <a:xfrm>
            <a:off x="4331818" y="4282525"/>
            <a:ext cx="127406" cy="0"/>
          </a:xfrm>
          <a:prstGeom prst="line">
            <a:avLst/>
          </a:prstGeom>
          <a:noFill/>
          <a:ln w="25400">
            <a:solidFill>
              <a:srgbClr val="B48A12"/>
            </a:solidFill>
            <a:prstDash val="solid"/>
            <a:headEnd type="none"/>
            <a:tailEnd type="none"/>
          </a:ln>
        </p:spPr>
      </p:sp>
      <p:sp>
        <p:nvSpPr>
          <p:cNvPr id="2497" name="Shape 2495"/>
          <p:cNvSpPr/>
          <p:nvPr/>
        </p:nvSpPr>
        <p:spPr>
          <a:xfrm>
            <a:off x="4456481" y="4240458"/>
            <a:ext cx="0" cy="44810"/>
          </a:xfrm>
          <a:prstGeom prst="line">
            <a:avLst/>
          </a:prstGeom>
          <a:noFill/>
          <a:ln w="25400">
            <a:solidFill>
              <a:srgbClr val="B48A12"/>
            </a:solidFill>
            <a:prstDash val="solid"/>
            <a:headEnd type="none"/>
            <a:tailEnd type="none"/>
          </a:ln>
        </p:spPr>
      </p:sp>
      <p:sp>
        <p:nvSpPr>
          <p:cNvPr id="2498" name="Shape 2496"/>
          <p:cNvSpPr/>
          <p:nvPr/>
        </p:nvSpPr>
        <p:spPr>
          <a:xfrm>
            <a:off x="4456481" y="4243201"/>
            <a:ext cx="127407" cy="0"/>
          </a:xfrm>
          <a:prstGeom prst="line">
            <a:avLst/>
          </a:prstGeom>
          <a:noFill/>
          <a:ln w="25400">
            <a:solidFill>
              <a:srgbClr val="B48A12"/>
            </a:solidFill>
            <a:prstDash val="solid"/>
            <a:headEnd type="none"/>
            <a:tailEnd type="none"/>
          </a:ln>
        </p:spPr>
      </p:sp>
      <p:sp>
        <p:nvSpPr>
          <p:cNvPr id="2499" name="Shape 2497"/>
          <p:cNvSpPr/>
          <p:nvPr/>
        </p:nvSpPr>
        <p:spPr>
          <a:xfrm>
            <a:off x="4581144" y="4240458"/>
            <a:ext cx="0" cy="95944"/>
          </a:xfrm>
          <a:prstGeom prst="line">
            <a:avLst/>
          </a:prstGeom>
          <a:noFill/>
          <a:ln w="25400">
            <a:solidFill>
              <a:srgbClr val="B48A12"/>
            </a:solidFill>
            <a:prstDash val="solid"/>
            <a:headEnd type="none"/>
            <a:tailEnd type="none"/>
          </a:ln>
        </p:spPr>
      </p:sp>
      <p:sp>
        <p:nvSpPr>
          <p:cNvPr id="2500" name="Shape 2498"/>
          <p:cNvSpPr/>
          <p:nvPr/>
        </p:nvSpPr>
        <p:spPr>
          <a:xfrm>
            <a:off x="4581144" y="4333659"/>
            <a:ext cx="127407" cy="0"/>
          </a:xfrm>
          <a:prstGeom prst="line">
            <a:avLst/>
          </a:prstGeom>
          <a:noFill/>
          <a:ln w="25400">
            <a:solidFill>
              <a:srgbClr val="B48A12"/>
            </a:solidFill>
            <a:prstDash val="solid"/>
            <a:headEnd type="none"/>
            <a:tailEnd type="none"/>
          </a:ln>
        </p:spPr>
      </p:sp>
      <p:sp>
        <p:nvSpPr>
          <p:cNvPr id="2501" name="Shape 2499"/>
          <p:cNvSpPr/>
          <p:nvPr/>
        </p:nvSpPr>
        <p:spPr>
          <a:xfrm>
            <a:off x="4705807" y="4307106"/>
            <a:ext cx="0" cy="29296"/>
          </a:xfrm>
          <a:prstGeom prst="line">
            <a:avLst/>
          </a:prstGeom>
          <a:noFill/>
          <a:ln w="25400">
            <a:solidFill>
              <a:srgbClr val="B48A12"/>
            </a:solidFill>
            <a:prstDash val="solid"/>
            <a:headEnd type="none"/>
            <a:tailEnd type="none"/>
          </a:ln>
        </p:spPr>
      </p:sp>
      <p:sp>
        <p:nvSpPr>
          <p:cNvPr id="2502" name="Shape 2500"/>
          <p:cNvSpPr/>
          <p:nvPr/>
        </p:nvSpPr>
        <p:spPr>
          <a:xfrm>
            <a:off x="4705807" y="4309849"/>
            <a:ext cx="127406" cy="0"/>
          </a:xfrm>
          <a:prstGeom prst="line">
            <a:avLst/>
          </a:prstGeom>
          <a:noFill/>
          <a:ln w="25400">
            <a:solidFill>
              <a:srgbClr val="B48A12"/>
            </a:solidFill>
            <a:prstDash val="solid"/>
            <a:headEnd type="none"/>
            <a:tailEnd type="none"/>
          </a:ln>
        </p:spPr>
      </p:sp>
      <p:sp>
        <p:nvSpPr>
          <p:cNvPr id="2503" name="Shape 2501"/>
          <p:cNvSpPr/>
          <p:nvPr/>
        </p:nvSpPr>
        <p:spPr>
          <a:xfrm>
            <a:off x="4830470" y="4303845"/>
            <a:ext cx="0" cy="8748"/>
          </a:xfrm>
          <a:prstGeom prst="line">
            <a:avLst/>
          </a:prstGeom>
          <a:noFill/>
          <a:ln w="25400">
            <a:solidFill>
              <a:srgbClr val="B48A12"/>
            </a:solidFill>
            <a:prstDash val="solid"/>
            <a:headEnd type="none"/>
            <a:tailEnd type="none"/>
          </a:ln>
        </p:spPr>
      </p:sp>
      <p:sp>
        <p:nvSpPr>
          <p:cNvPr id="2504" name="Shape 2502"/>
          <p:cNvSpPr/>
          <p:nvPr/>
        </p:nvSpPr>
        <p:spPr>
          <a:xfrm>
            <a:off x="4830470" y="4306588"/>
            <a:ext cx="127407" cy="0"/>
          </a:xfrm>
          <a:prstGeom prst="line">
            <a:avLst/>
          </a:prstGeom>
          <a:noFill/>
          <a:ln w="25400">
            <a:solidFill>
              <a:srgbClr val="B48A12"/>
            </a:solidFill>
            <a:prstDash val="solid"/>
            <a:headEnd type="none"/>
            <a:tailEnd type="none"/>
          </a:ln>
        </p:spPr>
      </p:sp>
      <p:sp>
        <p:nvSpPr>
          <p:cNvPr id="2505" name="Shape 2503"/>
          <p:cNvSpPr/>
          <p:nvPr/>
        </p:nvSpPr>
        <p:spPr>
          <a:xfrm>
            <a:off x="4955134" y="4303845"/>
            <a:ext cx="0" cy="120469"/>
          </a:xfrm>
          <a:prstGeom prst="line">
            <a:avLst/>
          </a:prstGeom>
          <a:noFill/>
          <a:ln w="25400">
            <a:solidFill>
              <a:srgbClr val="B48A12"/>
            </a:solidFill>
            <a:prstDash val="solid"/>
            <a:headEnd type="none"/>
            <a:tailEnd type="none"/>
          </a:ln>
        </p:spPr>
      </p:sp>
      <p:sp>
        <p:nvSpPr>
          <p:cNvPr id="2506" name="Shape 2504"/>
          <p:cNvSpPr/>
          <p:nvPr/>
        </p:nvSpPr>
        <p:spPr>
          <a:xfrm>
            <a:off x="4955134" y="4421571"/>
            <a:ext cx="127407" cy="0"/>
          </a:xfrm>
          <a:prstGeom prst="line">
            <a:avLst/>
          </a:prstGeom>
          <a:noFill/>
          <a:ln w="25400">
            <a:solidFill>
              <a:srgbClr val="B48A12"/>
            </a:solidFill>
            <a:prstDash val="solid"/>
            <a:headEnd type="none"/>
            <a:tailEnd type="none"/>
          </a:ln>
        </p:spPr>
      </p:sp>
      <p:sp>
        <p:nvSpPr>
          <p:cNvPr id="2507" name="Shape 2505"/>
          <p:cNvSpPr/>
          <p:nvPr/>
        </p:nvSpPr>
        <p:spPr>
          <a:xfrm>
            <a:off x="5079797" y="4403906"/>
            <a:ext cx="0" cy="20408"/>
          </a:xfrm>
          <a:prstGeom prst="line">
            <a:avLst/>
          </a:prstGeom>
          <a:noFill/>
          <a:ln w="25400">
            <a:solidFill>
              <a:srgbClr val="B48A12"/>
            </a:solidFill>
            <a:prstDash val="solid"/>
            <a:headEnd type="none"/>
            <a:tailEnd type="none"/>
          </a:ln>
        </p:spPr>
      </p:sp>
      <p:sp>
        <p:nvSpPr>
          <p:cNvPr id="2508" name="Shape 2506"/>
          <p:cNvSpPr/>
          <p:nvPr/>
        </p:nvSpPr>
        <p:spPr>
          <a:xfrm>
            <a:off x="5079797" y="4406649"/>
            <a:ext cx="127406" cy="0"/>
          </a:xfrm>
          <a:prstGeom prst="line">
            <a:avLst/>
          </a:prstGeom>
          <a:noFill/>
          <a:ln w="25400">
            <a:solidFill>
              <a:srgbClr val="B48A12"/>
            </a:solidFill>
            <a:prstDash val="solid"/>
            <a:headEnd type="none"/>
            <a:tailEnd type="none"/>
          </a:ln>
        </p:spPr>
      </p:sp>
      <p:sp>
        <p:nvSpPr>
          <p:cNvPr id="2509" name="Shape 2507"/>
          <p:cNvSpPr/>
          <p:nvPr/>
        </p:nvSpPr>
        <p:spPr>
          <a:xfrm>
            <a:off x="5204460" y="4391184"/>
            <a:ext cx="0" cy="18209"/>
          </a:xfrm>
          <a:prstGeom prst="line">
            <a:avLst/>
          </a:prstGeom>
          <a:noFill/>
          <a:ln w="25400">
            <a:solidFill>
              <a:srgbClr val="B48A12"/>
            </a:solidFill>
            <a:prstDash val="solid"/>
            <a:headEnd type="none"/>
            <a:tailEnd type="none"/>
          </a:ln>
        </p:spPr>
      </p:sp>
      <p:sp>
        <p:nvSpPr>
          <p:cNvPr id="2510" name="Shape 2508"/>
          <p:cNvSpPr/>
          <p:nvPr/>
        </p:nvSpPr>
        <p:spPr>
          <a:xfrm>
            <a:off x="5204460" y="4393927"/>
            <a:ext cx="127407" cy="0"/>
          </a:xfrm>
          <a:prstGeom prst="line">
            <a:avLst/>
          </a:prstGeom>
          <a:noFill/>
          <a:ln w="25400">
            <a:solidFill>
              <a:srgbClr val="B48A12"/>
            </a:solidFill>
            <a:prstDash val="solid"/>
            <a:headEnd type="none"/>
            <a:tailEnd type="none"/>
          </a:ln>
        </p:spPr>
      </p:sp>
      <p:sp>
        <p:nvSpPr>
          <p:cNvPr id="2511" name="Shape 2509"/>
          <p:cNvSpPr/>
          <p:nvPr/>
        </p:nvSpPr>
        <p:spPr>
          <a:xfrm>
            <a:off x="5329123" y="4391184"/>
            <a:ext cx="0" cy="103109"/>
          </a:xfrm>
          <a:prstGeom prst="line">
            <a:avLst/>
          </a:prstGeom>
          <a:noFill/>
          <a:ln w="25400">
            <a:solidFill>
              <a:srgbClr val="B48A12"/>
            </a:solidFill>
            <a:prstDash val="solid"/>
            <a:headEnd type="none"/>
            <a:tailEnd type="none"/>
          </a:ln>
        </p:spPr>
      </p:sp>
      <p:sp>
        <p:nvSpPr>
          <p:cNvPr id="2512" name="Shape 2510"/>
          <p:cNvSpPr/>
          <p:nvPr/>
        </p:nvSpPr>
        <p:spPr>
          <a:xfrm>
            <a:off x="5329123" y="4491550"/>
            <a:ext cx="127407" cy="0"/>
          </a:xfrm>
          <a:prstGeom prst="line">
            <a:avLst/>
          </a:prstGeom>
          <a:noFill/>
          <a:ln w="25400">
            <a:solidFill>
              <a:srgbClr val="B48A12"/>
            </a:solidFill>
            <a:prstDash val="solid"/>
            <a:headEnd type="none"/>
            <a:tailEnd type="none"/>
          </a:ln>
        </p:spPr>
      </p:sp>
      <p:sp>
        <p:nvSpPr>
          <p:cNvPr id="2513" name="Shape 2511"/>
          <p:cNvSpPr/>
          <p:nvPr/>
        </p:nvSpPr>
        <p:spPr>
          <a:xfrm>
            <a:off x="5453787" y="4466506"/>
            <a:ext cx="0" cy="27787"/>
          </a:xfrm>
          <a:prstGeom prst="line">
            <a:avLst/>
          </a:prstGeom>
          <a:noFill/>
          <a:ln w="25400">
            <a:solidFill>
              <a:srgbClr val="B48A12"/>
            </a:solidFill>
            <a:prstDash val="solid"/>
            <a:headEnd type="none"/>
            <a:tailEnd type="none"/>
          </a:ln>
        </p:spPr>
      </p:sp>
      <p:sp>
        <p:nvSpPr>
          <p:cNvPr id="2514" name="Shape 2512"/>
          <p:cNvSpPr/>
          <p:nvPr/>
        </p:nvSpPr>
        <p:spPr>
          <a:xfrm>
            <a:off x="5453787" y="4469250"/>
            <a:ext cx="127406" cy="0"/>
          </a:xfrm>
          <a:prstGeom prst="line">
            <a:avLst/>
          </a:prstGeom>
          <a:noFill/>
          <a:ln w="25400">
            <a:solidFill>
              <a:srgbClr val="B48A12"/>
            </a:solidFill>
            <a:prstDash val="solid"/>
            <a:headEnd type="none"/>
            <a:tailEnd type="none"/>
          </a:ln>
        </p:spPr>
      </p:sp>
      <p:sp>
        <p:nvSpPr>
          <p:cNvPr id="2515" name="Shape 2513"/>
          <p:cNvSpPr/>
          <p:nvPr/>
        </p:nvSpPr>
        <p:spPr>
          <a:xfrm>
            <a:off x="5578449" y="4444514"/>
            <a:ext cx="0" cy="27479"/>
          </a:xfrm>
          <a:prstGeom prst="line">
            <a:avLst/>
          </a:prstGeom>
          <a:noFill/>
          <a:ln w="25400">
            <a:solidFill>
              <a:srgbClr val="B48A12"/>
            </a:solidFill>
            <a:prstDash val="solid"/>
            <a:headEnd type="none"/>
            <a:tailEnd type="none"/>
          </a:ln>
        </p:spPr>
      </p:sp>
      <p:sp>
        <p:nvSpPr>
          <p:cNvPr id="2516" name="Shape 2514"/>
          <p:cNvSpPr/>
          <p:nvPr/>
        </p:nvSpPr>
        <p:spPr>
          <a:xfrm>
            <a:off x="5578449" y="4447257"/>
            <a:ext cx="127407" cy="0"/>
          </a:xfrm>
          <a:prstGeom prst="line">
            <a:avLst/>
          </a:prstGeom>
          <a:noFill/>
          <a:ln w="25400">
            <a:solidFill>
              <a:srgbClr val="B48A12"/>
            </a:solidFill>
            <a:prstDash val="solid"/>
            <a:headEnd type="none"/>
            <a:tailEnd type="none"/>
          </a:ln>
        </p:spPr>
      </p:sp>
      <p:sp>
        <p:nvSpPr>
          <p:cNvPr id="2517" name="Shape 2515"/>
          <p:cNvSpPr/>
          <p:nvPr/>
        </p:nvSpPr>
        <p:spPr>
          <a:xfrm>
            <a:off x="5703113" y="4444514"/>
            <a:ext cx="0" cy="117776"/>
          </a:xfrm>
          <a:prstGeom prst="line">
            <a:avLst/>
          </a:prstGeom>
          <a:noFill/>
          <a:ln w="25400">
            <a:solidFill>
              <a:srgbClr val="B48A12"/>
            </a:solidFill>
            <a:prstDash val="solid"/>
            <a:headEnd type="none"/>
            <a:tailEnd type="none"/>
          </a:ln>
        </p:spPr>
      </p:sp>
      <p:sp>
        <p:nvSpPr>
          <p:cNvPr id="2518" name="Shape 2516"/>
          <p:cNvSpPr/>
          <p:nvPr/>
        </p:nvSpPr>
        <p:spPr>
          <a:xfrm>
            <a:off x="5703113" y="4559547"/>
            <a:ext cx="127407" cy="0"/>
          </a:xfrm>
          <a:prstGeom prst="line">
            <a:avLst/>
          </a:prstGeom>
          <a:noFill/>
          <a:ln w="25400">
            <a:solidFill>
              <a:srgbClr val="B48A12"/>
            </a:solidFill>
            <a:prstDash val="solid"/>
            <a:headEnd type="none"/>
            <a:tailEnd type="none"/>
          </a:ln>
        </p:spPr>
      </p:sp>
      <p:sp>
        <p:nvSpPr>
          <p:cNvPr id="2519" name="Shape 2517"/>
          <p:cNvSpPr/>
          <p:nvPr/>
        </p:nvSpPr>
        <p:spPr>
          <a:xfrm>
            <a:off x="5827776" y="4547638"/>
            <a:ext cx="0" cy="14652"/>
          </a:xfrm>
          <a:prstGeom prst="line">
            <a:avLst/>
          </a:prstGeom>
          <a:noFill/>
          <a:ln w="25400">
            <a:solidFill>
              <a:srgbClr val="B48A12"/>
            </a:solidFill>
            <a:prstDash val="solid"/>
            <a:headEnd type="none"/>
            <a:tailEnd type="none"/>
          </a:ln>
        </p:spPr>
      </p:sp>
      <p:sp>
        <p:nvSpPr>
          <p:cNvPr id="2520" name="Shape 2518"/>
          <p:cNvSpPr/>
          <p:nvPr/>
        </p:nvSpPr>
        <p:spPr>
          <a:xfrm>
            <a:off x="5827776" y="4550382"/>
            <a:ext cx="127406" cy="0"/>
          </a:xfrm>
          <a:prstGeom prst="line">
            <a:avLst/>
          </a:prstGeom>
          <a:noFill/>
          <a:ln w="25400">
            <a:solidFill>
              <a:srgbClr val="B48A12"/>
            </a:solidFill>
            <a:prstDash val="solid"/>
            <a:headEnd type="none"/>
            <a:tailEnd type="none"/>
          </a:ln>
        </p:spPr>
      </p:sp>
      <p:sp>
        <p:nvSpPr>
          <p:cNvPr id="2521" name="Shape 2519"/>
          <p:cNvSpPr/>
          <p:nvPr/>
        </p:nvSpPr>
        <p:spPr>
          <a:xfrm>
            <a:off x="5952439" y="4526314"/>
            <a:ext cx="0" cy="26811"/>
          </a:xfrm>
          <a:prstGeom prst="line">
            <a:avLst/>
          </a:prstGeom>
          <a:noFill/>
          <a:ln w="25400">
            <a:solidFill>
              <a:srgbClr val="B48A12"/>
            </a:solidFill>
            <a:prstDash val="solid"/>
            <a:headEnd type="none"/>
            <a:tailEnd type="none"/>
          </a:ln>
        </p:spPr>
      </p:sp>
      <p:sp>
        <p:nvSpPr>
          <p:cNvPr id="2522" name="Shape 2520"/>
          <p:cNvSpPr/>
          <p:nvPr/>
        </p:nvSpPr>
        <p:spPr>
          <a:xfrm>
            <a:off x="5952439" y="4529057"/>
            <a:ext cx="127407" cy="0"/>
          </a:xfrm>
          <a:prstGeom prst="line">
            <a:avLst/>
          </a:prstGeom>
          <a:noFill/>
          <a:ln w="25400">
            <a:solidFill>
              <a:srgbClr val="B48A12"/>
            </a:solidFill>
            <a:prstDash val="solid"/>
            <a:headEnd type="none"/>
            <a:tailEnd type="none"/>
          </a:ln>
        </p:spPr>
      </p:sp>
      <p:sp>
        <p:nvSpPr>
          <p:cNvPr id="2523" name="Shape 2521"/>
          <p:cNvSpPr/>
          <p:nvPr/>
        </p:nvSpPr>
        <p:spPr>
          <a:xfrm>
            <a:off x="6077102" y="4526314"/>
            <a:ext cx="0" cy="95912"/>
          </a:xfrm>
          <a:prstGeom prst="line">
            <a:avLst/>
          </a:prstGeom>
          <a:noFill/>
          <a:ln w="25400">
            <a:solidFill>
              <a:srgbClr val="B48A12"/>
            </a:solidFill>
            <a:prstDash val="solid"/>
            <a:headEnd type="none"/>
            <a:tailEnd type="none"/>
          </a:ln>
        </p:spPr>
      </p:sp>
      <p:sp>
        <p:nvSpPr>
          <p:cNvPr id="2524" name="Shape 2522"/>
          <p:cNvSpPr/>
          <p:nvPr/>
        </p:nvSpPr>
        <p:spPr>
          <a:xfrm>
            <a:off x="6077102" y="4619483"/>
            <a:ext cx="127407" cy="0"/>
          </a:xfrm>
          <a:prstGeom prst="line">
            <a:avLst/>
          </a:prstGeom>
          <a:noFill/>
          <a:ln w="25400">
            <a:solidFill>
              <a:srgbClr val="B48A12"/>
            </a:solidFill>
            <a:prstDash val="solid"/>
            <a:headEnd type="none"/>
            <a:tailEnd type="none"/>
          </a:ln>
        </p:spPr>
      </p:sp>
      <p:sp>
        <p:nvSpPr>
          <p:cNvPr id="2525" name="Shape 2523"/>
          <p:cNvSpPr/>
          <p:nvPr/>
        </p:nvSpPr>
        <p:spPr>
          <a:xfrm>
            <a:off x="6201766" y="4583178"/>
            <a:ext cx="0" cy="39048"/>
          </a:xfrm>
          <a:prstGeom prst="line">
            <a:avLst/>
          </a:prstGeom>
          <a:noFill/>
          <a:ln w="25400">
            <a:solidFill>
              <a:srgbClr val="B48A12"/>
            </a:solidFill>
            <a:prstDash val="solid"/>
            <a:headEnd type="none"/>
            <a:tailEnd type="none"/>
          </a:ln>
        </p:spPr>
      </p:sp>
      <p:sp>
        <p:nvSpPr>
          <p:cNvPr id="2526" name="Shape 2524"/>
          <p:cNvSpPr/>
          <p:nvPr/>
        </p:nvSpPr>
        <p:spPr>
          <a:xfrm>
            <a:off x="6201766" y="4585922"/>
            <a:ext cx="127406" cy="0"/>
          </a:xfrm>
          <a:prstGeom prst="line">
            <a:avLst/>
          </a:prstGeom>
          <a:noFill/>
          <a:ln w="25400">
            <a:solidFill>
              <a:srgbClr val="B48A12"/>
            </a:solidFill>
            <a:prstDash val="solid"/>
            <a:headEnd type="none"/>
            <a:tailEnd type="none"/>
          </a:ln>
        </p:spPr>
      </p:sp>
      <p:sp>
        <p:nvSpPr>
          <p:cNvPr id="2527" name="Shape 2525"/>
          <p:cNvSpPr/>
          <p:nvPr/>
        </p:nvSpPr>
        <p:spPr>
          <a:xfrm>
            <a:off x="6326429" y="4544928"/>
            <a:ext cx="0" cy="43737"/>
          </a:xfrm>
          <a:prstGeom prst="line">
            <a:avLst/>
          </a:prstGeom>
          <a:noFill/>
          <a:ln w="25400">
            <a:solidFill>
              <a:srgbClr val="B48A12"/>
            </a:solidFill>
            <a:prstDash val="solid"/>
            <a:headEnd type="none"/>
            <a:tailEnd type="none"/>
          </a:ln>
        </p:spPr>
      </p:sp>
      <p:sp>
        <p:nvSpPr>
          <p:cNvPr id="2528" name="Shape 2526"/>
          <p:cNvSpPr/>
          <p:nvPr/>
        </p:nvSpPr>
        <p:spPr>
          <a:xfrm>
            <a:off x="6326429" y="4547671"/>
            <a:ext cx="127407" cy="0"/>
          </a:xfrm>
          <a:prstGeom prst="line">
            <a:avLst/>
          </a:prstGeom>
          <a:noFill/>
          <a:ln w="25400">
            <a:solidFill>
              <a:srgbClr val="B48A12"/>
            </a:solidFill>
            <a:prstDash val="solid"/>
            <a:headEnd type="none"/>
            <a:tailEnd type="none"/>
          </a:ln>
        </p:spPr>
      </p:sp>
      <p:sp>
        <p:nvSpPr>
          <p:cNvPr id="2529" name="Shape 2527"/>
          <p:cNvSpPr/>
          <p:nvPr/>
        </p:nvSpPr>
        <p:spPr>
          <a:xfrm>
            <a:off x="6451092" y="4544928"/>
            <a:ext cx="0" cy="103305"/>
          </a:xfrm>
          <a:prstGeom prst="line">
            <a:avLst/>
          </a:prstGeom>
          <a:noFill/>
          <a:ln w="25400">
            <a:solidFill>
              <a:srgbClr val="B48A12"/>
            </a:solidFill>
            <a:prstDash val="solid"/>
            <a:headEnd type="none"/>
            <a:tailEnd type="none"/>
          </a:ln>
        </p:spPr>
      </p:sp>
      <p:sp>
        <p:nvSpPr>
          <p:cNvPr id="2530" name="Shape 2528"/>
          <p:cNvSpPr/>
          <p:nvPr/>
        </p:nvSpPr>
        <p:spPr>
          <a:xfrm>
            <a:off x="6451092" y="4645490"/>
            <a:ext cx="127407" cy="0"/>
          </a:xfrm>
          <a:prstGeom prst="line">
            <a:avLst/>
          </a:prstGeom>
          <a:noFill/>
          <a:ln w="25400">
            <a:solidFill>
              <a:srgbClr val="B48A12"/>
            </a:solidFill>
            <a:prstDash val="solid"/>
            <a:headEnd type="none"/>
            <a:tailEnd type="none"/>
          </a:ln>
        </p:spPr>
      </p:sp>
      <p:sp>
        <p:nvSpPr>
          <p:cNvPr id="2531" name="Shape 2529"/>
          <p:cNvSpPr/>
          <p:nvPr/>
        </p:nvSpPr>
        <p:spPr>
          <a:xfrm>
            <a:off x="6575755" y="4625057"/>
            <a:ext cx="0" cy="23176"/>
          </a:xfrm>
          <a:prstGeom prst="line">
            <a:avLst/>
          </a:prstGeom>
          <a:noFill/>
          <a:ln w="25400">
            <a:solidFill>
              <a:srgbClr val="B48A12"/>
            </a:solidFill>
            <a:prstDash val="solid"/>
            <a:headEnd type="none"/>
            <a:tailEnd type="none"/>
          </a:ln>
        </p:spPr>
      </p:sp>
      <p:sp>
        <p:nvSpPr>
          <p:cNvPr id="2532" name="Shape 2530"/>
          <p:cNvSpPr/>
          <p:nvPr/>
        </p:nvSpPr>
        <p:spPr>
          <a:xfrm>
            <a:off x="6575755" y="4627800"/>
            <a:ext cx="127406" cy="0"/>
          </a:xfrm>
          <a:prstGeom prst="line">
            <a:avLst/>
          </a:prstGeom>
          <a:noFill/>
          <a:ln w="25400">
            <a:solidFill>
              <a:srgbClr val="B48A12"/>
            </a:solidFill>
            <a:prstDash val="solid"/>
            <a:headEnd type="none"/>
            <a:tailEnd type="none"/>
          </a:ln>
        </p:spPr>
      </p:sp>
      <p:sp>
        <p:nvSpPr>
          <p:cNvPr id="2533" name="Shape 2531"/>
          <p:cNvSpPr/>
          <p:nvPr/>
        </p:nvSpPr>
        <p:spPr>
          <a:xfrm>
            <a:off x="6700418" y="4614325"/>
            <a:ext cx="0" cy="16218"/>
          </a:xfrm>
          <a:prstGeom prst="line">
            <a:avLst/>
          </a:prstGeom>
          <a:noFill/>
          <a:ln w="25400">
            <a:solidFill>
              <a:srgbClr val="B48A12"/>
            </a:solidFill>
            <a:prstDash val="solid"/>
            <a:headEnd type="none"/>
            <a:tailEnd type="none"/>
          </a:ln>
        </p:spPr>
      </p:sp>
      <p:sp>
        <p:nvSpPr>
          <p:cNvPr id="2534" name="Shape 2532"/>
          <p:cNvSpPr/>
          <p:nvPr/>
        </p:nvSpPr>
        <p:spPr>
          <a:xfrm>
            <a:off x="6700418" y="4617068"/>
            <a:ext cx="127407" cy="0"/>
          </a:xfrm>
          <a:prstGeom prst="line">
            <a:avLst/>
          </a:prstGeom>
          <a:noFill/>
          <a:ln w="25400">
            <a:solidFill>
              <a:srgbClr val="B48A12"/>
            </a:solidFill>
            <a:prstDash val="solid"/>
            <a:headEnd type="none"/>
            <a:tailEnd type="none"/>
          </a:ln>
        </p:spPr>
      </p:sp>
      <p:sp>
        <p:nvSpPr>
          <p:cNvPr id="2535" name="Shape 2533"/>
          <p:cNvSpPr/>
          <p:nvPr/>
        </p:nvSpPr>
        <p:spPr>
          <a:xfrm>
            <a:off x="6825082" y="4613906"/>
            <a:ext cx="0" cy="5905"/>
          </a:xfrm>
          <a:prstGeom prst="line">
            <a:avLst/>
          </a:prstGeom>
          <a:noFill/>
          <a:ln w="25400">
            <a:solidFill>
              <a:srgbClr val="B48A12"/>
            </a:solidFill>
            <a:prstDash val="solid"/>
            <a:headEnd type="none"/>
            <a:tailEnd type="none"/>
          </a:ln>
        </p:spPr>
      </p:sp>
      <p:sp>
        <p:nvSpPr>
          <p:cNvPr id="2536" name="Shape 2534"/>
          <p:cNvSpPr/>
          <p:nvPr/>
        </p:nvSpPr>
        <p:spPr>
          <a:xfrm>
            <a:off x="6825082" y="4616650"/>
            <a:ext cx="127407" cy="0"/>
          </a:xfrm>
          <a:prstGeom prst="line">
            <a:avLst/>
          </a:prstGeom>
          <a:noFill/>
          <a:ln w="25400">
            <a:solidFill>
              <a:srgbClr val="B48A12"/>
            </a:solidFill>
            <a:prstDash val="solid"/>
            <a:headEnd type="none"/>
            <a:tailEnd type="none"/>
          </a:ln>
        </p:spPr>
      </p:sp>
      <p:sp>
        <p:nvSpPr>
          <p:cNvPr id="2537" name="Shape 2535"/>
          <p:cNvSpPr/>
          <p:nvPr/>
        </p:nvSpPr>
        <p:spPr>
          <a:xfrm>
            <a:off x="6949745" y="4613906"/>
            <a:ext cx="0" cy="130129"/>
          </a:xfrm>
          <a:prstGeom prst="line">
            <a:avLst/>
          </a:prstGeom>
          <a:noFill/>
          <a:ln w="25400">
            <a:solidFill>
              <a:srgbClr val="B48A12"/>
            </a:solidFill>
            <a:prstDash val="solid"/>
            <a:headEnd type="none"/>
            <a:tailEnd type="none"/>
          </a:ln>
        </p:spPr>
      </p:sp>
      <p:sp>
        <p:nvSpPr>
          <p:cNvPr id="2538" name="Shape 2536"/>
          <p:cNvSpPr/>
          <p:nvPr/>
        </p:nvSpPr>
        <p:spPr>
          <a:xfrm>
            <a:off x="6949745" y="4741292"/>
            <a:ext cx="127406" cy="0"/>
          </a:xfrm>
          <a:prstGeom prst="line">
            <a:avLst/>
          </a:prstGeom>
          <a:noFill/>
          <a:ln w="25400">
            <a:solidFill>
              <a:srgbClr val="B48A12"/>
            </a:solidFill>
            <a:prstDash val="solid"/>
            <a:headEnd type="none"/>
            <a:tailEnd type="none"/>
          </a:ln>
        </p:spPr>
      </p:sp>
      <p:sp>
        <p:nvSpPr>
          <p:cNvPr id="2539" name="Shape 2537"/>
          <p:cNvSpPr/>
          <p:nvPr/>
        </p:nvSpPr>
        <p:spPr>
          <a:xfrm>
            <a:off x="7074408" y="4738549"/>
            <a:ext cx="0" cy="21501"/>
          </a:xfrm>
          <a:prstGeom prst="line">
            <a:avLst/>
          </a:prstGeom>
          <a:noFill/>
          <a:ln w="25400">
            <a:solidFill>
              <a:srgbClr val="B48A12"/>
            </a:solidFill>
            <a:prstDash val="solid"/>
            <a:headEnd type="none"/>
            <a:tailEnd type="none"/>
          </a:ln>
        </p:spPr>
      </p:sp>
      <p:sp>
        <p:nvSpPr>
          <p:cNvPr id="2540" name="Shape 2538"/>
          <p:cNvSpPr/>
          <p:nvPr/>
        </p:nvSpPr>
        <p:spPr>
          <a:xfrm>
            <a:off x="7074408" y="4757307"/>
            <a:ext cx="127407" cy="0"/>
          </a:xfrm>
          <a:prstGeom prst="line">
            <a:avLst/>
          </a:prstGeom>
          <a:noFill/>
          <a:ln w="25400">
            <a:solidFill>
              <a:srgbClr val="B48A12"/>
            </a:solidFill>
            <a:prstDash val="solid"/>
            <a:headEnd type="none"/>
            <a:tailEnd type="none"/>
          </a:ln>
        </p:spPr>
      </p:sp>
      <p:sp>
        <p:nvSpPr>
          <p:cNvPr id="2541" name="Shape 2539"/>
          <p:cNvSpPr/>
          <p:nvPr/>
        </p:nvSpPr>
        <p:spPr>
          <a:xfrm>
            <a:off x="7199071" y="4754563"/>
            <a:ext cx="0" cy="16988"/>
          </a:xfrm>
          <a:prstGeom prst="line">
            <a:avLst/>
          </a:prstGeom>
          <a:noFill/>
          <a:ln w="25400">
            <a:solidFill>
              <a:srgbClr val="B48A12"/>
            </a:solidFill>
            <a:prstDash val="solid"/>
            <a:headEnd type="none"/>
            <a:tailEnd type="none"/>
          </a:ln>
        </p:spPr>
      </p:sp>
      <p:sp>
        <p:nvSpPr>
          <p:cNvPr id="2542" name="Shape 2540"/>
          <p:cNvSpPr/>
          <p:nvPr/>
        </p:nvSpPr>
        <p:spPr>
          <a:xfrm>
            <a:off x="7199071" y="4768809"/>
            <a:ext cx="127407" cy="0"/>
          </a:xfrm>
          <a:prstGeom prst="line">
            <a:avLst/>
          </a:prstGeom>
          <a:noFill/>
          <a:ln w="25400">
            <a:solidFill>
              <a:srgbClr val="B48A12"/>
            </a:solidFill>
            <a:prstDash val="solid"/>
            <a:headEnd type="none"/>
            <a:tailEnd type="none"/>
          </a:ln>
        </p:spPr>
      </p:sp>
      <p:sp>
        <p:nvSpPr>
          <p:cNvPr id="2543" name="Shape 2541"/>
          <p:cNvSpPr/>
          <p:nvPr/>
        </p:nvSpPr>
        <p:spPr>
          <a:xfrm>
            <a:off x="7323735" y="4766065"/>
            <a:ext cx="0" cy="15419"/>
          </a:xfrm>
          <a:prstGeom prst="line">
            <a:avLst/>
          </a:prstGeom>
          <a:noFill/>
          <a:ln w="25400">
            <a:solidFill>
              <a:srgbClr val="B48A12"/>
            </a:solidFill>
            <a:prstDash val="solid"/>
            <a:headEnd type="none"/>
            <a:tailEnd type="none"/>
          </a:ln>
        </p:spPr>
      </p:sp>
      <p:sp>
        <p:nvSpPr>
          <p:cNvPr id="2544" name="Shape 2542"/>
          <p:cNvSpPr/>
          <p:nvPr/>
        </p:nvSpPr>
        <p:spPr>
          <a:xfrm>
            <a:off x="7323735" y="4778741"/>
            <a:ext cx="127406" cy="0"/>
          </a:xfrm>
          <a:prstGeom prst="line">
            <a:avLst/>
          </a:prstGeom>
          <a:noFill/>
          <a:ln w="25400">
            <a:solidFill>
              <a:srgbClr val="B48A12"/>
            </a:solidFill>
            <a:prstDash val="solid"/>
            <a:headEnd type="none"/>
            <a:tailEnd type="none"/>
          </a:ln>
        </p:spPr>
      </p:sp>
      <p:sp>
        <p:nvSpPr>
          <p:cNvPr id="2545" name="Shape 2543"/>
          <p:cNvSpPr/>
          <p:nvPr/>
        </p:nvSpPr>
        <p:spPr>
          <a:xfrm>
            <a:off x="7448397" y="4775998"/>
            <a:ext cx="0" cy="122941"/>
          </a:xfrm>
          <a:prstGeom prst="line">
            <a:avLst/>
          </a:prstGeom>
          <a:noFill/>
          <a:ln w="25400">
            <a:solidFill>
              <a:srgbClr val="B48A12"/>
            </a:solidFill>
            <a:prstDash val="solid"/>
            <a:headEnd type="none"/>
            <a:tailEnd type="none"/>
          </a:ln>
        </p:spPr>
      </p:sp>
      <p:sp>
        <p:nvSpPr>
          <p:cNvPr id="2546" name="Shape 2544"/>
          <p:cNvSpPr/>
          <p:nvPr/>
        </p:nvSpPr>
        <p:spPr>
          <a:xfrm>
            <a:off x="7448397" y="4896196"/>
            <a:ext cx="127407" cy="0"/>
          </a:xfrm>
          <a:prstGeom prst="line">
            <a:avLst/>
          </a:prstGeom>
          <a:noFill/>
          <a:ln w="25400">
            <a:solidFill>
              <a:srgbClr val="B48A12"/>
            </a:solidFill>
            <a:prstDash val="solid"/>
            <a:headEnd type="none"/>
            <a:tailEnd type="none"/>
          </a:ln>
        </p:spPr>
      </p:sp>
      <p:sp>
        <p:nvSpPr>
          <p:cNvPr id="2547" name="Shape 2545"/>
          <p:cNvSpPr/>
          <p:nvPr/>
        </p:nvSpPr>
        <p:spPr>
          <a:xfrm>
            <a:off x="7573061" y="4878026"/>
            <a:ext cx="0" cy="20913"/>
          </a:xfrm>
          <a:prstGeom prst="line">
            <a:avLst/>
          </a:prstGeom>
          <a:noFill/>
          <a:ln w="25400">
            <a:solidFill>
              <a:srgbClr val="B48A12"/>
            </a:solidFill>
            <a:prstDash val="solid"/>
            <a:headEnd type="none"/>
            <a:tailEnd type="none"/>
          </a:ln>
        </p:spPr>
      </p:sp>
      <p:sp>
        <p:nvSpPr>
          <p:cNvPr id="2548" name="Shape 2546"/>
          <p:cNvSpPr/>
          <p:nvPr/>
        </p:nvSpPr>
        <p:spPr>
          <a:xfrm>
            <a:off x="7573061" y="4880769"/>
            <a:ext cx="127407" cy="0"/>
          </a:xfrm>
          <a:prstGeom prst="line">
            <a:avLst/>
          </a:prstGeom>
          <a:noFill/>
          <a:ln w="25400">
            <a:solidFill>
              <a:srgbClr val="B48A12"/>
            </a:solidFill>
            <a:prstDash val="solid"/>
            <a:headEnd type="none"/>
            <a:tailEnd type="none"/>
          </a:ln>
        </p:spPr>
      </p:sp>
      <p:sp>
        <p:nvSpPr>
          <p:cNvPr id="2549" name="Shape 2547"/>
          <p:cNvSpPr/>
          <p:nvPr/>
        </p:nvSpPr>
        <p:spPr>
          <a:xfrm>
            <a:off x="7697724" y="4841798"/>
            <a:ext cx="0" cy="41715"/>
          </a:xfrm>
          <a:prstGeom prst="line">
            <a:avLst/>
          </a:prstGeom>
          <a:noFill/>
          <a:ln w="25400">
            <a:solidFill>
              <a:srgbClr val="B48A12"/>
            </a:solidFill>
            <a:prstDash val="solid"/>
            <a:headEnd type="none"/>
            <a:tailEnd type="none"/>
          </a:ln>
        </p:spPr>
      </p:sp>
      <p:sp>
        <p:nvSpPr>
          <p:cNvPr id="2550" name="Shape 2548"/>
          <p:cNvSpPr/>
          <p:nvPr/>
        </p:nvSpPr>
        <p:spPr>
          <a:xfrm>
            <a:off x="7697724" y="4844541"/>
            <a:ext cx="127406" cy="0"/>
          </a:xfrm>
          <a:prstGeom prst="line">
            <a:avLst/>
          </a:prstGeom>
          <a:noFill/>
          <a:ln w="25400">
            <a:solidFill>
              <a:srgbClr val="B48A12"/>
            </a:solidFill>
            <a:prstDash val="solid"/>
            <a:headEnd type="none"/>
            <a:tailEnd type="none"/>
          </a:ln>
        </p:spPr>
      </p:sp>
      <p:sp>
        <p:nvSpPr>
          <p:cNvPr id="2551" name="Shape 2549"/>
          <p:cNvSpPr/>
          <p:nvPr/>
        </p:nvSpPr>
        <p:spPr>
          <a:xfrm>
            <a:off x="7822387" y="4783320"/>
            <a:ext cx="0" cy="63964"/>
          </a:xfrm>
          <a:prstGeom prst="line">
            <a:avLst/>
          </a:prstGeom>
          <a:noFill/>
          <a:ln w="25400">
            <a:solidFill>
              <a:srgbClr val="B48A12"/>
            </a:solidFill>
            <a:prstDash val="solid"/>
            <a:headEnd type="none"/>
            <a:tailEnd type="none"/>
          </a:ln>
        </p:spPr>
      </p:sp>
      <p:sp>
        <p:nvSpPr>
          <p:cNvPr id="2552" name="Shape 2550"/>
          <p:cNvSpPr/>
          <p:nvPr/>
        </p:nvSpPr>
        <p:spPr>
          <a:xfrm>
            <a:off x="7822387" y="4786063"/>
            <a:ext cx="127407" cy="0"/>
          </a:xfrm>
          <a:prstGeom prst="line">
            <a:avLst/>
          </a:prstGeom>
          <a:noFill/>
          <a:ln w="25400">
            <a:solidFill>
              <a:srgbClr val="B48A12"/>
            </a:solidFill>
            <a:prstDash val="solid"/>
            <a:headEnd type="none"/>
            <a:tailEnd type="none"/>
          </a:ln>
        </p:spPr>
      </p:sp>
      <p:sp>
        <p:nvSpPr>
          <p:cNvPr id="2553" name="Shape 2551"/>
          <p:cNvSpPr/>
          <p:nvPr/>
        </p:nvSpPr>
        <p:spPr>
          <a:xfrm>
            <a:off x="7947050" y="4783320"/>
            <a:ext cx="0" cy="32626"/>
          </a:xfrm>
          <a:prstGeom prst="line">
            <a:avLst/>
          </a:prstGeom>
          <a:noFill/>
          <a:ln w="25400">
            <a:solidFill>
              <a:srgbClr val="B48A12"/>
            </a:solidFill>
            <a:prstDash val="solid"/>
            <a:headEnd type="none"/>
            <a:tailEnd type="none"/>
          </a:ln>
        </p:spPr>
      </p:sp>
      <p:sp>
        <p:nvSpPr>
          <p:cNvPr id="2554" name="Shape 2552"/>
          <p:cNvSpPr/>
          <p:nvPr/>
        </p:nvSpPr>
        <p:spPr>
          <a:xfrm>
            <a:off x="7947050" y="4813203"/>
            <a:ext cx="127407" cy="0"/>
          </a:xfrm>
          <a:prstGeom prst="line">
            <a:avLst/>
          </a:prstGeom>
          <a:noFill/>
          <a:ln w="25400">
            <a:solidFill>
              <a:srgbClr val="B48A12"/>
            </a:solidFill>
            <a:prstDash val="solid"/>
            <a:headEnd type="none"/>
            <a:tailEnd type="none"/>
          </a:ln>
        </p:spPr>
      </p:sp>
      <p:sp>
        <p:nvSpPr>
          <p:cNvPr id="2555" name="Shape 2553"/>
          <p:cNvSpPr/>
          <p:nvPr/>
        </p:nvSpPr>
        <p:spPr>
          <a:xfrm>
            <a:off x="8071714" y="4714977"/>
            <a:ext cx="0" cy="100969"/>
          </a:xfrm>
          <a:prstGeom prst="line">
            <a:avLst/>
          </a:prstGeom>
          <a:noFill/>
          <a:ln w="25400">
            <a:solidFill>
              <a:srgbClr val="B48A12"/>
            </a:solidFill>
            <a:prstDash val="solid"/>
            <a:headEnd type="none"/>
            <a:tailEnd type="none"/>
          </a:ln>
        </p:spPr>
      </p:sp>
      <p:sp>
        <p:nvSpPr>
          <p:cNvPr id="2556" name="Shape 2554"/>
          <p:cNvSpPr/>
          <p:nvPr/>
        </p:nvSpPr>
        <p:spPr>
          <a:xfrm>
            <a:off x="8071714" y="4717720"/>
            <a:ext cx="127406" cy="0"/>
          </a:xfrm>
          <a:prstGeom prst="line">
            <a:avLst/>
          </a:prstGeom>
          <a:noFill/>
          <a:ln w="25400">
            <a:solidFill>
              <a:srgbClr val="B48A12"/>
            </a:solidFill>
            <a:prstDash val="solid"/>
            <a:headEnd type="none"/>
            <a:tailEnd type="none"/>
          </a:ln>
        </p:spPr>
      </p:sp>
      <p:sp>
        <p:nvSpPr>
          <p:cNvPr id="2557" name="Shape 2555"/>
          <p:cNvSpPr/>
          <p:nvPr/>
        </p:nvSpPr>
        <p:spPr>
          <a:xfrm>
            <a:off x="8196377" y="4635792"/>
            <a:ext cx="0" cy="84671"/>
          </a:xfrm>
          <a:prstGeom prst="line">
            <a:avLst/>
          </a:prstGeom>
          <a:noFill/>
          <a:ln w="25400">
            <a:solidFill>
              <a:srgbClr val="B48A12"/>
            </a:solidFill>
            <a:prstDash val="solid"/>
            <a:headEnd type="none"/>
            <a:tailEnd type="none"/>
          </a:ln>
        </p:spPr>
      </p:sp>
      <p:sp>
        <p:nvSpPr>
          <p:cNvPr id="2558" name="Shape 2556"/>
          <p:cNvSpPr/>
          <p:nvPr/>
        </p:nvSpPr>
        <p:spPr>
          <a:xfrm>
            <a:off x="8196377" y="4638535"/>
            <a:ext cx="127407" cy="0"/>
          </a:xfrm>
          <a:prstGeom prst="line">
            <a:avLst/>
          </a:prstGeom>
          <a:noFill/>
          <a:ln w="25400">
            <a:solidFill>
              <a:srgbClr val="B48A12"/>
            </a:solidFill>
            <a:prstDash val="solid"/>
            <a:headEnd type="none"/>
            <a:tailEnd type="none"/>
          </a:ln>
        </p:spPr>
      </p:sp>
      <p:sp>
        <p:nvSpPr>
          <p:cNvPr id="2559" name="Shape 2557"/>
          <p:cNvSpPr/>
          <p:nvPr/>
        </p:nvSpPr>
        <p:spPr>
          <a:xfrm>
            <a:off x="8321040" y="4590739"/>
            <a:ext cx="0" cy="50539"/>
          </a:xfrm>
          <a:prstGeom prst="line">
            <a:avLst/>
          </a:prstGeom>
          <a:noFill/>
          <a:ln w="25400">
            <a:solidFill>
              <a:srgbClr val="B48A12"/>
            </a:solidFill>
            <a:prstDash val="solid"/>
            <a:headEnd type="none"/>
            <a:tailEnd type="none"/>
          </a:ln>
        </p:spPr>
      </p:sp>
      <p:sp>
        <p:nvSpPr>
          <p:cNvPr id="2560" name="Shape 2558"/>
          <p:cNvSpPr/>
          <p:nvPr/>
        </p:nvSpPr>
        <p:spPr>
          <a:xfrm>
            <a:off x="4617720" y="2020824"/>
            <a:ext cx="256032" cy="0"/>
          </a:xfrm>
          <a:prstGeom prst="line">
            <a:avLst/>
          </a:prstGeom>
          <a:noFill/>
          <a:ln w="27940">
            <a:solidFill>
              <a:srgbClr val="B48A12"/>
            </a:solidFill>
            <a:prstDash val="solid"/>
          </a:ln>
        </p:spPr>
      </p:sp>
      <p:sp>
        <p:nvSpPr>
          <p:cNvPr id="2561" name="Text 2559"/>
          <p:cNvSpPr/>
          <p:nvPr/>
        </p:nvSpPr>
        <p:spPr>
          <a:xfrm>
            <a:off x="4946904" y="1947672"/>
            <a:ext cx="1408176"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PRESSURE</a:t>
            </a:r>
            <a:endParaRPr lang="en-US" sz="920" dirty="0"/>
          </a:p>
        </p:txBody>
      </p:sp>
      <p:sp>
        <p:nvSpPr>
          <p:cNvPr id="2562" name="Shape 2560"/>
          <p:cNvSpPr/>
          <p:nvPr/>
        </p:nvSpPr>
        <p:spPr>
          <a:xfrm>
            <a:off x="8668512" y="1426464"/>
            <a:ext cx="0" cy="4334256"/>
          </a:xfrm>
          <a:prstGeom prst="line">
            <a:avLst/>
          </a:prstGeom>
          <a:noFill/>
          <a:ln w="12700">
            <a:solidFill>
              <a:srgbClr val="D7DEE4"/>
            </a:solidFill>
            <a:prstDash val="solid"/>
          </a:ln>
        </p:spPr>
      </p:sp>
      <p:sp>
        <p:nvSpPr>
          <p:cNvPr id="2563" name="Text 2561"/>
          <p:cNvSpPr/>
          <p:nvPr/>
        </p:nvSpPr>
        <p:spPr>
          <a:xfrm>
            <a:off x="8997696" y="1417320"/>
            <a:ext cx="2560320" cy="182880"/>
          </a:xfrm>
          <a:prstGeom prst="rect">
            <a:avLst/>
          </a:prstGeom>
          <a:noFill/>
          <a:ln/>
        </p:spPr>
        <p:txBody>
          <a:bodyPr wrap="square" lIns="0" tIns="0" rIns="0" bIns="0" rtlCol="0" anchor="ctr"/>
          <a:lstStyle/>
          <a:p>
            <a:pPr indent="0" marL="0">
              <a:buNone/>
            </a:pPr>
            <a:r>
              <a:rPr lang="en-US" sz="1050" b="1" spc="150" kern="0" dirty="0">
                <a:solidFill>
                  <a:srgbClr val="168B83"/>
                </a:solidFill>
                <a:latin typeface="Aptos" pitchFamily="34" charset="0"/>
                <a:ea typeface="Aptos" pitchFamily="34" charset="-122"/>
                <a:cs typeface="Aptos" pitchFamily="34" charset="-120"/>
              </a:rPr>
              <a:t>SAME TRANSITION · DIFFERENT DATES</a:t>
            </a:r>
            <a:endParaRPr lang="en-US" sz="1050" dirty="0"/>
          </a:p>
        </p:txBody>
      </p:sp>
      <p:sp>
        <p:nvSpPr>
          <p:cNvPr id="2564" name="Text 2562"/>
          <p:cNvSpPr/>
          <p:nvPr/>
        </p:nvSpPr>
        <p:spPr>
          <a:xfrm>
            <a:off x="9025128" y="2066544"/>
            <a:ext cx="512064" cy="164592"/>
          </a:xfrm>
          <a:prstGeom prst="rect">
            <a:avLst/>
          </a:prstGeom>
          <a:noFill/>
          <a:ln/>
        </p:spPr>
        <p:txBody>
          <a:bodyPr wrap="square" lIns="0" tIns="0" rIns="0" bIns="0" rtlCol="0" anchor="ctr"/>
          <a:lstStyle/>
          <a:p>
            <a:pPr indent="0" marL="0">
              <a:buNone/>
            </a:pPr>
            <a:r>
              <a:rPr lang="en-US" sz="950" b="1" dirty="0">
                <a:solidFill>
                  <a:srgbClr val="657782"/>
                </a:solidFill>
              </a:rPr>
              <a:t>JAN 10</a:t>
            </a:r>
            <a:endParaRPr lang="en-US" sz="950" dirty="0"/>
          </a:p>
        </p:txBody>
      </p:sp>
      <p:sp>
        <p:nvSpPr>
          <p:cNvPr id="2565" name="Shape 2563"/>
          <p:cNvSpPr/>
          <p:nvPr/>
        </p:nvSpPr>
        <p:spPr>
          <a:xfrm>
            <a:off x="9601200" y="2048256"/>
            <a:ext cx="1188720" cy="201168"/>
          </a:xfrm>
          <a:prstGeom prst="rect">
            <a:avLst/>
          </a:prstGeom>
          <a:solidFill>
            <a:srgbClr val="E2E7EB"/>
          </a:solidFill>
          <a:ln w="12700">
            <a:solidFill>
              <a:srgbClr val="E2E7EB"/>
            </a:solidFill>
            <a:prstDash val="solid"/>
          </a:ln>
        </p:spPr>
      </p:sp>
      <p:sp>
        <p:nvSpPr>
          <p:cNvPr id="2566" name="Shape 2564"/>
          <p:cNvSpPr/>
          <p:nvPr/>
        </p:nvSpPr>
        <p:spPr>
          <a:xfrm>
            <a:off x="9601200" y="2048256"/>
            <a:ext cx="1073771" cy="201168"/>
          </a:xfrm>
          <a:prstGeom prst="rect">
            <a:avLst/>
          </a:prstGeom>
          <a:solidFill>
            <a:srgbClr val="B48A12">
              <a:alpha val="94000"/>
            </a:srgbClr>
          </a:solidFill>
          <a:ln w="10160">
            <a:solidFill>
              <a:srgbClr val="B48A12"/>
            </a:solidFill>
            <a:prstDash val="solid"/>
          </a:ln>
        </p:spPr>
      </p:sp>
      <p:sp>
        <p:nvSpPr>
          <p:cNvPr id="2567" name="Text 2565"/>
          <p:cNvSpPr/>
          <p:nvPr/>
        </p:nvSpPr>
        <p:spPr>
          <a:xfrm>
            <a:off x="10890504" y="2057400"/>
            <a:ext cx="384048" cy="164592"/>
          </a:xfrm>
          <a:prstGeom prst="rect">
            <a:avLst/>
          </a:prstGeom>
          <a:noFill/>
          <a:ln/>
        </p:spPr>
        <p:txBody>
          <a:bodyPr wrap="square" lIns="0" tIns="0" rIns="0" bIns="0" rtlCol="0" anchor="ctr"/>
          <a:lstStyle/>
          <a:p>
            <a:pPr algn="r" indent="0" marL="0">
              <a:buNone/>
            </a:pPr>
            <a:r>
              <a:rPr lang="en-US" sz="950" b="1" dirty="0">
                <a:solidFill>
                  <a:srgbClr val="263746"/>
                </a:solidFill>
              </a:rPr>
              <a:t>9.0 h</a:t>
            </a:r>
            <a:endParaRPr lang="en-US" sz="950" dirty="0"/>
          </a:p>
        </p:txBody>
      </p:sp>
      <p:sp>
        <p:nvSpPr>
          <p:cNvPr id="2568" name="Text 2566"/>
          <p:cNvSpPr/>
          <p:nvPr/>
        </p:nvSpPr>
        <p:spPr>
          <a:xfrm>
            <a:off x="9025128" y="2724912"/>
            <a:ext cx="512064" cy="164592"/>
          </a:xfrm>
          <a:prstGeom prst="rect">
            <a:avLst/>
          </a:prstGeom>
          <a:noFill/>
          <a:ln/>
        </p:spPr>
        <p:txBody>
          <a:bodyPr wrap="square" lIns="0" tIns="0" rIns="0" bIns="0" rtlCol="0" anchor="ctr"/>
          <a:lstStyle/>
          <a:p>
            <a:pPr indent="0" marL="0">
              <a:buNone/>
            </a:pPr>
            <a:r>
              <a:rPr lang="en-US" sz="950" b="1" dirty="0">
                <a:solidFill>
                  <a:srgbClr val="657782"/>
                </a:solidFill>
              </a:rPr>
              <a:t>JAN 14</a:t>
            </a:r>
            <a:endParaRPr lang="en-US" sz="950" dirty="0"/>
          </a:p>
        </p:txBody>
      </p:sp>
      <p:sp>
        <p:nvSpPr>
          <p:cNvPr id="2569" name="Shape 2567"/>
          <p:cNvSpPr/>
          <p:nvPr/>
        </p:nvSpPr>
        <p:spPr>
          <a:xfrm>
            <a:off x="9601200" y="2706624"/>
            <a:ext cx="1188720" cy="201168"/>
          </a:xfrm>
          <a:prstGeom prst="rect">
            <a:avLst/>
          </a:prstGeom>
          <a:solidFill>
            <a:srgbClr val="E2E7EB"/>
          </a:solidFill>
          <a:ln w="12700">
            <a:solidFill>
              <a:srgbClr val="E2E7EB"/>
            </a:solidFill>
            <a:prstDash val="solid"/>
          </a:ln>
        </p:spPr>
      </p:sp>
      <p:sp>
        <p:nvSpPr>
          <p:cNvPr id="2570" name="Shape 2568"/>
          <p:cNvSpPr/>
          <p:nvPr/>
        </p:nvSpPr>
        <p:spPr>
          <a:xfrm>
            <a:off x="9601200" y="2706624"/>
            <a:ext cx="974750" cy="201168"/>
          </a:xfrm>
          <a:prstGeom prst="rect">
            <a:avLst/>
          </a:prstGeom>
          <a:solidFill>
            <a:srgbClr val="168B83">
              <a:alpha val="94000"/>
            </a:srgbClr>
          </a:solidFill>
          <a:ln w="10160">
            <a:solidFill>
              <a:srgbClr val="168B83"/>
            </a:solidFill>
            <a:prstDash val="solid"/>
          </a:ln>
        </p:spPr>
      </p:sp>
      <p:sp>
        <p:nvSpPr>
          <p:cNvPr id="2571" name="Text 2569"/>
          <p:cNvSpPr/>
          <p:nvPr/>
        </p:nvSpPr>
        <p:spPr>
          <a:xfrm>
            <a:off x="10890504" y="2715768"/>
            <a:ext cx="384048" cy="164592"/>
          </a:xfrm>
          <a:prstGeom prst="rect">
            <a:avLst/>
          </a:prstGeom>
          <a:noFill/>
          <a:ln/>
        </p:spPr>
        <p:txBody>
          <a:bodyPr wrap="square" lIns="0" tIns="0" rIns="0" bIns="0" rtlCol="0" anchor="ctr"/>
          <a:lstStyle/>
          <a:p>
            <a:pPr algn="r" indent="0" marL="0">
              <a:buNone/>
            </a:pPr>
            <a:r>
              <a:rPr lang="en-US" sz="950" b="1" dirty="0">
                <a:solidFill>
                  <a:srgbClr val="263746"/>
                </a:solidFill>
              </a:rPr>
              <a:t>8.2 h</a:t>
            </a:r>
            <a:endParaRPr lang="en-US" sz="950" dirty="0"/>
          </a:p>
        </p:txBody>
      </p:sp>
      <p:sp>
        <p:nvSpPr>
          <p:cNvPr id="2572" name="Text 2570"/>
          <p:cNvSpPr/>
          <p:nvPr/>
        </p:nvSpPr>
        <p:spPr>
          <a:xfrm>
            <a:off x="9025128" y="3383280"/>
            <a:ext cx="512064" cy="164592"/>
          </a:xfrm>
          <a:prstGeom prst="rect">
            <a:avLst/>
          </a:prstGeom>
          <a:noFill/>
          <a:ln/>
        </p:spPr>
        <p:txBody>
          <a:bodyPr wrap="square" lIns="0" tIns="0" rIns="0" bIns="0" rtlCol="0" anchor="ctr"/>
          <a:lstStyle/>
          <a:p>
            <a:pPr indent="0" marL="0">
              <a:buNone/>
            </a:pPr>
            <a:r>
              <a:rPr lang="en-US" sz="950" b="1" dirty="0">
                <a:solidFill>
                  <a:srgbClr val="657782"/>
                </a:solidFill>
              </a:rPr>
              <a:t>JAN 17</a:t>
            </a:r>
            <a:endParaRPr lang="en-US" sz="950" dirty="0"/>
          </a:p>
        </p:txBody>
      </p:sp>
      <p:sp>
        <p:nvSpPr>
          <p:cNvPr id="2573" name="Shape 2571"/>
          <p:cNvSpPr/>
          <p:nvPr/>
        </p:nvSpPr>
        <p:spPr>
          <a:xfrm>
            <a:off x="9601200" y="3364992"/>
            <a:ext cx="1188720" cy="201168"/>
          </a:xfrm>
          <a:prstGeom prst="rect">
            <a:avLst/>
          </a:prstGeom>
          <a:solidFill>
            <a:srgbClr val="E2E7EB"/>
          </a:solidFill>
          <a:ln w="12700">
            <a:solidFill>
              <a:srgbClr val="E2E7EB"/>
            </a:solidFill>
            <a:prstDash val="solid"/>
          </a:ln>
        </p:spPr>
      </p:sp>
      <p:sp>
        <p:nvSpPr>
          <p:cNvPr id="2574" name="Shape 2572"/>
          <p:cNvSpPr/>
          <p:nvPr/>
        </p:nvSpPr>
        <p:spPr>
          <a:xfrm>
            <a:off x="9601200" y="3364992"/>
            <a:ext cx="1085658" cy="201168"/>
          </a:xfrm>
          <a:prstGeom prst="rect">
            <a:avLst/>
          </a:prstGeom>
          <a:solidFill>
            <a:srgbClr val="5C4DB7">
              <a:alpha val="94000"/>
            </a:srgbClr>
          </a:solidFill>
          <a:ln w="10160">
            <a:solidFill>
              <a:srgbClr val="5C4DB7"/>
            </a:solidFill>
            <a:prstDash val="solid"/>
          </a:ln>
        </p:spPr>
      </p:sp>
      <p:sp>
        <p:nvSpPr>
          <p:cNvPr id="2575" name="Text 2573"/>
          <p:cNvSpPr/>
          <p:nvPr/>
        </p:nvSpPr>
        <p:spPr>
          <a:xfrm>
            <a:off x="10890504" y="3374136"/>
            <a:ext cx="384048" cy="164592"/>
          </a:xfrm>
          <a:prstGeom prst="rect">
            <a:avLst/>
          </a:prstGeom>
          <a:noFill/>
          <a:ln/>
        </p:spPr>
        <p:txBody>
          <a:bodyPr wrap="square" lIns="0" tIns="0" rIns="0" bIns="0" rtlCol="0" anchor="ctr"/>
          <a:lstStyle/>
          <a:p>
            <a:pPr algn="r" indent="0" marL="0">
              <a:buNone/>
            </a:pPr>
            <a:r>
              <a:rPr lang="en-US" sz="950" b="1" dirty="0">
                <a:solidFill>
                  <a:srgbClr val="263746"/>
                </a:solidFill>
              </a:rPr>
              <a:t>9.1 h</a:t>
            </a:r>
            <a:endParaRPr lang="en-US" sz="950" dirty="0"/>
          </a:p>
        </p:txBody>
      </p:sp>
      <p:sp>
        <p:nvSpPr>
          <p:cNvPr id="2576" name="Text 2574"/>
          <p:cNvSpPr/>
          <p:nvPr/>
        </p:nvSpPr>
        <p:spPr>
          <a:xfrm>
            <a:off x="9025128" y="4151376"/>
            <a:ext cx="1417320" cy="310896"/>
          </a:xfrm>
          <a:prstGeom prst="rect">
            <a:avLst/>
          </a:prstGeom>
          <a:noFill/>
          <a:ln/>
        </p:spPr>
        <p:txBody>
          <a:bodyPr wrap="square" lIns="0" tIns="0" rIns="0" bIns="0" rtlCol="0" anchor="ctr"/>
          <a:lstStyle/>
          <a:p>
            <a:pPr indent="0" marL="0">
              <a:buNone/>
            </a:pPr>
            <a:r>
              <a:rPr lang="en-US" sz="2100" b="1" dirty="0">
                <a:solidFill>
                  <a:srgbClr val="C44F4F"/>
                </a:solidFill>
                <a:latin typeface="Aptos Display" pitchFamily="34" charset="0"/>
                <a:ea typeface="Aptos Display" pitchFamily="34" charset="-122"/>
                <a:cs typeface="Aptos Display" pitchFamily="34" charset="-120"/>
              </a:rPr>
              <a:t>8.2–9.1 h</a:t>
            </a:r>
            <a:endParaRPr lang="en-US" sz="2100" dirty="0"/>
          </a:p>
        </p:txBody>
      </p:sp>
      <p:sp>
        <p:nvSpPr>
          <p:cNvPr id="2577" name="Shape 2575"/>
          <p:cNvSpPr/>
          <p:nvPr/>
        </p:nvSpPr>
        <p:spPr>
          <a:xfrm>
            <a:off x="0" y="0"/>
            <a:ext cx="12191695" cy="502920"/>
          </a:xfrm>
          <a:prstGeom prst="rect">
            <a:avLst/>
          </a:prstGeom>
          <a:solidFill>
            <a:srgbClr val="263746"/>
          </a:solidFill>
          <a:ln w="12700">
            <a:solidFill>
              <a:srgbClr val="263746"/>
            </a:solidFill>
            <a:prstDash val="solid"/>
          </a:ln>
        </p:spPr>
      </p:sp>
      <p:sp>
        <p:nvSpPr>
          <p:cNvPr id="2578" name="Shape 2576"/>
          <p:cNvSpPr/>
          <p:nvPr/>
        </p:nvSpPr>
        <p:spPr>
          <a:xfrm>
            <a:off x="0" y="484632"/>
            <a:ext cx="12191695" cy="22860"/>
          </a:xfrm>
          <a:prstGeom prst="rect">
            <a:avLst/>
          </a:prstGeom>
          <a:solidFill>
            <a:srgbClr val="5C4DB7"/>
          </a:solidFill>
          <a:ln w="12700">
            <a:solidFill>
              <a:srgbClr val="5C4DB7"/>
            </a:solidFill>
            <a:prstDash val="solid"/>
          </a:ln>
        </p:spPr>
      </p:sp>
      <p:sp>
        <p:nvSpPr>
          <p:cNvPr id="2579" name="Text 2577"/>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2580" name="Text 2578"/>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F1F4"/>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263746"/>
          </a:solidFill>
          <a:ln w="12700">
            <a:solidFill>
              <a:srgbClr val="263746"/>
            </a:solidFill>
            <a:prstDash val="solid"/>
          </a:ln>
        </p:spPr>
      </p:sp>
      <p:sp>
        <p:nvSpPr>
          <p:cNvPr id="3" name="Shape 1"/>
          <p:cNvSpPr/>
          <p:nvPr/>
        </p:nvSpPr>
        <p:spPr>
          <a:xfrm>
            <a:off x="0" y="484632"/>
            <a:ext cx="12191695" cy="22860"/>
          </a:xfrm>
          <a:prstGeom prst="rect">
            <a:avLst/>
          </a:prstGeom>
          <a:solidFill>
            <a:srgbClr val="5C4DB7"/>
          </a:solidFill>
          <a:ln w="12700">
            <a:solidFill>
              <a:srgbClr val="5C4DB7"/>
            </a:solidFill>
            <a:prstDash val="solid"/>
          </a:ln>
        </p:spPr>
      </p:sp>
      <p:sp>
        <p:nvSpPr>
          <p:cNvPr id="4" name="Text 2"/>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5" name="Text 3"/>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
        <p:nvSpPr>
          <p:cNvPr id="6" name="Text 4"/>
          <p:cNvSpPr/>
          <p:nvPr/>
        </p:nvSpPr>
        <p:spPr>
          <a:xfrm>
            <a:off x="11292840" y="6510528"/>
            <a:ext cx="347472" cy="164592"/>
          </a:xfrm>
          <a:prstGeom prst="rect">
            <a:avLst/>
          </a:prstGeom>
          <a:noFill/>
          <a:ln/>
        </p:spPr>
        <p:txBody>
          <a:bodyPr wrap="square" lIns="0" tIns="0" rIns="0" bIns="0" rtlCol="0" anchor="ctr"/>
          <a:lstStyle/>
          <a:p>
            <a:pPr algn="r" indent="0" marL="0">
              <a:buNone/>
            </a:pPr>
            <a:r>
              <a:rPr lang="en-US" sz="900" dirty="0">
                <a:solidFill>
                  <a:srgbClr val="657782"/>
                </a:solidFill>
                <a:latin typeface="Aptos" pitchFamily="34" charset="0"/>
                <a:ea typeface="Aptos" pitchFamily="34" charset="-122"/>
                <a:cs typeface="Aptos" pitchFamily="34" charset="-120"/>
              </a:rPr>
              <a:t>3</a:t>
            </a:r>
            <a:endParaRPr lang="en-US" sz="900" dirty="0"/>
          </a:p>
        </p:txBody>
      </p:sp>
      <p:sp>
        <p:nvSpPr>
          <p:cNvPr id="7" name="Text 5"/>
          <p:cNvSpPr/>
          <p:nvPr/>
        </p:nvSpPr>
        <p:spPr>
          <a:xfrm>
            <a:off x="566928" y="694944"/>
            <a:ext cx="11018520" cy="658368"/>
          </a:xfrm>
          <a:prstGeom prst="rect">
            <a:avLst/>
          </a:prstGeom>
          <a:noFill/>
          <a:ln/>
        </p:spPr>
        <p:txBody>
          <a:bodyPr wrap="square" lIns="0" tIns="0" rIns="0" bIns="0" rtlCol="0" anchor="ctr"/>
          <a:lstStyle/>
          <a:p>
            <a:pPr indent="0" marL="0">
              <a:buNone/>
            </a:pPr>
            <a:r>
              <a:rPr lang="en-US" sz="2600" b="1" dirty="0">
                <a:solidFill>
                  <a:srgbClr val="263746"/>
                </a:solidFill>
                <a:latin typeface="Aptos Display" pitchFamily="34" charset="0"/>
                <a:ea typeface="Aptos Display" pitchFamily="34" charset="-122"/>
                <a:cs typeface="Aptos Display" pitchFamily="34" charset="-120"/>
              </a:rPr>
              <a:t>Coupled dynamics make transition analysis difficult</a:t>
            </a:r>
            <a:endParaRPr lang="en-US" sz="2600" dirty="0"/>
          </a:p>
        </p:txBody>
      </p:sp>
      <p:sp>
        <p:nvSpPr>
          <p:cNvPr id="8" name="Text 6"/>
          <p:cNvSpPr/>
          <p:nvPr/>
        </p:nvSpPr>
        <p:spPr>
          <a:xfrm>
            <a:off x="594360" y="1399032"/>
            <a:ext cx="4480560" cy="182880"/>
          </a:xfrm>
          <a:prstGeom prst="rect">
            <a:avLst/>
          </a:prstGeom>
          <a:noFill/>
          <a:ln/>
        </p:spPr>
        <p:txBody>
          <a:bodyPr wrap="square" lIns="0" tIns="0" rIns="0" bIns="0" rtlCol="0" anchor="ctr"/>
          <a:lstStyle/>
          <a:p>
            <a:pPr indent="0" marL="0">
              <a:buNone/>
            </a:pPr>
            <a:r>
              <a:rPr lang="en-US" sz="1050" b="1" spc="150" kern="0" dirty="0">
                <a:solidFill>
                  <a:srgbClr val="C44F4F"/>
                </a:solidFill>
                <a:latin typeface="Aptos" pitchFamily="34" charset="0"/>
                <a:ea typeface="Aptos" pitchFamily="34" charset="-122"/>
                <a:cs typeface="Aptos" pitchFamily="34" charset="-120"/>
              </a:rPr>
              <a:t>NORMALIZED ACROSS EACH SIGNAL'S OBSERVED RANGE</a:t>
            </a:r>
            <a:endParaRPr lang="en-US" sz="1050" dirty="0"/>
          </a:p>
        </p:txBody>
      </p:sp>
      <p:sp>
        <p:nvSpPr>
          <p:cNvPr id="9" name="Shape 7"/>
          <p:cNvSpPr/>
          <p:nvPr/>
        </p:nvSpPr>
        <p:spPr>
          <a:xfrm>
            <a:off x="841248" y="4896196"/>
            <a:ext cx="7479792" cy="0"/>
          </a:xfrm>
          <a:prstGeom prst="line">
            <a:avLst/>
          </a:prstGeom>
          <a:noFill/>
          <a:ln w="12700">
            <a:solidFill>
              <a:srgbClr val="DCE2E7"/>
            </a:solidFill>
            <a:prstDash val="solid"/>
          </a:ln>
        </p:spPr>
      </p:sp>
      <p:sp>
        <p:nvSpPr>
          <p:cNvPr id="10" name="Text 8"/>
          <p:cNvSpPr/>
          <p:nvPr/>
        </p:nvSpPr>
        <p:spPr>
          <a:xfrm>
            <a:off x="457200" y="4823044"/>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0%</a:t>
            </a:r>
            <a:endParaRPr lang="en-US" sz="900" dirty="0"/>
          </a:p>
        </p:txBody>
      </p:sp>
      <p:sp>
        <p:nvSpPr>
          <p:cNvPr id="11" name="Shape 9"/>
          <p:cNvSpPr/>
          <p:nvPr/>
        </p:nvSpPr>
        <p:spPr>
          <a:xfrm>
            <a:off x="841248" y="3566160"/>
            <a:ext cx="7479792" cy="0"/>
          </a:xfrm>
          <a:prstGeom prst="line">
            <a:avLst/>
          </a:prstGeom>
          <a:noFill/>
          <a:ln w="12700">
            <a:solidFill>
              <a:srgbClr val="DCE2E7"/>
            </a:solidFill>
            <a:prstDash val="solid"/>
          </a:ln>
        </p:spPr>
      </p:sp>
      <p:sp>
        <p:nvSpPr>
          <p:cNvPr id="12" name="Text 10"/>
          <p:cNvSpPr/>
          <p:nvPr/>
        </p:nvSpPr>
        <p:spPr>
          <a:xfrm>
            <a:off x="457200" y="3493008"/>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50%</a:t>
            </a:r>
            <a:endParaRPr lang="en-US" sz="900" dirty="0"/>
          </a:p>
        </p:txBody>
      </p:sp>
      <p:sp>
        <p:nvSpPr>
          <p:cNvPr id="13" name="Shape 11"/>
          <p:cNvSpPr/>
          <p:nvPr/>
        </p:nvSpPr>
        <p:spPr>
          <a:xfrm>
            <a:off x="841248" y="2236124"/>
            <a:ext cx="7479792" cy="0"/>
          </a:xfrm>
          <a:prstGeom prst="line">
            <a:avLst/>
          </a:prstGeom>
          <a:noFill/>
          <a:ln w="12700">
            <a:solidFill>
              <a:srgbClr val="DCE2E7"/>
            </a:solidFill>
            <a:prstDash val="solid"/>
          </a:ln>
        </p:spPr>
      </p:sp>
      <p:sp>
        <p:nvSpPr>
          <p:cNvPr id="14" name="Text 12"/>
          <p:cNvSpPr/>
          <p:nvPr/>
        </p:nvSpPr>
        <p:spPr>
          <a:xfrm>
            <a:off x="457200" y="2162972"/>
            <a:ext cx="310896" cy="146304"/>
          </a:xfrm>
          <a:prstGeom prst="rect">
            <a:avLst/>
          </a:prstGeom>
          <a:noFill/>
          <a:ln/>
        </p:spPr>
        <p:txBody>
          <a:bodyPr wrap="square" lIns="0" tIns="0" rIns="0" bIns="0" rtlCol="0" anchor="ctr"/>
          <a:lstStyle/>
          <a:p>
            <a:pPr algn="r" indent="0" marL="0">
              <a:buNone/>
            </a:pPr>
            <a:r>
              <a:rPr lang="en-US" sz="900" dirty="0">
                <a:solidFill>
                  <a:srgbClr val="657782"/>
                </a:solidFill>
              </a:rPr>
              <a:t>100%</a:t>
            </a:r>
            <a:endParaRPr lang="en-US" sz="900" dirty="0"/>
          </a:p>
        </p:txBody>
      </p:sp>
      <p:sp>
        <p:nvSpPr>
          <p:cNvPr id="15" name="Shape 13"/>
          <p:cNvSpPr/>
          <p:nvPr/>
        </p:nvSpPr>
        <p:spPr>
          <a:xfrm>
            <a:off x="841248" y="2103120"/>
            <a:ext cx="0" cy="2926080"/>
          </a:xfrm>
          <a:prstGeom prst="line">
            <a:avLst/>
          </a:prstGeom>
          <a:noFill/>
          <a:ln w="8890">
            <a:solidFill>
              <a:srgbClr val="DCE2E7">
                <a:alpha val="80000"/>
              </a:srgbClr>
            </a:solidFill>
            <a:prstDash val="solid"/>
          </a:ln>
        </p:spPr>
      </p:sp>
      <p:sp>
        <p:nvSpPr>
          <p:cNvPr id="16" name="Text 14"/>
          <p:cNvSpPr/>
          <p:nvPr/>
        </p:nvSpPr>
        <p:spPr>
          <a:xfrm>
            <a:off x="731520"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0</a:t>
            </a:r>
            <a:endParaRPr lang="en-US" sz="900" dirty="0"/>
          </a:p>
        </p:txBody>
      </p:sp>
      <p:sp>
        <p:nvSpPr>
          <p:cNvPr id="17" name="Shape 15"/>
          <p:cNvSpPr/>
          <p:nvPr/>
        </p:nvSpPr>
        <p:spPr>
          <a:xfrm>
            <a:off x="2337206" y="2103120"/>
            <a:ext cx="0" cy="2926080"/>
          </a:xfrm>
          <a:prstGeom prst="line">
            <a:avLst/>
          </a:prstGeom>
          <a:noFill/>
          <a:ln w="8890">
            <a:solidFill>
              <a:srgbClr val="DCE2E7">
                <a:alpha val="80000"/>
              </a:srgbClr>
            </a:solidFill>
            <a:prstDash val="solid"/>
          </a:ln>
        </p:spPr>
      </p:sp>
      <p:sp>
        <p:nvSpPr>
          <p:cNvPr id="18" name="Text 16"/>
          <p:cNvSpPr/>
          <p:nvPr/>
        </p:nvSpPr>
        <p:spPr>
          <a:xfrm>
            <a:off x="2227478"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2</a:t>
            </a:r>
            <a:endParaRPr lang="en-US" sz="900" dirty="0"/>
          </a:p>
        </p:txBody>
      </p:sp>
      <p:sp>
        <p:nvSpPr>
          <p:cNvPr id="19" name="Shape 17"/>
          <p:cNvSpPr/>
          <p:nvPr/>
        </p:nvSpPr>
        <p:spPr>
          <a:xfrm>
            <a:off x="3833165" y="2103120"/>
            <a:ext cx="0" cy="2926080"/>
          </a:xfrm>
          <a:prstGeom prst="line">
            <a:avLst/>
          </a:prstGeom>
          <a:noFill/>
          <a:ln w="8890">
            <a:solidFill>
              <a:srgbClr val="DCE2E7">
                <a:alpha val="80000"/>
              </a:srgbClr>
            </a:solidFill>
            <a:prstDash val="solid"/>
          </a:ln>
        </p:spPr>
      </p:sp>
      <p:sp>
        <p:nvSpPr>
          <p:cNvPr id="20" name="Text 18"/>
          <p:cNvSpPr/>
          <p:nvPr/>
        </p:nvSpPr>
        <p:spPr>
          <a:xfrm>
            <a:off x="3723437"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4</a:t>
            </a:r>
            <a:endParaRPr lang="en-US" sz="900" dirty="0"/>
          </a:p>
        </p:txBody>
      </p:sp>
      <p:sp>
        <p:nvSpPr>
          <p:cNvPr id="21" name="Shape 19"/>
          <p:cNvSpPr/>
          <p:nvPr/>
        </p:nvSpPr>
        <p:spPr>
          <a:xfrm>
            <a:off x="5329123" y="2103120"/>
            <a:ext cx="0" cy="2926080"/>
          </a:xfrm>
          <a:prstGeom prst="line">
            <a:avLst/>
          </a:prstGeom>
          <a:noFill/>
          <a:ln w="8890">
            <a:solidFill>
              <a:srgbClr val="DCE2E7">
                <a:alpha val="80000"/>
              </a:srgbClr>
            </a:solidFill>
            <a:prstDash val="solid"/>
          </a:ln>
        </p:spPr>
      </p:sp>
      <p:sp>
        <p:nvSpPr>
          <p:cNvPr id="22" name="Text 20"/>
          <p:cNvSpPr/>
          <p:nvPr/>
        </p:nvSpPr>
        <p:spPr>
          <a:xfrm>
            <a:off x="5219395"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6</a:t>
            </a:r>
            <a:endParaRPr lang="en-US" sz="900" dirty="0"/>
          </a:p>
        </p:txBody>
      </p:sp>
      <p:sp>
        <p:nvSpPr>
          <p:cNvPr id="23" name="Shape 21"/>
          <p:cNvSpPr/>
          <p:nvPr/>
        </p:nvSpPr>
        <p:spPr>
          <a:xfrm>
            <a:off x="6825082" y="2103120"/>
            <a:ext cx="0" cy="2926080"/>
          </a:xfrm>
          <a:prstGeom prst="line">
            <a:avLst/>
          </a:prstGeom>
          <a:noFill/>
          <a:ln w="8890">
            <a:solidFill>
              <a:srgbClr val="DCE2E7">
                <a:alpha val="80000"/>
              </a:srgbClr>
            </a:solidFill>
            <a:prstDash val="solid"/>
          </a:ln>
        </p:spPr>
      </p:sp>
      <p:sp>
        <p:nvSpPr>
          <p:cNvPr id="24" name="Text 22"/>
          <p:cNvSpPr/>
          <p:nvPr/>
        </p:nvSpPr>
        <p:spPr>
          <a:xfrm>
            <a:off x="6715354"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8</a:t>
            </a:r>
            <a:endParaRPr lang="en-US" sz="900" dirty="0"/>
          </a:p>
        </p:txBody>
      </p:sp>
      <p:sp>
        <p:nvSpPr>
          <p:cNvPr id="25" name="Shape 23"/>
          <p:cNvSpPr/>
          <p:nvPr/>
        </p:nvSpPr>
        <p:spPr>
          <a:xfrm>
            <a:off x="8321040" y="2103120"/>
            <a:ext cx="0" cy="2926080"/>
          </a:xfrm>
          <a:prstGeom prst="line">
            <a:avLst/>
          </a:prstGeom>
          <a:noFill/>
          <a:ln w="8890">
            <a:solidFill>
              <a:srgbClr val="DCE2E7">
                <a:alpha val="80000"/>
              </a:srgbClr>
            </a:solidFill>
            <a:prstDash val="solid"/>
          </a:ln>
        </p:spPr>
      </p:sp>
      <p:sp>
        <p:nvSpPr>
          <p:cNvPr id="26" name="Text 24"/>
          <p:cNvSpPr/>
          <p:nvPr/>
        </p:nvSpPr>
        <p:spPr>
          <a:xfrm>
            <a:off x="8211312" y="5138928"/>
            <a:ext cx="219456" cy="146304"/>
          </a:xfrm>
          <a:prstGeom prst="rect">
            <a:avLst/>
          </a:prstGeom>
          <a:noFill/>
          <a:ln/>
        </p:spPr>
        <p:txBody>
          <a:bodyPr wrap="square" lIns="0" tIns="0" rIns="0" bIns="0" rtlCol="0" anchor="ctr"/>
          <a:lstStyle/>
          <a:p>
            <a:pPr algn="ctr" indent="0" marL="0">
              <a:buNone/>
            </a:pPr>
            <a:r>
              <a:rPr lang="en-US" sz="900" dirty="0">
                <a:solidFill>
                  <a:srgbClr val="657782"/>
                </a:solidFill>
              </a:rPr>
              <a:t>10</a:t>
            </a:r>
            <a:endParaRPr lang="en-US" sz="900" dirty="0"/>
          </a:p>
        </p:txBody>
      </p:sp>
      <p:sp>
        <p:nvSpPr>
          <p:cNvPr id="27" name="Text 25"/>
          <p:cNvSpPr/>
          <p:nvPr/>
        </p:nvSpPr>
        <p:spPr>
          <a:xfrm>
            <a:off x="3369564" y="5404104"/>
            <a:ext cx="2423160" cy="164592"/>
          </a:xfrm>
          <a:prstGeom prst="rect">
            <a:avLst/>
          </a:prstGeom>
          <a:noFill/>
          <a:ln/>
        </p:spPr>
        <p:txBody>
          <a:bodyPr wrap="square" lIns="0" tIns="0" rIns="0" bIns="0" rtlCol="0" anchor="ctr"/>
          <a:lstStyle/>
          <a:p>
            <a:pPr algn="ctr" indent="0" marL="0">
              <a:buNone/>
            </a:pPr>
            <a:r>
              <a:rPr lang="en-US" sz="920" b="1" spc="70" kern="0" dirty="0">
                <a:solidFill>
                  <a:srgbClr val="657782"/>
                </a:solidFill>
              </a:rPr>
              <a:t>HOURS FROM GRADE CHANGE</a:t>
            </a:r>
            <a:endParaRPr lang="en-US" sz="920" dirty="0"/>
          </a:p>
        </p:txBody>
      </p:sp>
      <p:sp>
        <p:nvSpPr>
          <p:cNvPr id="28" name="Shape 26"/>
          <p:cNvSpPr/>
          <p:nvPr/>
        </p:nvSpPr>
        <p:spPr>
          <a:xfrm>
            <a:off x="841248" y="2262797"/>
            <a:ext cx="127407" cy="0"/>
          </a:xfrm>
          <a:prstGeom prst="line">
            <a:avLst/>
          </a:prstGeom>
          <a:noFill/>
          <a:ln w="15875">
            <a:solidFill>
              <a:srgbClr val="5C4DB7">
                <a:alpha val="76000"/>
              </a:srgbClr>
            </a:solidFill>
            <a:prstDash val="dash"/>
            <a:headEnd type="none"/>
            <a:tailEnd type="none"/>
          </a:ln>
        </p:spPr>
      </p:sp>
      <p:sp>
        <p:nvSpPr>
          <p:cNvPr id="29" name="Shape 27"/>
          <p:cNvSpPr/>
          <p:nvPr/>
        </p:nvSpPr>
        <p:spPr>
          <a:xfrm>
            <a:off x="965911" y="2235846"/>
            <a:ext cx="0" cy="29694"/>
          </a:xfrm>
          <a:prstGeom prst="line">
            <a:avLst/>
          </a:prstGeom>
          <a:noFill/>
          <a:ln w="15875">
            <a:solidFill>
              <a:srgbClr val="5C4DB7">
                <a:alpha val="76000"/>
              </a:srgbClr>
            </a:solidFill>
            <a:prstDash val="dash"/>
            <a:headEnd type="none"/>
            <a:tailEnd type="none"/>
          </a:ln>
        </p:spPr>
      </p:sp>
      <p:sp>
        <p:nvSpPr>
          <p:cNvPr id="30" name="Shape 28"/>
          <p:cNvSpPr/>
          <p:nvPr/>
        </p:nvSpPr>
        <p:spPr>
          <a:xfrm>
            <a:off x="965911" y="2238590"/>
            <a:ext cx="127406" cy="0"/>
          </a:xfrm>
          <a:prstGeom prst="line">
            <a:avLst/>
          </a:prstGeom>
          <a:noFill/>
          <a:ln w="15875">
            <a:solidFill>
              <a:srgbClr val="5C4DB7">
                <a:alpha val="76000"/>
              </a:srgbClr>
            </a:solidFill>
            <a:prstDash val="dash"/>
            <a:headEnd type="none"/>
            <a:tailEnd type="none"/>
          </a:ln>
        </p:spPr>
      </p:sp>
      <p:sp>
        <p:nvSpPr>
          <p:cNvPr id="31" name="Shape 29"/>
          <p:cNvSpPr/>
          <p:nvPr/>
        </p:nvSpPr>
        <p:spPr>
          <a:xfrm>
            <a:off x="1090574" y="2235846"/>
            <a:ext cx="0" cy="19031"/>
          </a:xfrm>
          <a:prstGeom prst="line">
            <a:avLst/>
          </a:prstGeom>
          <a:noFill/>
          <a:ln w="15875">
            <a:solidFill>
              <a:srgbClr val="5C4DB7">
                <a:alpha val="76000"/>
              </a:srgbClr>
            </a:solidFill>
            <a:prstDash val="dash"/>
            <a:headEnd type="none"/>
            <a:tailEnd type="none"/>
          </a:ln>
        </p:spPr>
      </p:sp>
      <p:sp>
        <p:nvSpPr>
          <p:cNvPr id="32" name="Shape 30"/>
          <p:cNvSpPr/>
          <p:nvPr/>
        </p:nvSpPr>
        <p:spPr>
          <a:xfrm>
            <a:off x="1090574" y="2252134"/>
            <a:ext cx="127407" cy="0"/>
          </a:xfrm>
          <a:prstGeom prst="line">
            <a:avLst/>
          </a:prstGeom>
          <a:noFill/>
          <a:ln w="15875">
            <a:solidFill>
              <a:srgbClr val="5C4DB7">
                <a:alpha val="76000"/>
              </a:srgbClr>
            </a:solidFill>
            <a:prstDash val="dash"/>
            <a:headEnd type="none"/>
            <a:tailEnd type="none"/>
          </a:ln>
        </p:spPr>
      </p:sp>
      <p:sp>
        <p:nvSpPr>
          <p:cNvPr id="33" name="Shape 31"/>
          <p:cNvSpPr/>
          <p:nvPr/>
        </p:nvSpPr>
        <p:spPr>
          <a:xfrm>
            <a:off x="1215238" y="2249391"/>
            <a:ext cx="0" cy="27002"/>
          </a:xfrm>
          <a:prstGeom prst="line">
            <a:avLst/>
          </a:prstGeom>
          <a:noFill/>
          <a:ln w="15875">
            <a:solidFill>
              <a:srgbClr val="5C4DB7">
                <a:alpha val="76000"/>
              </a:srgbClr>
            </a:solidFill>
            <a:prstDash val="dash"/>
            <a:headEnd type="none"/>
            <a:tailEnd type="none"/>
          </a:ln>
        </p:spPr>
      </p:sp>
      <p:sp>
        <p:nvSpPr>
          <p:cNvPr id="34" name="Shape 32"/>
          <p:cNvSpPr/>
          <p:nvPr/>
        </p:nvSpPr>
        <p:spPr>
          <a:xfrm>
            <a:off x="1215238" y="2273649"/>
            <a:ext cx="127407" cy="0"/>
          </a:xfrm>
          <a:prstGeom prst="line">
            <a:avLst/>
          </a:prstGeom>
          <a:noFill/>
          <a:ln w="15875">
            <a:solidFill>
              <a:srgbClr val="5C4DB7">
                <a:alpha val="76000"/>
              </a:srgbClr>
            </a:solidFill>
            <a:prstDash val="dash"/>
            <a:headEnd type="none"/>
            <a:tailEnd type="none"/>
          </a:ln>
        </p:spPr>
      </p:sp>
      <p:sp>
        <p:nvSpPr>
          <p:cNvPr id="35" name="Shape 33"/>
          <p:cNvSpPr/>
          <p:nvPr/>
        </p:nvSpPr>
        <p:spPr>
          <a:xfrm>
            <a:off x="1339901" y="2270906"/>
            <a:ext cx="0" cy="32698"/>
          </a:xfrm>
          <a:prstGeom prst="line">
            <a:avLst/>
          </a:prstGeom>
          <a:noFill/>
          <a:ln w="15875">
            <a:solidFill>
              <a:srgbClr val="5C4DB7">
                <a:alpha val="76000"/>
              </a:srgbClr>
            </a:solidFill>
            <a:prstDash val="dash"/>
            <a:headEnd type="none"/>
            <a:tailEnd type="none"/>
          </a:ln>
        </p:spPr>
      </p:sp>
      <p:sp>
        <p:nvSpPr>
          <p:cNvPr id="36" name="Shape 34"/>
          <p:cNvSpPr/>
          <p:nvPr/>
        </p:nvSpPr>
        <p:spPr>
          <a:xfrm>
            <a:off x="1339901" y="2300861"/>
            <a:ext cx="127406" cy="0"/>
          </a:xfrm>
          <a:prstGeom prst="line">
            <a:avLst/>
          </a:prstGeom>
          <a:noFill/>
          <a:ln w="15875">
            <a:solidFill>
              <a:srgbClr val="5C4DB7">
                <a:alpha val="76000"/>
              </a:srgbClr>
            </a:solidFill>
            <a:prstDash val="dash"/>
            <a:headEnd type="none"/>
            <a:tailEnd type="none"/>
          </a:ln>
        </p:spPr>
      </p:sp>
      <p:sp>
        <p:nvSpPr>
          <p:cNvPr id="37" name="Shape 35"/>
          <p:cNvSpPr/>
          <p:nvPr/>
        </p:nvSpPr>
        <p:spPr>
          <a:xfrm>
            <a:off x="1464564" y="2298118"/>
            <a:ext cx="0" cy="37914"/>
          </a:xfrm>
          <a:prstGeom prst="line">
            <a:avLst/>
          </a:prstGeom>
          <a:noFill/>
          <a:ln w="15875">
            <a:solidFill>
              <a:srgbClr val="5C4DB7">
                <a:alpha val="76000"/>
              </a:srgbClr>
            </a:solidFill>
            <a:prstDash val="dash"/>
            <a:headEnd type="none"/>
            <a:tailEnd type="none"/>
          </a:ln>
        </p:spPr>
      </p:sp>
      <p:sp>
        <p:nvSpPr>
          <p:cNvPr id="38" name="Shape 36"/>
          <p:cNvSpPr/>
          <p:nvPr/>
        </p:nvSpPr>
        <p:spPr>
          <a:xfrm>
            <a:off x="1464564" y="2333289"/>
            <a:ext cx="127407" cy="0"/>
          </a:xfrm>
          <a:prstGeom prst="line">
            <a:avLst/>
          </a:prstGeom>
          <a:noFill/>
          <a:ln w="15875">
            <a:solidFill>
              <a:srgbClr val="5C4DB7">
                <a:alpha val="76000"/>
              </a:srgbClr>
            </a:solidFill>
            <a:prstDash val="dash"/>
            <a:headEnd type="none"/>
            <a:tailEnd type="none"/>
          </a:ln>
        </p:spPr>
      </p:sp>
      <p:sp>
        <p:nvSpPr>
          <p:cNvPr id="39" name="Shape 37"/>
          <p:cNvSpPr/>
          <p:nvPr/>
        </p:nvSpPr>
        <p:spPr>
          <a:xfrm>
            <a:off x="1589227" y="2330546"/>
            <a:ext cx="0" cy="42714"/>
          </a:xfrm>
          <a:prstGeom prst="line">
            <a:avLst/>
          </a:prstGeom>
          <a:noFill/>
          <a:ln w="15875">
            <a:solidFill>
              <a:srgbClr val="5C4DB7">
                <a:alpha val="76000"/>
              </a:srgbClr>
            </a:solidFill>
            <a:prstDash val="dash"/>
            <a:headEnd type="none"/>
            <a:tailEnd type="none"/>
          </a:ln>
        </p:spPr>
      </p:sp>
      <p:sp>
        <p:nvSpPr>
          <p:cNvPr id="40" name="Shape 38"/>
          <p:cNvSpPr/>
          <p:nvPr/>
        </p:nvSpPr>
        <p:spPr>
          <a:xfrm>
            <a:off x="1589227" y="2370517"/>
            <a:ext cx="127407" cy="0"/>
          </a:xfrm>
          <a:prstGeom prst="line">
            <a:avLst/>
          </a:prstGeom>
          <a:noFill/>
          <a:ln w="15875">
            <a:solidFill>
              <a:srgbClr val="5C4DB7">
                <a:alpha val="76000"/>
              </a:srgbClr>
            </a:solidFill>
            <a:prstDash val="dash"/>
            <a:headEnd type="none"/>
            <a:tailEnd type="none"/>
          </a:ln>
        </p:spPr>
      </p:sp>
      <p:sp>
        <p:nvSpPr>
          <p:cNvPr id="41" name="Shape 39"/>
          <p:cNvSpPr/>
          <p:nvPr/>
        </p:nvSpPr>
        <p:spPr>
          <a:xfrm>
            <a:off x="1713891" y="2367774"/>
            <a:ext cx="0" cy="46722"/>
          </a:xfrm>
          <a:prstGeom prst="line">
            <a:avLst/>
          </a:prstGeom>
          <a:noFill/>
          <a:ln w="15875">
            <a:solidFill>
              <a:srgbClr val="5C4DB7">
                <a:alpha val="76000"/>
              </a:srgbClr>
            </a:solidFill>
            <a:prstDash val="dash"/>
            <a:headEnd type="none"/>
            <a:tailEnd type="none"/>
          </a:ln>
        </p:spPr>
      </p:sp>
      <p:sp>
        <p:nvSpPr>
          <p:cNvPr id="42" name="Shape 40"/>
          <p:cNvSpPr/>
          <p:nvPr/>
        </p:nvSpPr>
        <p:spPr>
          <a:xfrm>
            <a:off x="1713891" y="2411753"/>
            <a:ext cx="127406" cy="0"/>
          </a:xfrm>
          <a:prstGeom prst="line">
            <a:avLst/>
          </a:prstGeom>
          <a:noFill/>
          <a:ln w="15875">
            <a:solidFill>
              <a:srgbClr val="5C4DB7">
                <a:alpha val="76000"/>
              </a:srgbClr>
            </a:solidFill>
            <a:prstDash val="dash"/>
            <a:headEnd type="none"/>
            <a:tailEnd type="none"/>
          </a:ln>
        </p:spPr>
      </p:sp>
      <p:sp>
        <p:nvSpPr>
          <p:cNvPr id="43" name="Shape 41"/>
          <p:cNvSpPr/>
          <p:nvPr/>
        </p:nvSpPr>
        <p:spPr>
          <a:xfrm>
            <a:off x="1838553" y="2409010"/>
            <a:ext cx="0" cy="50607"/>
          </a:xfrm>
          <a:prstGeom prst="line">
            <a:avLst/>
          </a:prstGeom>
          <a:noFill/>
          <a:ln w="15875">
            <a:solidFill>
              <a:srgbClr val="5C4DB7">
                <a:alpha val="76000"/>
              </a:srgbClr>
            </a:solidFill>
            <a:prstDash val="dash"/>
            <a:headEnd type="none"/>
            <a:tailEnd type="none"/>
          </a:ln>
        </p:spPr>
      </p:sp>
      <p:sp>
        <p:nvSpPr>
          <p:cNvPr id="44" name="Shape 42"/>
          <p:cNvSpPr/>
          <p:nvPr/>
        </p:nvSpPr>
        <p:spPr>
          <a:xfrm>
            <a:off x="1838553" y="2456874"/>
            <a:ext cx="127407" cy="0"/>
          </a:xfrm>
          <a:prstGeom prst="line">
            <a:avLst/>
          </a:prstGeom>
          <a:noFill/>
          <a:ln w="15875">
            <a:solidFill>
              <a:srgbClr val="5C4DB7">
                <a:alpha val="76000"/>
              </a:srgbClr>
            </a:solidFill>
            <a:prstDash val="dash"/>
            <a:headEnd type="none"/>
            <a:tailEnd type="none"/>
          </a:ln>
        </p:spPr>
      </p:sp>
      <p:sp>
        <p:nvSpPr>
          <p:cNvPr id="45" name="Shape 43"/>
          <p:cNvSpPr/>
          <p:nvPr/>
        </p:nvSpPr>
        <p:spPr>
          <a:xfrm>
            <a:off x="1963217" y="2454131"/>
            <a:ext cx="0" cy="54492"/>
          </a:xfrm>
          <a:prstGeom prst="line">
            <a:avLst/>
          </a:prstGeom>
          <a:noFill/>
          <a:ln w="15875">
            <a:solidFill>
              <a:srgbClr val="5C4DB7">
                <a:alpha val="76000"/>
              </a:srgbClr>
            </a:solidFill>
            <a:prstDash val="dash"/>
            <a:headEnd type="none"/>
            <a:tailEnd type="none"/>
          </a:ln>
        </p:spPr>
      </p:sp>
      <p:sp>
        <p:nvSpPr>
          <p:cNvPr id="46" name="Shape 44"/>
          <p:cNvSpPr/>
          <p:nvPr/>
        </p:nvSpPr>
        <p:spPr>
          <a:xfrm>
            <a:off x="1963217" y="2505879"/>
            <a:ext cx="127407" cy="0"/>
          </a:xfrm>
          <a:prstGeom prst="line">
            <a:avLst/>
          </a:prstGeom>
          <a:noFill/>
          <a:ln w="15875">
            <a:solidFill>
              <a:srgbClr val="5C4DB7">
                <a:alpha val="76000"/>
              </a:srgbClr>
            </a:solidFill>
            <a:prstDash val="dash"/>
            <a:headEnd type="none"/>
            <a:tailEnd type="none"/>
          </a:ln>
        </p:spPr>
      </p:sp>
      <p:sp>
        <p:nvSpPr>
          <p:cNvPr id="47" name="Shape 45"/>
          <p:cNvSpPr/>
          <p:nvPr/>
        </p:nvSpPr>
        <p:spPr>
          <a:xfrm>
            <a:off x="2087880" y="2503136"/>
            <a:ext cx="0" cy="57942"/>
          </a:xfrm>
          <a:prstGeom prst="line">
            <a:avLst/>
          </a:prstGeom>
          <a:noFill/>
          <a:ln w="15875">
            <a:solidFill>
              <a:srgbClr val="5C4DB7">
                <a:alpha val="76000"/>
              </a:srgbClr>
            </a:solidFill>
            <a:prstDash val="dash"/>
            <a:headEnd type="none"/>
            <a:tailEnd type="none"/>
          </a:ln>
        </p:spPr>
      </p:sp>
      <p:sp>
        <p:nvSpPr>
          <p:cNvPr id="48" name="Shape 46"/>
          <p:cNvSpPr/>
          <p:nvPr/>
        </p:nvSpPr>
        <p:spPr>
          <a:xfrm>
            <a:off x="2087880" y="2558335"/>
            <a:ext cx="127406" cy="0"/>
          </a:xfrm>
          <a:prstGeom prst="line">
            <a:avLst/>
          </a:prstGeom>
          <a:noFill/>
          <a:ln w="15875">
            <a:solidFill>
              <a:srgbClr val="5C4DB7">
                <a:alpha val="76000"/>
              </a:srgbClr>
            </a:solidFill>
            <a:prstDash val="dash"/>
            <a:headEnd type="none"/>
            <a:tailEnd type="none"/>
          </a:ln>
        </p:spPr>
      </p:sp>
      <p:sp>
        <p:nvSpPr>
          <p:cNvPr id="49" name="Shape 47"/>
          <p:cNvSpPr/>
          <p:nvPr/>
        </p:nvSpPr>
        <p:spPr>
          <a:xfrm>
            <a:off x="2212543" y="2555592"/>
            <a:ext cx="0" cy="60366"/>
          </a:xfrm>
          <a:prstGeom prst="line">
            <a:avLst/>
          </a:prstGeom>
          <a:noFill/>
          <a:ln w="15875">
            <a:solidFill>
              <a:srgbClr val="5C4DB7">
                <a:alpha val="76000"/>
              </a:srgbClr>
            </a:solidFill>
            <a:prstDash val="dash"/>
            <a:headEnd type="none"/>
            <a:tailEnd type="none"/>
          </a:ln>
        </p:spPr>
      </p:sp>
      <p:sp>
        <p:nvSpPr>
          <p:cNvPr id="50" name="Shape 48"/>
          <p:cNvSpPr/>
          <p:nvPr/>
        </p:nvSpPr>
        <p:spPr>
          <a:xfrm>
            <a:off x="2212543" y="2613214"/>
            <a:ext cx="127407" cy="0"/>
          </a:xfrm>
          <a:prstGeom prst="line">
            <a:avLst/>
          </a:prstGeom>
          <a:noFill/>
          <a:ln w="15875">
            <a:solidFill>
              <a:srgbClr val="5C4DB7">
                <a:alpha val="76000"/>
              </a:srgbClr>
            </a:solidFill>
            <a:prstDash val="dash"/>
            <a:headEnd type="none"/>
            <a:tailEnd type="none"/>
          </a:ln>
        </p:spPr>
      </p:sp>
      <p:sp>
        <p:nvSpPr>
          <p:cNvPr id="51" name="Shape 49"/>
          <p:cNvSpPr/>
          <p:nvPr/>
        </p:nvSpPr>
        <p:spPr>
          <a:xfrm>
            <a:off x="2337206" y="2610471"/>
            <a:ext cx="0" cy="62212"/>
          </a:xfrm>
          <a:prstGeom prst="line">
            <a:avLst/>
          </a:prstGeom>
          <a:noFill/>
          <a:ln w="15875">
            <a:solidFill>
              <a:srgbClr val="5C4DB7">
                <a:alpha val="76000"/>
              </a:srgbClr>
            </a:solidFill>
            <a:prstDash val="dash"/>
            <a:headEnd type="none"/>
            <a:tailEnd type="none"/>
          </a:ln>
        </p:spPr>
      </p:sp>
      <p:sp>
        <p:nvSpPr>
          <p:cNvPr id="52" name="Shape 50"/>
          <p:cNvSpPr/>
          <p:nvPr/>
        </p:nvSpPr>
        <p:spPr>
          <a:xfrm>
            <a:off x="2337206" y="2669939"/>
            <a:ext cx="127407" cy="0"/>
          </a:xfrm>
          <a:prstGeom prst="line">
            <a:avLst/>
          </a:prstGeom>
          <a:noFill/>
          <a:ln w="15875">
            <a:solidFill>
              <a:srgbClr val="5C4DB7">
                <a:alpha val="76000"/>
              </a:srgbClr>
            </a:solidFill>
            <a:prstDash val="dash"/>
            <a:headEnd type="none"/>
            <a:tailEnd type="none"/>
          </a:ln>
        </p:spPr>
      </p:sp>
      <p:sp>
        <p:nvSpPr>
          <p:cNvPr id="53" name="Shape 51"/>
          <p:cNvSpPr/>
          <p:nvPr/>
        </p:nvSpPr>
        <p:spPr>
          <a:xfrm>
            <a:off x="2461870" y="2667196"/>
            <a:ext cx="0" cy="64212"/>
          </a:xfrm>
          <a:prstGeom prst="line">
            <a:avLst/>
          </a:prstGeom>
          <a:noFill/>
          <a:ln w="15875">
            <a:solidFill>
              <a:srgbClr val="5C4DB7">
                <a:alpha val="76000"/>
              </a:srgbClr>
            </a:solidFill>
            <a:prstDash val="dash"/>
            <a:headEnd type="none"/>
            <a:tailEnd type="none"/>
          </a:ln>
        </p:spPr>
      </p:sp>
      <p:sp>
        <p:nvSpPr>
          <p:cNvPr id="54" name="Shape 52"/>
          <p:cNvSpPr/>
          <p:nvPr/>
        </p:nvSpPr>
        <p:spPr>
          <a:xfrm>
            <a:off x="2461870" y="2728665"/>
            <a:ext cx="127406" cy="0"/>
          </a:xfrm>
          <a:prstGeom prst="line">
            <a:avLst/>
          </a:prstGeom>
          <a:noFill/>
          <a:ln w="15875">
            <a:solidFill>
              <a:srgbClr val="5C4DB7">
                <a:alpha val="76000"/>
              </a:srgbClr>
            </a:solidFill>
            <a:prstDash val="dash"/>
            <a:headEnd type="none"/>
            <a:tailEnd type="none"/>
          </a:ln>
        </p:spPr>
      </p:sp>
      <p:sp>
        <p:nvSpPr>
          <p:cNvPr id="55" name="Shape 53"/>
          <p:cNvSpPr/>
          <p:nvPr/>
        </p:nvSpPr>
        <p:spPr>
          <a:xfrm>
            <a:off x="2586533" y="2725922"/>
            <a:ext cx="0" cy="64040"/>
          </a:xfrm>
          <a:prstGeom prst="line">
            <a:avLst/>
          </a:prstGeom>
          <a:noFill/>
          <a:ln w="15875">
            <a:solidFill>
              <a:srgbClr val="5C4DB7">
                <a:alpha val="76000"/>
              </a:srgbClr>
            </a:solidFill>
            <a:prstDash val="dash"/>
            <a:headEnd type="none"/>
            <a:tailEnd type="none"/>
          </a:ln>
        </p:spPr>
      </p:sp>
      <p:sp>
        <p:nvSpPr>
          <p:cNvPr id="56" name="Shape 54"/>
          <p:cNvSpPr/>
          <p:nvPr/>
        </p:nvSpPr>
        <p:spPr>
          <a:xfrm>
            <a:off x="2586533" y="2787219"/>
            <a:ext cx="127407" cy="0"/>
          </a:xfrm>
          <a:prstGeom prst="line">
            <a:avLst/>
          </a:prstGeom>
          <a:noFill/>
          <a:ln w="15875">
            <a:solidFill>
              <a:srgbClr val="5C4DB7">
                <a:alpha val="76000"/>
              </a:srgbClr>
            </a:solidFill>
            <a:prstDash val="dash"/>
            <a:headEnd type="none"/>
            <a:tailEnd type="none"/>
          </a:ln>
        </p:spPr>
      </p:sp>
      <p:sp>
        <p:nvSpPr>
          <p:cNvPr id="57" name="Shape 55"/>
          <p:cNvSpPr/>
          <p:nvPr/>
        </p:nvSpPr>
        <p:spPr>
          <a:xfrm>
            <a:off x="2711196" y="2784476"/>
            <a:ext cx="0" cy="64398"/>
          </a:xfrm>
          <a:prstGeom prst="line">
            <a:avLst/>
          </a:prstGeom>
          <a:noFill/>
          <a:ln w="15875">
            <a:solidFill>
              <a:srgbClr val="5C4DB7">
                <a:alpha val="76000"/>
              </a:srgbClr>
            </a:solidFill>
            <a:prstDash val="dash"/>
            <a:headEnd type="none"/>
            <a:tailEnd type="none"/>
          </a:ln>
        </p:spPr>
      </p:sp>
      <p:sp>
        <p:nvSpPr>
          <p:cNvPr id="58" name="Shape 56"/>
          <p:cNvSpPr/>
          <p:nvPr/>
        </p:nvSpPr>
        <p:spPr>
          <a:xfrm>
            <a:off x="2711196" y="2846131"/>
            <a:ext cx="127407" cy="0"/>
          </a:xfrm>
          <a:prstGeom prst="line">
            <a:avLst/>
          </a:prstGeom>
          <a:noFill/>
          <a:ln w="15875">
            <a:solidFill>
              <a:srgbClr val="5C4DB7">
                <a:alpha val="76000"/>
              </a:srgbClr>
            </a:solidFill>
            <a:prstDash val="dash"/>
            <a:headEnd type="none"/>
            <a:tailEnd type="none"/>
          </a:ln>
        </p:spPr>
      </p:sp>
      <p:sp>
        <p:nvSpPr>
          <p:cNvPr id="59" name="Shape 57"/>
          <p:cNvSpPr/>
          <p:nvPr/>
        </p:nvSpPr>
        <p:spPr>
          <a:xfrm>
            <a:off x="2835859" y="2843388"/>
            <a:ext cx="0" cy="64249"/>
          </a:xfrm>
          <a:prstGeom prst="line">
            <a:avLst/>
          </a:prstGeom>
          <a:noFill/>
          <a:ln w="15875">
            <a:solidFill>
              <a:srgbClr val="5C4DB7">
                <a:alpha val="76000"/>
              </a:srgbClr>
            </a:solidFill>
            <a:prstDash val="dash"/>
            <a:headEnd type="none"/>
            <a:tailEnd type="none"/>
          </a:ln>
        </p:spPr>
      </p:sp>
      <p:sp>
        <p:nvSpPr>
          <p:cNvPr id="60" name="Shape 58"/>
          <p:cNvSpPr/>
          <p:nvPr/>
        </p:nvSpPr>
        <p:spPr>
          <a:xfrm>
            <a:off x="2835859" y="2904893"/>
            <a:ext cx="127406" cy="0"/>
          </a:xfrm>
          <a:prstGeom prst="line">
            <a:avLst/>
          </a:prstGeom>
          <a:noFill/>
          <a:ln w="15875">
            <a:solidFill>
              <a:srgbClr val="5C4DB7">
                <a:alpha val="76000"/>
              </a:srgbClr>
            </a:solidFill>
            <a:prstDash val="dash"/>
            <a:headEnd type="none"/>
            <a:tailEnd type="none"/>
          </a:ln>
        </p:spPr>
      </p:sp>
      <p:sp>
        <p:nvSpPr>
          <p:cNvPr id="61" name="Shape 59"/>
          <p:cNvSpPr/>
          <p:nvPr/>
        </p:nvSpPr>
        <p:spPr>
          <a:xfrm>
            <a:off x="2960522" y="2902150"/>
            <a:ext cx="0" cy="64279"/>
          </a:xfrm>
          <a:prstGeom prst="line">
            <a:avLst/>
          </a:prstGeom>
          <a:noFill/>
          <a:ln w="15875">
            <a:solidFill>
              <a:srgbClr val="5C4DB7">
                <a:alpha val="76000"/>
              </a:srgbClr>
            </a:solidFill>
            <a:prstDash val="dash"/>
            <a:headEnd type="none"/>
            <a:tailEnd type="none"/>
          </a:ln>
        </p:spPr>
      </p:sp>
      <p:sp>
        <p:nvSpPr>
          <p:cNvPr id="62" name="Shape 60"/>
          <p:cNvSpPr/>
          <p:nvPr/>
        </p:nvSpPr>
        <p:spPr>
          <a:xfrm>
            <a:off x="2960522" y="2963686"/>
            <a:ext cx="127407" cy="0"/>
          </a:xfrm>
          <a:prstGeom prst="line">
            <a:avLst/>
          </a:prstGeom>
          <a:noFill/>
          <a:ln w="15875">
            <a:solidFill>
              <a:srgbClr val="5C4DB7">
                <a:alpha val="76000"/>
              </a:srgbClr>
            </a:solidFill>
            <a:prstDash val="dash"/>
            <a:headEnd type="none"/>
            <a:tailEnd type="none"/>
          </a:ln>
        </p:spPr>
      </p:sp>
      <p:sp>
        <p:nvSpPr>
          <p:cNvPr id="63" name="Shape 61"/>
          <p:cNvSpPr/>
          <p:nvPr/>
        </p:nvSpPr>
        <p:spPr>
          <a:xfrm>
            <a:off x="3085186" y="2960943"/>
            <a:ext cx="0" cy="64524"/>
          </a:xfrm>
          <a:prstGeom prst="line">
            <a:avLst/>
          </a:prstGeom>
          <a:noFill/>
          <a:ln w="15875">
            <a:solidFill>
              <a:srgbClr val="5C4DB7">
                <a:alpha val="76000"/>
              </a:srgbClr>
            </a:solidFill>
            <a:prstDash val="dash"/>
            <a:headEnd type="none"/>
            <a:tailEnd type="none"/>
          </a:ln>
        </p:spPr>
      </p:sp>
      <p:sp>
        <p:nvSpPr>
          <p:cNvPr id="64" name="Shape 62"/>
          <p:cNvSpPr/>
          <p:nvPr/>
        </p:nvSpPr>
        <p:spPr>
          <a:xfrm>
            <a:off x="3085186" y="3022724"/>
            <a:ext cx="127407" cy="0"/>
          </a:xfrm>
          <a:prstGeom prst="line">
            <a:avLst/>
          </a:prstGeom>
          <a:noFill/>
          <a:ln w="15875">
            <a:solidFill>
              <a:srgbClr val="5C4DB7">
                <a:alpha val="76000"/>
              </a:srgbClr>
            </a:solidFill>
            <a:prstDash val="dash"/>
            <a:headEnd type="none"/>
            <a:tailEnd type="none"/>
          </a:ln>
        </p:spPr>
      </p:sp>
      <p:sp>
        <p:nvSpPr>
          <p:cNvPr id="65" name="Shape 63"/>
          <p:cNvSpPr/>
          <p:nvPr/>
        </p:nvSpPr>
        <p:spPr>
          <a:xfrm>
            <a:off x="3209849" y="3019981"/>
            <a:ext cx="0" cy="64766"/>
          </a:xfrm>
          <a:prstGeom prst="line">
            <a:avLst/>
          </a:prstGeom>
          <a:noFill/>
          <a:ln w="15875">
            <a:solidFill>
              <a:srgbClr val="5C4DB7">
                <a:alpha val="76000"/>
              </a:srgbClr>
            </a:solidFill>
            <a:prstDash val="dash"/>
            <a:headEnd type="none"/>
            <a:tailEnd type="none"/>
          </a:ln>
        </p:spPr>
      </p:sp>
      <p:sp>
        <p:nvSpPr>
          <p:cNvPr id="66" name="Shape 64"/>
          <p:cNvSpPr/>
          <p:nvPr/>
        </p:nvSpPr>
        <p:spPr>
          <a:xfrm>
            <a:off x="3209849" y="3082003"/>
            <a:ext cx="127406" cy="0"/>
          </a:xfrm>
          <a:prstGeom prst="line">
            <a:avLst/>
          </a:prstGeom>
          <a:noFill/>
          <a:ln w="15875">
            <a:solidFill>
              <a:srgbClr val="5C4DB7">
                <a:alpha val="76000"/>
              </a:srgbClr>
            </a:solidFill>
            <a:prstDash val="dash"/>
            <a:headEnd type="none"/>
            <a:tailEnd type="none"/>
          </a:ln>
        </p:spPr>
      </p:sp>
      <p:sp>
        <p:nvSpPr>
          <p:cNvPr id="67" name="Shape 65"/>
          <p:cNvSpPr/>
          <p:nvPr/>
        </p:nvSpPr>
        <p:spPr>
          <a:xfrm>
            <a:off x="3334512" y="3079260"/>
            <a:ext cx="0" cy="64988"/>
          </a:xfrm>
          <a:prstGeom prst="line">
            <a:avLst/>
          </a:prstGeom>
          <a:noFill/>
          <a:ln w="15875">
            <a:solidFill>
              <a:srgbClr val="5C4DB7">
                <a:alpha val="76000"/>
              </a:srgbClr>
            </a:solidFill>
            <a:prstDash val="dash"/>
            <a:headEnd type="none"/>
            <a:tailEnd type="none"/>
          </a:ln>
        </p:spPr>
      </p:sp>
      <p:sp>
        <p:nvSpPr>
          <p:cNvPr id="68" name="Shape 66"/>
          <p:cNvSpPr/>
          <p:nvPr/>
        </p:nvSpPr>
        <p:spPr>
          <a:xfrm>
            <a:off x="3334512" y="3141504"/>
            <a:ext cx="127407" cy="0"/>
          </a:xfrm>
          <a:prstGeom prst="line">
            <a:avLst/>
          </a:prstGeom>
          <a:noFill/>
          <a:ln w="15875">
            <a:solidFill>
              <a:srgbClr val="5C4DB7">
                <a:alpha val="76000"/>
              </a:srgbClr>
            </a:solidFill>
            <a:prstDash val="dash"/>
            <a:headEnd type="none"/>
            <a:tailEnd type="none"/>
          </a:ln>
        </p:spPr>
      </p:sp>
      <p:sp>
        <p:nvSpPr>
          <p:cNvPr id="69" name="Shape 67"/>
          <p:cNvSpPr/>
          <p:nvPr/>
        </p:nvSpPr>
        <p:spPr>
          <a:xfrm>
            <a:off x="3459175" y="3138761"/>
            <a:ext cx="0" cy="65271"/>
          </a:xfrm>
          <a:prstGeom prst="line">
            <a:avLst/>
          </a:prstGeom>
          <a:noFill/>
          <a:ln w="15875">
            <a:solidFill>
              <a:srgbClr val="5C4DB7">
                <a:alpha val="76000"/>
              </a:srgbClr>
            </a:solidFill>
            <a:prstDash val="dash"/>
            <a:headEnd type="none"/>
            <a:tailEnd type="none"/>
          </a:ln>
        </p:spPr>
      </p:sp>
      <p:sp>
        <p:nvSpPr>
          <p:cNvPr id="70" name="Shape 68"/>
          <p:cNvSpPr/>
          <p:nvPr/>
        </p:nvSpPr>
        <p:spPr>
          <a:xfrm>
            <a:off x="3459175" y="3201289"/>
            <a:ext cx="127407" cy="0"/>
          </a:xfrm>
          <a:prstGeom prst="line">
            <a:avLst/>
          </a:prstGeom>
          <a:noFill/>
          <a:ln w="15875">
            <a:solidFill>
              <a:srgbClr val="5C4DB7">
                <a:alpha val="76000"/>
              </a:srgbClr>
            </a:solidFill>
            <a:prstDash val="dash"/>
            <a:headEnd type="none"/>
            <a:tailEnd type="none"/>
          </a:ln>
        </p:spPr>
      </p:sp>
      <p:sp>
        <p:nvSpPr>
          <p:cNvPr id="71" name="Shape 69"/>
          <p:cNvSpPr/>
          <p:nvPr/>
        </p:nvSpPr>
        <p:spPr>
          <a:xfrm>
            <a:off x="3583839" y="3198546"/>
            <a:ext cx="0" cy="65196"/>
          </a:xfrm>
          <a:prstGeom prst="line">
            <a:avLst/>
          </a:prstGeom>
          <a:noFill/>
          <a:ln w="15875">
            <a:solidFill>
              <a:srgbClr val="5C4DB7">
                <a:alpha val="76000"/>
              </a:srgbClr>
            </a:solidFill>
            <a:prstDash val="dash"/>
            <a:headEnd type="none"/>
            <a:tailEnd type="none"/>
          </a:ln>
        </p:spPr>
      </p:sp>
      <p:sp>
        <p:nvSpPr>
          <p:cNvPr id="72" name="Shape 70"/>
          <p:cNvSpPr/>
          <p:nvPr/>
        </p:nvSpPr>
        <p:spPr>
          <a:xfrm>
            <a:off x="3583839" y="3260999"/>
            <a:ext cx="127406" cy="0"/>
          </a:xfrm>
          <a:prstGeom prst="line">
            <a:avLst/>
          </a:prstGeom>
          <a:noFill/>
          <a:ln w="15875">
            <a:solidFill>
              <a:srgbClr val="5C4DB7">
                <a:alpha val="76000"/>
              </a:srgbClr>
            </a:solidFill>
            <a:prstDash val="dash"/>
            <a:headEnd type="none"/>
            <a:tailEnd type="none"/>
          </a:ln>
        </p:spPr>
      </p:sp>
      <p:sp>
        <p:nvSpPr>
          <p:cNvPr id="73" name="Shape 71"/>
          <p:cNvSpPr/>
          <p:nvPr/>
        </p:nvSpPr>
        <p:spPr>
          <a:xfrm>
            <a:off x="3708501" y="3258256"/>
            <a:ext cx="0" cy="64890"/>
          </a:xfrm>
          <a:prstGeom prst="line">
            <a:avLst/>
          </a:prstGeom>
          <a:noFill/>
          <a:ln w="15875">
            <a:solidFill>
              <a:srgbClr val="5C4DB7">
                <a:alpha val="76000"/>
              </a:srgbClr>
            </a:solidFill>
            <a:prstDash val="dash"/>
            <a:headEnd type="none"/>
            <a:tailEnd type="none"/>
          </a:ln>
        </p:spPr>
      </p:sp>
      <p:sp>
        <p:nvSpPr>
          <p:cNvPr id="74" name="Shape 72"/>
          <p:cNvSpPr/>
          <p:nvPr/>
        </p:nvSpPr>
        <p:spPr>
          <a:xfrm>
            <a:off x="3708501" y="3320403"/>
            <a:ext cx="127407" cy="0"/>
          </a:xfrm>
          <a:prstGeom prst="line">
            <a:avLst/>
          </a:prstGeom>
          <a:noFill/>
          <a:ln w="15875">
            <a:solidFill>
              <a:srgbClr val="5C4DB7">
                <a:alpha val="76000"/>
              </a:srgbClr>
            </a:solidFill>
            <a:prstDash val="dash"/>
            <a:headEnd type="none"/>
            <a:tailEnd type="none"/>
          </a:ln>
        </p:spPr>
      </p:sp>
      <p:sp>
        <p:nvSpPr>
          <p:cNvPr id="75" name="Shape 73"/>
          <p:cNvSpPr/>
          <p:nvPr/>
        </p:nvSpPr>
        <p:spPr>
          <a:xfrm>
            <a:off x="3833165" y="3317660"/>
            <a:ext cx="0" cy="64435"/>
          </a:xfrm>
          <a:prstGeom prst="line">
            <a:avLst/>
          </a:prstGeom>
          <a:noFill/>
          <a:ln w="15875">
            <a:solidFill>
              <a:srgbClr val="5C4DB7">
                <a:alpha val="76000"/>
              </a:srgbClr>
            </a:solidFill>
            <a:prstDash val="dash"/>
            <a:headEnd type="none"/>
            <a:tailEnd type="none"/>
          </a:ln>
        </p:spPr>
      </p:sp>
      <p:sp>
        <p:nvSpPr>
          <p:cNvPr id="76" name="Shape 74"/>
          <p:cNvSpPr/>
          <p:nvPr/>
        </p:nvSpPr>
        <p:spPr>
          <a:xfrm>
            <a:off x="3833165" y="3379352"/>
            <a:ext cx="127407" cy="0"/>
          </a:xfrm>
          <a:prstGeom prst="line">
            <a:avLst/>
          </a:prstGeom>
          <a:noFill/>
          <a:ln w="15875">
            <a:solidFill>
              <a:srgbClr val="5C4DB7">
                <a:alpha val="76000"/>
              </a:srgbClr>
            </a:solidFill>
            <a:prstDash val="dash"/>
            <a:headEnd type="none"/>
            <a:tailEnd type="none"/>
          </a:ln>
        </p:spPr>
      </p:sp>
      <p:sp>
        <p:nvSpPr>
          <p:cNvPr id="77" name="Shape 75"/>
          <p:cNvSpPr/>
          <p:nvPr/>
        </p:nvSpPr>
        <p:spPr>
          <a:xfrm>
            <a:off x="3957828" y="3376608"/>
            <a:ext cx="0" cy="58741"/>
          </a:xfrm>
          <a:prstGeom prst="line">
            <a:avLst/>
          </a:prstGeom>
          <a:noFill/>
          <a:ln w="15875">
            <a:solidFill>
              <a:srgbClr val="5C4DB7">
                <a:alpha val="76000"/>
              </a:srgbClr>
            </a:solidFill>
            <a:prstDash val="dash"/>
            <a:headEnd type="none"/>
            <a:tailEnd type="none"/>
          </a:ln>
        </p:spPr>
      </p:sp>
      <p:sp>
        <p:nvSpPr>
          <p:cNvPr id="78" name="Shape 76"/>
          <p:cNvSpPr/>
          <p:nvPr/>
        </p:nvSpPr>
        <p:spPr>
          <a:xfrm>
            <a:off x="3957828" y="3432606"/>
            <a:ext cx="127406" cy="0"/>
          </a:xfrm>
          <a:prstGeom prst="line">
            <a:avLst/>
          </a:prstGeom>
          <a:noFill/>
          <a:ln w="15875">
            <a:solidFill>
              <a:srgbClr val="5C4DB7">
                <a:alpha val="76000"/>
              </a:srgbClr>
            </a:solidFill>
            <a:prstDash val="dash"/>
            <a:headEnd type="none"/>
            <a:tailEnd type="none"/>
          </a:ln>
        </p:spPr>
      </p:sp>
      <p:sp>
        <p:nvSpPr>
          <p:cNvPr id="79" name="Shape 77"/>
          <p:cNvSpPr/>
          <p:nvPr/>
        </p:nvSpPr>
        <p:spPr>
          <a:xfrm>
            <a:off x="4082491" y="3429863"/>
            <a:ext cx="0" cy="64009"/>
          </a:xfrm>
          <a:prstGeom prst="line">
            <a:avLst/>
          </a:prstGeom>
          <a:noFill/>
          <a:ln w="15875">
            <a:solidFill>
              <a:srgbClr val="5C4DB7">
                <a:alpha val="76000"/>
              </a:srgbClr>
            </a:solidFill>
            <a:prstDash val="dash"/>
            <a:headEnd type="none"/>
            <a:tailEnd type="none"/>
          </a:ln>
        </p:spPr>
      </p:sp>
      <p:sp>
        <p:nvSpPr>
          <p:cNvPr id="80" name="Shape 78"/>
          <p:cNvSpPr/>
          <p:nvPr/>
        </p:nvSpPr>
        <p:spPr>
          <a:xfrm>
            <a:off x="4082491" y="3491129"/>
            <a:ext cx="127407" cy="0"/>
          </a:xfrm>
          <a:prstGeom prst="line">
            <a:avLst/>
          </a:prstGeom>
          <a:noFill/>
          <a:ln w="15875">
            <a:solidFill>
              <a:srgbClr val="5C4DB7">
                <a:alpha val="76000"/>
              </a:srgbClr>
            </a:solidFill>
            <a:prstDash val="dash"/>
            <a:headEnd type="none"/>
            <a:tailEnd type="none"/>
          </a:ln>
        </p:spPr>
      </p:sp>
      <p:sp>
        <p:nvSpPr>
          <p:cNvPr id="81" name="Shape 79"/>
          <p:cNvSpPr/>
          <p:nvPr/>
        </p:nvSpPr>
        <p:spPr>
          <a:xfrm>
            <a:off x="4207154" y="3488386"/>
            <a:ext cx="0" cy="63994"/>
          </a:xfrm>
          <a:prstGeom prst="line">
            <a:avLst/>
          </a:prstGeom>
          <a:noFill/>
          <a:ln w="15875">
            <a:solidFill>
              <a:srgbClr val="5C4DB7">
                <a:alpha val="76000"/>
              </a:srgbClr>
            </a:solidFill>
            <a:prstDash val="dash"/>
            <a:headEnd type="none"/>
            <a:tailEnd type="none"/>
          </a:ln>
        </p:spPr>
      </p:sp>
      <p:sp>
        <p:nvSpPr>
          <p:cNvPr id="82" name="Shape 80"/>
          <p:cNvSpPr/>
          <p:nvPr/>
        </p:nvSpPr>
        <p:spPr>
          <a:xfrm>
            <a:off x="4207154" y="3549636"/>
            <a:ext cx="127407" cy="0"/>
          </a:xfrm>
          <a:prstGeom prst="line">
            <a:avLst/>
          </a:prstGeom>
          <a:noFill/>
          <a:ln w="15875">
            <a:solidFill>
              <a:srgbClr val="5C4DB7">
                <a:alpha val="76000"/>
              </a:srgbClr>
            </a:solidFill>
            <a:prstDash val="dash"/>
            <a:headEnd type="none"/>
            <a:tailEnd type="none"/>
          </a:ln>
        </p:spPr>
      </p:sp>
      <p:sp>
        <p:nvSpPr>
          <p:cNvPr id="83" name="Shape 81"/>
          <p:cNvSpPr/>
          <p:nvPr/>
        </p:nvSpPr>
        <p:spPr>
          <a:xfrm>
            <a:off x="4331818" y="3546893"/>
            <a:ext cx="0" cy="63650"/>
          </a:xfrm>
          <a:prstGeom prst="line">
            <a:avLst/>
          </a:prstGeom>
          <a:noFill/>
          <a:ln w="15875">
            <a:solidFill>
              <a:srgbClr val="5C4DB7">
                <a:alpha val="76000"/>
              </a:srgbClr>
            </a:solidFill>
            <a:prstDash val="dash"/>
            <a:headEnd type="none"/>
            <a:tailEnd type="none"/>
          </a:ln>
        </p:spPr>
      </p:sp>
      <p:sp>
        <p:nvSpPr>
          <p:cNvPr id="84" name="Shape 82"/>
          <p:cNvSpPr/>
          <p:nvPr/>
        </p:nvSpPr>
        <p:spPr>
          <a:xfrm>
            <a:off x="4331818" y="3607800"/>
            <a:ext cx="127406" cy="0"/>
          </a:xfrm>
          <a:prstGeom prst="line">
            <a:avLst/>
          </a:prstGeom>
          <a:noFill/>
          <a:ln w="15875">
            <a:solidFill>
              <a:srgbClr val="5C4DB7">
                <a:alpha val="76000"/>
              </a:srgbClr>
            </a:solidFill>
            <a:prstDash val="dash"/>
            <a:headEnd type="none"/>
            <a:tailEnd type="none"/>
          </a:ln>
        </p:spPr>
      </p:sp>
      <p:sp>
        <p:nvSpPr>
          <p:cNvPr id="85" name="Shape 83"/>
          <p:cNvSpPr/>
          <p:nvPr/>
        </p:nvSpPr>
        <p:spPr>
          <a:xfrm>
            <a:off x="4456481" y="3605057"/>
            <a:ext cx="0" cy="63432"/>
          </a:xfrm>
          <a:prstGeom prst="line">
            <a:avLst/>
          </a:prstGeom>
          <a:noFill/>
          <a:ln w="15875">
            <a:solidFill>
              <a:srgbClr val="5C4DB7">
                <a:alpha val="76000"/>
              </a:srgbClr>
            </a:solidFill>
            <a:prstDash val="dash"/>
            <a:headEnd type="none"/>
            <a:tailEnd type="none"/>
          </a:ln>
        </p:spPr>
      </p:sp>
      <p:sp>
        <p:nvSpPr>
          <p:cNvPr id="86" name="Shape 84"/>
          <p:cNvSpPr/>
          <p:nvPr/>
        </p:nvSpPr>
        <p:spPr>
          <a:xfrm>
            <a:off x="4456481" y="3665745"/>
            <a:ext cx="127407" cy="0"/>
          </a:xfrm>
          <a:prstGeom prst="line">
            <a:avLst/>
          </a:prstGeom>
          <a:noFill/>
          <a:ln w="15875">
            <a:solidFill>
              <a:srgbClr val="5C4DB7">
                <a:alpha val="76000"/>
              </a:srgbClr>
            </a:solidFill>
            <a:prstDash val="dash"/>
            <a:headEnd type="none"/>
            <a:tailEnd type="none"/>
          </a:ln>
        </p:spPr>
      </p:sp>
      <p:sp>
        <p:nvSpPr>
          <p:cNvPr id="87" name="Shape 85"/>
          <p:cNvSpPr/>
          <p:nvPr/>
        </p:nvSpPr>
        <p:spPr>
          <a:xfrm>
            <a:off x="4581144" y="3663002"/>
            <a:ext cx="0" cy="62794"/>
          </a:xfrm>
          <a:prstGeom prst="line">
            <a:avLst/>
          </a:prstGeom>
          <a:noFill/>
          <a:ln w="15875">
            <a:solidFill>
              <a:srgbClr val="5C4DB7">
                <a:alpha val="76000"/>
              </a:srgbClr>
            </a:solidFill>
            <a:prstDash val="dash"/>
            <a:headEnd type="none"/>
            <a:tailEnd type="none"/>
          </a:ln>
        </p:spPr>
      </p:sp>
      <p:sp>
        <p:nvSpPr>
          <p:cNvPr id="88" name="Shape 86"/>
          <p:cNvSpPr/>
          <p:nvPr/>
        </p:nvSpPr>
        <p:spPr>
          <a:xfrm>
            <a:off x="4581144" y="3723053"/>
            <a:ext cx="127407" cy="0"/>
          </a:xfrm>
          <a:prstGeom prst="line">
            <a:avLst/>
          </a:prstGeom>
          <a:noFill/>
          <a:ln w="15875">
            <a:solidFill>
              <a:srgbClr val="5C4DB7">
                <a:alpha val="76000"/>
              </a:srgbClr>
            </a:solidFill>
            <a:prstDash val="dash"/>
            <a:headEnd type="none"/>
            <a:tailEnd type="none"/>
          </a:ln>
        </p:spPr>
      </p:sp>
      <p:sp>
        <p:nvSpPr>
          <p:cNvPr id="89" name="Shape 87"/>
          <p:cNvSpPr/>
          <p:nvPr/>
        </p:nvSpPr>
        <p:spPr>
          <a:xfrm>
            <a:off x="4705807" y="3720310"/>
            <a:ext cx="0" cy="61710"/>
          </a:xfrm>
          <a:prstGeom prst="line">
            <a:avLst/>
          </a:prstGeom>
          <a:noFill/>
          <a:ln w="15875">
            <a:solidFill>
              <a:srgbClr val="5C4DB7">
                <a:alpha val="76000"/>
              </a:srgbClr>
            </a:solidFill>
            <a:prstDash val="dash"/>
            <a:headEnd type="none"/>
            <a:tailEnd type="none"/>
          </a:ln>
        </p:spPr>
      </p:sp>
      <p:sp>
        <p:nvSpPr>
          <p:cNvPr id="90" name="Shape 88"/>
          <p:cNvSpPr/>
          <p:nvPr/>
        </p:nvSpPr>
        <p:spPr>
          <a:xfrm>
            <a:off x="4705807" y="3779277"/>
            <a:ext cx="127406" cy="0"/>
          </a:xfrm>
          <a:prstGeom prst="line">
            <a:avLst/>
          </a:prstGeom>
          <a:noFill/>
          <a:ln w="15875">
            <a:solidFill>
              <a:srgbClr val="5C4DB7">
                <a:alpha val="76000"/>
              </a:srgbClr>
            </a:solidFill>
            <a:prstDash val="dash"/>
            <a:headEnd type="none"/>
            <a:tailEnd type="none"/>
          </a:ln>
        </p:spPr>
      </p:sp>
      <p:sp>
        <p:nvSpPr>
          <p:cNvPr id="91" name="Shape 89"/>
          <p:cNvSpPr/>
          <p:nvPr/>
        </p:nvSpPr>
        <p:spPr>
          <a:xfrm>
            <a:off x="4830470" y="3776534"/>
            <a:ext cx="0" cy="60141"/>
          </a:xfrm>
          <a:prstGeom prst="line">
            <a:avLst/>
          </a:prstGeom>
          <a:noFill/>
          <a:ln w="15875">
            <a:solidFill>
              <a:srgbClr val="5C4DB7">
                <a:alpha val="76000"/>
              </a:srgbClr>
            </a:solidFill>
            <a:prstDash val="dash"/>
            <a:headEnd type="none"/>
            <a:tailEnd type="none"/>
          </a:ln>
        </p:spPr>
      </p:sp>
      <p:sp>
        <p:nvSpPr>
          <p:cNvPr id="92" name="Shape 90"/>
          <p:cNvSpPr/>
          <p:nvPr/>
        </p:nvSpPr>
        <p:spPr>
          <a:xfrm>
            <a:off x="4830470" y="3833931"/>
            <a:ext cx="127407" cy="0"/>
          </a:xfrm>
          <a:prstGeom prst="line">
            <a:avLst/>
          </a:prstGeom>
          <a:noFill/>
          <a:ln w="15875">
            <a:solidFill>
              <a:srgbClr val="5C4DB7">
                <a:alpha val="76000"/>
              </a:srgbClr>
            </a:solidFill>
            <a:prstDash val="dash"/>
            <a:headEnd type="none"/>
            <a:tailEnd type="none"/>
          </a:ln>
        </p:spPr>
      </p:sp>
      <p:sp>
        <p:nvSpPr>
          <p:cNvPr id="93" name="Shape 91"/>
          <p:cNvSpPr/>
          <p:nvPr/>
        </p:nvSpPr>
        <p:spPr>
          <a:xfrm>
            <a:off x="4955134" y="3831188"/>
            <a:ext cx="0" cy="58658"/>
          </a:xfrm>
          <a:prstGeom prst="line">
            <a:avLst/>
          </a:prstGeom>
          <a:noFill/>
          <a:ln w="15875">
            <a:solidFill>
              <a:srgbClr val="5C4DB7">
                <a:alpha val="76000"/>
              </a:srgbClr>
            </a:solidFill>
            <a:prstDash val="dash"/>
            <a:headEnd type="none"/>
            <a:tailEnd type="none"/>
          </a:ln>
        </p:spPr>
      </p:sp>
      <p:sp>
        <p:nvSpPr>
          <p:cNvPr id="94" name="Shape 92"/>
          <p:cNvSpPr/>
          <p:nvPr/>
        </p:nvSpPr>
        <p:spPr>
          <a:xfrm>
            <a:off x="4955134" y="3887103"/>
            <a:ext cx="127407" cy="0"/>
          </a:xfrm>
          <a:prstGeom prst="line">
            <a:avLst/>
          </a:prstGeom>
          <a:noFill/>
          <a:ln w="15875">
            <a:solidFill>
              <a:srgbClr val="5C4DB7">
                <a:alpha val="76000"/>
              </a:srgbClr>
            </a:solidFill>
            <a:prstDash val="dash"/>
            <a:headEnd type="none"/>
            <a:tailEnd type="none"/>
          </a:ln>
        </p:spPr>
      </p:sp>
      <p:sp>
        <p:nvSpPr>
          <p:cNvPr id="95" name="Shape 93"/>
          <p:cNvSpPr/>
          <p:nvPr/>
        </p:nvSpPr>
        <p:spPr>
          <a:xfrm>
            <a:off x="5079797" y="3884359"/>
            <a:ext cx="0" cy="57354"/>
          </a:xfrm>
          <a:prstGeom prst="line">
            <a:avLst/>
          </a:prstGeom>
          <a:noFill/>
          <a:ln w="15875">
            <a:solidFill>
              <a:srgbClr val="5C4DB7">
                <a:alpha val="76000"/>
              </a:srgbClr>
            </a:solidFill>
            <a:prstDash val="dash"/>
            <a:headEnd type="none"/>
            <a:tailEnd type="none"/>
          </a:ln>
        </p:spPr>
      </p:sp>
      <p:sp>
        <p:nvSpPr>
          <p:cNvPr id="96" name="Shape 94"/>
          <p:cNvSpPr/>
          <p:nvPr/>
        </p:nvSpPr>
        <p:spPr>
          <a:xfrm>
            <a:off x="5079797" y="3938970"/>
            <a:ext cx="127406" cy="0"/>
          </a:xfrm>
          <a:prstGeom prst="line">
            <a:avLst/>
          </a:prstGeom>
          <a:noFill/>
          <a:ln w="15875">
            <a:solidFill>
              <a:srgbClr val="5C4DB7">
                <a:alpha val="76000"/>
              </a:srgbClr>
            </a:solidFill>
            <a:prstDash val="dash"/>
            <a:headEnd type="none"/>
            <a:tailEnd type="none"/>
          </a:ln>
        </p:spPr>
      </p:sp>
      <p:sp>
        <p:nvSpPr>
          <p:cNvPr id="97" name="Shape 95"/>
          <p:cNvSpPr/>
          <p:nvPr/>
        </p:nvSpPr>
        <p:spPr>
          <a:xfrm>
            <a:off x="5204460" y="3936227"/>
            <a:ext cx="0" cy="56012"/>
          </a:xfrm>
          <a:prstGeom prst="line">
            <a:avLst/>
          </a:prstGeom>
          <a:noFill/>
          <a:ln w="15875">
            <a:solidFill>
              <a:srgbClr val="5C4DB7">
                <a:alpha val="76000"/>
              </a:srgbClr>
            </a:solidFill>
            <a:prstDash val="dash"/>
            <a:headEnd type="none"/>
            <a:tailEnd type="none"/>
          </a:ln>
        </p:spPr>
      </p:sp>
      <p:sp>
        <p:nvSpPr>
          <p:cNvPr id="98" name="Shape 96"/>
          <p:cNvSpPr/>
          <p:nvPr/>
        </p:nvSpPr>
        <p:spPr>
          <a:xfrm>
            <a:off x="5204460" y="3989496"/>
            <a:ext cx="127407" cy="0"/>
          </a:xfrm>
          <a:prstGeom prst="line">
            <a:avLst/>
          </a:prstGeom>
          <a:noFill/>
          <a:ln w="15875">
            <a:solidFill>
              <a:srgbClr val="5C4DB7">
                <a:alpha val="76000"/>
              </a:srgbClr>
            </a:solidFill>
            <a:prstDash val="dash"/>
            <a:headEnd type="none"/>
            <a:tailEnd type="none"/>
          </a:ln>
        </p:spPr>
      </p:sp>
      <p:sp>
        <p:nvSpPr>
          <p:cNvPr id="99" name="Shape 97"/>
          <p:cNvSpPr/>
          <p:nvPr/>
        </p:nvSpPr>
        <p:spPr>
          <a:xfrm>
            <a:off x="5329123" y="3986753"/>
            <a:ext cx="0" cy="54961"/>
          </a:xfrm>
          <a:prstGeom prst="line">
            <a:avLst/>
          </a:prstGeom>
          <a:noFill/>
          <a:ln w="15875">
            <a:solidFill>
              <a:srgbClr val="5C4DB7">
                <a:alpha val="76000"/>
              </a:srgbClr>
            </a:solidFill>
            <a:prstDash val="dash"/>
            <a:headEnd type="none"/>
            <a:tailEnd type="none"/>
          </a:ln>
        </p:spPr>
      </p:sp>
      <p:sp>
        <p:nvSpPr>
          <p:cNvPr id="100" name="Shape 98"/>
          <p:cNvSpPr/>
          <p:nvPr/>
        </p:nvSpPr>
        <p:spPr>
          <a:xfrm>
            <a:off x="5329123" y="4038970"/>
            <a:ext cx="127407" cy="0"/>
          </a:xfrm>
          <a:prstGeom prst="line">
            <a:avLst/>
          </a:prstGeom>
          <a:noFill/>
          <a:ln w="15875">
            <a:solidFill>
              <a:srgbClr val="5C4DB7">
                <a:alpha val="76000"/>
              </a:srgbClr>
            </a:solidFill>
            <a:prstDash val="dash"/>
            <a:headEnd type="none"/>
            <a:tailEnd type="none"/>
          </a:ln>
        </p:spPr>
      </p:sp>
      <p:sp>
        <p:nvSpPr>
          <p:cNvPr id="101" name="Shape 99"/>
          <p:cNvSpPr/>
          <p:nvPr/>
        </p:nvSpPr>
        <p:spPr>
          <a:xfrm>
            <a:off x="5453787" y="4036227"/>
            <a:ext cx="0" cy="49698"/>
          </a:xfrm>
          <a:prstGeom prst="line">
            <a:avLst/>
          </a:prstGeom>
          <a:noFill/>
          <a:ln w="15875">
            <a:solidFill>
              <a:srgbClr val="5C4DB7">
                <a:alpha val="76000"/>
              </a:srgbClr>
            </a:solidFill>
            <a:prstDash val="dash"/>
            <a:headEnd type="none"/>
            <a:tailEnd type="none"/>
          </a:ln>
        </p:spPr>
      </p:sp>
      <p:sp>
        <p:nvSpPr>
          <p:cNvPr id="102" name="Shape 100"/>
          <p:cNvSpPr/>
          <p:nvPr/>
        </p:nvSpPr>
        <p:spPr>
          <a:xfrm>
            <a:off x="5453787" y="4083182"/>
            <a:ext cx="127406" cy="0"/>
          </a:xfrm>
          <a:prstGeom prst="line">
            <a:avLst/>
          </a:prstGeom>
          <a:noFill/>
          <a:ln w="15875">
            <a:solidFill>
              <a:srgbClr val="5C4DB7">
                <a:alpha val="76000"/>
              </a:srgbClr>
            </a:solidFill>
            <a:prstDash val="dash"/>
            <a:headEnd type="none"/>
            <a:tailEnd type="none"/>
          </a:ln>
        </p:spPr>
      </p:sp>
      <p:sp>
        <p:nvSpPr>
          <p:cNvPr id="103" name="Shape 101"/>
          <p:cNvSpPr/>
          <p:nvPr/>
        </p:nvSpPr>
        <p:spPr>
          <a:xfrm>
            <a:off x="5578449" y="4080439"/>
            <a:ext cx="0" cy="53738"/>
          </a:xfrm>
          <a:prstGeom prst="line">
            <a:avLst/>
          </a:prstGeom>
          <a:noFill/>
          <a:ln w="15875">
            <a:solidFill>
              <a:srgbClr val="5C4DB7">
                <a:alpha val="76000"/>
              </a:srgbClr>
            </a:solidFill>
            <a:prstDash val="dash"/>
            <a:headEnd type="none"/>
            <a:tailEnd type="none"/>
          </a:ln>
        </p:spPr>
      </p:sp>
      <p:sp>
        <p:nvSpPr>
          <p:cNvPr id="104" name="Shape 102"/>
          <p:cNvSpPr/>
          <p:nvPr/>
        </p:nvSpPr>
        <p:spPr>
          <a:xfrm>
            <a:off x="5578449" y="4131434"/>
            <a:ext cx="127407" cy="0"/>
          </a:xfrm>
          <a:prstGeom prst="line">
            <a:avLst/>
          </a:prstGeom>
          <a:noFill/>
          <a:ln w="15875">
            <a:solidFill>
              <a:srgbClr val="5C4DB7">
                <a:alpha val="76000"/>
              </a:srgbClr>
            </a:solidFill>
            <a:prstDash val="dash"/>
            <a:headEnd type="none"/>
            <a:tailEnd type="none"/>
          </a:ln>
        </p:spPr>
      </p:sp>
      <p:sp>
        <p:nvSpPr>
          <p:cNvPr id="105" name="Shape 103"/>
          <p:cNvSpPr/>
          <p:nvPr/>
        </p:nvSpPr>
        <p:spPr>
          <a:xfrm>
            <a:off x="5703113" y="4128690"/>
            <a:ext cx="0" cy="52806"/>
          </a:xfrm>
          <a:prstGeom prst="line">
            <a:avLst/>
          </a:prstGeom>
          <a:noFill/>
          <a:ln w="15875">
            <a:solidFill>
              <a:srgbClr val="5C4DB7">
                <a:alpha val="76000"/>
              </a:srgbClr>
            </a:solidFill>
            <a:prstDash val="dash"/>
            <a:headEnd type="none"/>
            <a:tailEnd type="none"/>
          </a:ln>
        </p:spPr>
      </p:sp>
      <p:sp>
        <p:nvSpPr>
          <p:cNvPr id="106" name="Shape 104"/>
          <p:cNvSpPr/>
          <p:nvPr/>
        </p:nvSpPr>
        <p:spPr>
          <a:xfrm>
            <a:off x="5703113" y="4178753"/>
            <a:ext cx="127407" cy="0"/>
          </a:xfrm>
          <a:prstGeom prst="line">
            <a:avLst/>
          </a:prstGeom>
          <a:noFill/>
          <a:ln w="15875">
            <a:solidFill>
              <a:srgbClr val="5C4DB7">
                <a:alpha val="76000"/>
              </a:srgbClr>
            </a:solidFill>
            <a:prstDash val="dash"/>
            <a:headEnd type="none"/>
            <a:tailEnd type="none"/>
          </a:ln>
        </p:spPr>
      </p:sp>
      <p:sp>
        <p:nvSpPr>
          <p:cNvPr id="107" name="Shape 105"/>
          <p:cNvSpPr/>
          <p:nvPr/>
        </p:nvSpPr>
        <p:spPr>
          <a:xfrm>
            <a:off x="5827776" y="4176010"/>
            <a:ext cx="0" cy="52020"/>
          </a:xfrm>
          <a:prstGeom prst="line">
            <a:avLst/>
          </a:prstGeom>
          <a:noFill/>
          <a:ln w="15875">
            <a:solidFill>
              <a:srgbClr val="5C4DB7">
                <a:alpha val="76000"/>
              </a:srgbClr>
            </a:solidFill>
            <a:prstDash val="dash"/>
            <a:headEnd type="none"/>
            <a:tailEnd type="none"/>
          </a:ln>
        </p:spPr>
      </p:sp>
      <p:sp>
        <p:nvSpPr>
          <p:cNvPr id="108" name="Shape 106"/>
          <p:cNvSpPr/>
          <p:nvPr/>
        </p:nvSpPr>
        <p:spPr>
          <a:xfrm>
            <a:off x="5827776" y="4225287"/>
            <a:ext cx="127406" cy="0"/>
          </a:xfrm>
          <a:prstGeom prst="line">
            <a:avLst/>
          </a:prstGeom>
          <a:noFill/>
          <a:ln w="15875">
            <a:solidFill>
              <a:srgbClr val="5C4DB7">
                <a:alpha val="76000"/>
              </a:srgbClr>
            </a:solidFill>
            <a:prstDash val="dash"/>
            <a:headEnd type="none"/>
            <a:tailEnd type="none"/>
          </a:ln>
        </p:spPr>
      </p:sp>
      <p:sp>
        <p:nvSpPr>
          <p:cNvPr id="109" name="Shape 107"/>
          <p:cNvSpPr/>
          <p:nvPr/>
        </p:nvSpPr>
        <p:spPr>
          <a:xfrm>
            <a:off x="5952439" y="4222544"/>
            <a:ext cx="0" cy="51360"/>
          </a:xfrm>
          <a:prstGeom prst="line">
            <a:avLst/>
          </a:prstGeom>
          <a:noFill/>
          <a:ln w="15875">
            <a:solidFill>
              <a:srgbClr val="5C4DB7">
                <a:alpha val="76000"/>
              </a:srgbClr>
            </a:solidFill>
            <a:prstDash val="dash"/>
            <a:headEnd type="none"/>
            <a:tailEnd type="none"/>
          </a:ln>
        </p:spPr>
      </p:sp>
      <p:sp>
        <p:nvSpPr>
          <p:cNvPr id="110" name="Shape 108"/>
          <p:cNvSpPr/>
          <p:nvPr/>
        </p:nvSpPr>
        <p:spPr>
          <a:xfrm>
            <a:off x="5952439" y="4271160"/>
            <a:ext cx="127407" cy="0"/>
          </a:xfrm>
          <a:prstGeom prst="line">
            <a:avLst/>
          </a:prstGeom>
          <a:noFill/>
          <a:ln w="15875">
            <a:solidFill>
              <a:srgbClr val="5C4DB7">
                <a:alpha val="76000"/>
              </a:srgbClr>
            </a:solidFill>
            <a:prstDash val="dash"/>
            <a:headEnd type="none"/>
            <a:tailEnd type="none"/>
          </a:ln>
        </p:spPr>
      </p:sp>
      <p:sp>
        <p:nvSpPr>
          <p:cNvPr id="111" name="Shape 109"/>
          <p:cNvSpPr/>
          <p:nvPr/>
        </p:nvSpPr>
        <p:spPr>
          <a:xfrm>
            <a:off x="6077102" y="4268417"/>
            <a:ext cx="0" cy="50666"/>
          </a:xfrm>
          <a:prstGeom prst="line">
            <a:avLst/>
          </a:prstGeom>
          <a:noFill/>
          <a:ln w="15875">
            <a:solidFill>
              <a:srgbClr val="5C4DB7">
                <a:alpha val="76000"/>
              </a:srgbClr>
            </a:solidFill>
            <a:prstDash val="dash"/>
            <a:headEnd type="none"/>
            <a:tailEnd type="none"/>
          </a:ln>
        </p:spPr>
      </p:sp>
      <p:sp>
        <p:nvSpPr>
          <p:cNvPr id="112" name="Shape 110"/>
          <p:cNvSpPr/>
          <p:nvPr/>
        </p:nvSpPr>
        <p:spPr>
          <a:xfrm>
            <a:off x="6077102" y="4316340"/>
            <a:ext cx="127407" cy="0"/>
          </a:xfrm>
          <a:prstGeom prst="line">
            <a:avLst/>
          </a:prstGeom>
          <a:noFill/>
          <a:ln w="15875">
            <a:solidFill>
              <a:srgbClr val="5C4DB7">
                <a:alpha val="76000"/>
              </a:srgbClr>
            </a:solidFill>
            <a:prstDash val="dash"/>
            <a:headEnd type="none"/>
            <a:tailEnd type="none"/>
          </a:ln>
        </p:spPr>
      </p:sp>
      <p:sp>
        <p:nvSpPr>
          <p:cNvPr id="113" name="Shape 111"/>
          <p:cNvSpPr/>
          <p:nvPr/>
        </p:nvSpPr>
        <p:spPr>
          <a:xfrm>
            <a:off x="6201766" y="4313597"/>
            <a:ext cx="0" cy="49708"/>
          </a:xfrm>
          <a:prstGeom prst="line">
            <a:avLst/>
          </a:prstGeom>
          <a:noFill/>
          <a:ln w="15875">
            <a:solidFill>
              <a:srgbClr val="5C4DB7">
                <a:alpha val="76000"/>
              </a:srgbClr>
            </a:solidFill>
            <a:prstDash val="dash"/>
            <a:headEnd type="none"/>
            <a:tailEnd type="none"/>
          </a:ln>
        </p:spPr>
      </p:sp>
      <p:sp>
        <p:nvSpPr>
          <p:cNvPr id="114" name="Shape 112"/>
          <p:cNvSpPr/>
          <p:nvPr/>
        </p:nvSpPr>
        <p:spPr>
          <a:xfrm>
            <a:off x="6201766" y="4360562"/>
            <a:ext cx="127406" cy="0"/>
          </a:xfrm>
          <a:prstGeom prst="line">
            <a:avLst/>
          </a:prstGeom>
          <a:noFill/>
          <a:ln w="15875">
            <a:solidFill>
              <a:srgbClr val="5C4DB7">
                <a:alpha val="76000"/>
              </a:srgbClr>
            </a:solidFill>
            <a:prstDash val="dash"/>
            <a:headEnd type="none"/>
            <a:tailEnd type="none"/>
          </a:ln>
        </p:spPr>
      </p:sp>
      <p:sp>
        <p:nvSpPr>
          <p:cNvPr id="115" name="Shape 113"/>
          <p:cNvSpPr/>
          <p:nvPr/>
        </p:nvSpPr>
        <p:spPr>
          <a:xfrm>
            <a:off x="6326429" y="4357818"/>
            <a:ext cx="0" cy="48620"/>
          </a:xfrm>
          <a:prstGeom prst="line">
            <a:avLst/>
          </a:prstGeom>
          <a:noFill/>
          <a:ln w="15875">
            <a:solidFill>
              <a:srgbClr val="5C4DB7">
                <a:alpha val="76000"/>
              </a:srgbClr>
            </a:solidFill>
            <a:prstDash val="dash"/>
            <a:headEnd type="none"/>
            <a:tailEnd type="none"/>
          </a:ln>
        </p:spPr>
      </p:sp>
      <p:sp>
        <p:nvSpPr>
          <p:cNvPr id="116" name="Shape 114"/>
          <p:cNvSpPr/>
          <p:nvPr/>
        </p:nvSpPr>
        <p:spPr>
          <a:xfrm>
            <a:off x="6326429" y="4403695"/>
            <a:ext cx="127407" cy="0"/>
          </a:xfrm>
          <a:prstGeom prst="line">
            <a:avLst/>
          </a:prstGeom>
          <a:noFill/>
          <a:ln w="15875">
            <a:solidFill>
              <a:srgbClr val="5C4DB7">
                <a:alpha val="76000"/>
              </a:srgbClr>
            </a:solidFill>
            <a:prstDash val="dash"/>
            <a:headEnd type="none"/>
            <a:tailEnd type="none"/>
          </a:ln>
        </p:spPr>
      </p:sp>
      <p:sp>
        <p:nvSpPr>
          <p:cNvPr id="117" name="Shape 115"/>
          <p:cNvSpPr/>
          <p:nvPr/>
        </p:nvSpPr>
        <p:spPr>
          <a:xfrm>
            <a:off x="6451092" y="4400952"/>
            <a:ext cx="0" cy="47619"/>
          </a:xfrm>
          <a:prstGeom prst="line">
            <a:avLst/>
          </a:prstGeom>
          <a:noFill/>
          <a:ln w="15875">
            <a:solidFill>
              <a:srgbClr val="5C4DB7">
                <a:alpha val="76000"/>
              </a:srgbClr>
            </a:solidFill>
            <a:prstDash val="dash"/>
            <a:headEnd type="none"/>
            <a:tailEnd type="none"/>
          </a:ln>
        </p:spPr>
      </p:sp>
      <p:sp>
        <p:nvSpPr>
          <p:cNvPr id="118" name="Shape 116"/>
          <p:cNvSpPr/>
          <p:nvPr/>
        </p:nvSpPr>
        <p:spPr>
          <a:xfrm>
            <a:off x="6451092" y="4445827"/>
            <a:ext cx="127407" cy="0"/>
          </a:xfrm>
          <a:prstGeom prst="line">
            <a:avLst/>
          </a:prstGeom>
          <a:noFill/>
          <a:ln w="15875">
            <a:solidFill>
              <a:srgbClr val="5C4DB7">
                <a:alpha val="76000"/>
              </a:srgbClr>
            </a:solidFill>
            <a:prstDash val="dash"/>
            <a:headEnd type="none"/>
            <a:tailEnd type="none"/>
          </a:ln>
        </p:spPr>
      </p:sp>
      <p:sp>
        <p:nvSpPr>
          <p:cNvPr id="119" name="Shape 117"/>
          <p:cNvSpPr/>
          <p:nvPr/>
        </p:nvSpPr>
        <p:spPr>
          <a:xfrm>
            <a:off x="6575755" y="4443084"/>
            <a:ext cx="0" cy="46695"/>
          </a:xfrm>
          <a:prstGeom prst="line">
            <a:avLst/>
          </a:prstGeom>
          <a:noFill/>
          <a:ln w="15875">
            <a:solidFill>
              <a:srgbClr val="5C4DB7">
                <a:alpha val="76000"/>
              </a:srgbClr>
            </a:solidFill>
            <a:prstDash val="dash"/>
            <a:headEnd type="none"/>
            <a:tailEnd type="none"/>
          </a:ln>
        </p:spPr>
      </p:sp>
      <p:sp>
        <p:nvSpPr>
          <p:cNvPr id="120" name="Shape 118"/>
          <p:cNvSpPr/>
          <p:nvPr/>
        </p:nvSpPr>
        <p:spPr>
          <a:xfrm>
            <a:off x="6575755" y="4487036"/>
            <a:ext cx="127406" cy="0"/>
          </a:xfrm>
          <a:prstGeom prst="line">
            <a:avLst/>
          </a:prstGeom>
          <a:noFill/>
          <a:ln w="15875">
            <a:solidFill>
              <a:srgbClr val="5C4DB7">
                <a:alpha val="76000"/>
              </a:srgbClr>
            </a:solidFill>
            <a:prstDash val="dash"/>
            <a:headEnd type="none"/>
            <a:tailEnd type="none"/>
          </a:ln>
        </p:spPr>
      </p:sp>
      <p:sp>
        <p:nvSpPr>
          <p:cNvPr id="121" name="Shape 119"/>
          <p:cNvSpPr/>
          <p:nvPr/>
        </p:nvSpPr>
        <p:spPr>
          <a:xfrm>
            <a:off x="6700418" y="4484293"/>
            <a:ext cx="0" cy="45730"/>
          </a:xfrm>
          <a:prstGeom prst="line">
            <a:avLst/>
          </a:prstGeom>
          <a:noFill/>
          <a:ln w="15875">
            <a:solidFill>
              <a:srgbClr val="5C4DB7">
                <a:alpha val="76000"/>
              </a:srgbClr>
            </a:solidFill>
            <a:prstDash val="dash"/>
            <a:headEnd type="none"/>
            <a:tailEnd type="none"/>
          </a:ln>
        </p:spPr>
      </p:sp>
      <p:sp>
        <p:nvSpPr>
          <p:cNvPr id="122" name="Shape 120"/>
          <p:cNvSpPr/>
          <p:nvPr/>
        </p:nvSpPr>
        <p:spPr>
          <a:xfrm>
            <a:off x="6700418" y="4527280"/>
            <a:ext cx="127407" cy="0"/>
          </a:xfrm>
          <a:prstGeom prst="line">
            <a:avLst/>
          </a:prstGeom>
          <a:noFill/>
          <a:ln w="15875">
            <a:solidFill>
              <a:srgbClr val="5C4DB7">
                <a:alpha val="76000"/>
              </a:srgbClr>
            </a:solidFill>
            <a:prstDash val="dash"/>
            <a:headEnd type="none"/>
            <a:tailEnd type="none"/>
          </a:ln>
        </p:spPr>
      </p:sp>
      <p:sp>
        <p:nvSpPr>
          <p:cNvPr id="123" name="Shape 121"/>
          <p:cNvSpPr/>
          <p:nvPr/>
        </p:nvSpPr>
        <p:spPr>
          <a:xfrm>
            <a:off x="6825082" y="4524537"/>
            <a:ext cx="0" cy="44757"/>
          </a:xfrm>
          <a:prstGeom prst="line">
            <a:avLst/>
          </a:prstGeom>
          <a:noFill/>
          <a:ln w="15875">
            <a:solidFill>
              <a:srgbClr val="5C4DB7">
                <a:alpha val="76000"/>
              </a:srgbClr>
            </a:solidFill>
            <a:prstDash val="dash"/>
            <a:headEnd type="none"/>
            <a:tailEnd type="none"/>
          </a:ln>
        </p:spPr>
      </p:sp>
      <p:sp>
        <p:nvSpPr>
          <p:cNvPr id="124" name="Shape 122"/>
          <p:cNvSpPr/>
          <p:nvPr/>
        </p:nvSpPr>
        <p:spPr>
          <a:xfrm>
            <a:off x="6825082" y="4566550"/>
            <a:ext cx="127407" cy="0"/>
          </a:xfrm>
          <a:prstGeom prst="line">
            <a:avLst/>
          </a:prstGeom>
          <a:noFill/>
          <a:ln w="15875">
            <a:solidFill>
              <a:srgbClr val="5C4DB7">
                <a:alpha val="76000"/>
              </a:srgbClr>
            </a:solidFill>
            <a:prstDash val="dash"/>
            <a:headEnd type="none"/>
            <a:tailEnd type="none"/>
          </a:ln>
        </p:spPr>
      </p:sp>
      <p:sp>
        <p:nvSpPr>
          <p:cNvPr id="125" name="Shape 123"/>
          <p:cNvSpPr/>
          <p:nvPr/>
        </p:nvSpPr>
        <p:spPr>
          <a:xfrm>
            <a:off x="6949745" y="4563807"/>
            <a:ext cx="0" cy="27712"/>
          </a:xfrm>
          <a:prstGeom prst="line">
            <a:avLst/>
          </a:prstGeom>
          <a:noFill/>
          <a:ln w="15875">
            <a:solidFill>
              <a:srgbClr val="5C4DB7">
                <a:alpha val="76000"/>
              </a:srgbClr>
            </a:solidFill>
            <a:prstDash val="dash"/>
            <a:headEnd type="none"/>
            <a:tailEnd type="none"/>
          </a:ln>
        </p:spPr>
      </p:sp>
      <p:sp>
        <p:nvSpPr>
          <p:cNvPr id="126" name="Shape 124"/>
          <p:cNvSpPr/>
          <p:nvPr/>
        </p:nvSpPr>
        <p:spPr>
          <a:xfrm>
            <a:off x="6949745" y="4588775"/>
            <a:ext cx="127406" cy="0"/>
          </a:xfrm>
          <a:prstGeom prst="line">
            <a:avLst/>
          </a:prstGeom>
          <a:noFill/>
          <a:ln w="15875">
            <a:solidFill>
              <a:srgbClr val="5C4DB7">
                <a:alpha val="76000"/>
              </a:srgbClr>
            </a:solidFill>
            <a:prstDash val="dash"/>
            <a:headEnd type="none"/>
            <a:tailEnd type="none"/>
          </a:ln>
        </p:spPr>
      </p:sp>
      <p:sp>
        <p:nvSpPr>
          <p:cNvPr id="127" name="Shape 125"/>
          <p:cNvSpPr/>
          <p:nvPr/>
        </p:nvSpPr>
        <p:spPr>
          <a:xfrm>
            <a:off x="7074408" y="4586032"/>
            <a:ext cx="0" cy="42854"/>
          </a:xfrm>
          <a:prstGeom prst="line">
            <a:avLst/>
          </a:prstGeom>
          <a:noFill/>
          <a:ln w="15875">
            <a:solidFill>
              <a:srgbClr val="5C4DB7">
                <a:alpha val="76000"/>
              </a:srgbClr>
            </a:solidFill>
            <a:prstDash val="dash"/>
            <a:headEnd type="none"/>
            <a:tailEnd type="none"/>
          </a:ln>
        </p:spPr>
      </p:sp>
      <p:sp>
        <p:nvSpPr>
          <p:cNvPr id="128" name="Shape 126"/>
          <p:cNvSpPr/>
          <p:nvPr/>
        </p:nvSpPr>
        <p:spPr>
          <a:xfrm>
            <a:off x="7074408" y="4626143"/>
            <a:ext cx="127407" cy="0"/>
          </a:xfrm>
          <a:prstGeom prst="line">
            <a:avLst/>
          </a:prstGeom>
          <a:noFill/>
          <a:ln w="15875">
            <a:solidFill>
              <a:srgbClr val="5C4DB7">
                <a:alpha val="76000"/>
              </a:srgbClr>
            </a:solidFill>
            <a:prstDash val="dash"/>
            <a:headEnd type="none"/>
            <a:tailEnd type="none"/>
          </a:ln>
        </p:spPr>
      </p:sp>
      <p:sp>
        <p:nvSpPr>
          <p:cNvPr id="129" name="Shape 127"/>
          <p:cNvSpPr/>
          <p:nvPr/>
        </p:nvSpPr>
        <p:spPr>
          <a:xfrm>
            <a:off x="7199071" y="4623400"/>
            <a:ext cx="0" cy="42047"/>
          </a:xfrm>
          <a:prstGeom prst="line">
            <a:avLst/>
          </a:prstGeom>
          <a:noFill/>
          <a:ln w="15875">
            <a:solidFill>
              <a:srgbClr val="5C4DB7">
                <a:alpha val="76000"/>
              </a:srgbClr>
            </a:solidFill>
            <a:prstDash val="dash"/>
            <a:headEnd type="none"/>
            <a:tailEnd type="none"/>
          </a:ln>
        </p:spPr>
      </p:sp>
      <p:sp>
        <p:nvSpPr>
          <p:cNvPr id="130" name="Shape 128"/>
          <p:cNvSpPr/>
          <p:nvPr/>
        </p:nvSpPr>
        <p:spPr>
          <a:xfrm>
            <a:off x="7199071" y="4662704"/>
            <a:ext cx="127407" cy="0"/>
          </a:xfrm>
          <a:prstGeom prst="line">
            <a:avLst/>
          </a:prstGeom>
          <a:noFill/>
          <a:ln w="15875">
            <a:solidFill>
              <a:srgbClr val="5C4DB7">
                <a:alpha val="76000"/>
              </a:srgbClr>
            </a:solidFill>
            <a:prstDash val="dash"/>
            <a:headEnd type="none"/>
            <a:tailEnd type="none"/>
          </a:ln>
        </p:spPr>
      </p:sp>
      <p:sp>
        <p:nvSpPr>
          <p:cNvPr id="131" name="Shape 129"/>
          <p:cNvSpPr/>
          <p:nvPr/>
        </p:nvSpPr>
        <p:spPr>
          <a:xfrm>
            <a:off x="7323735" y="4659961"/>
            <a:ext cx="0" cy="41256"/>
          </a:xfrm>
          <a:prstGeom prst="line">
            <a:avLst/>
          </a:prstGeom>
          <a:noFill/>
          <a:ln w="15875">
            <a:solidFill>
              <a:srgbClr val="5C4DB7">
                <a:alpha val="76000"/>
              </a:srgbClr>
            </a:solidFill>
            <a:prstDash val="dash"/>
            <a:headEnd type="none"/>
            <a:tailEnd type="none"/>
          </a:ln>
        </p:spPr>
      </p:sp>
      <p:sp>
        <p:nvSpPr>
          <p:cNvPr id="132" name="Shape 130"/>
          <p:cNvSpPr/>
          <p:nvPr/>
        </p:nvSpPr>
        <p:spPr>
          <a:xfrm>
            <a:off x="7323735" y="4698473"/>
            <a:ext cx="127406" cy="0"/>
          </a:xfrm>
          <a:prstGeom prst="line">
            <a:avLst/>
          </a:prstGeom>
          <a:noFill/>
          <a:ln w="15875">
            <a:solidFill>
              <a:srgbClr val="5C4DB7">
                <a:alpha val="76000"/>
              </a:srgbClr>
            </a:solidFill>
            <a:prstDash val="dash"/>
            <a:headEnd type="none"/>
            <a:tailEnd type="none"/>
          </a:ln>
        </p:spPr>
      </p:sp>
      <p:sp>
        <p:nvSpPr>
          <p:cNvPr id="133" name="Shape 131"/>
          <p:cNvSpPr/>
          <p:nvPr/>
        </p:nvSpPr>
        <p:spPr>
          <a:xfrm>
            <a:off x="7448397" y="4695730"/>
            <a:ext cx="0" cy="40096"/>
          </a:xfrm>
          <a:prstGeom prst="line">
            <a:avLst/>
          </a:prstGeom>
          <a:noFill/>
          <a:ln w="15875">
            <a:solidFill>
              <a:srgbClr val="5C4DB7">
                <a:alpha val="76000"/>
              </a:srgbClr>
            </a:solidFill>
            <a:prstDash val="dash"/>
            <a:headEnd type="none"/>
            <a:tailEnd type="none"/>
          </a:ln>
        </p:spPr>
      </p:sp>
      <p:sp>
        <p:nvSpPr>
          <p:cNvPr id="134" name="Shape 132"/>
          <p:cNvSpPr/>
          <p:nvPr/>
        </p:nvSpPr>
        <p:spPr>
          <a:xfrm>
            <a:off x="7448397" y="4733083"/>
            <a:ext cx="127407" cy="0"/>
          </a:xfrm>
          <a:prstGeom prst="line">
            <a:avLst/>
          </a:prstGeom>
          <a:noFill/>
          <a:ln w="15875">
            <a:solidFill>
              <a:srgbClr val="5C4DB7">
                <a:alpha val="76000"/>
              </a:srgbClr>
            </a:solidFill>
            <a:prstDash val="dash"/>
            <a:headEnd type="none"/>
            <a:tailEnd type="none"/>
          </a:ln>
        </p:spPr>
      </p:sp>
      <p:sp>
        <p:nvSpPr>
          <p:cNvPr id="135" name="Shape 133"/>
          <p:cNvSpPr/>
          <p:nvPr/>
        </p:nvSpPr>
        <p:spPr>
          <a:xfrm>
            <a:off x="7573061" y="4730340"/>
            <a:ext cx="0" cy="38210"/>
          </a:xfrm>
          <a:prstGeom prst="line">
            <a:avLst/>
          </a:prstGeom>
          <a:noFill/>
          <a:ln w="15875">
            <a:solidFill>
              <a:srgbClr val="5C4DB7">
                <a:alpha val="76000"/>
              </a:srgbClr>
            </a:solidFill>
            <a:prstDash val="dash"/>
            <a:headEnd type="none"/>
            <a:tailEnd type="none"/>
          </a:ln>
        </p:spPr>
      </p:sp>
      <p:sp>
        <p:nvSpPr>
          <p:cNvPr id="136" name="Shape 134"/>
          <p:cNvSpPr/>
          <p:nvPr/>
        </p:nvSpPr>
        <p:spPr>
          <a:xfrm>
            <a:off x="7573061" y="4765807"/>
            <a:ext cx="127407" cy="0"/>
          </a:xfrm>
          <a:prstGeom prst="line">
            <a:avLst/>
          </a:prstGeom>
          <a:noFill/>
          <a:ln w="15875">
            <a:solidFill>
              <a:srgbClr val="5C4DB7">
                <a:alpha val="76000"/>
              </a:srgbClr>
            </a:solidFill>
            <a:prstDash val="dash"/>
            <a:headEnd type="none"/>
            <a:tailEnd type="none"/>
          </a:ln>
        </p:spPr>
      </p:sp>
      <p:sp>
        <p:nvSpPr>
          <p:cNvPr id="137" name="Shape 135"/>
          <p:cNvSpPr/>
          <p:nvPr/>
        </p:nvSpPr>
        <p:spPr>
          <a:xfrm>
            <a:off x="7697724" y="4763064"/>
            <a:ext cx="0" cy="35418"/>
          </a:xfrm>
          <a:prstGeom prst="line">
            <a:avLst/>
          </a:prstGeom>
          <a:noFill/>
          <a:ln w="15875">
            <a:solidFill>
              <a:srgbClr val="5C4DB7">
                <a:alpha val="76000"/>
              </a:srgbClr>
            </a:solidFill>
            <a:prstDash val="dash"/>
            <a:headEnd type="none"/>
            <a:tailEnd type="none"/>
          </a:ln>
        </p:spPr>
      </p:sp>
      <p:sp>
        <p:nvSpPr>
          <p:cNvPr id="138" name="Shape 136"/>
          <p:cNvSpPr/>
          <p:nvPr/>
        </p:nvSpPr>
        <p:spPr>
          <a:xfrm>
            <a:off x="7697724" y="4795739"/>
            <a:ext cx="127406" cy="0"/>
          </a:xfrm>
          <a:prstGeom prst="line">
            <a:avLst/>
          </a:prstGeom>
          <a:noFill/>
          <a:ln w="15875">
            <a:solidFill>
              <a:srgbClr val="5C4DB7">
                <a:alpha val="76000"/>
              </a:srgbClr>
            </a:solidFill>
            <a:prstDash val="dash"/>
            <a:headEnd type="none"/>
            <a:tailEnd type="none"/>
          </a:ln>
        </p:spPr>
      </p:sp>
      <p:sp>
        <p:nvSpPr>
          <p:cNvPr id="139" name="Shape 137"/>
          <p:cNvSpPr/>
          <p:nvPr/>
        </p:nvSpPr>
        <p:spPr>
          <a:xfrm>
            <a:off x="7822387" y="4792995"/>
            <a:ext cx="0" cy="32027"/>
          </a:xfrm>
          <a:prstGeom prst="line">
            <a:avLst/>
          </a:prstGeom>
          <a:noFill/>
          <a:ln w="15875">
            <a:solidFill>
              <a:srgbClr val="5C4DB7">
                <a:alpha val="76000"/>
              </a:srgbClr>
            </a:solidFill>
            <a:prstDash val="dash"/>
            <a:headEnd type="none"/>
            <a:tailEnd type="none"/>
          </a:ln>
        </p:spPr>
      </p:sp>
      <p:sp>
        <p:nvSpPr>
          <p:cNvPr id="140" name="Shape 138"/>
          <p:cNvSpPr/>
          <p:nvPr/>
        </p:nvSpPr>
        <p:spPr>
          <a:xfrm>
            <a:off x="7822387" y="4822279"/>
            <a:ext cx="127407" cy="0"/>
          </a:xfrm>
          <a:prstGeom prst="line">
            <a:avLst/>
          </a:prstGeom>
          <a:noFill/>
          <a:ln w="15875">
            <a:solidFill>
              <a:srgbClr val="5C4DB7">
                <a:alpha val="76000"/>
              </a:srgbClr>
            </a:solidFill>
            <a:prstDash val="dash"/>
            <a:headEnd type="none"/>
            <a:tailEnd type="none"/>
          </a:ln>
        </p:spPr>
      </p:sp>
      <p:sp>
        <p:nvSpPr>
          <p:cNvPr id="141" name="Shape 139"/>
          <p:cNvSpPr/>
          <p:nvPr/>
        </p:nvSpPr>
        <p:spPr>
          <a:xfrm>
            <a:off x="7947050" y="4819536"/>
            <a:ext cx="0" cy="28626"/>
          </a:xfrm>
          <a:prstGeom prst="line">
            <a:avLst/>
          </a:prstGeom>
          <a:noFill/>
          <a:ln w="15875">
            <a:solidFill>
              <a:srgbClr val="5C4DB7">
                <a:alpha val="76000"/>
              </a:srgbClr>
            </a:solidFill>
            <a:prstDash val="dash"/>
            <a:headEnd type="none"/>
            <a:tailEnd type="none"/>
          </a:ln>
        </p:spPr>
      </p:sp>
      <p:sp>
        <p:nvSpPr>
          <p:cNvPr id="142" name="Shape 140"/>
          <p:cNvSpPr/>
          <p:nvPr/>
        </p:nvSpPr>
        <p:spPr>
          <a:xfrm>
            <a:off x="7947050" y="4845419"/>
            <a:ext cx="127407" cy="0"/>
          </a:xfrm>
          <a:prstGeom prst="line">
            <a:avLst/>
          </a:prstGeom>
          <a:noFill/>
          <a:ln w="15875">
            <a:solidFill>
              <a:srgbClr val="5C4DB7">
                <a:alpha val="76000"/>
              </a:srgbClr>
            </a:solidFill>
            <a:prstDash val="dash"/>
            <a:headEnd type="none"/>
            <a:tailEnd type="none"/>
          </a:ln>
        </p:spPr>
      </p:sp>
      <p:sp>
        <p:nvSpPr>
          <p:cNvPr id="143" name="Shape 141"/>
          <p:cNvSpPr/>
          <p:nvPr/>
        </p:nvSpPr>
        <p:spPr>
          <a:xfrm>
            <a:off x="8071714" y="4842675"/>
            <a:ext cx="0" cy="25217"/>
          </a:xfrm>
          <a:prstGeom prst="line">
            <a:avLst/>
          </a:prstGeom>
          <a:noFill/>
          <a:ln w="15875">
            <a:solidFill>
              <a:srgbClr val="5C4DB7">
                <a:alpha val="76000"/>
              </a:srgbClr>
            </a:solidFill>
            <a:prstDash val="dash"/>
            <a:headEnd type="none"/>
            <a:tailEnd type="none"/>
          </a:ln>
        </p:spPr>
      </p:sp>
      <p:sp>
        <p:nvSpPr>
          <p:cNvPr id="144" name="Shape 142"/>
          <p:cNvSpPr/>
          <p:nvPr/>
        </p:nvSpPr>
        <p:spPr>
          <a:xfrm>
            <a:off x="8071714" y="4865149"/>
            <a:ext cx="127406" cy="0"/>
          </a:xfrm>
          <a:prstGeom prst="line">
            <a:avLst/>
          </a:prstGeom>
          <a:noFill/>
          <a:ln w="15875">
            <a:solidFill>
              <a:srgbClr val="5C4DB7">
                <a:alpha val="76000"/>
              </a:srgbClr>
            </a:solidFill>
            <a:prstDash val="dash"/>
            <a:headEnd type="none"/>
            <a:tailEnd type="none"/>
          </a:ln>
        </p:spPr>
      </p:sp>
      <p:sp>
        <p:nvSpPr>
          <p:cNvPr id="145" name="Shape 143"/>
          <p:cNvSpPr/>
          <p:nvPr/>
        </p:nvSpPr>
        <p:spPr>
          <a:xfrm>
            <a:off x="8196377" y="4862406"/>
            <a:ext cx="0" cy="22141"/>
          </a:xfrm>
          <a:prstGeom prst="line">
            <a:avLst/>
          </a:prstGeom>
          <a:noFill/>
          <a:ln w="15875">
            <a:solidFill>
              <a:srgbClr val="5C4DB7">
                <a:alpha val="76000"/>
              </a:srgbClr>
            </a:solidFill>
            <a:prstDash val="dash"/>
            <a:headEnd type="none"/>
            <a:tailEnd type="none"/>
          </a:ln>
        </p:spPr>
      </p:sp>
      <p:sp>
        <p:nvSpPr>
          <p:cNvPr id="146" name="Shape 144"/>
          <p:cNvSpPr/>
          <p:nvPr/>
        </p:nvSpPr>
        <p:spPr>
          <a:xfrm>
            <a:off x="8196377" y="4881804"/>
            <a:ext cx="127407" cy="0"/>
          </a:xfrm>
          <a:prstGeom prst="line">
            <a:avLst/>
          </a:prstGeom>
          <a:noFill/>
          <a:ln w="15875">
            <a:solidFill>
              <a:srgbClr val="5C4DB7">
                <a:alpha val="76000"/>
              </a:srgbClr>
            </a:solidFill>
            <a:prstDash val="dash"/>
            <a:headEnd type="none"/>
            <a:tailEnd type="none"/>
          </a:ln>
        </p:spPr>
      </p:sp>
      <p:sp>
        <p:nvSpPr>
          <p:cNvPr id="147" name="Shape 145"/>
          <p:cNvSpPr/>
          <p:nvPr/>
        </p:nvSpPr>
        <p:spPr>
          <a:xfrm>
            <a:off x="8321040" y="4879060"/>
            <a:ext cx="0" cy="19879"/>
          </a:xfrm>
          <a:prstGeom prst="line">
            <a:avLst/>
          </a:prstGeom>
          <a:noFill/>
          <a:ln w="15875">
            <a:solidFill>
              <a:srgbClr val="5C4DB7">
                <a:alpha val="76000"/>
              </a:srgbClr>
            </a:solidFill>
            <a:prstDash val="dash"/>
            <a:headEnd type="none"/>
            <a:tailEnd type="none"/>
          </a:ln>
        </p:spPr>
      </p:sp>
      <p:sp>
        <p:nvSpPr>
          <p:cNvPr id="148" name="Shape 146"/>
          <p:cNvSpPr/>
          <p:nvPr/>
        </p:nvSpPr>
        <p:spPr>
          <a:xfrm>
            <a:off x="841248" y="4838080"/>
            <a:ext cx="127407" cy="0"/>
          </a:xfrm>
          <a:prstGeom prst="line">
            <a:avLst/>
          </a:prstGeom>
          <a:noFill/>
          <a:ln w="15875">
            <a:solidFill>
              <a:srgbClr val="168B83">
                <a:alpha val="76000"/>
              </a:srgbClr>
            </a:solidFill>
            <a:prstDash val="dash"/>
            <a:headEnd type="none"/>
            <a:tailEnd type="none"/>
          </a:ln>
        </p:spPr>
      </p:sp>
      <p:sp>
        <p:nvSpPr>
          <p:cNvPr id="149" name="Shape 147"/>
          <p:cNvSpPr/>
          <p:nvPr/>
        </p:nvSpPr>
        <p:spPr>
          <a:xfrm>
            <a:off x="965911" y="4835337"/>
            <a:ext cx="0" cy="61713"/>
          </a:xfrm>
          <a:prstGeom prst="line">
            <a:avLst/>
          </a:prstGeom>
          <a:noFill/>
          <a:ln w="15875">
            <a:solidFill>
              <a:srgbClr val="168B83">
                <a:alpha val="76000"/>
              </a:srgbClr>
            </a:solidFill>
            <a:prstDash val="dash"/>
            <a:headEnd type="none"/>
            <a:tailEnd type="none"/>
          </a:ln>
        </p:spPr>
      </p:sp>
      <p:sp>
        <p:nvSpPr>
          <p:cNvPr id="150" name="Shape 148"/>
          <p:cNvSpPr/>
          <p:nvPr/>
        </p:nvSpPr>
        <p:spPr>
          <a:xfrm>
            <a:off x="965911" y="4894307"/>
            <a:ext cx="127406" cy="0"/>
          </a:xfrm>
          <a:prstGeom prst="line">
            <a:avLst/>
          </a:prstGeom>
          <a:noFill/>
          <a:ln w="15875">
            <a:solidFill>
              <a:srgbClr val="168B83">
                <a:alpha val="76000"/>
              </a:srgbClr>
            </a:solidFill>
            <a:prstDash val="dash"/>
            <a:headEnd type="none"/>
            <a:tailEnd type="none"/>
          </a:ln>
        </p:spPr>
      </p:sp>
      <p:sp>
        <p:nvSpPr>
          <p:cNvPr id="151" name="Shape 149"/>
          <p:cNvSpPr/>
          <p:nvPr/>
        </p:nvSpPr>
        <p:spPr>
          <a:xfrm>
            <a:off x="1090574" y="4860502"/>
            <a:ext cx="0" cy="36548"/>
          </a:xfrm>
          <a:prstGeom prst="line">
            <a:avLst/>
          </a:prstGeom>
          <a:noFill/>
          <a:ln w="15875">
            <a:solidFill>
              <a:srgbClr val="168B83">
                <a:alpha val="76000"/>
              </a:srgbClr>
            </a:solidFill>
            <a:prstDash val="dash"/>
            <a:headEnd type="none"/>
            <a:tailEnd type="none"/>
          </a:ln>
        </p:spPr>
      </p:sp>
      <p:sp>
        <p:nvSpPr>
          <p:cNvPr id="152" name="Shape 150"/>
          <p:cNvSpPr/>
          <p:nvPr/>
        </p:nvSpPr>
        <p:spPr>
          <a:xfrm>
            <a:off x="1090574" y="4863245"/>
            <a:ext cx="127407" cy="0"/>
          </a:xfrm>
          <a:prstGeom prst="line">
            <a:avLst/>
          </a:prstGeom>
          <a:noFill/>
          <a:ln w="15875">
            <a:solidFill>
              <a:srgbClr val="168B83">
                <a:alpha val="76000"/>
              </a:srgbClr>
            </a:solidFill>
            <a:prstDash val="dash"/>
            <a:headEnd type="none"/>
            <a:tailEnd type="none"/>
          </a:ln>
        </p:spPr>
      </p:sp>
      <p:sp>
        <p:nvSpPr>
          <p:cNvPr id="153" name="Shape 151"/>
          <p:cNvSpPr/>
          <p:nvPr/>
        </p:nvSpPr>
        <p:spPr>
          <a:xfrm>
            <a:off x="1215238" y="4784270"/>
            <a:ext cx="0" cy="81718"/>
          </a:xfrm>
          <a:prstGeom prst="line">
            <a:avLst/>
          </a:prstGeom>
          <a:noFill/>
          <a:ln w="15875">
            <a:solidFill>
              <a:srgbClr val="168B83">
                <a:alpha val="76000"/>
              </a:srgbClr>
            </a:solidFill>
            <a:prstDash val="dash"/>
            <a:headEnd type="none"/>
            <a:tailEnd type="none"/>
          </a:ln>
        </p:spPr>
      </p:sp>
      <p:sp>
        <p:nvSpPr>
          <p:cNvPr id="154" name="Shape 152"/>
          <p:cNvSpPr/>
          <p:nvPr/>
        </p:nvSpPr>
        <p:spPr>
          <a:xfrm>
            <a:off x="1215238" y="4787014"/>
            <a:ext cx="127407" cy="0"/>
          </a:xfrm>
          <a:prstGeom prst="line">
            <a:avLst/>
          </a:prstGeom>
          <a:noFill/>
          <a:ln w="15875">
            <a:solidFill>
              <a:srgbClr val="168B83">
                <a:alpha val="76000"/>
              </a:srgbClr>
            </a:solidFill>
            <a:prstDash val="dash"/>
            <a:headEnd type="none"/>
            <a:tailEnd type="none"/>
          </a:ln>
        </p:spPr>
      </p:sp>
      <p:sp>
        <p:nvSpPr>
          <p:cNvPr id="155" name="Shape 153"/>
          <p:cNvSpPr/>
          <p:nvPr/>
        </p:nvSpPr>
        <p:spPr>
          <a:xfrm>
            <a:off x="1339901" y="4660368"/>
            <a:ext cx="0" cy="129389"/>
          </a:xfrm>
          <a:prstGeom prst="line">
            <a:avLst/>
          </a:prstGeom>
          <a:noFill/>
          <a:ln w="15875">
            <a:solidFill>
              <a:srgbClr val="168B83">
                <a:alpha val="76000"/>
              </a:srgbClr>
            </a:solidFill>
            <a:prstDash val="dash"/>
            <a:headEnd type="none"/>
            <a:tailEnd type="none"/>
          </a:ln>
        </p:spPr>
      </p:sp>
      <p:sp>
        <p:nvSpPr>
          <p:cNvPr id="156" name="Shape 154"/>
          <p:cNvSpPr/>
          <p:nvPr/>
        </p:nvSpPr>
        <p:spPr>
          <a:xfrm>
            <a:off x="1339901" y="4663111"/>
            <a:ext cx="127406" cy="0"/>
          </a:xfrm>
          <a:prstGeom prst="line">
            <a:avLst/>
          </a:prstGeom>
          <a:noFill/>
          <a:ln w="15875">
            <a:solidFill>
              <a:srgbClr val="168B83">
                <a:alpha val="76000"/>
              </a:srgbClr>
            </a:solidFill>
            <a:prstDash val="dash"/>
            <a:headEnd type="none"/>
            <a:tailEnd type="none"/>
          </a:ln>
        </p:spPr>
      </p:sp>
      <p:sp>
        <p:nvSpPr>
          <p:cNvPr id="157" name="Shape 155"/>
          <p:cNvSpPr/>
          <p:nvPr/>
        </p:nvSpPr>
        <p:spPr>
          <a:xfrm>
            <a:off x="1464564" y="4494689"/>
            <a:ext cx="0" cy="171166"/>
          </a:xfrm>
          <a:prstGeom prst="line">
            <a:avLst/>
          </a:prstGeom>
          <a:noFill/>
          <a:ln w="15875">
            <a:solidFill>
              <a:srgbClr val="168B83">
                <a:alpha val="76000"/>
              </a:srgbClr>
            </a:solidFill>
            <a:prstDash val="dash"/>
            <a:headEnd type="none"/>
            <a:tailEnd type="none"/>
          </a:ln>
        </p:spPr>
      </p:sp>
      <p:sp>
        <p:nvSpPr>
          <p:cNvPr id="158" name="Shape 156"/>
          <p:cNvSpPr/>
          <p:nvPr/>
        </p:nvSpPr>
        <p:spPr>
          <a:xfrm>
            <a:off x="1464564" y="4497432"/>
            <a:ext cx="127407" cy="0"/>
          </a:xfrm>
          <a:prstGeom prst="line">
            <a:avLst/>
          </a:prstGeom>
          <a:noFill/>
          <a:ln w="15875">
            <a:solidFill>
              <a:srgbClr val="168B83">
                <a:alpha val="76000"/>
              </a:srgbClr>
            </a:solidFill>
            <a:prstDash val="dash"/>
            <a:headEnd type="none"/>
            <a:tailEnd type="none"/>
          </a:ln>
        </p:spPr>
      </p:sp>
      <p:sp>
        <p:nvSpPr>
          <p:cNvPr id="159" name="Shape 157"/>
          <p:cNvSpPr/>
          <p:nvPr/>
        </p:nvSpPr>
        <p:spPr>
          <a:xfrm>
            <a:off x="1589227" y="4300249"/>
            <a:ext cx="0" cy="199926"/>
          </a:xfrm>
          <a:prstGeom prst="line">
            <a:avLst/>
          </a:prstGeom>
          <a:noFill/>
          <a:ln w="15875">
            <a:solidFill>
              <a:srgbClr val="168B83">
                <a:alpha val="76000"/>
              </a:srgbClr>
            </a:solidFill>
            <a:prstDash val="dash"/>
            <a:headEnd type="none"/>
            <a:tailEnd type="none"/>
          </a:ln>
        </p:spPr>
      </p:sp>
      <p:sp>
        <p:nvSpPr>
          <p:cNvPr id="160" name="Shape 158"/>
          <p:cNvSpPr/>
          <p:nvPr/>
        </p:nvSpPr>
        <p:spPr>
          <a:xfrm>
            <a:off x="1589227" y="4302992"/>
            <a:ext cx="127407" cy="0"/>
          </a:xfrm>
          <a:prstGeom prst="line">
            <a:avLst/>
          </a:prstGeom>
          <a:noFill/>
          <a:ln w="15875">
            <a:solidFill>
              <a:srgbClr val="168B83">
                <a:alpha val="76000"/>
              </a:srgbClr>
            </a:solidFill>
            <a:prstDash val="dash"/>
            <a:headEnd type="none"/>
            <a:tailEnd type="none"/>
          </a:ln>
        </p:spPr>
      </p:sp>
      <p:sp>
        <p:nvSpPr>
          <p:cNvPr id="161" name="Shape 159"/>
          <p:cNvSpPr/>
          <p:nvPr/>
        </p:nvSpPr>
        <p:spPr>
          <a:xfrm>
            <a:off x="1713891" y="4092584"/>
            <a:ext cx="0" cy="213151"/>
          </a:xfrm>
          <a:prstGeom prst="line">
            <a:avLst/>
          </a:prstGeom>
          <a:noFill/>
          <a:ln w="15875">
            <a:solidFill>
              <a:srgbClr val="168B83">
                <a:alpha val="76000"/>
              </a:srgbClr>
            </a:solidFill>
            <a:prstDash val="dash"/>
            <a:headEnd type="none"/>
            <a:tailEnd type="none"/>
          </a:ln>
        </p:spPr>
      </p:sp>
      <p:sp>
        <p:nvSpPr>
          <p:cNvPr id="162" name="Shape 160"/>
          <p:cNvSpPr/>
          <p:nvPr/>
        </p:nvSpPr>
        <p:spPr>
          <a:xfrm>
            <a:off x="1713891" y="4095327"/>
            <a:ext cx="127406" cy="0"/>
          </a:xfrm>
          <a:prstGeom prst="line">
            <a:avLst/>
          </a:prstGeom>
          <a:noFill/>
          <a:ln w="15875">
            <a:solidFill>
              <a:srgbClr val="168B83">
                <a:alpha val="76000"/>
              </a:srgbClr>
            </a:solidFill>
            <a:prstDash val="dash"/>
            <a:headEnd type="none"/>
            <a:tailEnd type="none"/>
          </a:ln>
        </p:spPr>
      </p:sp>
      <p:sp>
        <p:nvSpPr>
          <p:cNvPr id="163" name="Shape 161"/>
          <p:cNvSpPr/>
          <p:nvPr/>
        </p:nvSpPr>
        <p:spPr>
          <a:xfrm>
            <a:off x="1838553" y="3884692"/>
            <a:ext cx="0" cy="213378"/>
          </a:xfrm>
          <a:prstGeom prst="line">
            <a:avLst/>
          </a:prstGeom>
          <a:noFill/>
          <a:ln w="15875">
            <a:solidFill>
              <a:srgbClr val="168B83">
                <a:alpha val="76000"/>
              </a:srgbClr>
            </a:solidFill>
            <a:prstDash val="dash"/>
            <a:headEnd type="none"/>
            <a:tailEnd type="none"/>
          </a:ln>
        </p:spPr>
      </p:sp>
      <p:sp>
        <p:nvSpPr>
          <p:cNvPr id="164" name="Shape 162"/>
          <p:cNvSpPr/>
          <p:nvPr/>
        </p:nvSpPr>
        <p:spPr>
          <a:xfrm>
            <a:off x="1838553" y="3887435"/>
            <a:ext cx="127407" cy="0"/>
          </a:xfrm>
          <a:prstGeom prst="line">
            <a:avLst/>
          </a:prstGeom>
          <a:noFill/>
          <a:ln w="15875">
            <a:solidFill>
              <a:srgbClr val="168B83">
                <a:alpha val="76000"/>
              </a:srgbClr>
            </a:solidFill>
            <a:prstDash val="dash"/>
            <a:headEnd type="none"/>
            <a:tailEnd type="none"/>
          </a:ln>
        </p:spPr>
      </p:sp>
      <p:sp>
        <p:nvSpPr>
          <p:cNvPr id="165" name="Shape 163"/>
          <p:cNvSpPr/>
          <p:nvPr/>
        </p:nvSpPr>
        <p:spPr>
          <a:xfrm>
            <a:off x="1963217" y="3687753"/>
            <a:ext cx="0" cy="202426"/>
          </a:xfrm>
          <a:prstGeom prst="line">
            <a:avLst/>
          </a:prstGeom>
          <a:noFill/>
          <a:ln w="15875">
            <a:solidFill>
              <a:srgbClr val="168B83">
                <a:alpha val="76000"/>
              </a:srgbClr>
            </a:solidFill>
            <a:prstDash val="dash"/>
            <a:headEnd type="none"/>
            <a:tailEnd type="none"/>
          </a:ln>
        </p:spPr>
      </p:sp>
      <p:sp>
        <p:nvSpPr>
          <p:cNvPr id="166" name="Shape 164"/>
          <p:cNvSpPr/>
          <p:nvPr/>
        </p:nvSpPr>
        <p:spPr>
          <a:xfrm>
            <a:off x="1963217" y="3690496"/>
            <a:ext cx="127407" cy="0"/>
          </a:xfrm>
          <a:prstGeom prst="line">
            <a:avLst/>
          </a:prstGeom>
          <a:noFill/>
          <a:ln w="15875">
            <a:solidFill>
              <a:srgbClr val="168B83">
                <a:alpha val="76000"/>
              </a:srgbClr>
            </a:solidFill>
            <a:prstDash val="dash"/>
            <a:headEnd type="none"/>
            <a:tailEnd type="none"/>
          </a:ln>
        </p:spPr>
      </p:sp>
      <p:sp>
        <p:nvSpPr>
          <p:cNvPr id="167" name="Shape 165"/>
          <p:cNvSpPr/>
          <p:nvPr/>
        </p:nvSpPr>
        <p:spPr>
          <a:xfrm>
            <a:off x="2087880" y="3509575"/>
            <a:ext cx="0" cy="183663"/>
          </a:xfrm>
          <a:prstGeom prst="line">
            <a:avLst/>
          </a:prstGeom>
          <a:noFill/>
          <a:ln w="15875">
            <a:solidFill>
              <a:srgbClr val="168B83">
                <a:alpha val="76000"/>
              </a:srgbClr>
            </a:solidFill>
            <a:prstDash val="dash"/>
            <a:headEnd type="none"/>
            <a:tailEnd type="none"/>
          </a:ln>
        </p:spPr>
      </p:sp>
      <p:sp>
        <p:nvSpPr>
          <p:cNvPr id="168" name="Shape 166"/>
          <p:cNvSpPr/>
          <p:nvPr/>
        </p:nvSpPr>
        <p:spPr>
          <a:xfrm>
            <a:off x="2087880" y="3512319"/>
            <a:ext cx="127406" cy="0"/>
          </a:xfrm>
          <a:prstGeom prst="line">
            <a:avLst/>
          </a:prstGeom>
          <a:noFill/>
          <a:ln w="15875">
            <a:solidFill>
              <a:srgbClr val="168B83">
                <a:alpha val="76000"/>
              </a:srgbClr>
            </a:solidFill>
            <a:prstDash val="dash"/>
            <a:headEnd type="none"/>
            <a:tailEnd type="none"/>
          </a:ln>
        </p:spPr>
      </p:sp>
      <p:sp>
        <p:nvSpPr>
          <p:cNvPr id="169" name="Shape 167"/>
          <p:cNvSpPr/>
          <p:nvPr/>
        </p:nvSpPr>
        <p:spPr>
          <a:xfrm>
            <a:off x="2212543" y="3354774"/>
            <a:ext cx="0" cy="160288"/>
          </a:xfrm>
          <a:prstGeom prst="line">
            <a:avLst/>
          </a:prstGeom>
          <a:noFill/>
          <a:ln w="15875">
            <a:solidFill>
              <a:srgbClr val="168B83">
                <a:alpha val="76000"/>
              </a:srgbClr>
            </a:solidFill>
            <a:prstDash val="dash"/>
            <a:headEnd type="none"/>
            <a:tailEnd type="none"/>
          </a:ln>
        </p:spPr>
      </p:sp>
      <p:sp>
        <p:nvSpPr>
          <p:cNvPr id="170" name="Shape 168"/>
          <p:cNvSpPr/>
          <p:nvPr/>
        </p:nvSpPr>
        <p:spPr>
          <a:xfrm>
            <a:off x="2212543" y="3357517"/>
            <a:ext cx="127407" cy="0"/>
          </a:xfrm>
          <a:prstGeom prst="line">
            <a:avLst/>
          </a:prstGeom>
          <a:noFill/>
          <a:ln w="15875">
            <a:solidFill>
              <a:srgbClr val="168B83">
                <a:alpha val="76000"/>
              </a:srgbClr>
            </a:solidFill>
            <a:prstDash val="dash"/>
            <a:headEnd type="none"/>
            <a:tailEnd type="none"/>
          </a:ln>
        </p:spPr>
      </p:sp>
      <p:sp>
        <p:nvSpPr>
          <p:cNvPr id="171" name="Shape 169"/>
          <p:cNvSpPr/>
          <p:nvPr/>
        </p:nvSpPr>
        <p:spPr>
          <a:xfrm>
            <a:off x="2337206" y="3223210"/>
            <a:ext cx="0" cy="137051"/>
          </a:xfrm>
          <a:prstGeom prst="line">
            <a:avLst/>
          </a:prstGeom>
          <a:noFill/>
          <a:ln w="15875">
            <a:solidFill>
              <a:srgbClr val="168B83">
                <a:alpha val="76000"/>
              </a:srgbClr>
            </a:solidFill>
            <a:prstDash val="dash"/>
            <a:headEnd type="none"/>
            <a:tailEnd type="none"/>
          </a:ln>
        </p:spPr>
      </p:sp>
      <p:sp>
        <p:nvSpPr>
          <p:cNvPr id="172" name="Shape 170"/>
          <p:cNvSpPr/>
          <p:nvPr/>
        </p:nvSpPr>
        <p:spPr>
          <a:xfrm>
            <a:off x="2337206" y="3225953"/>
            <a:ext cx="127407" cy="0"/>
          </a:xfrm>
          <a:prstGeom prst="line">
            <a:avLst/>
          </a:prstGeom>
          <a:noFill/>
          <a:ln w="15875">
            <a:solidFill>
              <a:srgbClr val="168B83">
                <a:alpha val="76000"/>
              </a:srgbClr>
            </a:solidFill>
            <a:prstDash val="dash"/>
            <a:headEnd type="none"/>
            <a:tailEnd type="none"/>
          </a:ln>
        </p:spPr>
      </p:sp>
      <p:sp>
        <p:nvSpPr>
          <p:cNvPr id="173" name="Shape 171"/>
          <p:cNvSpPr/>
          <p:nvPr/>
        </p:nvSpPr>
        <p:spPr>
          <a:xfrm>
            <a:off x="2461870" y="3123091"/>
            <a:ext cx="0" cy="105605"/>
          </a:xfrm>
          <a:prstGeom prst="line">
            <a:avLst/>
          </a:prstGeom>
          <a:noFill/>
          <a:ln w="15875">
            <a:solidFill>
              <a:srgbClr val="168B83">
                <a:alpha val="76000"/>
              </a:srgbClr>
            </a:solidFill>
            <a:prstDash val="dash"/>
            <a:headEnd type="none"/>
            <a:tailEnd type="none"/>
          </a:ln>
        </p:spPr>
      </p:sp>
      <p:sp>
        <p:nvSpPr>
          <p:cNvPr id="174" name="Shape 172"/>
          <p:cNvSpPr/>
          <p:nvPr/>
        </p:nvSpPr>
        <p:spPr>
          <a:xfrm>
            <a:off x="2461870" y="3125835"/>
            <a:ext cx="127406" cy="0"/>
          </a:xfrm>
          <a:prstGeom prst="line">
            <a:avLst/>
          </a:prstGeom>
          <a:noFill/>
          <a:ln w="15875">
            <a:solidFill>
              <a:srgbClr val="168B83">
                <a:alpha val="76000"/>
              </a:srgbClr>
            </a:solidFill>
            <a:prstDash val="dash"/>
            <a:headEnd type="none"/>
            <a:tailEnd type="none"/>
          </a:ln>
        </p:spPr>
      </p:sp>
      <p:sp>
        <p:nvSpPr>
          <p:cNvPr id="175" name="Shape 173"/>
          <p:cNvSpPr/>
          <p:nvPr/>
        </p:nvSpPr>
        <p:spPr>
          <a:xfrm>
            <a:off x="2586533" y="3030816"/>
            <a:ext cx="0" cy="97762"/>
          </a:xfrm>
          <a:prstGeom prst="line">
            <a:avLst/>
          </a:prstGeom>
          <a:noFill/>
          <a:ln w="15875">
            <a:solidFill>
              <a:srgbClr val="168B83">
                <a:alpha val="76000"/>
              </a:srgbClr>
            </a:solidFill>
            <a:prstDash val="dash"/>
            <a:headEnd type="none"/>
            <a:tailEnd type="none"/>
          </a:ln>
        </p:spPr>
      </p:sp>
      <p:sp>
        <p:nvSpPr>
          <p:cNvPr id="176" name="Shape 174"/>
          <p:cNvSpPr/>
          <p:nvPr/>
        </p:nvSpPr>
        <p:spPr>
          <a:xfrm>
            <a:off x="2586533" y="3033559"/>
            <a:ext cx="127407" cy="0"/>
          </a:xfrm>
          <a:prstGeom prst="line">
            <a:avLst/>
          </a:prstGeom>
          <a:noFill/>
          <a:ln w="15875">
            <a:solidFill>
              <a:srgbClr val="168B83">
                <a:alpha val="76000"/>
              </a:srgbClr>
            </a:solidFill>
            <a:prstDash val="dash"/>
            <a:headEnd type="none"/>
            <a:tailEnd type="none"/>
          </a:ln>
        </p:spPr>
      </p:sp>
      <p:sp>
        <p:nvSpPr>
          <p:cNvPr id="177" name="Shape 175"/>
          <p:cNvSpPr/>
          <p:nvPr/>
        </p:nvSpPr>
        <p:spPr>
          <a:xfrm>
            <a:off x="2711196" y="2952495"/>
            <a:ext cx="0" cy="83808"/>
          </a:xfrm>
          <a:prstGeom prst="line">
            <a:avLst/>
          </a:prstGeom>
          <a:noFill/>
          <a:ln w="15875">
            <a:solidFill>
              <a:srgbClr val="168B83">
                <a:alpha val="76000"/>
              </a:srgbClr>
            </a:solidFill>
            <a:prstDash val="dash"/>
            <a:headEnd type="none"/>
            <a:tailEnd type="none"/>
          </a:ln>
        </p:spPr>
      </p:sp>
      <p:sp>
        <p:nvSpPr>
          <p:cNvPr id="178" name="Shape 176"/>
          <p:cNvSpPr/>
          <p:nvPr/>
        </p:nvSpPr>
        <p:spPr>
          <a:xfrm>
            <a:off x="2711196" y="2955238"/>
            <a:ext cx="127407" cy="0"/>
          </a:xfrm>
          <a:prstGeom prst="line">
            <a:avLst/>
          </a:prstGeom>
          <a:noFill/>
          <a:ln w="15875">
            <a:solidFill>
              <a:srgbClr val="168B83">
                <a:alpha val="76000"/>
              </a:srgbClr>
            </a:solidFill>
            <a:prstDash val="dash"/>
            <a:headEnd type="none"/>
            <a:tailEnd type="none"/>
          </a:ln>
        </p:spPr>
      </p:sp>
      <p:sp>
        <p:nvSpPr>
          <p:cNvPr id="179" name="Shape 177"/>
          <p:cNvSpPr/>
          <p:nvPr/>
        </p:nvSpPr>
        <p:spPr>
          <a:xfrm>
            <a:off x="2835859" y="2884697"/>
            <a:ext cx="0" cy="73284"/>
          </a:xfrm>
          <a:prstGeom prst="line">
            <a:avLst/>
          </a:prstGeom>
          <a:noFill/>
          <a:ln w="15875">
            <a:solidFill>
              <a:srgbClr val="168B83">
                <a:alpha val="76000"/>
              </a:srgbClr>
            </a:solidFill>
            <a:prstDash val="dash"/>
            <a:headEnd type="none"/>
            <a:tailEnd type="none"/>
          </a:ln>
        </p:spPr>
      </p:sp>
      <p:sp>
        <p:nvSpPr>
          <p:cNvPr id="180" name="Shape 178"/>
          <p:cNvSpPr/>
          <p:nvPr/>
        </p:nvSpPr>
        <p:spPr>
          <a:xfrm>
            <a:off x="2835859" y="2887440"/>
            <a:ext cx="127406" cy="0"/>
          </a:xfrm>
          <a:prstGeom prst="line">
            <a:avLst/>
          </a:prstGeom>
          <a:noFill/>
          <a:ln w="15875">
            <a:solidFill>
              <a:srgbClr val="168B83">
                <a:alpha val="76000"/>
              </a:srgbClr>
            </a:solidFill>
            <a:prstDash val="dash"/>
            <a:headEnd type="none"/>
            <a:tailEnd type="none"/>
          </a:ln>
        </p:spPr>
      </p:sp>
      <p:sp>
        <p:nvSpPr>
          <p:cNvPr id="181" name="Shape 179"/>
          <p:cNvSpPr/>
          <p:nvPr/>
        </p:nvSpPr>
        <p:spPr>
          <a:xfrm>
            <a:off x="2960522" y="2823954"/>
            <a:ext cx="0" cy="66229"/>
          </a:xfrm>
          <a:prstGeom prst="line">
            <a:avLst/>
          </a:prstGeom>
          <a:noFill/>
          <a:ln w="15875">
            <a:solidFill>
              <a:srgbClr val="168B83">
                <a:alpha val="76000"/>
              </a:srgbClr>
            </a:solidFill>
            <a:prstDash val="dash"/>
            <a:headEnd type="none"/>
            <a:tailEnd type="none"/>
          </a:ln>
        </p:spPr>
      </p:sp>
      <p:sp>
        <p:nvSpPr>
          <p:cNvPr id="182" name="Shape 180"/>
          <p:cNvSpPr/>
          <p:nvPr/>
        </p:nvSpPr>
        <p:spPr>
          <a:xfrm>
            <a:off x="2960522" y="2826698"/>
            <a:ext cx="127407" cy="0"/>
          </a:xfrm>
          <a:prstGeom prst="line">
            <a:avLst/>
          </a:prstGeom>
          <a:noFill/>
          <a:ln w="15875">
            <a:solidFill>
              <a:srgbClr val="168B83">
                <a:alpha val="76000"/>
              </a:srgbClr>
            </a:solidFill>
            <a:prstDash val="dash"/>
            <a:headEnd type="none"/>
            <a:tailEnd type="none"/>
          </a:ln>
        </p:spPr>
      </p:sp>
      <p:sp>
        <p:nvSpPr>
          <p:cNvPr id="183" name="Shape 181"/>
          <p:cNvSpPr/>
          <p:nvPr/>
        </p:nvSpPr>
        <p:spPr>
          <a:xfrm>
            <a:off x="3085186" y="2768094"/>
            <a:ext cx="0" cy="61346"/>
          </a:xfrm>
          <a:prstGeom prst="line">
            <a:avLst/>
          </a:prstGeom>
          <a:noFill/>
          <a:ln w="15875">
            <a:solidFill>
              <a:srgbClr val="168B83">
                <a:alpha val="76000"/>
              </a:srgbClr>
            </a:solidFill>
            <a:prstDash val="dash"/>
            <a:headEnd type="none"/>
            <a:tailEnd type="none"/>
          </a:ln>
        </p:spPr>
      </p:sp>
      <p:sp>
        <p:nvSpPr>
          <p:cNvPr id="184" name="Shape 182"/>
          <p:cNvSpPr/>
          <p:nvPr/>
        </p:nvSpPr>
        <p:spPr>
          <a:xfrm>
            <a:off x="3085186" y="2770838"/>
            <a:ext cx="127407" cy="0"/>
          </a:xfrm>
          <a:prstGeom prst="line">
            <a:avLst/>
          </a:prstGeom>
          <a:noFill/>
          <a:ln w="15875">
            <a:solidFill>
              <a:srgbClr val="168B83">
                <a:alpha val="76000"/>
              </a:srgbClr>
            </a:solidFill>
            <a:prstDash val="dash"/>
            <a:headEnd type="none"/>
            <a:tailEnd type="none"/>
          </a:ln>
        </p:spPr>
      </p:sp>
      <p:sp>
        <p:nvSpPr>
          <p:cNvPr id="185" name="Shape 183"/>
          <p:cNvSpPr/>
          <p:nvPr/>
        </p:nvSpPr>
        <p:spPr>
          <a:xfrm>
            <a:off x="3209849" y="2716264"/>
            <a:ext cx="0" cy="57317"/>
          </a:xfrm>
          <a:prstGeom prst="line">
            <a:avLst/>
          </a:prstGeom>
          <a:noFill/>
          <a:ln w="15875">
            <a:solidFill>
              <a:srgbClr val="168B83">
                <a:alpha val="76000"/>
              </a:srgbClr>
            </a:solidFill>
            <a:prstDash val="dash"/>
            <a:headEnd type="none"/>
            <a:tailEnd type="none"/>
          </a:ln>
        </p:spPr>
      </p:sp>
      <p:sp>
        <p:nvSpPr>
          <p:cNvPr id="186" name="Shape 184"/>
          <p:cNvSpPr/>
          <p:nvPr/>
        </p:nvSpPr>
        <p:spPr>
          <a:xfrm>
            <a:off x="3209849" y="2719007"/>
            <a:ext cx="127406" cy="0"/>
          </a:xfrm>
          <a:prstGeom prst="line">
            <a:avLst/>
          </a:prstGeom>
          <a:noFill/>
          <a:ln w="15875">
            <a:solidFill>
              <a:srgbClr val="168B83">
                <a:alpha val="76000"/>
              </a:srgbClr>
            </a:solidFill>
            <a:prstDash val="dash"/>
            <a:headEnd type="none"/>
            <a:tailEnd type="none"/>
          </a:ln>
        </p:spPr>
      </p:sp>
      <p:sp>
        <p:nvSpPr>
          <p:cNvPr id="187" name="Shape 185"/>
          <p:cNvSpPr/>
          <p:nvPr/>
        </p:nvSpPr>
        <p:spPr>
          <a:xfrm>
            <a:off x="3334512" y="2668296"/>
            <a:ext cx="0" cy="53454"/>
          </a:xfrm>
          <a:prstGeom prst="line">
            <a:avLst/>
          </a:prstGeom>
          <a:noFill/>
          <a:ln w="15875">
            <a:solidFill>
              <a:srgbClr val="168B83">
                <a:alpha val="76000"/>
              </a:srgbClr>
            </a:solidFill>
            <a:prstDash val="dash"/>
            <a:headEnd type="none"/>
            <a:tailEnd type="none"/>
          </a:ln>
        </p:spPr>
      </p:sp>
      <p:sp>
        <p:nvSpPr>
          <p:cNvPr id="188" name="Shape 186"/>
          <p:cNvSpPr/>
          <p:nvPr/>
        </p:nvSpPr>
        <p:spPr>
          <a:xfrm>
            <a:off x="3334512" y="2671039"/>
            <a:ext cx="127407" cy="0"/>
          </a:xfrm>
          <a:prstGeom prst="line">
            <a:avLst/>
          </a:prstGeom>
          <a:noFill/>
          <a:ln w="15875">
            <a:solidFill>
              <a:srgbClr val="168B83">
                <a:alpha val="76000"/>
              </a:srgbClr>
            </a:solidFill>
            <a:prstDash val="dash"/>
            <a:headEnd type="none"/>
            <a:tailEnd type="none"/>
          </a:ln>
        </p:spPr>
      </p:sp>
      <p:sp>
        <p:nvSpPr>
          <p:cNvPr id="189" name="Shape 187"/>
          <p:cNvSpPr/>
          <p:nvPr/>
        </p:nvSpPr>
        <p:spPr>
          <a:xfrm>
            <a:off x="3459175" y="2624066"/>
            <a:ext cx="0" cy="49717"/>
          </a:xfrm>
          <a:prstGeom prst="line">
            <a:avLst/>
          </a:prstGeom>
          <a:noFill/>
          <a:ln w="15875">
            <a:solidFill>
              <a:srgbClr val="168B83">
                <a:alpha val="76000"/>
              </a:srgbClr>
            </a:solidFill>
            <a:prstDash val="dash"/>
            <a:headEnd type="none"/>
            <a:tailEnd type="none"/>
          </a:ln>
        </p:spPr>
      </p:sp>
      <p:sp>
        <p:nvSpPr>
          <p:cNvPr id="190" name="Shape 188"/>
          <p:cNvSpPr/>
          <p:nvPr/>
        </p:nvSpPr>
        <p:spPr>
          <a:xfrm>
            <a:off x="3459175" y="2626809"/>
            <a:ext cx="127407" cy="0"/>
          </a:xfrm>
          <a:prstGeom prst="line">
            <a:avLst/>
          </a:prstGeom>
          <a:noFill/>
          <a:ln w="15875">
            <a:solidFill>
              <a:srgbClr val="168B83">
                <a:alpha val="76000"/>
              </a:srgbClr>
            </a:solidFill>
            <a:prstDash val="dash"/>
            <a:headEnd type="none"/>
            <a:tailEnd type="none"/>
          </a:ln>
        </p:spPr>
      </p:sp>
      <p:sp>
        <p:nvSpPr>
          <p:cNvPr id="191" name="Shape 189"/>
          <p:cNvSpPr/>
          <p:nvPr/>
        </p:nvSpPr>
        <p:spPr>
          <a:xfrm>
            <a:off x="3583839" y="2584359"/>
            <a:ext cx="0" cy="45193"/>
          </a:xfrm>
          <a:prstGeom prst="line">
            <a:avLst/>
          </a:prstGeom>
          <a:noFill/>
          <a:ln w="15875">
            <a:solidFill>
              <a:srgbClr val="168B83">
                <a:alpha val="76000"/>
              </a:srgbClr>
            </a:solidFill>
            <a:prstDash val="dash"/>
            <a:headEnd type="none"/>
            <a:tailEnd type="none"/>
          </a:ln>
        </p:spPr>
      </p:sp>
      <p:sp>
        <p:nvSpPr>
          <p:cNvPr id="192" name="Shape 190"/>
          <p:cNvSpPr/>
          <p:nvPr/>
        </p:nvSpPr>
        <p:spPr>
          <a:xfrm>
            <a:off x="3583839" y="2587102"/>
            <a:ext cx="127406" cy="0"/>
          </a:xfrm>
          <a:prstGeom prst="line">
            <a:avLst/>
          </a:prstGeom>
          <a:noFill/>
          <a:ln w="15875">
            <a:solidFill>
              <a:srgbClr val="168B83">
                <a:alpha val="76000"/>
              </a:srgbClr>
            </a:solidFill>
            <a:prstDash val="dash"/>
            <a:headEnd type="none"/>
            <a:tailEnd type="none"/>
          </a:ln>
        </p:spPr>
      </p:sp>
      <p:sp>
        <p:nvSpPr>
          <p:cNvPr id="193" name="Shape 191"/>
          <p:cNvSpPr/>
          <p:nvPr/>
        </p:nvSpPr>
        <p:spPr>
          <a:xfrm>
            <a:off x="3708501" y="2549039"/>
            <a:ext cx="0" cy="40806"/>
          </a:xfrm>
          <a:prstGeom prst="line">
            <a:avLst/>
          </a:prstGeom>
          <a:noFill/>
          <a:ln w="15875">
            <a:solidFill>
              <a:srgbClr val="168B83">
                <a:alpha val="76000"/>
              </a:srgbClr>
            </a:solidFill>
            <a:prstDash val="dash"/>
            <a:headEnd type="none"/>
            <a:tailEnd type="none"/>
          </a:ln>
        </p:spPr>
      </p:sp>
      <p:sp>
        <p:nvSpPr>
          <p:cNvPr id="194" name="Shape 192"/>
          <p:cNvSpPr/>
          <p:nvPr/>
        </p:nvSpPr>
        <p:spPr>
          <a:xfrm>
            <a:off x="3708501" y="2551782"/>
            <a:ext cx="127407" cy="0"/>
          </a:xfrm>
          <a:prstGeom prst="line">
            <a:avLst/>
          </a:prstGeom>
          <a:noFill/>
          <a:ln w="15875">
            <a:solidFill>
              <a:srgbClr val="168B83">
                <a:alpha val="76000"/>
              </a:srgbClr>
            </a:solidFill>
            <a:prstDash val="dash"/>
            <a:headEnd type="none"/>
            <a:tailEnd type="none"/>
          </a:ln>
        </p:spPr>
      </p:sp>
      <p:sp>
        <p:nvSpPr>
          <p:cNvPr id="195" name="Shape 193"/>
          <p:cNvSpPr/>
          <p:nvPr/>
        </p:nvSpPr>
        <p:spPr>
          <a:xfrm>
            <a:off x="3833165" y="2517822"/>
            <a:ext cx="0" cy="36704"/>
          </a:xfrm>
          <a:prstGeom prst="line">
            <a:avLst/>
          </a:prstGeom>
          <a:noFill/>
          <a:ln w="15875">
            <a:solidFill>
              <a:srgbClr val="168B83">
                <a:alpha val="76000"/>
              </a:srgbClr>
            </a:solidFill>
            <a:prstDash val="dash"/>
            <a:headEnd type="none"/>
            <a:tailEnd type="none"/>
          </a:ln>
        </p:spPr>
      </p:sp>
      <p:sp>
        <p:nvSpPr>
          <p:cNvPr id="196" name="Shape 194"/>
          <p:cNvSpPr/>
          <p:nvPr/>
        </p:nvSpPr>
        <p:spPr>
          <a:xfrm>
            <a:off x="3833165" y="2520565"/>
            <a:ext cx="127407" cy="0"/>
          </a:xfrm>
          <a:prstGeom prst="line">
            <a:avLst/>
          </a:prstGeom>
          <a:noFill/>
          <a:ln w="15875">
            <a:solidFill>
              <a:srgbClr val="168B83">
                <a:alpha val="76000"/>
              </a:srgbClr>
            </a:solidFill>
            <a:prstDash val="dash"/>
            <a:headEnd type="none"/>
            <a:tailEnd type="none"/>
          </a:ln>
        </p:spPr>
      </p:sp>
      <p:sp>
        <p:nvSpPr>
          <p:cNvPr id="197" name="Shape 195"/>
          <p:cNvSpPr/>
          <p:nvPr/>
        </p:nvSpPr>
        <p:spPr>
          <a:xfrm>
            <a:off x="3957828" y="2394454"/>
            <a:ext cx="0" cy="128854"/>
          </a:xfrm>
          <a:prstGeom prst="line">
            <a:avLst/>
          </a:prstGeom>
          <a:noFill/>
          <a:ln w="15875">
            <a:solidFill>
              <a:srgbClr val="168B83">
                <a:alpha val="76000"/>
              </a:srgbClr>
            </a:solidFill>
            <a:prstDash val="dash"/>
            <a:headEnd type="none"/>
            <a:tailEnd type="none"/>
          </a:ln>
        </p:spPr>
      </p:sp>
      <p:sp>
        <p:nvSpPr>
          <p:cNvPr id="198" name="Shape 196"/>
          <p:cNvSpPr/>
          <p:nvPr/>
        </p:nvSpPr>
        <p:spPr>
          <a:xfrm>
            <a:off x="3957828" y="2397197"/>
            <a:ext cx="127406" cy="0"/>
          </a:xfrm>
          <a:prstGeom prst="line">
            <a:avLst/>
          </a:prstGeom>
          <a:noFill/>
          <a:ln w="15875">
            <a:solidFill>
              <a:srgbClr val="168B83">
                <a:alpha val="76000"/>
              </a:srgbClr>
            </a:solidFill>
            <a:prstDash val="dash"/>
            <a:headEnd type="none"/>
            <a:tailEnd type="none"/>
          </a:ln>
        </p:spPr>
      </p:sp>
      <p:sp>
        <p:nvSpPr>
          <p:cNvPr id="199" name="Shape 197"/>
          <p:cNvSpPr/>
          <p:nvPr/>
        </p:nvSpPr>
        <p:spPr>
          <a:xfrm>
            <a:off x="4082491" y="2369490"/>
            <a:ext cx="0" cy="30450"/>
          </a:xfrm>
          <a:prstGeom prst="line">
            <a:avLst/>
          </a:prstGeom>
          <a:noFill/>
          <a:ln w="15875">
            <a:solidFill>
              <a:srgbClr val="168B83">
                <a:alpha val="76000"/>
              </a:srgbClr>
            </a:solidFill>
            <a:prstDash val="dash"/>
            <a:headEnd type="none"/>
            <a:tailEnd type="none"/>
          </a:ln>
        </p:spPr>
      </p:sp>
      <p:sp>
        <p:nvSpPr>
          <p:cNvPr id="200" name="Shape 198"/>
          <p:cNvSpPr/>
          <p:nvPr/>
        </p:nvSpPr>
        <p:spPr>
          <a:xfrm>
            <a:off x="4082491" y="2372233"/>
            <a:ext cx="127407" cy="0"/>
          </a:xfrm>
          <a:prstGeom prst="line">
            <a:avLst/>
          </a:prstGeom>
          <a:noFill/>
          <a:ln w="15875">
            <a:solidFill>
              <a:srgbClr val="168B83">
                <a:alpha val="76000"/>
              </a:srgbClr>
            </a:solidFill>
            <a:prstDash val="dash"/>
            <a:headEnd type="none"/>
            <a:tailEnd type="none"/>
          </a:ln>
        </p:spPr>
      </p:sp>
      <p:sp>
        <p:nvSpPr>
          <p:cNvPr id="201" name="Shape 199"/>
          <p:cNvSpPr/>
          <p:nvPr/>
        </p:nvSpPr>
        <p:spPr>
          <a:xfrm>
            <a:off x="4207154" y="2349138"/>
            <a:ext cx="0" cy="25838"/>
          </a:xfrm>
          <a:prstGeom prst="line">
            <a:avLst/>
          </a:prstGeom>
          <a:noFill/>
          <a:ln w="15875">
            <a:solidFill>
              <a:srgbClr val="168B83">
                <a:alpha val="76000"/>
              </a:srgbClr>
            </a:solidFill>
            <a:prstDash val="dash"/>
            <a:headEnd type="none"/>
            <a:tailEnd type="none"/>
          </a:ln>
        </p:spPr>
      </p:sp>
      <p:sp>
        <p:nvSpPr>
          <p:cNvPr id="202" name="Shape 200"/>
          <p:cNvSpPr/>
          <p:nvPr/>
        </p:nvSpPr>
        <p:spPr>
          <a:xfrm>
            <a:off x="4207154" y="2351882"/>
            <a:ext cx="127407" cy="0"/>
          </a:xfrm>
          <a:prstGeom prst="line">
            <a:avLst/>
          </a:prstGeom>
          <a:noFill/>
          <a:ln w="15875">
            <a:solidFill>
              <a:srgbClr val="168B83">
                <a:alpha val="76000"/>
              </a:srgbClr>
            </a:solidFill>
            <a:prstDash val="dash"/>
            <a:headEnd type="none"/>
            <a:tailEnd type="none"/>
          </a:ln>
        </p:spPr>
      </p:sp>
      <p:sp>
        <p:nvSpPr>
          <p:cNvPr id="203" name="Shape 201"/>
          <p:cNvSpPr/>
          <p:nvPr/>
        </p:nvSpPr>
        <p:spPr>
          <a:xfrm>
            <a:off x="4331818" y="2334244"/>
            <a:ext cx="0" cy="20381"/>
          </a:xfrm>
          <a:prstGeom prst="line">
            <a:avLst/>
          </a:prstGeom>
          <a:noFill/>
          <a:ln w="15875">
            <a:solidFill>
              <a:srgbClr val="168B83">
                <a:alpha val="76000"/>
              </a:srgbClr>
            </a:solidFill>
            <a:prstDash val="dash"/>
            <a:headEnd type="none"/>
            <a:tailEnd type="none"/>
          </a:ln>
        </p:spPr>
      </p:sp>
      <p:sp>
        <p:nvSpPr>
          <p:cNvPr id="204" name="Shape 202"/>
          <p:cNvSpPr/>
          <p:nvPr/>
        </p:nvSpPr>
        <p:spPr>
          <a:xfrm>
            <a:off x="4331818" y="2336987"/>
            <a:ext cx="127406" cy="0"/>
          </a:xfrm>
          <a:prstGeom prst="line">
            <a:avLst/>
          </a:prstGeom>
          <a:noFill/>
          <a:ln w="15875">
            <a:solidFill>
              <a:srgbClr val="168B83">
                <a:alpha val="76000"/>
              </a:srgbClr>
            </a:solidFill>
            <a:prstDash val="dash"/>
            <a:headEnd type="none"/>
            <a:tailEnd type="none"/>
          </a:ln>
        </p:spPr>
      </p:sp>
      <p:sp>
        <p:nvSpPr>
          <p:cNvPr id="205" name="Shape 203"/>
          <p:cNvSpPr/>
          <p:nvPr/>
        </p:nvSpPr>
        <p:spPr>
          <a:xfrm>
            <a:off x="4456481" y="2323805"/>
            <a:ext cx="0" cy="15925"/>
          </a:xfrm>
          <a:prstGeom prst="line">
            <a:avLst/>
          </a:prstGeom>
          <a:noFill/>
          <a:ln w="15875">
            <a:solidFill>
              <a:srgbClr val="168B83">
                <a:alpha val="76000"/>
              </a:srgbClr>
            </a:solidFill>
            <a:prstDash val="dash"/>
            <a:headEnd type="none"/>
            <a:tailEnd type="none"/>
          </a:ln>
        </p:spPr>
      </p:sp>
      <p:sp>
        <p:nvSpPr>
          <p:cNvPr id="206" name="Shape 204"/>
          <p:cNvSpPr/>
          <p:nvPr/>
        </p:nvSpPr>
        <p:spPr>
          <a:xfrm>
            <a:off x="4456481" y="2326548"/>
            <a:ext cx="127407" cy="0"/>
          </a:xfrm>
          <a:prstGeom prst="line">
            <a:avLst/>
          </a:prstGeom>
          <a:noFill/>
          <a:ln w="15875">
            <a:solidFill>
              <a:srgbClr val="168B83">
                <a:alpha val="76000"/>
              </a:srgbClr>
            </a:solidFill>
            <a:prstDash val="dash"/>
            <a:headEnd type="none"/>
            <a:tailEnd type="none"/>
          </a:ln>
        </p:spPr>
      </p:sp>
      <p:sp>
        <p:nvSpPr>
          <p:cNvPr id="207" name="Shape 205"/>
          <p:cNvSpPr/>
          <p:nvPr/>
        </p:nvSpPr>
        <p:spPr>
          <a:xfrm>
            <a:off x="4581144" y="2317795"/>
            <a:ext cx="0" cy="11496"/>
          </a:xfrm>
          <a:prstGeom prst="line">
            <a:avLst/>
          </a:prstGeom>
          <a:noFill/>
          <a:ln w="15875">
            <a:solidFill>
              <a:srgbClr val="168B83">
                <a:alpha val="76000"/>
              </a:srgbClr>
            </a:solidFill>
            <a:prstDash val="dash"/>
            <a:headEnd type="none"/>
            <a:tailEnd type="none"/>
          </a:ln>
        </p:spPr>
      </p:sp>
      <p:sp>
        <p:nvSpPr>
          <p:cNvPr id="208" name="Shape 206"/>
          <p:cNvSpPr/>
          <p:nvPr/>
        </p:nvSpPr>
        <p:spPr>
          <a:xfrm>
            <a:off x="4581144" y="2320539"/>
            <a:ext cx="127407" cy="0"/>
          </a:xfrm>
          <a:prstGeom prst="line">
            <a:avLst/>
          </a:prstGeom>
          <a:noFill/>
          <a:ln w="15875">
            <a:solidFill>
              <a:srgbClr val="168B83">
                <a:alpha val="76000"/>
              </a:srgbClr>
            </a:solidFill>
            <a:prstDash val="dash"/>
            <a:headEnd type="none"/>
            <a:tailEnd type="none"/>
          </a:ln>
        </p:spPr>
      </p:sp>
      <p:sp>
        <p:nvSpPr>
          <p:cNvPr id="209" name="Shape 207"/>
          <p:cNvSpPr/>
          <p:nvPr/>
        </p:nvSpPr>
        <p:spPr>
          <a:xfrm>
            <a:off x="4705807" y="2315480"/>
            <a:ext cx="0" cy="7802"/>
          </a:xfrm>
          <a:prstGeom prst="line">
            <a:avLst/>
          </a:prstGeom>
          <a:noFill/>
          <a:ln w="15875">
            <a:solidFill>
              <a:srgbClr val="168B83">
                <a:alpha val="76000"/>
              </a:srgbClr>
            </a:solidFill>
            <a:prstDash val="dash"/>
            <a:headEnd type="none"/>
            <a:tailEnd type="none"/>
          </a:ln>
        </p:spPr>
      </p:sp>
      <p:sp>
        <p:nvSpPr>
          <p:cNvPr id="210" name="Shape 208"/>
          <p:cNvSpPr/>
          <p:nvPr/>
        </p:nvSpPr>
        <p:spPr>
          <a:xfrm>
            <a:off x="4705807" y="2318223"/>
            <a:ext cx="127406" cy="0"/>
          </a:xfrm>
          <a:prstGeom prst="line">
            <a:avLst/>
          </a:prstGeom>
          <a:noFill/>
          <a:ln w="15875">
            <a:solidFill>
              <a:srgbClr val="168B83">
                <a:alpha val="76000"/>
              </a:srgbClr>
            </a:solidFill>
            <a:prstDash val="dash"/>
            <a:headEnd type="none"/>
            <a:tailEnd type="none"/>
          </a:ln>
        </p:spPr>
      </p:sp>
      <p:sp>
        <p:nvSpPr>
          <p:cNvPr id="211" name="Shape 209"/>
          <p:cNvSpPr/>
          <p:nvPr/>
        </p:nvSpPr>
        <p:spPr>
          <a:xfrm>
            <a:off x="4830470" y="2315480"/>
            <a:ext cx="0" cy="5712"/>
          </a:xfrm>
          <a:prstGeom prst="line">
            <a:avLst/>
          </a:prstGeom>
          <a:noFill/>
          <a:ln w="15875">
            <a:solidFill>
              <a:srgbClr val="168B83">
                <a:alpha val="76000"/>
              </a:srgbClr>
            </a:solidFill>
            <a:prstDash val="dash"/>
            <a:headEnd type="none"/>
            <a:tailEnd type="none"/>
          </a:ln>
        </p:spPr>
      </p:sp>
      <p:sp>
        <p:nvSpPr>
          <p:cNvPr id="212" name="Shape 210"/>
          <p:cNvSpPr/>
          <p:nvPr/>
        </p:nvSpPr>
        <p:spPr>
          <a:xfrm>
            <a:off x="4830470" y="2318449"/>
            <a:ext cx="127407" cy="0"/>
          </a:xfrm>
          <a:prstGeom prst="line">
            <a:avLst/>
          </a:prstGeom>
          <a:noFill/>
          <a:ln w="15875">
            <a:solidFill>
              <a:srgbClr val="168B83">
                <a:alpha val="76000"/>
              </a:srgbClr>
            </a:solidFill>
            <a:prstDash val="dash"/>
            <a:headEnd type="none"/>
            <a:tailEnd type="none"/>
          </a:ln>
        </p:spPr>
      </p:sp>
      <p:sp>
        <p:nvSpPr>
          <p:cNvPr id="213" name="Shape 211"/>
          <p:cNvSpPr/>
          <p:nvPr/>
        </p:nvSpPr>
        <p:spPr>
          <a:xfrm>
            <a:off x="4955134" y="2315706"/>
            <a:ext cx="0" cy="5835"/>
          </a:xfrm>
          <a:prstGeom prst="line">
            <a:avLst/>
          </a:prstGeom>
          <a:noFill/>
          <a:ln w="15875">
            <a:solidFill>
              <a:srgbClr val="168B83">
                <a:alpha val="76000"/>
              </a:srgbClr>
            </a:solidFill>
            <a:prstDash val="dash"/>
            <a:headEnd type="none"/>
            <a:tailEnd type="none"/>
          </a:ln>
        </p:spPr>
      </p:sp>
      <p:sp>
        <p:nvSpPr>
          <p:cNvPr id="214" name="Shape 212"/>
          <p:cNvSpPr/>
          <p:nvPr/>
        </p:nvSpPr>
        <p:spPr>
          <a:xfrm>
            <a:off x="4955134" y="2318797"/>
            <a:ext cx="127407" cy="0"/>
          </a:xfrm>
          <a:prstGeom prst="line">
            <a:avLst/>
          </a:prstGeom>
          <a:noFill/>
          <a:ln w="15875">
            <a:solidFill>
              <a:srgbClr val="168B83">
                <a:alpha val="76000"/>
              </a:srgbClr>
            </a:solidFill>
            <a:prstDash val="dash"/>
            <a:headEnd type="none"/>
            <a:tailEnd type="none"/>
          </a:ln>
        </p:spPr>
      </p:sp>
      <p:sp>
        <p:nvSpPr>
          <p:cNvPr id="215" name="Shape 213"/>
          <p:cNvSpPr/>
          <p:nvPr/>
        </p:nvSpPr>
        <p:spPr>
          <a:xfrm>
            <a:off x="5079797" y="2315001"/>
            <a:ext cx="0" cy="6539"/>
          </a:xfrm>
          <a:prstGeom prst="line">
            <a:avLst/>
          </a:prstGeom>
          <a:noFill/>
          <a:ln w="15875">
            <a:solidFill>
              <a:srgbClr val="168B83">
                <a:alpha val="76000"/>
              </a:srgbClr>
            </a:solidFill>
            <a:prstDash val="dash"/>
            <a:headEnd type="none"/>
            <a:tailEnd type="none"/>
          </a:ln>
        </p:spPr>
      </p:sp>
      <p:sp>
        <p:nvSpPr>
          <p:cNvPr id="216" name="Shape 214"/>
          <p:cNvSpPr/>
          <p:nvPr/>
        </p:nvSpPr>
        <p:spPr>
          <a:xfrm>
            <a:off x="5079797" y="2317744"/>
            <a:ext cx="127406" cy="0"/>
          </a:xfrm>
          <a:prstGeom prst="line">
            <a:avLst/>
          </a:prstGeom>
          <a:noFill/>
          <a:ln w="15875">
            <a:solidFill>
              <a:srgbClr val="168B83">
                <a:alpha val="76000"/>
              </a:srgbClr>
            </a:solidFill>
            <a:prstDash val="dash"/>
            <a:headEnd type="none"/>
            <a:tailEnd type="none"/>
          </a:ln>
        </p:spPr>
      </p:sp>
      <p:sp>
        <p:nvSpPr>
          <p:cNvPr id="217" name="Shape 215"/>
          <p:cNvSpPr/>
          <p:nvPr/>
        </p:nvSpPr>
        <p:spPr>
          <a:xfrm>
            <a:off x="5204460" y="2312265"/>
            <a:ext cx="0" cy="8222"/>
          </a:xfrm>
          <a:prstGeom prst="line">
            <a:avLst/>
          </a:prstGeom>
          <a:noFill/>
          <a:ln w="15875">
            <a:solidFill>
              <a:srgbClr val="168B83">
                <a:alpha val="76000"/>
              </a:srgbClr>
            </a:solidFill>
            <a:prstDash val="dash"/>
            <a:headEnd type="none"/>
            <a:tailEnd type="none"/>
          </a:ln>
        </p:spPr>
      </p:sp>
      <p:sp>
        <p:nvSpPr>
          <p:cNvPr id="218" name="Shape 216"/>
          <p:cNvSpPr/>
          <p:nvPr/>
        </p:nvSpPr>
        <p:spPr>
          <a:xfrm>
            <a:off x="5204460" y="2315008"/>
            <a:ext cx="127407" cy="0"/>
          </a:xfrm>
          <a:prstGeom prst="line">
            <a:avLst/>
          </a:prstGeom>
          <a:noFill/>
          <a:ln w="15875">
            <a:solidFill>
              <a:srgbClr val="168B83">
                <a:alpha val="76000"/>
              </a:srgbClr>
            </a:solidFill>
            <a:prstDash val="dash"/>
            <a:headEnd type="none"/>
            <a:tailEnd type="none"/>
          </a:ln>
        </p:spPr>
      </p:sp>
      <p:sp>
        <p:nvSpPr>
          <p:cNvPr id="219" name="Shape 217"/>
          <p:cNvSpPr/>
          <p:nvPr/>
        </p:nvSpPr>
        <p:spPr>
          <a:xfrm>
            <a:off x="5329123" y="2307306"/>
            <a:ext cx="0" cy="10446"/>
          </a:xfrm>
          <a:prstGeom prst="line">
            <a:avLst/>
          </a:prstGeom>
          <a:noFill/>
          <a:ln w="15875">
            <a:solidFill>
              <a:srgbClr val="168B83">
                <a:alpha val="76000"/>
              </a:srgbClr>
            </a:solidFill>
            <a:prstDash val="dash"/>
            <a:headEnd type="none"/>
            <a:tailEnd type="none"/>
          </a:ln>
        </p:spPr>
      </p:sp>
      <p:sp>
        <p:nvSpPr>
          <p:cNvPr id="220" name="Shape 218"/>
          <p:cNvSpPr/>
          <p:nvPr/>
        </p:nvSpPr>
        <p:spPr>
          <a:xfrm>
            <a:off x="5329123" y="2310049"/>
            <a:ext cx="127407" cy="0"/>
          </a:xfrm>
          <a:prstGeom prst="line">
            <a:avLst/>
          </a:prstGeom>
          <a:noFill/>
          <a:ln w="15875">
            <a:solidFill>
              <a:srgbClr val="168B83">
                <a:alpha val="76000"/>
              </a:srgbClr>
            </a:solidFill>
            <a:prstDash val="dash"/>
            <a:headEnd type="none"/>
            <a:tailEnd type="none"/>
          </a:ln>
        </p:spPr>
      </p:sp>
      <p:sp>
        <p:nvSpPr>
          <p:cNvPr id="221" name="Shape 219"/>
          <p:cNvSpPr/>
          <p:nvPr/>
        </p:nvSpPr>
        <p:spPr>
          <a:xfrm>
            <a:off x="5453787" y="2307306"/>
            <a:ext cx="0" cy="57489"/>
          </a:xfrm>
          <a:prstGeom prst="line">
            <a:avLst/>
          </a:prstGeom>
          <a:noFill/>
          <a:ln w="15875">
            <a:solidFill>
              <a:srgbClr val="168B83">
                <a:alpha val="76000"/>
              </a:srgbClr>
            </a:solidFill>
            <a:prstDash val="dash"/>
            <a:headEnd type="none"/>
            <a:tailEnd type="none"/>
          </a:ln>
        </p:spPr>
      </p:sp>
      <p:sp>
        <p:nvSpPr>
          <p:cNvPr id="222" name="Shape 220"/>
          <p:cNvSpPr/>
          <p:nvPr/>
        </p:nvSpPr>
        <p:spPr>
          <a:xfrm>
            <a:off x="5453787" y="2362052"/>
            <a:ext cx="127406" cy="0"/>
          </a:xfrm>
          <a:prstGeom prst="line">
            <a:avLst/>
          </a:prstGeom>
          <a:noFill/>
          <a:ln w="15875">
            <a:solidFill>
              <a:srgbClr val="168B83">
                <a:alpha val="76000"/>
              </a:srgbClr>
            </a:solidFill>
            <a:prstDash val="dash"/>
            <a:headEnd type="none"/>
            <a:tailEnd type="none"/>
          </a:ln>
        </p:spPr>
      </p:sp>
      <p:sp>
        <p:nvSpPr>
          <p:cNvPr id="223" name="Shape 221"/>
          <p:cNvSpPr/>
          <p:nvPr/>
        </p:nvSpPr>
        <p:spPr>
          <a:xfrm>
            <a:off x="5578449" y="2351475"/>
            <a:ext cx="0" cy="13320"/>
          </a:xfrm>
          <a:prstGeom prst="line">
            <a:avLst/>
          </a:prstGeom>
          <a:noFill/>
          <a:ln w="15875">
            <a:solidFill>
              <a:srgbClr val="168B83">
                <a:alpha val="76000"/>
              </a:srgbClr>
            </a:solidFill>
            <a:prstDash val="dash"/>
            <a:headEnd type="none"/>
            <a:tailEnd type="none"/>
          </a:ln>
        </p:spPr>
      </p:sp>
      <p:sp>
        <p:nvSpPr>
          <p:cNvPr id="224" name="Shape 222"/>
          <p:cNvSpPr/>
          <p:nvPr/>
        </p:nvSpPr>
        <p:spPr>
          <a:xfrm>
            <a:off x="5578449" y="2354218"/>
            <a:ext cx="127407" cy="0"/>
          </a:xfrm>
          <a:prstGeom prst="line">
            <a:avLst/>
          </a:prstGeom>
          <a:noFill/>
          <a:ln w="15875">
            <a:solidFill>
              <a:srgbClr val="168B83">
                <a:alpha val="76000"/>
              </a:srgbClr>
            </a:solidFill>
            <a:prstDash val="dash"/>
            <a:headEnd type="none"/>
            <a:tailEnd type="none"/>
          </a:ln>
        </p:spPr>
      </p:sp>
      <p:sp>
        <p:nvSpPr>
          <p:cNvPr id="225" name="Shape 223"/>
          <p:cNvSpPr/>
          <p:nvPr/>
        </p:nvSpPr>
        <p:spPr>
          <a:xfrm>
            <a:off x="5703113" y="2343599"/>
            <a:ext cx="0" cy="13363"/>
          </a:xfrm>
          <a:prstGeom prst="line">
            <a:avLst/>
          </a:prstGeom>
          <a:noFill/>
          <a:ln w="15875">
            <a:solidFill>
              <a:srgbClr val="168B83">
                <a:alpha val="76000"/>
              </a:srgbClr>
            </a:solidFill>
            <a:prstDash val="dash"/>
            <a:headEnd type="none"/>
            <a:tailEnd type="none"/>
          </a:ln>
        </p:spPr>
      </p:sp>
      <p:sp>
        <p:nvSpPr>
          <p:cNvPr id="226" name="Shape 224"/>
          <p:cNvSpPr/>
          <p:nvPr/>
        </p:nvSpPr>
        <p:spPr>
          <a:xfrm>
            <a:off x="5703113" y="2346342"/>
            <a:ext cx="127407" cy="0"/>
          </a:xfrm>
          <a:prstGeom prst="line">
            <a:avLst/>
          </a:prstGeom>
          <a:noFill/>
          <a:ln w="15875">
            <a:solidFill>
              <a:srgbClr val="168B83">
                <a:alpha val="76000"/>
              </a:srgbClr>
            </a:solidFill>
            <a:prstDash val="dash"/>
            <a:headEnd type="none"/>
            <a:tailEnd type="none"/>
          </a:ln>
        </p:spPr>
      </p:sp>
      <p:sp>
        <p:nvSpPr>
          <p:cNvPr id="227" name="Shape 225"/>
          <p:cNvSpPr/>
          <p:nvPr/>
        </p:nvSpPr>
        <p:spPr>
          <a:xfrm>
            <a:off x="5827776" y="2335423"/>
            <a:ext cx="0" cy="13662"/>
          </a:xfrm>
          <a:prstGeom prst="line">
            <a:avLst/>
          </a:prstGeom>
          <a:noFill/>
          <a:ln w="15875">
            <a:solidFill>
              <a:srgbClr val="168B83">
                <a:alpha val="76000"/>
              </a:srgbClr>
            </a:solidFill>
            <a:prstDash val="dash"/>
            <a:headEnd type="none"/>
            <a:tailEnd type="none"/>
          </a:ln>
        </p:spPr>
      </p:sp>
      <p:sp>
        <p:nvSpPr>
          <p:cNvPr id="228" name="Shape 226"/>
          <p:cNvSpPr/>
          <p:nvPr/>
        </p:nvSpPr>
        <p:spPr>
          <a:xfrm>
            <a:off x="5827776" y="2338167"/>
            <a:ext cx="127406" cy="0"/>
          </a:xfrm>
          <a:prstGeom prst="line">
            <a:avLst/>
          </a:prstGeom>
          <a:noFill/>
          <a:ln w="15875">
            <a:solidFill>
              <a:srgbClr val="168B83">
                <a:alpha val="76000"/>
              </a:srgbClr>
            </a:solidFill>
            <a:prstDash val="dash"/>
            <a:headEnd type="none"/>
            <a:tailEnd type="none"/>
          </a:ln>
        </p:spPr>
      </p:sp>
      <p:sp>
        <p:nvSpPr>
          <p:cNvPr id="229" name="Shape 227"/>
          <p:cNvSpPr/>
          <p:nvPr/>
        </p:nvSpPr>
        <p:spPr>
          <a:xfrm>
            <a:off x="5952439" y="2327084"/>
            <a:ext cx="0" cy="13826"/>
          </a:xfrm>
          <a:prstGeom prst="line">
            <a:avLst/>
          </a:prstGeom>
          <a:noFill/>
          <a:ln w="15875">
            <a:solidFill>
              <a:srgbClr val="168B83">
                <a:alpha val="76000"/>
              </a:srgbClr>
            </a:solidFill>
            <a:prstDash val="dash"/>
            <a:headEnd type="none"/>
            <a:tailEnd type="none"/>
          </a:ln>
        </p:spPr>
      </p:sp>
      <p:sp>
        <p:nvSpPr>
          <p:cNvPr id="230" name="Shape 228"/>
          <p:cNvSpPr/>
          <p:nvPr/>
        </p:nvSpPr>
        <p:spPr>
          <a:xfrm>
            <a:off x="5952439" y="2329827"/>
            <a:ext cx="127407" cy="0"/>
          </a:xfrm>
          <a:prstGeom prst="line">
            <a:avLst/>
          </a:prstGeom>
          <a:noFill/>
          <a:ln w="15875">
            <a:solidFill>
              <a:srgbClr val="168B83">
                <a:alpha val="76000"/>
              </a:srgbClr>
            </a:solidFill>
            <a:prstDash val="dash"/>
            <a:headEnd type="none"/>
            <a:tailEnd type="none"/>
          </a:ln>
        </p:spPr>
      </p:sp>
      <p:sp>
        <p:nvSpPr>
          <p:cNvPr id="231" name="Shape 229"/>
          <p:cNvSpPr/>
          <p:nvPr/>
        </p:nvSpPr>
        <p:spPr>
          <a:xfrm>
            <a:off x="6077102" y="2319325"/>
            <a:ext cx="0" cy="13245"/>
          </a:xfrm>
          <a:prstGeom prst="line">
            <a:avLst/>
          </a:prstGeom>
          <a:noFill/>
          <a:ln w="15875">
            <a:solidFill>
              <a:srgbClr val="168B83">
                <a:alpha val="76000"/>
              </a:srgbClr>
            </a:solidFill>
            <a:prstDash val="dash"/>
            <a:headEnd type="none"/>
            <a:tailEnd type="none"/>
          </a:ln>
        </p:spPr>
      </p:sp>
      <p:sp>
        <p:nvSpPr>
          <p:cNvPr id="232" name="Shape 230"/>
          <p:cNvSpPr/>
          <p:nvPr/>
        </p:nvSpPr>
        <p:spPr>
          <a:xfrm>
            <a:off x="6077102" y="2322068"/>
            <a:ext cx="127407" cy="0"/>
          </a:xfrm>
          <a:prstGeom prst="line">
            <a:avLst/>
          </a:prstGeom>
          <a:noFill/>
          <a:ln w="15875">
            <a:solidFill>
              <a:srgbClr val="168B83">
                <a:alpha val="76000"/>
              </a:srgbClr>
            </a:solidFill>
            <a:prstDash val="dash"/>
            <a:headEnd type="none"/>
            <a:tailEnd type="none"/>
          </a:ln>
        </p:spPr>
      </p:sp>
      <p:sp>
        <p:nvSpPr>
          <p:cNvPr id="233" name="Shape 231"/>
          <p:cNvSpPr/>
          <p:nvPr/>
        </p:nvSpPr>
        <p:spPr>
          <a:xfrm>
            <a:off x="6201766" y="2313139"/>
            <a:ext cx="0" cy="11672"/>
          </a:xfrm>
          <a:prstGeom prst="line">
            <a:avLst/>
          </a:prstGeom>
          <a:noFill/>
          <a:ln w="15875">
            <a:solidFill>
              <a:srgbClr val="168B83">
                <a:alpha val="76000"/>
              </a:srgbClr>
            </a:solidFill>
            <a:prstDash val="dash"/>
            <a:headEnd type="none"/>
            <a:tailEnd type="none"/>
          </a:ln>
        </p:spPr>
      </p:sp>
      <p:sp>
        <p:nvSpPr>
          <p:cNvPr id="234" name="Shape 232"/>
          <p:cNvSpPr/>
          <p:nvPr/>
        </p:nvSpPr>
        <p:spPr>
          <a:xfrm>
            <a:off x="6201766" y="2315882"/>
            <a:ext cx="127406" cy="0"/>
          </a:xfrm>
          <a:prstGeom prst="line">
            <a:avLst/>
          </a:prstGeom>
          <a:noFill/>
          <a:ln w="15875">
            <a:solidFill>
              <a:srgbClr val="168B83">
                <a:alpha val="76000"/>
              </a:srgbClr>
            </a:solidFill>
            <a:prstDash val="dash"/>
            <a:headEnd type="none"/>
            <a:tailEnd type="none"/>
          </a:ln>
        </p:spPr>
      </p:sp>
      <p:sp>
        <p:nvSpPr>
          <p:cNvPr id="235" name="Shape 233"/>
          <p:cNvSpPr/>
          <p:nvPr/>
        </p:nvSpPr>
        <p:spPr>
          <a:xfrm>
            <a:off x="6326429" y="2308364"/>
            <a:ext cx="0" cy="10261"/>
          </a:xfrm>
          <a:prstGeom prst="line">
            <a:avLst/>
          </a:prstGeom>
          <a:noFill/>
          <a:ln w="15875">
            <a:solidFill>
              <a:srgbClr val="168B83">
                <a:alpha val="76000"/>
              </a:srgbClr>
            </a:solidFill>
            <a:prstDash val="dash"/>
            <a:headEnd type="none"/>
            <a:tailEnd type="none"/>
          </a:ln>
        </p:spPr>
      </p:sp>
      <p:sp>
        <p:nvSpPr>
          <p:cNvPr id="236" name="Shape 234"/>
          <p:cNvSpPr/>
          <p:nvPr/>
        </p:nvSpPr>
        <p:spPr>
          <a:xfrm>
            <a:off x="6326429" y="2311107"/>
            <a:ext cx="127407" cy="0"/>
          </a:xfrm>
          <a:prstGeom prst="line">
            <a:avLst/>
          </a:prstGeom>
          <a:noFill/>
          <a:ln w="15875">
            <a:solidFill>
              <a:srgbClr val="168B83">
                <a:alpha val="76000"/>
              </a:srgbClr>
            </a:solidFill>
            <a:prstDash val="dash"/>
            <a:headEnd type="none"/>
            <a:tailEnd type="none"/>
          </a:ln>
        </p:spPr>
      </p:sp>
      <p:sp>
        <p:nvSpPr>
          <p:cNvPr id="237" name="Shape 235"/>
          <p:cNvSpPr/>
          <p:nvPr/>
        </p:nvSpPr>
        <p:spPr>
          <a:xfrm>
            <a:off x="6451092" y="2304200"/>
            <a:ext cx="0" cy="9650"/>
          </a:xfrm>
          <a:prstGeom prst="line">
            <a:avLst/>
          </a:prstGeom>
          <a:noFill/>
          <a:ln w="15875">
            <a:solidFill>
              <a:srgbClr val="168B83">
                <a:alpha val="76000"/>
              </a:srgbClr>
            </a:solidFill>
            <a:prstDash val="dash"/>
            <a:headEnd type="none"/>
            <a:tailEnd type="none"/>
          </a:ln>
        </p:spPr>
      </p:sp>
      <p:sp>
        <p:nvSpPr>
          <p:cNvPr id="238" name="Shape 236"/>
          <p:cNvSpPr/>
          <p:nvPr/>
        </p:nvSpPr>
        <p:spPr>
          <a:xfrm>
            <a:off x="6451092" y="2306944"/>
            <a:ext cx="127407" cy="0"/>
          </a:xfrm>
          <a:prstGeom prst="line">
            <a:avLst/>
          </a:prstGeom>
          <a:noFill/>
          <a:ln w="15875">
            <a:solidFill>
              <a:srgbClr val="168B83">
                <a:alpha val="76000"/>
              </a:srgbClr>
            </a:solidFill>
            <a:prstDash val="dash"/>
            <a:headEnd type="none"/>
            <a:tailEnd type="none"/>
          </a:ln>
        </p:spPr>
      </p:sp>
      <p:sp>
        <p:nvSpPr>
          <p:cNvPr id="239" name="Shape 237"/>
          <p:cNvSpPr/>
          <p:nvPr/>
        </p:nvSpPr>
        <p:spPr>
          <a:xfrm>
            <a:off x="6575755" y="2300051"/>
            <a:ext cx="0" cy="9635"/>
          </a:xfrm>
          <a:prstGeom prst="line">
            <a:avLst/>
          </a:prstGeom>
          <a:noFill/>
          <a:ln w="15875">
            <a:solidFill>
              <a:srgbClr val="168B83">
                <a:alpha val="76000"/>
              </a:srgbClr>
            </a:solidFill>
            <a:prstDash val="dash"/>
            <a:headEnd type="none"/>
            <a:tailEnd type="none"/>
          </a:ln>
        </p:spPr>
      </p:sp>
      <p:sp>
        <p:nvSpPr>
          <p:cNvPr id="240" name="Shape 238"/>
          <p:cNvSpPr/>
          <p:nvPr/>
        </p:nvSpPr>
        <p:spPr>
          <a:xfrm>
            <a:off x="6575755" y="2302795"/>
            <a:ext cx="127406" cy="0"/>
          </a:xfrm>
          <a:prstGeom prst="line">
            <a:avLst/>
          </a:prstGeom>
          <a:noFill/>
          <a:ln w="15875">
            <a:solidFill>
              <a:srgbClr val="168B83">
                <a:alpha val="76000"/>
              </a:srgbClr>
            </a:solidFill>
            <a:prstDash val="dash"/>
            <a:headEnd type="none"/>
            <a:tailEnd type="none"/>
          </a:ln>
        </p:spPr>
      </p:sp>
      <p:sp>
        <p:nvSpPr>
          <p:cNvPr id="241" name="Shape 239"/>
          <p:cNvSpPr/>
          <p:nvPr/>
        </p:nvSpPr>
        <p:spPr>
          <a:xfrm>
            <a:off x="6700418" y="2296069"/>
            <a:ext cx="0" cy="9469"/>
          </a:xfrm>
          <a:prstGeom prst="line">
            <a:avLst/>
          </a:prstGeom>
          <a:noFill/>
          <a:ln w="15875">
            <a:solidFill>
              <a:srgbClr val="168B83">
                <a:alpha val="76000"/>
              </a:srgbClr>
            </a:solidFill>
            <a:prstDash val="dash"/>
            <a:headEnd type="none"/>
            <a:tailEnd type="none"/>
          </a:ln>
        </p:spPr>
      </p:sp>
      <p:sp>
        <p:nvSpPr>
          <p:cNvPr id="242" name="Shape 240"/>
          <p:cNvSpPr/>
          <p:nvPr/>
        </p:nvSpPr>
        <p:spPr>
          <a:xfrm>
            <a:off x="6700418" y="2298812"/>
            <a:ext cx="127407" cy="0"/>
          </a:xfrm>
          <a:prstGeom prst="line">
            <a:avLst/>
          </a:prstGeom>
          <a:noFill/>
          <a:ln w="15875">
            <a:solidFill>
              <a:srgbClr val="168B83">
                <a:alpha val="76000"/>
              </a:srgbClr>
            </a:solidFill>
            <a:prstDash val="dash"/>
            <a:headEnd type="none"/>
            <a:tailEnd type="none"/>
          </a:ln>
        </p:spPr>
      </p:sp>
      <p:sp>
        <p:nvSpPr>
          <p:cNvPr id="243" name="Shape 241"/>
          <p:cNvSpPr/>
          <p:nvPr/>
        </p:nvSpPr>
        <p:spPr>
          <a:xfrm>
            <a:off x="6825082" y="2292178"/>
            <a:ext cx="0" cy="9378"/>
          </a:xfrm>
          <a:prstGeom prst="line">
            <a:avLst/>
          </a:prstGeom>
          <a:noFill/>
          <a:ln w="15875">
            <a:solidFill>
              <a:srgbClr val="168B83">
                <a:alpha val="76000"/>
              </a:srgbClr>
            </a:solidFill>
            <a:prstDash val="dash"/>
            <a:headEnd type="none"/>
            <a:tailEnd type="none"/>
          </a:ln>
        </p:spPr>
      </p:sp>
      <p:sp>
        <p:nvSpPr>
          <p:cNvPr id="244" name="Shape 242"/>
          <p:cNvSpPr/>
          <p:nvPr/>
        </p:nvSpPr>
        <p:spPr>
          <a:xfrm>
            <a:off x="6825082" y="2294921"/>
            <a:ext cx="127407" cy="0"/>
          </a:xfrm>
          <a:prstGeom prst="line">
            <a:avLst/>
          </a:prstGeom>
          <a:noFill/>
          <a:ln w="15875">
            <a:solidFill>
              <a:srgbClr val="168B83">
                <a:alpha val="76000"/>
              </a:srgbClr>
            </a:solidFill>
            <a:prstDash val="dash"/>
            <a:headEnd type="none"/>
            <a:tailEnd type="none"/>
          </a:ln>
        </p:spPr>
      </p:sp>
      <p:sp>
        <p:nvSpPr>
          <p:cNvPr id="245" name="Shape 243"/>
          <p:cNvSpPr/>
          <p:nvPr/>
        </p:nvSpPr>
        <p:spPr>
          <a:xfrm>
            <a:off x="6949745" y="2292178"/>
            <a:ext cx="0" cy="54900"/>
          </a:xfrm>
          <a:prstGeom prst="line">
            <a:avLst/>
          </a:prstGeom>
          <a:noFill/>
          <a:ln w="15875">
            <a:solidFill>
              <a:srgbClr val="168B83">
                <a:alpha val="76000"/>
              </a:srgbClr>
            </a:solidFill>
            <a:prstDash val="dash"/>
            <a:headEnd type="none"/>
            <a:tailEnd type="none"/>
          </a:ln>
        </p:spPr>
      </p:sp>
      <p:sp>
        <p:nvSpPr>
          <p:cNvPr id="246" name="Shape 244"/>
          <p:cNvSpPr/>
          <p:nvPr/>
        </p:nvSpPr>
        <p:spPr>
          <a:xfrm>
            <a:off x="6949745" y="2344335"/>
            <a:ext cx="127406" cy="0"/>
          </a:xfrm>
          <a:prstGeom prst="line">
            <a:avLst/>
          </a:prstGeom>
          <a:noFill/>
          <a:ln w="15875">
            <a:solidFill>
              <a:srgbClr val="168B83">
                <a:alpha val="76000"/>
              </a:srgbClr>
            </a:solidFill>
            <a:prstDash val="dash"/>
            <a:headEnd type="none"/>
            <a:tailEnd type="none"/>
          </a:ln>
        </p:spPr>
      </p:sp>
      <p:sp>
        <p:nvSpPr>
          <p:cNvPr id="247" name="Shape 245"/>
          <p:cNvSpPr/>
          <p:nvPr/>
        </p:nvSpPr>
        <p:spPr>
          <a:xfrm>
            <a:off x="7074408" y="2337479"/>
            <a:ext cx="0" cy="9599"/>
          </a:xfrm>
          <a:prstGeom prst="line">
            <a:avLst/>
          </a:prstGeom>
          <a:noFill/>
          <a:ln w="15875">
            <a:solidFill>
              <a:srgbClr val="168B83">
                <a:alpha val="76000"/>
              </a:srgbClr>
            </a:solidFill>
            <a:prstDash val="dash"/>
            <a:headEnd type="none"/>
            <a:tailEnd type="none"/>
          </a:ln>
        </p:spPr>
      </p:sp>
      <p:sp>
        <p:nvSpPr>
          <p:cNvPr id="248" name="Shape 246"/>
          <p:cNvSpPr/>
          <p:nvPr/>
        </p:nvSpPr>
        <p:spPr>
          <a:xfrm>
            <a:off x="7074408" y="2340222"/>
            <a:ext cx="127407" cy="0"/>
          </a:xfrm>
          <a:prstGeom prst="line">
            <a:avLst/>
          </a:prstGeom>
          <a:noFill/>
          <a:ln w="15875">
            <a:solidFill>
              <a:srgbClr val="168B83">
                <a:alpha val="76000"/>
              </a:srgbClr>
            </a:solidFill>
            <a:prstDash val="dash"/>
            <a:headEnd type="none"/>
            <a:tailEnd type="none"/>
          </a:ln>
        </p:spPr>
      </p:sp>
      <p:sp>
        <p:nvSpPr>
          <p:cNvPr id="249" name="Shape 247"/>
          <p:cNvSpPr/>
          <p:nvPr/>
        </p:nvSpPr>
        <p:spPr>
          <a:xfrm>
            <a:off x="7199071" y="2331596"/>
            <a:ext cx="0" cy="11369"/>
          </a:xfrm>
          <a:prstGeom prst="line">
            <a:avLst/>
          </a:prstGeom>
          <a:noFill/>
          <a:ln w="15875">
            <a:solidFill>
              <a:srgbClr val="168B83">
                <a:alpha val="76000"/>
              </a:srgbClr>
            </a:solidFill>
            <a:prstDash val="dash"/>
            <a:headEnd type="none"/>
            <a:tailEnd type="none"/>
          </a:ln>
        </p:spPr>
      </p:sp>
      <p:sp>
        <p:nvSpPr>
          <p:cNvPr id="250" name="Shape 248"/>
          <p:cNvSpPr/>
          <p:nvPr/>
        </p:nvSpPr>
        <p:spPr>
          <a:xfrm>
            <a:off x="7199071" y="2334339"/>
            <a:ext cx="127407" cy="0"/>
          </a:xfrm>
          <a:prstGeom prst="line">
            <a:avLst/>
          </a:prstGeom>
          <a:noFill/>
          <a:ln w="15875">
            <a:solidFill>
              <a:srgbClr val="168B83">
                <a:alpha val="76000"/>
              </a:srgbClr>
            </a:solidFill>
            <a:prstDash val="dash"/>
            <a:headEnd type="none"/>
            <a:tailEnd type="none"/>
          </a:ln>
        </p:spPr>
      </p:sp>
      <p:sp>
        <p:nvSpPr>
          <p:cNvPr id="251" name="Shape 249"/>
          <p:cNvSpPr/>
          <p:nvPr/>
        </p:nvSpPr>
        <p:spPr>
          <a:xfrm>
            <a:off x="7323735" y="2324097"/>
            <a:ext cx="0" cy="12985"/>
          </a:xfrm>
          <a:prstGeom prst="line">
            <a:avLst/>
          </a:prstGeom>
          <a:noFill/>
          <a:ln w="15875">
            <a:solidFill>
              <a:srgbClr val="168B83">
                <a:alpha val="76000"/>
              </a:srgbClr>
            </a:solidFill>
            <a:prstDash val="dash"/>
            <a:headEnd type="none"/>
            <a:tailEnd type="none"/>
          </a:ln>
        </p:spPr>
      </p:sp>
      <p:sp>
        <p:nvSpPr>
          <p:cNvPr id="252" name="Shape 250"/>
          <p:cNvSpPr/>
          <p:nvPr/>
        </p:nvSpPr>
        <p:spPr>
          <a:xfrm>
            <a:off x="7323735" y="2326840"/>
            <a:ext cx="127406" cy="0"/>
          </a:xfrm>
          <a:prstGeom prst="line">
            <a:avLst/>
          </a:prstGeom>
          <a:noFill/>
          <a:ln w="15875">
            <a:solidFill>
              <a:srgbClr val="168B83">
                <a:alpha val="76000"/>
              </a:srgbClr>
            </a:solidFill>
            <a:prstDash val="dash"/>
            <a:headEnd type="none"/>
            <a:tailEnd type="none"/>
          </a:ln>
        </p:spPr>
      </p:sp>
      <p:sp>
        <p:nvSpPr>
          <p:cNvPr id="253" name="Shape 251"/>
          <p:cNvSpPr/>
          <p:nvPr/>
        </p:nvSpPr>
        <p:spPr>
          <a:xfrm>
            <a:off x="7448397" y="2315254"/>
            <a:ext cx="0" cy="14329"/>
          </a:xfrm>
          <a:prstGeom prst="line">
            <a:avLst/>
          </a:prstGeom>
          <a:noFill/>
          <a:ln w="15875">
            <a:solidFill>
              <a:srgbClr val="168B83">
                <a:alpha val="76000"/>
              </a:srgbClr>
            </a:solidFill>
            <a:prstDash val="dash"/>
            <a:headEnd type="none"/>
            <a:tailEnd type="none"/>
          </a:ln>
        </p:spPr>
      </p:sp>
      <p:sp>
        <p:nvSpPr>
          <p:cNvPr id="254" name="Shape 252"/>
          <p:cNvSpPr/>
          <p:nvPr/>
        </p:nvSpPr>
        <p:spPr>
          <a:xfrm>
            <a:off x="7448397" y="2317998"/>
            <a:ext cx="127407" cy="0"/>
          </a:xfrm>
          <a:prstGeom prst="line">
            <a:avLst/>
          </a:prstGeom>
          <a:noFill/>
          <a:ln w="15875">
            <a:solidFill>
              <a:srgbClr val="168B83">
                <a:alpha val="76000"/>
              </a:srgbClr>
            </a:solidFill>
            <a:prstDash val="dash"/>
            <a:headEnd type="none"/>
            <a:tailEnd type="none"/>
          </a:ln>
        </p:spPr>
      </p:sp>
      <p:sp>
        <p:nvSpPr>
          <p:cNvPr id="255" name="Shape 253"/>
          <p:cNvSpPr/>
          <p:nvPr/>
        </p:nvSpPr>
        <p:spPr>
          <a:xfrm>
            <a:off x="7573061" y="2304120"/>
            <a:ext cx="0" cy="16620"/>
          </a:xfrm>
          <a:prstGeom prst="line">
            <a:avLst/>
          </a:prstGeom>
          <a:noFill/>
          <a:ln w="15875">
            <a:solidFill>
              <a:srgbClr val="168B83">
                <a:alpha val="76000"/>
              </a:srgbClr>
            </a:solidFill>
            <a:prstDash val="dash"/>
            <a:headEnd type="none"/>
            <a:tailEnd type="none"/>
          </a:ln>
        </p:spPr>
      </p:sp>
      <p:sp>
        <p:nvSpPr>
          <p:cNvPr id="256" name="Shape 254"/>
          <p:cNvSpPr/>
          <p:nvPr/>
        </p:nvSpPr>
        <p:spPr>
          <a:xfrm>
            <a:off x="7573061" y="2306864"/>
            <a:ext cx="127407" cy="0"/>
          </a:xfrm>
          <a:prstGeom prst="line">
            <a:avLst/>
          </a:prstGeom>
          <a:noFill/>
          <a:ln w="15875">
            <a:solidFill>
              <a:srgbClr val="168B83">
                <a:alpha val="76000"/>
              </a:srgbClr>
            </a:solidFill>
            <a:prstDash val="dash"/>
            <a:headEnd type="none"/>
            <a:tailEnd type="none"/>
          </a:ln>
        </p:spPr>
      </p:sp>
      <p:sp>
        <p:nvSpPr>
          <p:cNvPr id="257" name="Shape 255"/>
          <p:cNvSpPr/>
          <p:nvPr/>
        </p:nvSpPr>
        <p:spPr>
          <a:xfrm>
            <a:off x="7697724" y="2290874"/>
            <a:ext cx="0" cy="18733"/>
          </a:xfrm>
          <a:prstGeom prst="line">
            <a:avLst/>
          </a:prstGeom>
          <a:noFill/>
          <a:ln w="15875">
            <a:solidFill>
              <a:srgbClr val="168B83">
                <a:alpha val="76000"/>
              </a:srgbClr>
            </a:solidFill>
            <a:prstDash val="dash"/>
            <a:headEnd type="none"/>
            <a:tailEnd type="none"/>
          </a:ln>
        </p:spPr>
      </p:sp>
      <p:sp>
        <p:nvSpPr>
          <p:cNvPr id="258" name="Shape 256"/>
          <p:cNvSpPr/>
          <p:nvPr/>
        </p:nvSpPr>
        <p:spPr>
          <a:xfrm>
            <a:off x="7697724" y="2293617"/>
            <a:ext cx="127406" cy="0"/>
          </a:xfrm>
          <a:prstGeom prst="line">
            <a:avLst/>
          </a:prstGeom>
          <a:noFill/>
          <a:ln w="15875">
            <a:solidFill>
              <a:srgbClr val="168B83">
                <a:alpha val="76000"/>
              </a:srgbClr>
            </a:solidFill>
            <a:prstDash val="dash"/>
            <a:headEnd type="none"/>
            <a:tailEnd type="none"/>
          </a:ln>
        </p:spPr>
      </p:sp>
      <p:sp>
        <p:nvSpPr>
          <p:cNvPr id="259" name="Shape 257"/>
          <p:cNvSpPr/>
          <p:nvPr/>
        </p:nvSpPr>
        <p:spPr>
          <a:xfrm>
            <a:off x="7822387" y="2276696"/>
            <a:ext cx="0" cy="19665"/>
          </a:xfrm>
          <a:prstGeom prst="line">
            <a:avLst/>
          </a:prstGeom>
          <a:noFill/>
          <a:ln w="15875">
            <a:solidFill>
              <a:srgbClr val="168B83">
                <a:alpha val="76000"/>
              </a:srgbClr>
            </a:solidFill>
            <a:prstDash val="dash"/>
            <a:headEnd type="none"/>
            <a:tailEnd type="none"/>
          </a:ln>
        </p:spPr>
      </p:sp>
      <p:sp>
        <p:nvSpPr>
          <p:cNvPr id="260" name="Shape 258"/>
          <p:cNvSpPr/>
          <p:nvPr/>
        </p:nvSpPr>
        <p:spPr>
          <a:xfrm>
            <a:off x="7822387" y="2279439"/>
            <a:ext cx="127407" cy="0"/>
          </a:xfrm>
          <a:prstGeom prst="line">
            <a:avLst/>
          </a:prstGeom>
          <a:noFill/>
          <a:ln w="15875">
            <a:solidFill>
              <a:srgbClr val="168B83">
                <a:alpha val="76000"/>
              </a:srgbClr>
            </a:solidFill>
            <a:prstDash val="dash"/>
            <a:headEnd type="none"/>
            <a:tailEnd type="none"/>
          </a:ln>
        </p:spPr>
      </p:sp>
      <p:sp>
        <p:nvSpPr>
          <p:cNvPr id="261" name="Shape 259"/>
          <p:cNvSpPr/>
          <p:nvPr/>
        </p:nvSpPr>
        <p:spPr>
          <a:xfrm>
            <a:off x="7947050" y="2262484"/>
            <a:ext cx="0" cy="19698"/>
          </a:xfrm>
          <a:prstGeom prst="line">
            <a:avLst/>
          </a:prstGeom>
          <a:noFill/>
          <a:ln w="15875">
            <a:solidFill>
              <a:srgbClr val="168B83">
                <a:alpha val="76000"/>
              </a:srgbClr>
            </a:solidFill>
            <a:prstDash val="dash"/>
            <a:headEnd type="none"/>
            <a:tailEnd type="none"/>
          </a:ln>
        </p:spPr>
      </p:sp>
      <p:sp>
        <p:nvSpPr>
          <p:cNvPr id="262" name="Shape 260"/>
          <p:cNvSpPr/>
          <p:nvPr/>
        </p:nvSpPr>
        <p:spPr>
          <a:xfrm>
            <a:off x="7947050" y="2265227"/>
            <a:ext cx="127407" cy="0"/>
          </a:xfrm>
          <a:prstGeom prst="line">
            <a:avLst/>
          </a:prstGeom>
          <a:noFill/>
          <a:ln w="15875">
            <a:solidFill>
              <a:srgbClr val="168B83">
                <a:alpha val="76000"/>
              </a:srgbClr>
            </a:solidFill>
            <a:prstDash val="dash"/>
            <a:headEnd type="none"/>
            <a:tailEnd type="none"/>
          </a:ln>
        </p:spPr>
      </p:sp>
      <p:sp>
        <p:nvSpPr>
          <p:cNvPr id="263" name="Shape 261"/>
          <p:cNvSpPr/>
          <p:nvPr/>
        </p:nvSpPr>
        <p:spPr>
          <a:xfrm>
            <a:off x="8071714" y="2250214"/>
            <a:ext cx="0" cy="17756"/>
          </a:xfrm>
          <a:prstGeom prst="line">
            <a:avLst/>
          </a:prstGeom>
          <a:noFill/>
          <a:ln w="15875">
            <a:solidFill>
              <a:srgbClr val="168B83">
                <a:alpha val="76000"/>
              </a:srgbClr>
            </a:solidFill>
            <a:prstDash val="dash"/>
            <a:headEnd type="none"/>
            <a:tailEnd type="none"/>
          </a:ln>
        </p:spPr>
      </p:sp>
      <p:sp>
        <p:nvSpPr>
          <p:cNvPr id="264" name="Shape 262"/>
          <p:cNvSpPr/>
          <p:nvPr/>
        </p:nvSpPr>
        <p:spPr>
          <a:xfrm>
            <a:off x="8071714" y="2252958"/>
            <a:ext cx="127406" cy="0"/>
          </a:xfrm>
          <a:prstGeom prst="line">
            <a:avLst/>
          </a:prstGeom>
          <a:noFill/>
          <a:ln w="15875">
            <a:solidFill>
              <a:srgbClr val="168B83">
                <a:alpha val="76000"/>
              </a:srgbClr>
            </a:solidFill>
            <a:prstDash val="dash"/>
            <a:headEnd type="none"/>
            <a:tailEnd type="none"/>
          </a:ln>
        </p:spPr>
      </p:sp>
      <p:sp>
        <p:nvSpPr>
          <p:cNvPr id="265" name="Shape 263"/>
          <p:cNvSpPr/>
          <p:nvPr/>
        </p:nvSpPr>
        <p:spPr>
          <a:xfrm>
            <a:off x="8196377" y="2240899"/>
            <a:ext cx="0" cy="14801"/>
          </a:xfrm>
          <a:prstGeom prst="line">
            <a:avLst/>
          </a:prstGeom>
          <a:noFill/>
          <a:ln w="15875">
            <a:solidFill>
              <a:srgbClr val="168B83">
                <a:alpha val="76000"/>
              </a:srgbClr>
            </a:solidFill>
            <a:prstDash val="dash"/>
            <a:headEnd type="none"/>
            <a:tailEnd type="none"/>
          </a:ln>
        </p:spPr>
      </p:sp>
      <p:sp>
        <p:nvSpPr>
          <p:cNvPr id="266" name="Shape 264"/>
          <p:cNvSpPr/>
          <p:nvPr/>
        </p:nvSpPr>
        <p:spPr>
          <a:xfrm>
            <a:off x="8196377" y="2243642"/>
            <a:ext cx="127407" cy="0"/>
          </a:xfrm>
          <a:prstGeom prst="line">
            <a:avLst/>
          </a:prstGeom>
          <a:noFill/>
          <a:ln w="15875">
            <a:solidFill>
              <a:srgbClr val="168B83">
                <a:alpha val="76000"/>
              </a:srgbClr>
            </a:solidFill>
            <a:prstDash val="dash"/>
            <a:headEnd type="none"/>
            <a:tailEnd type="none"/>
          </a:ln>
        </p:spPr>
      </p:sp>
      <p:sp>
        <p:nvSpPr>
          <p:cNvPr id="267" name="Shape 265"/>
          <p:cNvSpPr/>
          <p:nvPr/>
        </p:nvSpPr>
        <p:spPr>
          <a:xfrm>
            <a:off x="8321040" y="2233380"/>
            <a:ext cx="0" cy="13005"/>
          </a:xfrm>
          <a:prstGeom prst="line">
            <a:avLst/>
          </a:prstGeom>
          <a:noFill/>
          <a:ln w="15875">
            <a:solidFill>
              <a:srgbClr val="168B83">
                <a:alpha val="76000"/>
              </a:srgbClr>
            </a:solidFill>
            <a:prstDash val="dash"/>
            <a:headEnd type="none"/>
            <a:tailEnd type="none"/>
          </a:ln>
        </p:spPr>
      </p:sp>
      <p:sp>
        <p:nvSpPr>
          <p:cNvPr id="268" name="Shape 266"/>
          <p:cNvSpPr/>
          <p:nvPr/>
        </p:nvSpPr>
        <p:spPr>
          <a:xfrm>
            <a:off x="841248" y="2240342"/>
            <a:ext cx="127407" cy="0"/>
          </a:xfrm>
          <a:prstGeom prst="line">
            <a:avLst/>
          </a:prstGeom>
          <a:noFill/>
          <a:ln w="15875">
            <a:solidFill>
              <a:srgbClr val="C44F4F">
                <a:alpha val="76000"/>
              </a:srgbClr>
            </a:solidFill>
            <a:prstDash val="dash"/>
            <a:headEnd type="none"/>
            <a:tailEnd type="none"/>
          </a:ln>
        </p:spPr>
      </p:sp>
      <p:sp>
        <p:nvSpPr>
          <p:cNvPr id="269" name="Shape 267"/>
          <p:cNvSpPr/>
          <p:nvPr/>
        </p:nvSpPr>
        <p:spPr>
          <a:xfrm>
            <a:off x="965911" y="2237599"/>
            <a:ext cx="0" cy="47070"/>
          </a:xfrm>
          <a:prstGeom prst="line">
            <a:avLst/>
          </a:prstGeom>
          <a:noFill/>
          <a:ln w="15875">
            <a:solidFill>
              <a:srgbClr val="C44F4F">
                <a:alpha val="76000"/>
              </a:srgbClr>
            </a:solidFill>
            <a:prstDash val="dash"/>
            <a:headEnd type="none"/>
            <a:tailEnd type="none"/>
          </a:ln>
        </p:spPr>
      </p:sp>
      <p:sp>
        <p:nvSpPr>
          <p:cNvPr id="270" name="Shape 268"/>
          <p:cNvSpPr/>
          <p:nvPr/>
        </p:nvSpPr>
        <p:spPr>
          <a:xfrm>
            <a:off x="965911" y="2281926"/>
            <a:ext cx="127406" cy="0"/>
          </a:xfrm>
          <a:prstGeom prst="line">
            <a:avLst/>
          </a:prstGeom>
          <a:noFill/>
          <a:ln w="15875">
            <a:solidFill>
              <a:srgbClr val="C44F4F">
                <a:alpha val="76000"/>
              </a:srgbClr>
            </a:solidFill>
            <a:prstDash val="dash"/>
            <a:headEnd type="none"/>
            <a:tailEnd type="none"/>
          </a:ln>
        </p:spPr>
      </p:sp>
      <p:sp>
        <p:nvSpPr>
          <p:cNvPr id="271" name="Shape 269"/>
          <p:cNvSpPr/>
          <p:nvPr/>
        </p:nvSpPr>
        <p:spPr>
          <a:xfrm>
            <a:off x="1090574" y="2279183"/>
            <a:ext cx="0" cy="97472"/>
          </a:xfrm>
          <a:prstGeom prst="line">
            <a:avLst/>
          </a:prstGeom>
          <a:noFill/>
          <a:ln w="15875">
            <a:solidFill>
              <a:srgbClr val="C44F4F">
                <a:alpha val="76000"/>
              </a:srgbClr>
            </a:solidFill>
            <a:prstDash val="dash"/>
            <a:headEnd type="none"/>
            <a:tailEnd type="none"/>
          </a:ln>
        </p:spPr>
      </p:sp>
      <p:sp>
        <p:nvSpPr>
          <p:cNvPr id="272" name="Shape 270"/>
          <p:cNvSpPr/>
          <p:nvPr/>
        </p:nvSpPr>
        <p:spPr>
          <a:xfrm>
            <a:off x="1090574" y="2373912"/>
            <a:ext cx="127407" cy="0"/>
          </a:xfrm>
          <a:prstGeom prst="line">
            <a:avLst/>
          </a:prstGeom>
          <a:noFill/>
          <a:ln w="15875">
            <a:solidFill>
              <a:srgbClr val="C44F4F">
                <a:alpha val="76000"/>
              </a:srgbClr>
            </a:solidFill>
            <a:prstDash val="dash"/>
            <a:headEnd type="none"/>
            <a:tailEnd type="none"/>
          </a:ln>
        </p:spPr>
      </p:sp>
      <p:sp>
        <p:nvSpPr>
          <p:cNvPr id="273" name="Shape 271"/>
          <p:cNvSpPr/>
          <p:nvPr/>
        </p:nvSpPr>
        <p:spPr>
          <a:xfrm>
            <a:off x="1215238" y="2371169"/>
            <a:ext cx="0" cy="57411"/>
          </a:xfrm>
          <a:prstGeom prst="line">
            <a:avLst/>
          </a:prstGeom>
          <a:noFill/>
          <a:ln w="15875">
            <a:solidFill>
              <a:srgbClr val="C44F4F">
                <a:alpha val="76000"/>
              </a:srgbClr>
            </a:solidFill>
            <a:prstDash val="dash"/>
            <a:headEnd type="none"/>
            <a:tailEnd type="none"/>
          </a:ln>
        </p:spPr>
      </p:sp>
      <p:sp>
        <p:nvSpPr>
          <p:cNvPr id="274" name="Shape 272"/>
          <p:cNvSpPr/>
          <p:nvPr/>
        </p:nvSpPr>
        <p:spPr>
          <a:xfrm>
            <a:off x="1215238" y="2425837"/>
            <a:ext cx="127407" cy="0"/>
          </a:xfrm>
          <a:prstGeom prst="line">
            <a:avLst/>
          </a:prstGeom>
          <a:noFill/>
          <a:ln w="15875">
            <a:solidFill>
              <a:srgbClr val="C44F4F">
                <a:alpha val="76000"/>
              </a:srgbClr>
            </a:solidFill>
            <a:prstDash val="dash"/>
            <a:headEnd type="none"/>
            <a:tailEnd type="none"/>
          </a:ln>
        </p:spPr>
      </p:sp>
      <p:sp>
        <p:nvSpPr>
          <p:cNvPr id="275" name="Shape 273"/>
          <p:cNvSpPr/>
          <p:nvPr/>
        </p:nvSpPr>
        <p:spPr>
          <a:xfrm>
            <a:off x="1339901" y="2423093"/>
            <a:ext cx="0" cy="56998"/>
          </a:xfrm>
          <a:prstGeom prst="line">
            <a:avLst/>
          </a:prstGeom>
          <a:noFill/>
          <a:ln w="15875">
            <a:solidFill>
              <a:srgbClr val="C44F4F">
                <a:alpha val="76000"/>
              </a:srgbClr>
            </a:solidFill>
            <a:prstDash val="dash"/>
            <a:headEnd type="none"/>
            <a:tailEnd type="none"/>
          </a:ln>
        </p:spPr>
      </p:sp>
      <p:sp>
        <p:nvSpPr>
          <p:cNvPr id="276" name="Shape 274"/>
          <p:cNvSpPr/>
          <p:nvPr/>
        </p:nvSpPr>
        <p:spPr>
          <a:xfrm>
            <a:off x="1339901" y="2477349"/>
            <a:ext cx="127406" cy="0"/>
          </a:xfrm>
          <a:prstGeom prst="line">
            <a:avLst/>
          </a:prstGeom>
          <a:noFill/>
          <a:ln w="15875">
            <a:solidFill>
              <a:srgbClr val="C44F4F">
                <a:alpha val="76000"/>
              </a:srgbClr>
            </a:solidFill>
            <a:prstDash val="dash"/>
            <a:headEnd type="none"/>
            <a:tailEnd type="none"/>
          </a:ln>
        </p:spPr>
      </p:sp>
      <p:sp>
        <p:nvSpPr>
          <p:cNvPr id="277" name="Shape 275"/>
          <p:cNvSpPr/>
          <p:nvPr/>
        </p:nvSpPr>
        <p:spPr>
          <a:xfrm>
            <a:off x="1464564" y="2474605"/>
            <a:ext cx="0" cy="58426"/>
          </a:xfrm>
          <a:prstGeom prst="line">
            <a:avLst/>
          </a:prstGeom>
          <a:noFill/>
          <a:ln w="15875">
            <a:solidFill>
              <a:srgbClr val="C44F4F">
                <a:alpha val="76000"/>
              </a:srgbClr>
            </a:solidFill>
            <a:prstDash val="dash"/>
            <a:headEnd type="none"/>
            <a:tailEnd type="none"/>
          </a:ln>
        </p:spPr>
      </p:sp>
      <p:sp>
        <p:nvSpPr>
          <p:cNvPr id="278" name="Shape 276"/>
          <p:cNvSpPr/>
          <p:nvPr/>
        </p:nvSpPr>
        <p:spPr>
          <a:xfrm>
            <a:off x="1464564" y="2530288"/>
            <a:ext cx="127407" cy="0"/>
          </a:xfrm>
          <a:prstGeom prst="line">
            <a:avLst/>
          </a:prstGeom>
          <a:noFill/>
          <a:ln w="15875">
            <a:solidFill>
              <a:srgbClr val="C44F4F">
                <a:alpha val="76000"/>
              </a:srgbClr>
            </a:solidFill>
            <a:prstDash val="dash"/>
            <a:headEnd type="none"/>
            <a:tailEnd type="none"/>
          </a:ln>
        </p:spPr>
      </p:sp>
      <p:sp>
        <p:nvSpPr>
          <p:cNvPr id="279" name="Shape 277"/>
          <p:cNvSpPr/>
          <p:nvPr/>
        </p:nvSpPr>
        <p:spPr>
          <a:xfrm>
            <a:off x="1589227" y="2527545"/>
            <a:ext cx="0" cy="59885"/>
          </a:xfrm>
          <a:prstGeom prst="line">
            <a:avLst/>
          </a:prstGeom>
          <a:noFill/>
          <a:ln w="15875">
            <a:solidFill>
              <a:srgbClr val="C44F4F">
                <a:alpha val="76000"/>
              </a:srgbClr>
            </a:solidFill>
            <a:prstDash val="dash"/>
            <a:headEnd type="none"/>
            <a:tailEnd type="none"/>
          </a:ln>
        </p:spPr>
      </p:sp>
      <p:sp>
        <p:nvSpPr>
          <p:cNvPr id="280" name="Shape 278"/>
          <p:cNvSpPr/>
          <p:nvPr/>
        </p:nvSpPr>
        <p:spPr>
          <a:xfrm>
            <a:off x="1589227" y="2584687"/>
            <a:ext cx="127407" cy="0"/>
          </a:xfrm>
          <a:prstGeom prst="line">
            <a:avLst/>
          </a:prstGeom>
          <a:noFill/>
          <a:ln w="15875">
            <a:solidFill>
              <a:srgbClr val="C44F4F">
                <a:alpha val="76000"/>
              </a:srgbClr>
            </a:solidFill>
            <a:prstDash val="dash"/>
            <a:headEnd type="none"/>
            <a:tailEnd type="none"/>
          </a:ln>
        </p:spPr>
      </p:sp>
      <p:sp>
        <p:nvSpPr>
          <p:cNvPr id="281" name="Shape 279"/>
          <p:cNvSpPr/>
          <p:nvPr/>
        </p:nvSpPr>
        <p:spPr>
          <a:xfrm>
            <a:off x="1713891" y="2581943"/>
            <a:ext cx="0" cy="61122"/>
          </a:xfrm>
          <a:prstGeom prst="line">
            <a:avLst/>
          </a:prstGeom>
          <a:noFill/>
          <a:ln w="15875">
            <a:solidFill>
              <a:srgbClr val="C44F4F">
                <a:alpha val="76000"/>
              </a:srgbClr>
            </a:solidFill>
            <a:prstDash val="dash"/>
            <a:headEnd type="none"/>
            <a:tailEnd type="none"/>
          </a:ln>
        </p:spPr>
      </p:sp>
      <p:sp>
        <p:nvSpPr>
          <p:cNvPr id="282" name="Shape 280"/>
          <p:cNvSpPr/>
          <p:nvPr/>
        </p:nvSpPr>
        <p:spPr>
          <a:xfrm>
            <a:off x="1713891" y="2640322"/>
            <a:ext cx="127406" cy="0"/>
          </a:xfrm>
          <a:prstGeom prst="line">
            <a:avLst/>
          </a:prstGeom>
          <a:noFill/>
          <a:ln w="15875">
            <a:solidFill>
              <a:srgbClr val="C44F4F">
                <a:alpha val="76000"/>
              </a:srgbClr>
            </a:solidFill>
            <a:prstDash val="dash"/>
            <a:headEnd type="none"/>
            <a:tailEnd type="none"/>
          </a:ln>
        </p:spPr>
      </p:sp>
      <p:sp>
        <p:nvSpPr>
          <p:cNvPr id="283" name="Shape 281"/>
          <p:cNvSpPr/>
          <p:nvPr/>
        </p:nvSpPr>
        <p:spPr>
          <a:xfrm>
            <a:off x="1838553" y="2637579"/>
            <a:ext cx="0" cy="65436"/>
          </a:xfrm>
          <a:prstGeom prst="line">
            <a:avLst/>
          </a:prstGeom>
          <a:noFill/>
          <a:ln w="15875">
            <a:solidFill>
              <a:srgbClr val="C44F4F">
                <a:alpha val="76000"/>
              </a:srgbClr>
            </a:solidFill>
            <a:prstDash val="dash"/>
            <a:headEnd type="none"/>
            <a:tailEnd type="none"/>
          </a:ln>
        </p:spPr>
      </p:sp>
      <p:sp>
        <p:nvSpPr>
          <p:cNvPr id="284" name="Shape 282"/>
          <p:cNvSpPr/>
          <p:nvPr/>
        </p:nvSpPr>
        <p:spPr>
          <a:xfrm>
            <a:off x="1838553" y="2700272"/>
            <a:ext cx="127407" cy="0"/>
          </a:xfrm>
          <a:prstGeom prst="line">
            <a:avLst/>
          </a:prstGeom>
          <a:noFill/>
          <a:ln w="15875">
            <a:solidFill>
              <a:srgbClr val="C44F4F">
                <a:alpha val="76000"/>
              </a:srgbClr>
            </a:solidFill>
            <a:prstDash val="dash"/>
            <a:headEnd type="none"/>
            <a:tailEnd type="none"/>
          </a:ln>
        </p:spPr>
      </p:sp>
      <p:sp>
        <p:nvSpPr>
          <p:cNvPr id="285" name="Shape 283"/>
          <p:cNvSpPr/>
          <p:nvPr/>
        </p:nvSpPr>
        <p:spPr>
          <a:xfrm>
            <a:off x="1963217" y="2697528"/>
            <a:ext cx="0" cy="69750"/>
          </a:xfrm>
          <a:prstGeom prst="line">
            <a:avLst/>
          </a:prstGeom>
          <a:noFill/>
          <a:ln w="15875">
            <a:solidFill>
              <a:srgbClr val="C44F4F">
                <a:alpha val="76000"/>
              </a:srgbClr>
            </a:solidFill>
            <a:prstDash val="dash"/>
            <a:headEnd type="none"/>
            <a:tailEnd type="none"/>
          </a:ln>
        </p:spPr>
      </p:sp>
      <p:sp>
        <p:nvSpPr>
          <p:cNvPr id="286" name="Shape 284"/>
          <p:cNvSpPr/>
          <p:nvPr/>
        </p:nvSpPr>
        <p:spPr>
          <a:xfrm>
            <a:off x="1963217" y="2764535"/>
            <a:ext cx="127407" cy="0"/>
          </a:xfrm>
          <a:prstGeom prst="line">
            <a:avLst/>
          </a:prstGeom>
          <a:noFill/>
          <a:ln w="15875">
            <a:solidFill>
              <a:srgbClr val="C44F4F">
                <a:alpha val="76000"/>
              </a:srgbClr>
            </a:solidFill>
            <a:prstDash val="dash"/>
            <a:headEnd type="none"/>
            <a:tailEnd type="none"/>
          </a:ln>
        </p:spPr>
      </p:sp>
      <p:sp>
        <p:nvSpPr>
          <p:cNvPr id="287" name="Shape 285"/>
          <p:cNvSpPr/>
          <p:nvPr/>
        </p:nvSpPr>
        <p:spPr>
          <a:xfrm>
            <a:off x="2087880" y="2761792"/>
            <a:ext cx="0" cy="68861"/>
          </a:xfrm>
          <a:prstGeom prst="line">
            <a:avLst/>
          </a:prstGeom>
          <a:noFill/>
          <a:ln w="15875">
            <a:solidFill>
              <a:srgbClr val="C44F4F">
                <a:alpha val="76000"/>
              </a:srgbClr>
            </a:solidFill>
            <a:prstDash val="dash"/>
            <a:headEnd type="none"/>
            <a:tailEnd type="none"/>
          </a:ln>
        </p:spPr>
      </p:sp>
      <p:sp>
        <p:nvSpPr>
          <p:cNvPr id="288" name="Shape 286"/>
          <p:cNvSpPr/>
          <p:nvPr/>
        </p:nvSpPr>
        <p:spPr>
          <a:xfrm>
            <a:off x="2087880" y="2827910"/>
            <a:ext cx="127406" cy="0"/>
          </a:xfrm>
          <a:prstGeom prst="line">
            <a:avLst/>
          </a:prstGeom>
          <a:noFill/>
          <a:ln w="15875">
            <a:solidFill>
              <a:srgbClr val="C44F4F">
                <a:alpha val="76000"/>
              </a:srgbClr>
            </a:solidFill>
            <a:prstDash val="dash"/>
            <a:headEnd type="none"/>
            <a:tailEnd type="none"/>
          </a:ln>
        </p:spPr>
      </p:sp>
      <p:sp>
        <p:nvSpPr>
          <p:cNvPr id="289" name="Shape 287"/>
          <p:cNvSpPr/>
          <p:nvPr/>
        </p:nvSpPr>
        <p:spPr>
          <a:xfrm>
            <a:off x="2212543" y="2825167"/>
            <a:ext cx="0" cy="65658"/>
          </a:xfrm>
          <a:prstGeom prst="line">
            <a:avLst/>
          </a:prstGeom>
          <a:noFill/>
          <a:ln w="15875">
            <a:solidFill>
              <a:srgbClr val="C44F4F">
                <a:alpha val="76000"/>
              </a:srgbClr>
            </a:solidFill>
            <a:prstDash val="dash"/>
            <a:headEnd type="none"/>
            <a:tailEnd type="none"/>
          </a:ln>
        </p:spPr>
      </p:sp>
      <p:sp>
        <p:nvSpPr>
          <p:cNvPr id="290" name="Shape 288"/>
          <p:cNvSpPr/>
          <p:nvPr/>
        </p:nvSpPr>
        <p:spPr>
          <a:xfrm>
            <a:off x="2212543" y="2888081"/>
            <a:ext cx="127407" cy="0"/>
          </a:xfrm>
          <a:prstGeom prst="line">
            <a:avLst/>
          </a:prstGeom>
          <a:noFill/>
          <a:ln w="15875">
            <a:solidFill>
              <a:srgbClr val="C44F4F">
                <a:alpha val="76000"/>
              </a:srgbClr>
            </a:solidFill>
            <a:prstDash val="dash"/>
            <a:headEnd type="none"/>
            <a:tailEnd type="none"/>
          </a:ln>
        </p:spPr>
      </p:sp>
      <p:sp>
        <p:nvSpPr>
          <p:cNvPr id="291" name="Shape 289"/>
          <p:cNvSpPr/>
          <p:nvPr/>
        </p:nvSpPr>
        <p:spPr>
          <a:xfrm>
            <a:off x="2337206" y="2885338"/>
            <a:ext cx="0" cy="62740"/>
          </a:xfrm>
          <a:prstGeom prst="line">
            <a:avLst/>
          </a:prstGeom>
          <a:noFill/>
          <a:ln w="15875">
            <a:solidFill>
              <a:srgbClr val="C44F4F">
                <a:alpha val="76000"/>
              </a:srgbClr>
            </a:solidFill>
            <a:prstDash val="dash"/>
            <a:headEnd type="none"/>
            <a:tailEnd type="none"/>
          </a:ln>
        </p:spPr>
      </p:sp>
      <p:sp>
        <p:nvSpPr>
          <p:cNvPr id="292" name="Shape 290"/>
          <p:cNvSpPr/>
          <p:nvPr/>
        </p:nvSpPr>
        <p:spPr>
          <a:xfrm>
            <a:off x="2337206" y="2945335"/>
            <a:ext cx="127407" cy="0"/>
          </a:xfrm>
          <a:prstGeom prst="line">
            <a:avLst/>
          </a:prstGeom>
          <a:noFill/>
          <a:ln w="15875">
            <a:solidFill>
              <a:srgbClr val="C44F4F">
                <a:alpha val="76000"/>
              </a:srgbClr>
            </a:solidFill>
            <a:prstDash val="dash"/>
            <a:headEnd type="none"/>
            <a:tailEnd type="none"/>
          </a:ln>
        </p:spPr>
      </p:sp>
      <p:sp>
        <p:nvSpPr>
          <p:cNvPr id="293" name="Shape 291"/>
          <p:cNvSpPr/>
          <p:nvPr/>
        </p:nvSpPr>
        <p:spPr>
          <a:xfrm>
            <a:off x="2461870" y="2942591"/>
            <a:ext cx="0" cy="59631"/>
          </a:xfrm>
          <a:prstGeom prst="line">
            <a:avLst/>
          </a:prstGeom>
          <a:noFill/>
          <a:ln w="15875">
            <a:solidFill>
              <a:srgbClr val="C44F4F">
                <a:alpha val="76000"/>
              </a:srgbClr>
            </a:solidFill>
            <a:prstDash val="dash"/>
            <a:headEnd type="none"/>
            <a:tailEnd type="none"/>
          </a:ln>
        </p:spPr>
      </p:sp>
      <p:sp>
        <p:nvSpPr>
          <p:cNvPr id="294" name="Shape 292"/>
          <p:cNvSpPr/>
          <p:nvPr/>
        </p:nvSpPr>
        <p:spPr>
          <a:xfrm>
            <a:off x="2461870" y="2999479"/>
            <a:ext cx="127406" cy="0"/>
          </a:xfrm>
          <a:prstGeom prst="line">
            <a:avLst/>
          </a:prstGeom>
          <a:noFill/>
          <a:ln w="15875">
            <a:solidFill>
              <a:srgbClr val="C44F4F">
                <a:alpha val="76000"/>
              </a:srgbClr>
            </a:solidFill>
            <a:prstDash val="dash"/>
            <a:headEnd type="none"/>
            <a:tailEnd type="none"/>
          </a:ln>
        </p:spPr>
      </p:sp>
      <p:sp>
        <p:nvSpPr>
          <p:cNvPr id="295" name="Shape 293"/>
          <p:cNvSpPr/>
          <p:nvPr/>
        </p:nvSpPr>
        <p:spPr>
          <a:xfrm>
            <a:off x="2586533" y="2996736"/>
            <a:ext cx="0" cy="58553"/>
          </a:xfrm>
          <a:prstGeom prst="line">
            <a:avLst/>
          </a:prstGeom>
          <a:noFill/>
          <a:ln w="15875">
            <a:solidFill>
              <a:srgbClr val="C44F4F">
                <a:alpha val="76000"/>
              </a:srgbClr>
            </a:solidFill>
            <a:prstDash val="dash"/>
            <a:headEnd type="none"/>
            <a:tailEnd type="none"/>
          </a:ln>
        </p:spPr>
      </p:sp>
      <p:sp>
        <p:nvSpPr>
          <p:cNvPr id="296" name="Shape 294"/>
          <p:cNvSpPr/>
          <p:nvPr/>
        </p:nvSpPr>
        <p:spPr>
          <a:xfrm>
            <a:off x="2586533" y="3052546"/>
            <a:ext cx="127407" cy="0"/>
          </a:xfrm>
          <a:prstGeom prst="line">
            <a:avLst/>
          </a:prstGeom>
          <a:noFill/>
          <a:ln w="15875">
            <a:solidFill>
              <a:srgbClr val="C44F4F">
                <a:alpha val="76000"/>
              </a:srgbClr>
            </a:solidFill>
            <a:prstDash val="dash"/>
            <a:headEnd type="none"/>
            <a:tailEnd type="none"/>
          </a:ln>
        </p:spPr>
      </p:sp>
      <p:sp>
        <p:nvSpPr>
          <p:cNvPr id="297" name="Shape 295"/>
          <p:cNvSpPr/>
          <p:nvPr/>
        </p:nvSpPr>
        <p:spPr>
          <a:xfrm>
            <a:off x="2711196" y="3049803"/>
            <a:ext cx="0" cy="54842"/>
          </a:xfrm>
          <a:prstGeom prst="line">
            <a:avLst/>
          </a:prstGeom>
          <a:noFill/>
          <a:ln w="15875">
            <a:solidFill>
              <a:srgbClr val="C44F4F">
                <a:alpha val="76000"/>
              </a:srgbClr>
            </a:solidFill>
            <a:prstDash val="dash"/>
            <a:headEnd type="none"/>
            <a:tailEnd type="none"/>
          </a:ln>
        </p:spPr>
      </p:sp>
      <p:sp>
        <p:nvSpPr>
          <p:cNvPr id="298" name="Shape 296"/>
          <p:cNvSpPr/>
          <p:nvPr/>
        </p:nvSpPr>
        <p:spPr>
          <a:xfrm>
            <a:off x="2711196" y="3101901"/>
            <a:ext cx="127407" cy="0"/>
          </a:xfrm>
          <a:prstGeom prst="line">
            <a:avLst/>
          </a:prstGeom>
          <a:noFill/>
          <a:ln w="15875">
            <a:solidFill>
              <a:srgbClr val="C44F4F">
                <a:alpha val="76000"/>
              </a:srgbClr>
            </a:solidFill>
            <a:prstDash val="dash"/>
            <a:headEnd type="none"/>
            <a:tailEnd type="none"/>
          </a:ln>
        </p:spPr>
      </p:sp>
      <p:sp>
        <p:nvSpPr>
          <p:cNvPr id="299" name="Shape 297"/>
          <p:cNvSpPr/>
          <p:nvPr/>
        </p:nvSpPr>
        <p:spPr>
          <a:xfrm>
            <a:off x="2835859" y="3099158"/>
            <a:ext cx="0" cy="54207"/>
          </a:xfrm>
          <a:prstGeom prst="line">
            <a:avLst/>
          </a:prstGeom>
          <a:noFill/>
          <a:ln w="15875">
            <a:solidFill>
              <a:srgbClr val="C44F4F">
                <a:alpha val="76000"/>
              </a:srgbClr>
            </a:solidFill>
            <a:prstDash val="dash"/>
            <a:headEnd type="none"/>
            <a:tailEnd type="none"/>
          </a:ln>
        </p:spPr>
      </p:sp>
      <p:sp>
        <p:nvSpPr>
          <p:cNvPr id="300" name="Shape 298"/>
          <p:cNvSpPr/>
          <p:nvPr/>
        </p:nvSpPr>
        <p:spPr>
          <a:xfrm>
            <a:off x="2835859" y="3150622"/>
            <a:ext cx="127406" cy="0"/>
          </a:xfrm>
          <a:prstGeom prst="line">
            <a:avLst/>
          </a:prstGeom>
          <a:noFill/>
          <a:ln w="15875">
            <a:solidFill>
              <a:srgbClr val="C44F4F">
                <a:alpha val="76000"/>
              </a:srgbClr>
            </a:solidFill>
            <a:prstDash val="dash"/>
            <a:headEnd type="none"/>
            <a:tailEnd type="none"/>
          </a:ln>
        </p:spPr>
      </p:sp>
      <p:sp>
        <p:nvSpPr>
          <p:cNvPr id="301" name="Shape 299"/>
          <p:cNvSpPr/>
          <p:nvPr/>
        </p:nvSpPr>
        <p:spPr>
          <a:xfrm>
            <a:off x="2960522" y="3147879"/>
            <a:ext cx="0" cy="55476"/>
          </a:xfrm>
          <a:prstGeom prst="line">
            <a:avLst/>
          </a:prstGeom>
          <a:noFill/>
          <a:ln w="15875">
            <a:solidFill>
              <a:srgbClr val="C44F4F">
                <a:alpha val="76000"/>
              </a:srgbClr>
            </a:solidFill>
            <a:prstDash val="dash"/>
            <a:headEnd type="none"/>
            <a:tailEnd type="none"/>
          </a:ln>
        </p:spPr>
      </p:sp>
      <p:sp>
        <p:nvSpPr>
          <p:cNvPr id="302" name="Shape 300"/>
          <p:cNvSpPr/>
          <p:nvPr/>
        </p:nvSpPr>
        <p:spPr>
          <a:xfrm>
            <a:off x="2960522" y="3200611"/>
            <a:ext cx="127407" cy="0"/>
          </a:xfrm>
          <a:prstGeom prst="line">
            <a:avLst/>
          </a:prstGeom>
          <a:noFill/>
          <a:ln w="15875">
            <a:solidFill>
              <a:srgbClr val="C44F4F">
                <a:alpha val="76000"/>
              </a:srgbClr>
            </a:solidFill>
            <a:prstDash val="dash"/>
            <a:headEnd type="none"/>
            <a:tailEnd type="none"/>
          </a:ln>
        </p:spPr>
      </p:sp>
      <p:sp>
        <p:nvSpPr>
          <p:cNvPr id="303" name="Shape 301"/>
          <p:cNvSpPr/>
          <p:nvPr/>
        </p:nvSpPr>
        <p:spPr>
          <a:xfrm>
            <a:off x="3085186" y="3197868"/>
            <a:ext cx="0" cy="56428"/>
          </a:xfrm>
          <a:prstGeom prst="line">
            <a:avLst/>
          </a:prstGeom>
          <a:noFill/>
          <a:ln w="15875">
            <a:solidFill>
              <a:srgbClr val="C44F4F">
                <a:alpha val="76000"/>
              </a:srgbClr>
            </a:solidFill>
            <a:prstDash val="dash"/>
            <a:headEnd type="none"/>
            <a:tailEnd type="none"/>
          </a:ln>
        </p:spPr>
      </p:sp>
      <p:sp>
        <p:nvSpPr>
          <p:cNvPr id="304" name="Shape 302"/>
          <p:cNvSpPr/>
          <p:nvPr/>
        </p:nvSpPr>
        <p:spPr>
          <a:xfrm>
            <a:off x="3085186" y="3251552"/>
            <a:ext cx="127407" cy="0"/>
          </a:xfrm>
          <a:prstGeom prst="line">
            <a:avLst/>
          </a:prstGeom>
          <a:noFill/>
          <a:ln w="15875">
            <a:solidFill>
              <a:srgbClr val="C44F4F">
                <a:alpha val="76000"/>
              </a:srgbClr>
            </a:solidFill>
            <a:prstDash val="dash"/>
            <a:headEnd type="none"/>
            <a:tailEnd type="none"/>
          </a:ln>
        </p:spPr>
      </p:sp>
      <p:sp>
        <p:nvSpPr>
          <p:cNvPr id="305" name="Shape 303"/>
          <p:cNvSpPr/>
          <p:nvPr/>
        </p:nvSpPr>
        <p:spPr>
          <a:xfrm>
            <a:off x="3209849" y="3248809"/>
            <a:ext cx="0" cy="58616"/>
          </a:xfrm>
          <a:prstGeom prst="line">
            <a:avLst/>
          </a:prstGeom>
          <a:noFill/>
          <a:ln w="15875">
            <a:solidFill>
              <a:srgbClr val="C44F4F">
                <a:alpha val="76000"/>
              </a:srgbClr>
            </a:solidFill>
            <a:prstDash val="dash"/>
            <a:headEnd type="none"/>
            <a:tailEnd type="none"/>
          </a:ln>
        </p:spPr>
      </p:sp>
      <p:sp>
        <p:nvSpPr>
          <p:cNvPr id="306" name="Shape 304"/>
          <p:cNvSpPr/>
          <p:nvPr/>
        </p:nvSpPr>
        <p:spPr>
          <a:xfrm>
            <a:off x="3209849" y="3304682"/>
            <a:ext cx="127406" cy="0"/>
          </a:xfrm>
          <a:prstGeom prst="line">
            <a:avLst/>
          </a:prstGeom>
          <a:noFill/>
          <a:ln w="15875">
            <a:solidFill>
              <a:srgbClr val="C44F4F">
                <a:alpha val="76000"/>
              </a:srgbClr>
            </a:solidFill>
            <a:prstDash val="dash"/>
            <a:headEnd type="none"/>
            <a:tailEnd type="none"/>
          </a:ln>
        </p:spPr>
      </p:sp>
      <p:sp>
        <p:nvSpPr>
          <p:cNvPr id="307" name="Shape 305"/>
          <p:cNvSpPr/>
          <p:nvPr/>
        </p:nvSpPr>
        <p:spPr>
          <a:xfrm>
            <a:off x="3334512" y="3301939"/>
            <a:ext cx="0" cy="59124"/>
          </a:xfrm>
          <a:prstGeom prst="line">
            <a:avLst/>
          </a:prstGeom>
          <a:noFill/>
          <a:ln w="15875">
            <a:solidFill>
              <a:srgbClr val="C44F4F">
                <a:alpha val="76000"/>
              </a:srgbClr>
            </a:solidFill>
            <a:prstDash val="dash"/>
            <a:headEnd type="none"/>
            <a:tailEnd type="none"/>
          </a:ln>
        </p:spPr>
      </p:sp>
      <p:sp>
        <p:nvSpPr>
          <p:cNvPr id="308" name="Shape 306"/>
          <p:cNvSpPr/>
          <p:nvPr/>
        </p:nvSpPr>
        <p:spPr>
          <a:xfrm>
            <a:off x="3334512" y="3358320"/>
            <a:ext cx="127407" cy="0"/>
          </a:xfrm>
          <a:prstGeom prst="line">
            <a:avLst/>
          </a:prstGeom>
          <a:noFill/>
          <a:ln w="15875">
            <a:solidFill>
              <a:srgbClr val="C44F4F">
                <a:alpha val="76000"/>
              </a:srgbClr>
            </a:solidFill>
            <a:prstDash val="dash"/>
            <a:headEnd type="none"/>
            <a:tailEnd type="none"/>
          </a:ln>
        </p:spPr>
      </p:sp>
      <p:sp>
        <p:nvSpPr>
          <p:cNvPr id="309" name="Shape 307"/>
          <p:cNvSpPr/>
          <p:nvPr/>
        </p:nvSpPr>
        <p:spPr>
          <a:xfrm>
            <a:off x="3459175" y="3355576"/>
            <a:ext cx="0" cy="60995"/>
          </a:xfrm>
          <a:prstGeom prst="line">
            <a:avLst/>
          </a:prstGeom>
          <a:noFill/>
          <a:ln w="15875">
            <a:solidFill>
              <a:srgbClr val="C44F4F">
                <a:alpha val="76000"/>
              </a:srgbClr>
            </a:solidFill>
            <a:prstDash val="dash"/>
            <a:headEnd type="none"/>
            <a:tailEnd type="none"/>
          </a:ln>
        </p:spPr>
      </p:sp>
      <p:sp>
        <p:nvSpPr>
          <p:cNvPr id="310" name="Shape 308"/>
          <p:cNvSpPr/>
          <p:nvPr/>
        </p:nvSpPr>
        <p:spPr>
          <a:xfrm>
            <a:off x="3459175" y="3413828"/>
            <a:ext cx="127407" cy="0"/>
          </a:xfrm>
          <a:prstGeom prst="line">
            <a:avLst/>
          </a:prstGeom>
          <a:noFill/>
          <a:ln w="15875">
            <a:solidFill>
              <a:srgbClr val="C44F4F">
                <a:alpha val="76000"/>
              </a:srgbClr>
            </a:solidFill>
            <a:prstDash val="dash"/>
            <a:headEnd type="none"/>
            <a:tailEnd type="none"/>
          </a:ln>
        </p:spPr>
      </p:sp>
      <p:sp>
        <p:nvSpPr>
          <p:cNvPr id="311" name="Shape 309"/>
          <p:cNvSpPr/>
          <p:nvPr/>
        </p:nvSpPr>
        <p:spPr>
          <a:xfrm>
            <a:off x="3583839" y="3411085"/>
            <a:ext cx="0" cy="55888"/>
          </a:xfrm>
          <a:prstGeom prst="line">
            <a:avLst/>
          </a:prstGeom>
          <a:noFill/>
          <a:ln w="15875">
            <a:solidFill>
              <a:srgbClr val="C44F4F">
                <a:alpha val="76000"/>
              </a:srgbClr>
            </a:solidFill>
            <a:prstDash val="dash"/>
            <a:headEnd type="none"/>
            <a:tailEnd type="none"/>
          </a:ln>
        </p:spPr>
      </p:sp>
      <p:sp>
        <p:nvSpPr>
          <p:cNvPr id="312" name="Shape 310"/>
          <p:cNvSpPr/>
          <p:nvPr/>
        </p:nvSpPr>
        <p:spPr>
          <a:xfrm>
            <a:off x="3583839" y="3464230"/>
            <a:ext cx="127406" cy="0"/>
          </a:xfrm>
          <a:prstGeom prst="line">
            <a:avLst/>
          </a:prstGeom>
          <a:noFill/>
          <a:ln w="15875">
            <a:solidFill>
              <a:srgbClr val="C44F4F">
                <a:alpha val="76000"/>
              </a:srgbClr>
            </a:solidFill>
            <a:prstDash val="dash"/>
            <a:headEnd type="none"/>
            <a:tailEnd type="none"/>
          </a:ln>
        </p:spPr>
      </p:sp>
      <p:sp>
        <p:nvSpPr>
          <p:cNvPr id="313" name="Shape 311"/>
          <p:cNvSpPr/>
          <p:nvPr/>
        </p:nvSpPr>
        <p:spPr>
          <a:xfrm>
            <a:off x="3708501" y="3461487"/>
            <a:ext cx="0" cy="57474"/>
          </a:xfrm>
          <a:prstGeom prst="line">
            <a:avLst/>
          </a:prstGeom>
          <a:noFill/>
          <a:ln w="15875">
            <a:solidFill>
              <a:srgbClr val="C44F4F">
                <a:alpha val="76000"/>
              </a:srgbClr>
            </a:solidFill>
            <a:prstDash val="dash"/>
            <a:headEnd type="none"/>
            <a:tailEnd type="none"/>
          </a:ln>
        </p:spPr>
      </p:sp>
      <p:sp>
        <p:nvSpPr>
          <p:cNvPr id="314" name="Shape 312"/>
          <p:cNvSpPr/>
          <p:nvPr/>
        </p:nvSpPr>
        <p:spPr>
          <a:xfrm>
            <a:off x="3708501" y="3516218"/>
            <a:ext cx="127407" cy="0"/>
          </a:xfrm>
          <a:prstGeom prst="line">
            <a:avLst/>
          </a:prstGeom>
          <a:noFill/>
          <a:ln w="15875">
            <a:solidFill>
              <a:srgbClr val="C44F4F">
                <a:alpha val="76000"/>
              </a:srgbClr>
            </a:solidFill>
            <a:prstDash val="dash"/>
            <a:headEnd type="none"/>
            <a:tailEnd type="none"/>
          </a:ln>
        </p:spPr>
      </p:sp>
      <p:sp>
        <p:nvSpPr>
          <p:cNvPr id="315" name="Shape 313"/>
          <p:cNvSpPr/>
          <p:nvPr/>
        </p:nvSpPr>
        <p:spPr>
          <a:xfrm>
            <a:off x="3833165" y="3513475"/>
            <a:ext cx="0" cy="55761"/>
          </a:xfrm>
          <a:prstGeom prst="line">
            <a:avLst/>
          </a:prstGeom>
          <a:noFill/>
          <a:ln w="15875">
            <a:solidFill>
              <a:srgbClr val="C44F4F">
                <a:alpha val="76000"/>
              </a:srgbClr>
            </a:solidFill>
            <a:prstDash val="dash"/>
            <a:headEnd type="none"/>
            <a:tailEnd type="none"/>
          </a:ln>
        </p:spPr>
      </p:sp>
      <p:sp>
        <p:nvSpPr>
          <p:cNvPr id="316" name="Shape 314"/>
          <p:cNvSpPr/>
          <p:nvPr/>
        </p:nvSpPr>
        <p:spPr>
          <a:xfrm>
            <a:off x="3833165" y="3566493"/>
            <a:ext cx="127407" cy="0"/>
          </a:xfrm>
          <a:prstGeom prst="line">
            <a:avLst/>
          </a:prstGeom>
          <a:noFill/>
          <a:ln w="15875">
            <a:solidFill>
              <a:srgbClr val="C44F4F">
                <a:alpha val="76000"/>
              </a:srgbClr>
            </a:solidFill>
            <a:prstDash val="dash"/>
            <a:headEnd type="none"/>
            <a:tailEnd type="none"/>
          </a:ln>
        </p:spPr>
      </p:sp>
      <p:sp>
        <p:nvSpPr>
          <p:cNvPr id="317" name="Shape 315"/>
          <p:cNvSpPr/>
          <p:nvPr/>
        </p:nvSpPr>
        <p:spPr>
          <a:xfrm>
            <a:off x="3957828" y="3563750"/>
            <a:ext cx="0" cy="59948"/>
          </a:xfrm>
          <a:prstGeom prst="line">
            <a:avLst/>
          </a:prstGeom>
          <a:noFill/>
          <a:ln w="15875">
            <a:solidFill>
              <a:srgbClr val="C44F4F">
                <a:alpha val="76000"/>
              </a:srgbClr>
            </a:solidFill>
            <a:prstDash val="dash"/>
            <a:headEnd type="none"/>
            <a:tailEnd type="none"/>
          </a:ln>
        </p:spPr>
      </p:sp>
      <p:sp>
        <p:nvSpPr>
          <p:cNvPr id="318" name="Shape 316"/>
          <p:cNvSpPr/>
          <p:nvPr/>
        </p:nvSpPr>
        <p:spPr>
          <a:xfrm>
            <a:off x="3957828" y="3620955"/>
            <a:ext cx="127406" cy="0"/>
          </a:xfrm>
          <a:prstGeom prst="line">
            <a:avLst/>
          </a:prstGeom>
          <a:noFill/>
          <a:ln w="15875">
            <a:solidFill>
              <a:srgbClr val="C44F4F">
                <a:alpha val="76000"/>
              </a:srgbClr>
            </a:solidFill>
            <a:prstDash val="dash"/>
            <a:headEnd type="none"/>
            <a:tailEnd type="none"/>
          </a:ln>
        </p:spPr>
      </p:sp>
      <p:sp>
        <p:nvSpPr>
          <p:cNvPr id="319" name="Shape 317"/>
          <p:cNvSpPr/>
          <p:nvPr/>
        </p:nvSpPr>
        <p:spPr>
          <a:xfrm>
            <a:off x="4082491" y="3618212"/>
            <a:ext cx="0" cy="59504"/>
          </a:xfrm>
          <a:prstGeom prst="line">
            <a:avLst/>
          </a:prstGeom>
          <a:noFill/>
          <a:ln w="15875">
            <a:solidFill>
              <a:srgbClr val="C44F4F">
                <a:alpha val="76000"/>
              </a:srgbClr>
            </a:solidFill>
            <a:prstDash val="dash"/>
            <a:headEnd type="none"/>
            <a:tailEnd type="none"/>
          </a:ln>
        </p:spPr>
      </p:sp>
      <p:sp>
        <p:nvSpPr>
          <p:cNvPr id="320" name="Shape 318"/>
          <p:cNvSpPr/>
          <p:nvPr/>
        </p:nvSpPr>
        <p:spPr>
          <a:xfrm>
            <a:off x="4082491" y="3674973"/>
            <a:ext cx="127407" cy="0"/>
          </a:xfrm>
          <a:prstGeom prst="line">
            <a:avLst/>
          </a:prstGeom>
          <a:noFill/>
          <a:ln w="15875">
            <a:solidFill>
              <a:srgbClr val="C44F4F">
                <a:alpha val="76000"/>
              </a:srgbClr>
            </a:solidFill>
            <a:prstDash val="dash"/>
            <a:headEnd type="none"/>
            <a:tailEnd type="none"/>
          </a:ln>
        </p:spPr>
      </p:sp>
      <p:sp>
        <p:nvSpPr>
          <p:cNvPr id="321" name="Shape 319"/>
          <p:cNvSpPr/>
          <p:nvPr/>
        </p:nvSpPr>
        <p:spPr>
          <a:xfrm>
            <a:off x="4207154" y="3672230"/>
            <a:ext cx="0" cy="61122"/>
          </a:xfrm>
          <a:prstGeom prst="line">
            <a:avLst/>
          </a:prstGeom>
          <a:noFill/>
          <a:ln w="15875">
            <a:solidFill>
              <a:srgbClr val="C44F4F">
                <a:alpha val="76000"/>
              </a:srgbClr>
            </a:solidFill>
            <a:prstDash val="dash"/>
            <a:headEnd type="none"/>
            <a:tailEnd type="none"/>
          </a:ln>
        </p:spPr>
      </p:sp>
      <p:sp>
        <p:nvSpPr>
          <p:cNvPr id="322" name="Shape 320"/>
          <p:cNvSpPr/>
          <p:nvPr/>
        </p:nvSpPr>
        <p:spPr>
          <a:xfrm>
            <a:off x="4207154" y="3730609"/>
            <a:ext cx="127407" cy="0"/>
          </a:xfrm>
          <a:prstGeom prst="line">
            <a:avLst/>
          </a:prstGeom>
          <a:noFill/>
          <a:ln w="15875">
            <a:solidFill>
              <a:srgbClr val="C44F4F">
                <a:alpha val="76000"/>
              </a:srgbClr>
            </a:solidFill>
            <a:prstDash val="dash"/>
            <a:headEnd type="none"/>
            <a:tailEnd type="none"/>
          </a:ln>
        </p:spPr>
      </p:sp>
      <p:sp>
        <p:nvSpPr>
          <p:cNvPr id="323" name="Shape 321"/>
          <p:cNvSpPr/>
          <p:nvPr/>
        </p:nvSpPr>
        <p:spPr>
          <a:xfrm>
            <a:off x="4331818" y="3727865"/>
            <a:ext cx="0" cy="60266"/>
          </a:xfrm>
          <a:prstGeom prst="line">
            <a:avLst/>
          </a:prstGeom>
          <a:noFill/>
          <a:ln w="15875">
            <a:solidFill>
              <a:srgbClr val="C44F4F">
                <a:alpha val="76000"/>
              </a:srgbClr>
            </a:solidFill>
            <a:prstDash val="dash"/>
            <a:headEnd type="none"/>
            <a:tailEnd type="none"/>
          </a:ln>
        </p:spPr>
      </p:sp>
      <p:sp>
        <p:nvSpPr>
          <p:cNvPr id="324" name="Shape 322"/>
          <p:cNvSpPr/>
          <p:nvPr/>
        </p:nvSpPr>
        <p:spPr>
          <a:xfrm>
            <a:off x="4331818" y="3785388"/>
            <a:ext cx="127406" cy="0"/>
          </a:xfrm>
          <a:prstGeom prst="line">
            <a:avLst/>
          </a:prstGeom>
          <a:noFill/>
          <a:ln w="15875">
            <a:solidFill>
              <a:srgbClr val="C44F4F">
                <a:alpha val="76000"/>
              </a:srgbClr>
            </a:solidFill>
            <a:prstDash val="dash"/>
            <a:headEnd type="none"/>
            <a:tailEnd type="none"/>
          </a:ln>
        </p:spPr>
      </p:sp>
      <p:sp>
        <p:nvSpPr>
          <p:cNvPr id="325" name="Shape 323"/>
          <p:cNvSpPr/>
          <p:nvPr/>
        </p:nvSpPr>
        <p:spPr>
          <a:xfrm>
            <a:off x="4456481" y="3782645"/>
            <a:ext cx="0" cy="61376"/>
          </a:xfrm>
          <a:prstGeom prst="line">
            <a:avLst/>
          </a:prstGeom>
          <a:noFill/>
          <a:ln w="15875">
            <a:solidFill>
              <a:srgbClr val="C44F4F">
                <a:alpha val="76000"/>
              </a:srgbClr>
            </a:solidFill>
            <a:prstDash val="dash"/>
            <a:headEnd type="none"/>
            <a:tailEnd type="none"/>
          </a:ln>
        </p:spPr>
      </p:sp>
      <p:sp>
        <p:nvSpPr>
          <p:cNvPr id="326" name="Shape 324"/>
          <p:cNvSpPr/>
          <p:nvPr/>
        </p:nvSpPr>
        <p:spPr>
          <a:xfrm>
            <a:off x="4456481" y="3841277"/>
            <a:ext cx="127407" cy="0"/>
          </a:xfrm>
          <a:prstGeom prst="line">
            <a:avLst/>
          </a:prstGeom>
          <a:noFill/>
          <a:ln w="15875">
            <a:solidFill>
              <a:srgbClr val="C44F4F">
                <a:alpha val="76000"/>
              </a:srgbClr>
            </a:solidFill>
            <a:prstDash val="dash"/>
            <a:headEnd type="none"/>
            <a:tailEnd type="none"/>
          </a:ln>
        </p:spPr>
      </p:sp>
      <p:sp>
        <p:nvSpPr>
          <p:cNvPr id="327" name="Shape 325"/>
          <p:cNvSpPr/>
          <p:nvPr/>
        </p:nvSpPr>
        <p:spPr>
          <a:xfrm>
            <a:off x="4581144" y="3838534"/>
            <a:ext cx="0" cy="55888"/>
          </a:xfrm>
          <a:prstGeom prst="line">
            <a:avLst/>
          </a:prstGeom>
          <a:noFill/>
          <a:ln w="15875">
            <a:solidFill>
              <a:srgbClr val="C44F4F">
                <a:alpha val="76000"/>
              </a:srgbClr>
            </a:solidFill>
            <a:prstDash val="dash"/>
            <a:headEnd type="none"/>
            <a:tailEnd type="none"/>
          </a:ln>
        </p:spPr>
      </p:sp>
      <p:sp>
        <p:nvSpPr>
          <p:cNvPr id="328" name="Shape 326"/>
          <p:cNvSpPr/>
          <p:nvPr/>
        </p:nvSpPr>
        <p:spPr>
          <a:xfrm>
            <a:off x="4581144" y="3891679"/>
            <a:ext cx="127407" cy="0"/>
          </a:xfrm>
          <a:prstGeom prst="line">
            <a:avLst/>
          </a:prstGeom>
          <a:noFill/>
          <a:ln w="15875">
            <a:solidFill>
              <a:srgbClr val="C44F4F">
                <a:alpha val="76000"/>
              </a:srgbClr>
            </a:solidFill>
            <a:prstDash val="dash"/>
            <a:headEnd type="none"/>
            <a:tailEnd type="none"/>
          </a:ln>
        </p:spPr>
      </p:sp>
      <p:sp>
        <p:nvSpPr>
          <p:cNvPr id="329" name="Shape 327"/>
          <p:cNvSpPr/>
          <p:nvPr/>
        </p:nvSpPr>
        <p:spPr>
          <a:xfrm>
            <a:off x="4705807" y="3888936"/>
            <a:ext cx="0" cy="53034"/>
          </a:xfrm>
          <a:prstGeom prst="line">
            <a:avLst/>
          </a:prstGeom>
          <a:noFill/>
          <a:ln w="15875">
            <a:solidFill>
              <a:srgbClr val="C44F4F">
                <a:alpha val="76000"/>
              </a:srgbClr>
            </a:solidFill>
            <a:prstDash val="dash"/>
            <a:headEnd type="none"/>
            <a:tailEnd type="none"/>
          </a:ln>
        </p:spPr>
      </p:sp>
      <p:sp>
        <p:nvSpPr>
          <p:cNvPr id="330" name="Shape 328"/>
          <p:cNvSpPr/>
          <p:nvPr/>
        </p:nvSpPr>
        <p:spPr>
          <a:xfrm>
            <a:off x="4705807" y="3939226"/>
            <a:ext cx="127406" cy="0"/>
          </a:xfrm>
          <a:prstGeom prst="line">
            <a:avLst/>
          </a:prstGeom>
          <a:noFill/>
          <a:ln w="15875">
            <a:solidFill>
              <a:srgbClr val="C44F4F">
                <a:alpha val="76000"/>
              </a:srgbClr>
            </a:solidFill>
            <a:prstDash val="dash"/>
            <a:headEnd type="none"/>
            <a:tailEnd type="none"/>
          </a:ln>
        </p:spPr>
      </p:sp>
      <p:sp>
        <p:nvSpPr>
          <p:cNvPr id="331" name="Shape 329"/>
          <p:cNvSpPr/>
          <p:nvPr/>
        </p:nvSpPr>
        <p:spPr>
          <a:xfrm>
            <a:off x="4830470" y="3936483"/>
            <a:ext cx="0" cy="47610"/>
          </a:xfrm>
          <a:prstGeom prst="line">
            <a:avLst/>
          </a:prstGeom>
          <a:noFill/>
          <a:ln w="15875">
            <a:solidFill>
              <a:srgbClr val="C44F4F">
                <a:alpha val="76000"/>
              </a:srgbClr>
            </a:solidFill>
            <a:prstDash val="dash"/>
            <a:headEnd type="none"/>
            <a:tailEnd type="none"/>
          </a:ln>
        </p:spPr>
      </p:sp>
      <p:sp>
        <p:nvSpPr>
          <p:cNvPr id="332" name="Shape 330"/>
          <p:cNvSpPr/>
          <p:nvPr/>
        </p:nvSpPr>
        <p:spPr>
          <a:xfrm>
            <a:off x="4830470" y="3981349"/>
            <a:ext cx="127407" cy="0"/>
          </a:xfrm>
          <a:prstGeom prst="line">
            <a:avLst/>
          </a:prstGeom>
          <a:noFill/>
          <a:ln w="15875">
            <a:solidFill>
              <a:srgbClr val="C44F4F">
                <a:alpha val="76000"/>
              </a:srgbClr>
            </a:solidFill>
            <a:prstDash val="dash"/>
            <a:headEnd type="none"/>
            <a:tailEnd type="none"/>
          </a:ln>
        </p:spPr>
      </p:sp>
      <p:sp>
        <p:nvSpPr>
          <p:cNvPr id="333" name="Shape 331"/>
          <p:cNvSpPr/>
          <p:nvPr/>
        </p:nvSpPr>
        <p:spPr>
          <a:xfrm>
            <a:off x="4955134" y="3978606"/>
            <a:ext cx="0" cy="48434"/>
          </a:xfrm>
          <a:prstGeom prst="line">
            <a:avLst/>
          </a:prstGeom>
          <a:noFill/>
          <a:ln w="15875">
            <a:solidFill>
              <a:srgbClr val="C44F4F">
                <a:alpha val="76000"/>
              </a:srgbClr>
            </a:solidFill>
            <a:prstDash val="dash"/>
            <a:headEnd type="none"/>
            <a:tailEnd type="none"/>
          </a:ln>
        </p:spPr>
      </p:sp>
      <p:sp>
        <p:nvSpPr>
          <p:cNvPr id="334" name="Shape 332"/>
          <p:cNvSpPr/>
          <p:nvPr/>
        </p:nvSpPr>
        <p:spPr>
          <a:xfrm>
            <a:off x="4955134" y="4024297"/>
            <a:ext cx="127407" cy="0"/>
          </a:xfrm>
          <a:prstGeom prst="line">
            <a:avLst/>
          </a:prstGeom>
          <a:noFill/>
          <a:ln w="15875">
            <a:solidFill>
              <a:srgbClr val="C44F4F">
                <a:alpha val="76000"/>
              </a:srgbClr>
            </a:solidFill>
            <a:prstDash val="dash"/>
            <a:headEnd type="none"/>
            <a:tailEnd type="none"/>
          </a:ln>
        </p:spPr>
      </p:sp>
      <p:sp>
        <p:nvSpPr>
          <p:cNvPr id="335" name="Shape 333"/>
          <p:cNvSpPr/>
          <p:nvPr/>
        </p:nvSpPr>
        <p:spPr>
          <a:xfrm>
            <a:off x="5079797" y="4021554"/>
            <a:ext cx="0" cy="47958"/>
          </a:xfrm>
          <a:prstGeom prst="line">
            <a:avLst/>
          </a:prstGeom>
          <a:noFill/>
          <a:ln w="15875">
            <a:solidFill>
              <a:srgbClr val="C44F4F">
                <a:alpha val="76000"/>
              </a:srgbClr>
            </a:solidFill>
            <a:prstDash val="dash"/>
            <a:headEnd type="none"/>
            <a:tailEnd type="none"/>
          </a:ln>
        </p:spPr>
      </p:sp>
      <p:sp>
        <p:nvSpPr>
          <p:cNvPr id="336" name="Shape 334"/>
          <p:cNvSpPr/>
          <p:nvPr/>
        </p:nvSpPr>
        <p:spPr>
          <a:xfrm>
            <a:off x="5079797" y="4066769"/>
            <a:ext cx="127406" cy="0"/>
          </a:xfrm>
          <a:prstGeom prst="line">
            <a:avLst/>
          </a:prstGeom>
          <a:noFill/>
          <a:ln w="15875">
            <a:solidFill>
              <a:srgbClr val="C44F4F">
                <a:alpha val="76000"/>
              </a:srgbClr>
            </a:solidFill>
            <a:prstDash val="dash"/>
            <a:headEnd type="none"/>
            <a:tailEnd type="none"/>
          </a:ln>
        </p:spPr>
      </p:sp>
      <p:sp>
        <p:nvSpPr>
          <p:cNvPr id="337" name="Shape 335"/>
          <p:cNvSpPr/>
          <p:nvPr/>
        </p:nvSpPr>
        <p:spPr>
          <a:xfrm>
            <a:off x="5204460" y="4064026"/>
            <a:ext cx="0" cy="47419"/>
          </a:xfrm>
          <a:prstGeom prst="line">
            <a:avLst/>
          </a:prstGeom>
          <a:noFill/>
          <a:ln w="15875">
            <a:solidFill>
              <a:srgbClr val="C44F4F">
                <a:alpha val="76000"/>
              </a:srgbClr>
            </a:solidFill>
            <a:prstDash val="dash"/>
            <a:headEnd type="none"/>
            <a:tailEnd type="none"/>
          </a:ln>
        </p:spPr>
      </p:sp>
      <p:sp>
        <p:nvSpPr>
          <p:cNvPr id="338" name="Shape 336"/>
          <p:cNvSpPr/>
          <p:nvPr/>
        </p:nvSpPr>
        <p:spPr>
          <a:xfrm>
            <a:off x="5204460" y="4108702"/>
            <a:ext cx="127407" cy="0"/>
          </a:xfrm>
          <a:prstGeom prst="line">
            <a:avLst/>
          </a:prstGeom>
          <a:noFill/>
          <a:ln w="15875">
            <a:solidFill>
              <a:srgbClr val="C44F4F">
                <a:alpha val="76000"/>
              </a:srgbClr>
            </a:solidFill>
            <a:prstDash val="dash"/>
            <a:headEnd type="none"/>
            <a:tailEnd type="none"/>
          </a:ln>
        </p:spPr>
      </p:sp>
      <p:sp>
        <p:nvSpPr>
          <p:cNvPr id="339" name="Shape 337"/>
          <p:cNvSpPr/>
          <p:nvPr/>
        </p:nvSpPr>
        <p:spPr>
          <a:xfrm>
            <a:off x="5329123" y="4105959"/>
            <a:ext cx="0" cy="51987"/>
          </a:xfrm>
          <a:prstGeom prst="line">
            <a:avLst/>
          </a:prstGeom>
          <a:noFill/>
          <a:ln w="15875">
            <a:solidFill>
              <a:srgbClr val="C44F4F">
                <a:alpha val="76000"/>
              </a:srgbClr>
            </a:solidFill>
            <a:prstDash val="dash"/>
            <a:headEnd type="none"/>
            <a:tailEnd type="none"/>
          </a:ln>
        </p:spPr>
      </p:sp>
      <p:sp>
        <p:nvSpPr>
          <p:cNvPr id="340" name="Shape 338"/>
          <p:cNvSpPr/>
          <p:nvPr/>
        </p:nvSpPr>
        <p:spPr>
          <a:xfrm>
            <a:off x="5329123" y="4155203"/>
            <a:ext cx="127407" cy="0"/>
          </a:xfrm>
          <a:prstGeom prst="line">
            <a:avLst/>
          </a:prstGeom>
          <a:noFill/>
          <a:ln w="15875">
            <a:solidFill>
              <a:srgbClr val="C44F4F">
                <a:alpha val="76000"/>
              </a:srgbClr>
            </a:solidFill>
            <a:prstDash val="dash"/>
            <a:headEnd type="none"/>
            <a:tailEnd type="none"/>
          </a:ln>
        </p:spPr>
      </p:sp>
      <p:sp>
        <p:nvSpPr>
          <p:cNvPr id="341" name="Shape 339"/>
          <p:cNvSpPr/>
          <p:nvPr/>
        </p:nvSpPr>
        <p:spPr>
          <a:xfrm>
            <a:off x="5453787" y="4152459"/>
            <a:ext cx="0" cy="52780"/>
          </a:xfrm>
          <a:prstGeom prst="line">
            <a:avLst/>
          </a:prstGeom>
          <a:noFill/>
          <a:ln w="15875">
            <a:solidFill>
              <a:srgbClr val="C44F4F">
                <a:alpha val="76000"/>
              </a:srgbClr>
            </a:solidFill>
            <a:prstDash val="dash"/>
            <a:headEnd type="none"/>
            <a:tailEnd type="none"/>
          </a:ln>
        </p:spPr>
      </p:sp>
      <p:sp>
        <p:nvSpPr>
          <p:cNvPr id="342" name="Shape 340"/>
          <p:cNvSpPr/>
          <p:nvPr/>
        </p:nvSpPr>
        <p:spPr>
          <a:xfrm>
            <a:off x="5453787" y="4202496"/>
            <a:ext cx="127406" cy="0"/>
          </a:xfrm>
          <a:prstGeom prst="line">
            <a:avLst/>
          </a:prstGeom>
          <a:noFill/>
          <a:ln w="15875">
            <a:solidFill>
              <a:srgbClr val="C44F4F">
                <a:alpha val="76000"/>
              </a:srgbClr>
            </a:solidFill>
            <a:prstDash val="dash"/>
            <a:headEnd type="none"/>
            <a:tailEnd type="none"/>
          </a:ln>
        </p:spPr>
      </p:sp>
      <p:sp>
        <p:nvSpPr>
          <p:cNvPr id="343" name="Shape 341"/>
          <p:cNvSpPr/>
          <p:nvPr/>
        </p:nvSpPr>
        <p:spPr>
          <a:xfrm>
            <a:off x="5578449" y="4199753"/>
            <a:ext cx="0" cy="53446"/>
          </a:xfrm>
          <a:prstGeom prst="line">
            <a:avLst/>
          </a:prstGeom>
          <a:noFill/>
          <a:ln w="15875">
            <a:solidFill>
              <a:srgbClr val="C44F4F">
                <a:alpha val="76000"/>
              </a:srgbClr>
            </a:solidFill>
            <a:prstDash val="dash"/>
            <a:headEnd type="none"/>
            <a:tailEnd type="none"/>
          </a:ln>
        </p:spPr>
      </p:sp>
      <p:sp>
        <p:nvSpPr>
          <p:cNvPr id="344" name="Shape 342"/>
          <p:cNvSpPr/>
          <p:nvPr/>
        </p:nvSpPr>
        <p:spPr>
          <a:xfrm>
            <a:off x="5578449" y="4250456"/>
            <a:ext cx="127407" cy="0"/>
          </a:xfrm>
          <a:prstGeom prst="line">
            <a:avLst/>
          </a:prstGeom>
          <a:noFill/>
          <a:ln w="15875">
            <a:solidFill>
              <a:srgbClr val="C44F4F">
                <a:alpha val="76000"/>
              </a:srgbClr>
            </a:solidFill>
            <a:prstDash val="dash"/>
            <a:headEnd type="none"/>
            <a:tailEnd type="none"/>
          </a:ln>
        </p:spPr>
      </p:sp>
      <p:sp>
        <p:nvSpPr>
          <p:cNvPr id="345" name="Shape 343"/>
          <p:cNvSpPr/>
          <p:nvPr/>
        </p:nvSpPr>
        <p:spPr>
          <a:xfrm>
            <a:off x="5703113" y="4247712"/>
            <a:ext cx="0" cy="50845"/>
          </a:xfrm>
          <a:prstGeom prst="line">
            <a:avLst/>
          </a:prstGeom>
          <a:noFill/>
          <a:ln w="15875">
            <a:solidFill>
              <a:srgbClr val="C44F4F">
                <a:alpha val="76000"/>
              </a:srgbClr>
            </a:solidFill>
            <a:prstDash val="dash"/>
            <a:headEnd type="none"/>
            <a:tailEnd type="none"/>
          </a:ln>
        </p:spPr>
      </p:sp>
      <p:sp>
        <p:nvSpPr>
          <p:cNvPr id="346" name="Shape 344"/>
          <p:cNvSpPr/>
          <p:nvPr/>
        </p:nvSpPr>
        <p:spPr>
          <a:xfrm>
            <a:off x="5703113" y="4295814"/>
            <a:ext cx="127407" cy="0"/>
          </a:xfrm>
          <a:prstGeom prst="line">
            <a:avLst/>
          </a:prstGeom>
          <a:noFill/>
          <a:ln w="15875">
            <a:solidFill>
              <a:srgbClr val="C44F4F">
                <a:alpha val="76000"/>
              </a:srgbClr>
            </a:solidFill>
            <a:prstDash val="dash"/>
            <a:headEnd type="none"/>
            <a:tailEnd type="none"/>
          </a:ln>
        </p:spPr>
      </p:sp>
      <p:sp>
        <p:nvSpPr>
          <p:cNvPr id="347" name="Shape 345"/>
          <p:cNvSpPr/>
          <p:nvPr/>
        </p:nvSpPr>
        <p:spPr>
          <a:xfrm>
            <a:off x="5827776" y="4293071"/>
            <a:ext cx="0" cy="52019"/>
          </a:xfrm>
          <a:prstGeom prst="line">
            <a:avLst/>
          </a:prstGeom>
          <a:noFill/>
          <a:ln w="15875">
            <a:solidFill>
              <a:srgbClr val="C44F4F">
                <a:alpha val="76000"/>
              </a:srgbClr>
            </a:solidFill>
            <a:prstDash val="dash"/>
            <a:headEnd type="none"/>
            <a:tailEnd type="none"/>
          </a:ln>
        </p:spPr>
      </p:sp>
      <p:sp>
        <p:nvSpPr>
          <p:cNvPr id="348" name="Shape 346"/>
          <p:cNvSpPr/>
          <p:nvPr/>
        </p:nvSpPr>
        <p:spPr>
          <a:xfrm>
            <a:off x="5827776" y="4342346"/>
            <a:ext cx="127406" cy="0"/>
          </a:xfrm>
          <a:prstGeom prst="line">
            <a:avLst/>
          </a:prstGeom>
          <a:noFill/>
          <a:ln w="15875">
            <a:solidFill>
              <a:srgbClr val="C44F4F">
                <a:alpha val="76000"/>
              </a:srgbClr>
            </a:solidFill>
            <a:prstDash val="dash"/>
            <a:headEnd type="none"/>
            <a:tailEnd type="none"/>
          </a:ln>
        </p:spPr>
      </p:sp>
      <p:sp>
        <p:nvSpPr>
          <p:cNvPr id="349" name="Shape 347"/>
          <p:cNvSpPr/>
          <p:nvPr/>
        </p:nvSpPr>
        <p:spPr>
          <a:xfrm>
            <a:off x="5952439" y="4339603"/>
            <a:ext cx="0" cy="53192"/>
          </a:xfrm>
          <a:prstGeom prst="line">
            <a:avLst/>
          </a:prstGeom>
          <a:noFill/>
          <a:ln w="15875">
            <a:solidFill>
              <a:srgbClr val="C44F4F">
                <a:alpha val="76000"/>
              </a:srgbClr>
            </a:solidFill>
            <a:prstDash val="dash"/>
            <a:headEnd type="none"/>
            <a:tailEnd type="none"/>
          </a:ln>
        </p:spPr>
      </p:sp>
      <p:sp>
        <p:nvSpPr>
          <p:cNvPr id="350" name="Shape 348"/>
          <p:cNvSpPr/>
          <p:nvPr/>
        </p:nvSpPr>
        <p:spPr>
          <a:xfrm>
            <a:off x="5952439" y="4390052"/>
            <a:ext cx="127407" cy="0"/>
          </a:xfrm>
          <a:prstGeom prst="line">
            <a:avLst/>
          </a:prstGeom>
          <a:noFill/>
          <a:ln w="15875">
            <a:solidFill>
              <a:srgbClr val="C44F4F">
                <a:alpha val="76000"/>
              </a:srgbClr>
            </a:solidFill>
            <a:prstDash val="dash"/>
            <a:headEnd type="none"/>
            <a:tailEnd type="none"/>
          </a:ln>
        </p:spPr>
      </p:sp>
      <p:sp>
        <p:nvSpPr>
          <p:cNvPr id="351" name="Shape 349"/>
          <p:cNvSpPr/>
          <p:nvPr/>
        </p:nvSpPr>
        <p:spPr>
          <a:xfrm>
            <a:off x="6077102" y="4387309"/>
            <a:ext cx="0" cy="52590"/>
          </a:xfrm>
          <a:prstGeom prst="line">
            <a:avLst/>
          </a:prstGeom>
          <a:noFill/>
          <a:ln w="15875">
            <a:solidFill>
              <a:srgbClr val="C44F4F">
                <a:alpha val="76000"/>
              </a:srgbClr>
            </a:solidFill>
            <a:prstDash val="dash"/>
            <a:headEnd type="none"/>
            <a:tailEnd type="none"/>
          </a:ln>
        </p:spPr>
      </p:sp>
      <p:sp>
        <p:nvSpPr>
          <p:cNvPr id="352" name="Shape 350"/>
          <p:cNvSpPr/>
          <p:nvPr/>
        </p:nvSpPr>
        <p:spPr>
          <a:xfrm>
            <a:off x="6077102" y="4437155"/>
            <a:ext cx="127407" cy="0"/>
          </a:xfrm>
          <a:prstGeom prst="line">
            <a:avLst/>
          </a:prstGeom>
          <a:noFill/>
          <a:ln w="15875">
            <a:solidFill>
              <a:srgbClr val="C44F4F">
                <a:alpha val="76000"/>
              </a:srgbClr>
            </a:solidFill>
            <a:prstDash val="dash"/>
            <a:headEnd type="none"/>
            <a:tailEnd type="none"/>
          </a:ln>
        </p:spPr>
      </p:sp>
      <p:sp>
        <p:nvSpPr>
          <p:cNvPr id="353" name="Shape 351"/>
          <p:cNvSpPr/>
          <p:nvPr/>
        </p:nvSpPr>
        <p:spPr>
          <a:xfrm>
            <a:off x="6201766" y="4434412"/>
            <a:ext cx="0" cy="48403"/>
          </a:xfrm>
          <a:prstGeom prst="line">
            <a:avLst/>
          </a:prstGeom>
          <a:noFill/>
          <a:ln w="15875">
            <a:solidFill>
              <a:srgbClr val="C44F4F">
                <a:alpha val="76000"/>
              </a:srgbClr>
            </a:solidFill>
            <a:prstDash val="dash"/>
            <a:headEnd type="none"/>
            <a:tailEnd type="none"/>
          </a:ln>
        </p:spPr>
      </p:sp>
      <p:sp>
        <p:nvSpPr>
          <p:cNvPr id="354" name="Shape 352"/>
          <p:cNvSpPr/>
          <p:nvPr/>
        </p:nvSpPr>
        <p:spPr>
          <a:xfrm>
            <a:off x="6201766" y="4480071"/>
            <a:ext cx="127406" cy="0"/>
          </a:xfrm>
          <a:prstGeom prst="line">
            <a:avLst/>
          </a:prstGeom>
          <a:noFill/>
          <a:ln w="15875">
            <a:solidFill>
              <a:srgbClr val="C44F4F">
                <a:alpha val="76000"/>
              </a:srgbClr>
            </a:solidFill>
            <a:prstDash val="dash"/>
            <a:headEnd type="none"/>
            <a:tailEnd type="none"/>
          </a:ln>
        </p:spPr>
      </p:sp>
      <p:sp>
        <p:nvSpPr>
          <p:cNvPr id="355" name="Shape 353"/>
          <p:cNvSpPr/>
          <p:nvPr/>
        </p:nvSpPr>
        <p:spPr>
          <a:xfrm>
            <a:off x="6326429" y="4477328"/>
            <a:ext cx="0" cy="47451"/>
          </a:xfrm>
          <a:prstGeom prst="line">
            <a:avLst/>
          </a:prstGeom>
          <a:noFill/>
          <a:ln w="15875">
            <a:solidFill>
              <a:srgbClr val="C44F4F">
                <a:alpha val="76000"/>
              </a:srgbClr>
            </a:solidFill>
            <a:prstDash val="dash"/>
            <a:headEnd type="none"/>
            <a:tailEnd type="none"/>
          </a:ln>
        </p:spPr>
      </p:sp>
      <p:sp>
        <p:nvSpPr>
          <p:cNvPr id="356" name="Shape 354"/>
          <p:cNvSpPr/>
          <p:nvPr/>
        </p:nvSpPr>
        <p:spPr>
          <a:xfrm>
            <a:off x="6326429" y="4522036"/>
            <a:ext cx="127407" cy="0"/>
          </a:xfrm>
          <a:prstGeom prst="line">
            <a:avLst/>
          </a:prstGeom>
          <a:noFill/>
          <a:ln w="15875">
            <a:solidFill>
              <a:srgbClr val="C44F4F">
                <a:alpha val="76000"/>
              </a:srgbClr>
            </a:solidFill>
            <a:prstDash val="dash"/>
            <a:headEnd type="none"/>
            <a:tailEnd type="none"/>
          </a:ln>
        </p:spPr>
      </p:sp>
      <p:sp>
        <p:nvSpPr>
          <p:cNvPr id="357" name="Shape 355"/>
          <p:cNvSpPr/>
          <p:nvPr/>
        </p:nvSpPr>
        <p:spPr>
          <a:xfrm>
            <a:off x="6451092" y="4519293"/>
            <a:ext cx="0" cy="47419"/>
          </a:xfrm>
          <a:prstGeom prst="line">
            <a:avLst/>
          </a:prstGeom>
          <a:noFill/>
          <a:ln w="15875">
            <a:solidFill>
              <a:srgbClr val="C44F4F">
                <a:alpha val="76000"/>
              </a:srgbClr>
            </a:solidFill>
            <a:prstDash val="dash"/>
            <a:headEnd type="none"/>
            <a:tailEnd type="none"/>
          </a:ln>
        </p:spPr>
      </p:sp>
      <p:sp>
        <p:nvSpPr>
          <p:cNvPr id="358" name="Shape 356"/>
          <p:cNvSpPr/>
          <p:nvPr/>
        </p:nvSpPr>
        <p:spPr>
          <a:xfrm>
            <a:off x="6451092" y="4563969"/>
            <a:ext cx="127407" cy="0"/>
          </a:xfrm>
          <a:prstGeom prst="line">
            <a:avLst/>
          </a:prstGeom>
          <a:noFill/>
          <a:ln w="15875">
            <a:solidFill>
              <a:srgbClr val="C44F4F">
                <a:alpha val="76000"/>
              </a:srgbClr>
            </a:solidFill>
            <a:prstDash val="dash"/>
            <a:headEnd type="none"/>
            <a:tailEnd type="none"/>
          </a:ln>
        </p:spPr>
      </p:sp>
      <p:sp>
        <p:nvSpPr>
          <p:cNvPr id="359" name="Shape 357"/>
          <p:cNvSpPr/>
          <p:nvPr/>
        </p:nvSpPr>
        <p:spPr>
          <a:xfrm>
            <a:off x="6575755" y="4561226"/>
            <a:ext cx="0" cy="48434"/>
          </a:xfrm>
          <a:prstGeom prst="line">
            <a:avLst/>
          </a:prstGeom>
          <a:noFill/>
          <a:ln w="15875">
            <a:solidFill>
              <a:srgbClr val="C44F4F">
                <a:alpha val="76000"/>
              </a:srgbClr>
            </a:solidFill>
            <a:prstDash val="dash"/>
            <a:headEnd type="none"/>
            <a:tailEnd type="none"/>
          </a:ln>
        </p:spPr>
      </p:sp>
      <p:sp>
        <p:nvSpPr>
          <p:cNvPr id="360" name="Shape 358"/>
          <p:cNvSpPr/>
          <p:nvPr/>
        </p:nvSpPr>
        <p:spPr>
          <a:xfrm>
            <a:off x="6575755" y="4606917"/>
            <a:ext cx="127406" cy="0"/>
          </a:xfrm>
          <a:prstGeom prst="line">
            <a:avLst/>
          </a:prstGeom>
          <a:noFill/>
          <a:ln w="15875">
            <a:solidFill>
              <a:srgbClr val="C44F4F">
                <a:alpha val="76000"/>
              </a:srgbClr>
            </a:solidFill>
            <a:prstDash val="dash"/>
            <a:headEnd type="none"/>
            <a:tailEnd type="none"/>
          </a:ln>
        </p:spPr>
      </p:sp>
      <p:sp>
        <p:nvSpPr>
          <p:cNvPr id="361" name="Shape 359"/>
          <p:cNvSpPr/>
          <p:nvPr/>
        </p:nvSpPr>
        <p:spPr>
          <a:xfrm>
            <a:off x="6700418" y="4604173"/>
            <a:ext cx="0" cy="46912"/>
          </a:xfrm>
          <a:prstGeom prst="line">
            <a:avLst/>
          </a:prstGeom>
          <a:noFill/>
          <a:ln w="15875">
            <a:solidFill>
              <a:srgbClr val="C44F4F">
                <a:alpha val="76000"/>
              </a:srgbClr>
            </a:solidFill>
            <a:prstDash val="dash"/>
            <a:headEnd type="none"/>
            <a:tailEnd type="none"/>
          </a:ln>
        </p:spPr>
      </p:sp>
      <p:sp>
        <p:nvSpPr>
          <p:cNvPr id="362" name="Shape 360"/>
          <p:cNvSpPr/>
          <p:nvPr/>
        </p:nvSpPr>
        <p:spPr>
          <a:xfrm>
            <a:off x="6700418" y="4648342"/>
            <a:ext cx="127407" cy="0"/>
          </a:xfrm>
          <a:prstGeom prst="line">
            <a:avLst/>
          </a:prstGeom>
          <a:noFill/>
          <a:ln w="15875">
            <a:solidFill>
              <a:srgbClr val="C44F4F">
                <a:alpha val="76000"/>
              </a:srgbClr>
            </a:solidFill>
            <a:prstDash val="dash"/>
            <a:headEnd type="none"/>
            <a:tailEnd type="none"/>
          </a:ln>
        </p:spPr>
      </p:sp>
      <p:sp>
        <p:nvSpPr>
          <p:cNvPr id="363" name="Shape 361"/>
          <p:cNvSpPr/>
          <p:nvPr/>
        </p:nvSpPr>
        <p:spPr>
          <a:xfrm>
            <a:off x="6825082" y="4645599"/>
            <a:ext cx="0" cy="45231"/>
          </a:xfrm>
          <a:prstGeom prst="line">
            <a:avLst/>
          </a:prstGeom>
          <a:noFill/>
          <a:ln w="15875">
            <a:solidFill>
              <a:srgbClr val="C44F4F">
                <a:alpha val="76000"/>
              </a:srgbClr>
            </a:solidFill>
            <a:prstDash val="dash"/>
            <a:headEnd type="none"/>
            <a:tailEnd type="none"/>
          </a:ln>
        </p:spPr>
      </p:sp>
      <p:sp>
        <p:nvSpPr>
          <p:cNvPr id="364" name="Shape 362"/>
          <p:cNvSpPr/>
          <p:nvPr/>
        </p:nvSpPr>
        <p:spPr>
          <a:xfrm>
            <a:off x="6825082" y="4688086"/>
            <a:ext cx="127407" cy="0"/>
          </a:xfrm>
          <a:prstGeom prst="line">
            <a:avLst/>
          </a:prstGeom>
          <a:noFill/>
          <a:ln w="15875">
            <a:solidFill>
              <a:srgbClr val="C44F4F">
                <a:alpha val="76000"/>
              </a:srgbClr>
            </a:solidFill>
            <a:prstDash val="dash"/>
            <a:headEnd type="none"/>
            <a:tailEnd type="none"/>
          </a:ln>
        </p:spPr>
      </p:sp>
      <p:sp>
        <p:nvSpPr>
          <p:cNvPr id="365" name="Shape 363"/>
          <p:cNvSpPr/>
          <p:nvPr/>
        </p:nvSpPr>
        <p:spPr>
          <a:xfrm>
            <a:off x="6949745" y="4685343"/>
            <a:ext cx="0" cy="45358"/>
          </a:xfrm>
          <a:prstGeom prst="line">
            <a:avLst/>
          </a:prstGeom>
          <a:noFill/>
          <a:ln w="15875">
            <a:solidFill>
              <a:srgbClr val="C44F4F">
                <a:alpha val="76000"/>
              </a:srgbClr>
            </a:solidFill>
            <a:prstDash val="dash"/>
            <a:headEnd type="none"/>
            <a:tailEnd type="none"/>
          </a:ln>
        </p:spPr>
      </p:sp>
      <p:sp>
        <p:nvSpPr>
          <p:cNvPr id="366" name="Shape 364"/>
          <p:cNvSpPr/>
          <p:nvPr/>
        </p:nvSpPr>
        <p:spPr>
          <a:xfrm>
            <a:off x="6949745" y="4727957"/>
            <a:ext cx="127406" cy="0"/>
          </a:xfrm>
          <a:prstGeom prst="line">
            <a:avLst/>
          </a:prstGeom>
          <a:noFill/>
          <a:ln w="15875">
            <a:solidFill>
              <a:srgbClr val="C44F4F">
                <a:alpha val="76000"/>
              </a:srgbClr>
            </a:solidFill>
            <a:prstDash val="dash"/>
            <a:headEnd type="none"/>
            <a:tailEnd type="none"/>
          </a:ln>
        </p:spPr>
      </p:sp>
      <p:sp>
        <p:nvSpPr>
          <p:cNvPr id="367" name="Shape 365"/>
          <p:cNvSpPr/>
          <p:nvPr/>
        </p:nvSpPr>
        <p:spPr>
          <a:xfrm>
            <a:off x="7074408" y="4725214"/>
            <a:ext cx="0" cy="44469"/>
          </a:xfrm>
          <a:prstGeom prst="line">
            <a:avLst/>
          </a:prstGeom>
          <a:noFill/>
          <a:ln w="15875">
            <a:solidFill>
              <a:srgbClr val="C44F4F">
                <a:alpha val="76000"/>
              </a:srgbClr>
            </a:solidFill>
            <a:prstDash val="dash"/>
            <a:headEnd type="none"/>
            <a:tailEnd type="none"/>
          </a:ln>
        </p:spPr>
      </p:sp>
      <p:sp>
        <p:nvSpPr>
          <p:cNvPr id="368" name="Shape 366"/>
          <p:cNvSpPr/>
          <p:nvPr/>
        </p:nvSpPr>
        <p:spPr>
          <a:xfrm>
            <a:off x="7074408" y="4766940"/>
            <a:ext cx="127407" cy="0"/>
          </a:xfrm>
          <a:prstGeom prst="line">
            <a:avLst/>
          </a:prstGeom>
          <a:noFill/>
          <a:ln w="15875">
            <a:solidFill>
              <a:srgbClr val="C44F4F">
                <a:alpha val="76000"/>
              </a:srgbClr>
            </a:solidFill>
            <a:prstDash val="dash"/>
            <a:headEnd type="none"/>
            <a:tailEnd type="none"/>
          </a:ln>
        </p:spPr>
      </p:sp>
      <p:sp>
        <p:nvSpPr>
          <p:cNvPr id="369" name="Shape 367"/>
          <p:cNvSpPr/>
          <p:nvPr/>
        </p:nvSpPr>
        <p:spPr>
          <a:xfrm>
            <a:off x="7199071" y="4764197"/>
            <a:ext cx="0" cy="45770"/>
          </a:xfrm>
          <a:prstGeom prst="line">
            <a:avLst/>
          </a:prstGeom>
          <a:noFill/>
          <a:ln w="15875">
            <a:solidFill>
              <a:srgbClr val="C44F4F">
                <a:alpha val="76000"/>
              </a:srgbClr>
            </a:solidFill>
            <a:prstDash val="dash"/>
            <a:headEnd type="none"/>
            <a:tailEnd type="none"/>
          </a:ln>
        </p:spPr>
      </p:sp>
      <p:sp>
        <p:nvSpPr>
          <p:cNvPr id="370" name="Shape 368"/>
          <p:cNvSpPr/>
          <p:nvPr/>
        </p:nvSpPr>
        <p:spPr>
          <a:xfrm>
            <a:off x="7199071" y="4807224"/>
            <a:ext cx="127407" cy="0"/>
          </a:xfrm>
          <a:prstGeom prst="line">
            <a:avLst/>
          </a:prstGeom>
          <a:noFill/>
          <a:ln w="15875">
            <a:solidFill>
              <a:srgbClr val="C44F4F">
                <a:alpha val="76000"/>
              </a:srgbClr>
            </a:solidFill>
            <a:prstDash val="dash"/>
            <a:headEnd type="none"/>
            <a:tailEnd type="none"/>
          </a:ln>
        </p:spPr>
      </p:sp>
      <p:sp>
        <p:nvSpPr>
          <p:cNvPr id="371" name="Shape 369"/>
          <p:cNvSpPr/>
          <p:nvPr/>
        </p:nvSpPr>
        <p:spPr>
          <a:xfrm>
            <a:off x="7323735" y="4804481"/>
            <a:ext cx="0" cy="44279"/>
          </a:xfrm>
          <a:prstGeom prst="line">
            <a:avLst/>
          </a:prstGeom>
          <a:noFill/>
          <a:ln w="15875">
            <a:solidFill>
              <a:srgbClr val="C44F4F">
                <a:alpha val="76000"/>
              </a:srgbClr>
            </a:solidFill>
            <a:prstDash val="dash"/>
            <a:headEnd type="none"/>
            <a:tailEnd type="none"/>
          </a:ln>
        </p:spPr>
      </p:sp>
      <p:sp>
        <p:nvSpPr>
          <p:cNvPr id="372" name="Shape 370"/>
          <p:cNvSpPr/>
          <p:nvPr/>
        </p:nvSpPr>
        <p:spPr>
          <a:xfrm>
            <a:off x="7323735" y="4846016"/>
            <a:ext cx="127406" cy="0"/>
          </a:xfrm>
          <a:prstGeom prst="line">
            <a:avLst/>
          </a:prstGeom>
          <a:noFill/>
          <a:ln w="15875">
            <a:solidFill>
              <a:srgbClr val="C44F4F">
                <a:alpha val="76000"/>
              </a:srgbClr>
            </a:solidFill>
            <a:prstDash val="dash"/>
            <a:headEnd type="none"/>
            <a:tailEnd type="none"/>
          </a:ln>
        </p:spPr>
      </p:sp>
      <p:sp>
        <p:nvSpPr>
          <p:cNvPr id="373" name="Shape 371"/>
          <p:cNvSpPr/>
          <p:nvPr/>
        </p:nvSpPr>
        <p:spPr>
          <a:xfrm>
            <a:off x="7448397" y="4843273"/>
            <a:ext cx="0" cy="36793"/>
          </a:xfrm>
          <a:prstGeom prst="line">
            <a:avLst/>
          </a:prstGeom>
          <a:noFill/>
          <a:ln w="15875">
            <a:solidFill>
              <a:srgbClr val="C44F4F">
                <a:alpha val="76000"/>
              </a:srgbClr>
            </a:solidFill>
            <a:prstDash val="dash"/>
            <a:headEnd type="none"/>
            <a:tailEnd type="none"/>
          </a:ln>
        </p:spPr>
      </p:sp>
      <p:sp>
        <p:nvSpPr>
          <p:cNvPr id="374" name="Shape 372"/>
          <p:cNvSpPr/>
          <p:nvPr/>
        </p:nvSpPr>
        <p:spPr>
          <a:xfrm>
            <a:off x="7448397" y="4877323"/>
            <a:ext cx="127407" cy="0"/>
          </a:xfrm>
          <a:prstGeom prst="line">
            <a:avLst/>
          </a:prstGeom>
          <a:noFill/>
          <a:ln w="15875">
            <a:solidFill>
              <a:srgbClr val="C44F4F">
                <a:alpha val="76000"/>
              </a:srgbClr>
            </a:solidFill>
            <a:prstDash val="dash"/>
            <a:headEnd type="none"/>
            <a:tailEnd type="none"/>
          </a:ln>
        </p:spPr>
      </p:sp>
      <p:sp>
        <p:nvSpPr>
          <p:cNvPr id="375" name="Shape 373"/>
          <p:cNvSpPr/>
          <p:nvPr/>
        </p:nvSpPr>
        <p:spPr>
          <a:xfrm>
            <a:off x="7573061" y="4874580"/>
            <a:ext cx="0" cy="21790"/>
          </a:xfrm>
          <a:prstGeom prst="line">
            <a:avLst/>
          </a:prstGeom>
          <a:noFill/>
          <a:ln w="15875">
            <a:solidFill>
              <a:srgbClr val="C44F4F">
                <a:alpha val="76000"/>
              </a:srgbClr>
            </a:solidFill>
            <a:prstDash val="dash"/>
            <a:headEnd type="none"/>
            <a:tailEnd type="none"/>
          </a:ln>
        </p:spPr>
      </p:sp>
      <p:sp>
        <p:nvSpPr>
          <p:cNvPr id="376" name="Shape 374"/>
          <p:cNvSpPr/>
          <p:nvPr/>
        </p:nvSpPr>
        <p:spPr>
          <a:xfrm>
            <a:off x="7573061" y="4893627"/>
            <a:ext cx="127407" cy="0"/>
          </a:xfrm>
          <a:prstGeom prst="line">
            <a:avLst/>
          </a:prstGeom>
          <a:noFill/>
          <a:ln w="15875">
            <a:solidFill>
              <a:srgbClr val="C44F4F">
                <a:alpha val="76000"/>
              </a:srgbClr>
            </a:solidFill>
            <a:prstDash val="dash"/>
            <a:headEnd type="none"/>
            <a:tailEnd type="none"/>
          </a:ln>
        </p:spPr>
      </p:sp>
      <p:sp>
        <p:nvSpPr>
          <p:cNvPr id="377" name="Shape 375"/>
          <p:cNvSpPr/>
          <p:nvPr/>
        </p:nvSpPr>
        <p:spPr>
          <a:xfrm>
            <a:off x="7697724" y="4890884"/>
            <a:ext cx="0" cy="6819"/>
          </a:xfrm>
          <a:prstGeom prst="line">
            <a:avLst/>
          </a:prstGeom>
          <a:noFill/>
          <a:ln w="15875">
            <a:solidFill>
              <a:srgbClr val="C44F4F">
                <a:alpha val="76000"/>
              </a:srgbClr>
            </a:solidFill>
            <a:prstDash val="dash"/>
            <a:headEnd type="none"/>
            <a:tailEnd type="none"/>
          </a:ln>
        </p:spPr>
      </p:sp>
      <p:sp>
        <p:nvSpPr>
          <p:cNvPr id="378" name="Shape 376"/>
          <p:cNvSpPr/>
          <p:nvPr/>
        </p:nvSpPr>
        <p:spPr>
          <a:xfrm>
            <a:off x="7697724" y="4894959"/>
            <a:ext cx="127406" cy="0"/>
          </a:xfrm>
          <a:prstGeom prst="line">
            <a:avLst/>
          </a:prstGeom>
          <a:noFill/>
          <a:ln w="15875">
            <a:solidFill>
              <a:srgbClr val="C44F4F">
                <a:alpha val="76000"/>
              </a:srgbClr>
            </a:solidFill>
            <a:prstDash val="dash"/>
            <a:headEnd type="none"/>
            <a:tailEnd type="none"/>
          </a:ln>
        </p:spPr>
      </p:sp>
      <p:sp>
        <p:nvSpPr>
          <p:cNvPr id="379" name="Shape 377"/>
          <p:cNvSpPr/>
          <p:nvPr/>
        </p:nvSpPr>
        <p:spPr>
          <a:xfrm>
            <a:off x="7822387" y="4882415"/>
            <a:ext cx="0" cy="15288"/>
          </a:xfrm>
          <a:prstGeom prst="line">
            <a:avLst/>
          </a:prstGeom>
          <a:noFill/>
          <a:ln w="15875">
            <a:solidFill>
              <a:srgbClr val="C44F4F">
                <a:alpha val="76000"/>
              </a:srgbClr>
            </a:solidFill>
            <a:prstDash val="dash"/>
            <a:headEnd type="none"/>
            <a:tailEnd type="none"/>
          </a:ln>
        </p:spPr>
      </p:sp>
      <p:sp>
        <p:nvSpPr>
          <p:cNvPr id="380" name="Shape 378"/>
          <p:cNvSpPr/>
          <p:nvPr/>
        </p:nvSpPr>
        <p:spPr>
          <a:xfrm>
            <a:off x="7822387" y="4885158"/>
            <a:ext cx="127407" cy="0"/>
          </a:xfrm>
          <a:prstGeom prst="line">
            <a:avLst/>
          </a:prstGeom>
          <a:noFill/>
          <a:ln w="15875">
            <a:solidFill>
              <a:srgbClr val="C44F4F">
                <a:alpha val="76000"/>
              </a:srgbClr>
            </a:solidFill>
            <a:prstDash val="dash"/>
            <a:headEnd type="none"/>
            <a:tailEnd type="none"/>
          </a:ln>
        </p:spPr>
      </p:sp>
      <p:sp>
        <p:nvSpPr>
          <p:cNvPr id="381" name="Shape 379"/>
          <p:cNvSpPr/>
          <p:nvPr/>
        </p:nvSpPr>
        <p:spPr>
          <a:xfrm>
            <a:off x="7947050" y="4866587"/>
            <a:ext cx="0" cy="21314"/>
          </a:xfrm>
          <a:prstGeom prst="line">
            <a:avLst/>
          </a:prstGeom>
          <a:noFill/>
          <a:ln w="15875">
            <a:solidFill>
              <a:srgbClr val="C44F4F">
                <a:alpha val="76000"/>
              </a:srgbClr>
            </a:solidFill>
            <a:prstDash val="dash"/>
            <a:headEnd type="none"/>
            <a:tailEnd type="none"/>
          </a:ln>
        </p:spPr>
      </p:sp>
      <p:sp>
        <p:nvSpPr>
          <p:cNvPr id="382" name="Shape 380"/>
          <p:cNvSpPr/>
          <p:nvPr/>
        </p:nvSpPr>
        <p:spPr>
          <a:xfrm>
            <a:off x="7947050" y="4869330"/>
            <a:ext cx="127407" cy="0"/>
          </a:xfrm>
          <a:prstGeom prst="line">
            <a:avLst/>
          </a:prstGeom>
          <a:noFill/>
          <a:ln w="15875">
            <a:solidFill>
              <a:srgbClr val="C44F4F">
                <a:alpha val="76000"/>
              </a:srgbClr>
            </a:solidFill>
            <a:prstDash val="dash"/>
            <a:headEnd type="none"/>
            <a:tailEnd type="none"/>
          </a:ln>
        </p:spPr>
      </p:sp>
      <p:sp>
        <p:nvSpPr>
          <p:cNvPr id="383" name="Shape 381"/>
          <p:cNvSpPr/>
          <p:nvPr/>
        </p:nvSpPr>
        <p:spPr>
          <a:xfrm>
            <a:off x="8071714" y="4845938"/>
            <a:ext cx="0" cy="26136"/>
          </a:xfrm>
          <a:prstGeom prst="line">
            <a:avLst/>
          </a:prstGeom>
          <a:noFill/>
          <a:ln w="15875">
            <a:solidFill>
              <a:srgbClr val="C44F4F">
                <a:alpha val="76000"/>
              </a:srgbClr>
            </a:solidFill>
            <a:prstDash val="dash"/>
            <a:headEnd type="none"/>
            <a:tailEnd type="none"/>
          </a:ln>
        </p:spPr>
      </p:sp>
      <p:sp>
        <p:nvSpPr>
          <p:cNvPr id="384" name="Shape 382"/>
          <p:cNvSpPr/>
          <p:nvPr/>
        </p:nvSpPr>
        <p:spPr>
          <a:xfrm>
            <a:off x="8071714" y="4848681"/>
            <a:ext cx="127406" cy="0"/>
          </a:xfrm>
          <a:prstGeom prst="line">
            <a:avLst/>
          </a:prstGeom>
          <a:noFill/>
          <a:ln w="15875">
            <a:solidFill>
              <a:srgbClr val="C44F4F">
                <a:alpha val="76000"/>
              </a:srgbClr>
            </a:solidFill>
            <a:prstDash val="dash"/>
            <a:headEnd type="none"/>
            <a:tailEnd type="none"/>
          </a:ln>
        </p:spPr>
      </p:sp>
      <p:sp>
        <p:nvSpPr>
          <p:cNvPr id="385" name="Shape 383"/>
          <p:cNvSpPr/>
          <p:nvPr/>
        </p:nvSpPr>
        <p:spPr>
          <a:xfrm>
            <a:off x="8196377" y="4829095"/>
            <a:ext cx="0" cy="22329"/>
          </a:xfrm>
          <a:prstGeom prst="line">
            <a:avLst/>
          </a:prstGeom>
          <a:noFill/>
          <a:ln w="15875">
            <a:solidFill>
              <a:srgbClr val="C44F4F">
                <a:alpha val="76000"/>
              </a:srgbClr>
            </a:solidFill>
            <a:prstDash val="dash"/>
            <a:headEnd type="none"/>
            <a:tailEnd type="none"/>
          </a:ln>
        </p:spPr>
      </p:sp>
      <p:sp>
        <p:nvSpPr>
          <p:cNvPr id="386" name="Shape 384"/>
          <p:cNvSpPr/>
          <p:nvPr/>
        </p:nvSpPr>
        <p:spPr>
          <a:xfrm>
            <a:off x="8196377" y="4831838"/>
            <a:ext cx="127407" cy="0"/>
          </a:xfrm>
          <a:prstGeom prst="line">
            <a:avLst/>
          </a:prstGeom>
          <a:noFill/>
          <a:ln w="15875">
            <a:solidFill>
              <a:srgbClr val="C44F4F">
                <a:alpha val="76000"/>
              </a:srgbClr>
            </a:solidFill>
            <a:prstDash val="dash"/>
            <a:headEnd type="none"/>
            <a:tailEnd type="none"/>
          </a:ln>
        </p:spPr>
      </p:sp>
      <p:sp>
        <p:nvSpPr>
          <p:cNvPr id="387" name="Shape 385"/>
          <p:cNvSpPr/>
          <p:nvPr/>
        </p:nvSpPr>
        <p:spPr>
          <a:xfrm>
            <a:off x="8321040" y="4819642"/>
            <a:ext cx="0" cy="14939"/>
          </a:xfrm>
          <a:prstGeom prst="line">
            <a:avLst/>
          </a:prstGeom>
          <a:noFill/>
          <a:ln w="15875">
            <a:solidFill>
              <a:srgbClr val="C44F4F">
                <a:alpha val="76000"/>
              </a:srgbClr>
            </a:solidFill>
            <a:prstDash val="dash"/>
            <a:headEnd type="none"/>
            <a:tailEnd type="none"/>
          </a:ln>
        </p:spPr>
      </p:sp>
      <p:sp>
        <p:nvSpPr>
          <p:cNvPr id="388" name="Shape 386"/>
          <p:cNvSpPr/>
          <p:nvPr/>
        </p:nvSpPr>
        <p:spPr>
          <a:xfrm>
            <a:off x="841248" y="2246659"/>
            <a:ext cx="127407" cy="0"/>
          </a:xfrm>
          <a:prstGeom prst="line">
            <a:avLst/>
          </a:prstGeom>
          <a:noFill/>
          <a:ln w="15875">
            <a:solidFill>
              <a:srgbClr val="2F7F93">
                <a:alpha val="76000"/>
              </a:srgbClr>
            </a:solidFill>
            <a:prstDash val="dash"/>
            <a:headEnd type="none"/>
            <a:tailEnd type="none"/>
          </a:ln>
        </p:spPr>
      </p:sp>
      <p:sp>
        <p:nvSpPr>
          <p:cNvPr id="389" name="Shape 387"/>
          <p:cNvSpPr/>
          <p:nvPr/>
        </p:nvSpPr>
        <p:spPr>
          <a:xfrm>
            <a:off x="965911" y="2243916"/>
            <a:ext cx="0" cy="64334"/>
          </a:xfrm>
          <a:prstGeom prst="line">
            <a:avLst/>
          </a:prstGeom>
          <a:noFill/>
          <a:ln w="15875">
            <a:solidFill>
              <a:srgbClr val="2F7F93">
                <a:alpha val="76000"/>
              </a:srgbClr>
            </a:solidFill>
            <a:prstDash val="dash"/>
            <a:headEnd type="none"/>
            <a:tailEnd type="none"/>
          </a:ln>
        </p:spPr>
      </p:sp>
      <p:sp>
        <p:nvSpPr>
          <p:cNvPr id="390" name="Shape 388"/>
          <p:cNvSpPr/>
          <p:nvPr/>
        </p:nvSpPr>
        <p:spPr>
          <a:xfrm>
            <a:off x="965911" y="2305506"/>
            <a:ext cx="127406" cy="0"/>
          </a:xfrm>
          <a:prstGeom prst="line">
            <a:avLst/>
          </a:prstGeom>
          <a:noFill/>
          <a:ln w="15875">
            <a:solidFill>
              <a:srgbClr val="2F7F93">
                <a:alpha val="76000"/>
              </a:srgbClr>
            </a:solidFill>
            <a:prstDash val="dash"/>
            <a:headEnd type="none"/>
            <a:tailEnd type="none"/>
          </a:ln>
        </p:spPr>
      </p:sp>
      <p:sp>
        <p:nvSpPr>
          <p:cNvPr id="391" name="Shape 389"/>
          <p:cNvSpPr/>
          <p:nvPr/>
        </p:nvSpPr>
        <p:spPr>
          <a:xfrm>
            <a:off x="1090574" y="2302763"/>
            <a:ext cx="0" cy="325673"/>
          </a:xfrm>
          <a:prstGeom prst="line">
            <a:avLst/>
          </a:prstGeom>
          <a:noFill/>
          <a:ln w="15875">
            <a:solidFill>
              <a:srgbClr val="2F7F93">
                <a:alpha val="76000"/>
              </a:srgbClr>
            </a:solidFill>
            <a:prstDash val="dash"/>
            <a:headEnd type="none"/>
            <a:tailEnd type="none"/>
          </a:ln>
        </p:spPr>
      </p:sp>
      <p:sp>
        <p:nvSpPr>
          <p:cNvPr id="392" name="Shape 390"/>
          <p:cNvSpPr/>
          <p:nvPr/>
        </p:nvSpPr>
        <p:spPr>
          <a:xfrm>
            <a:off x="1090574" y="2625693"/>
            <a:ext cx="127407" cy="0"/>
          </a:xfrm>
          <a:prstGeom prst="line">
            <a:avLst/>
          </a:prstGeom>
          <a:noFill/>
          <a:ln w="15875">
            <a:solidFill>
              <a:srgbClr val="2F7F93">
                <a:alpha val="76000"/>
              </a:srgbClr>
            </a:solidFill>
            <a:prstDash val="dash"/>
            <a:headEnd type="none"/>
            <a:tailEnd type="none"/>
          </a:ln>
        </p:spPr>
      </p:sp>
      <p:sp>
        <p:nvSpPr>
          <p:cNvPr id="393" name="Shape 391"/>
          <p:cNvSpPr/>
          <p:nvPr/>
        </p:nvSpPr>
        <p:spPr>
          <a:xfrm>
            <a:off x="1215238" y="2622950"/>
            <a:ext cx="0" cy="353662"/>
          </a:xfrm>
          <a:prstGeom prst="line">
            <a:avLst/>
          </a:prstGeom>
          <a:noFill/>
          <a:ln w="15875">
            <a:solidFill>
              <a:srgbClr val="2F7F93">
                <a:alpha val="76000"/>
              </a:srgbClr>
            </a:solidFill>
            <a:prstDash val="dash"/>
            <a:headEnd type="none"/>
            <a:tailEnd type="none"/>
          </a:ln>
        </p:spPr>
      </p:sp>
      <p:sp>
        <p:nvSpPr>
          <p:cNvPr id="394" name="Shape 392"/>
          <p:cNvSpPr/>
          <p:nvPr/>
        </p:nvSpPr>
        <p:spPr>
          <a:xfrm>
            <a:off x="1215238" y="2973869"/>
            <a:ext cx="127407" cy="0"/>
          </a:xfrm>
          <a:prstGeom prst="line">
            <a:avLst/>
          </a:prstGeom>
          <a:noFill/>
          <a:ln w="15875">
            <a:solidFill>
              <a:srgbClr val="2F7F93">
                <a:alpha val="76000"/>
              </a:srgbClr>
            </a:solidFill>
            <a:prstDash val="dash"/>
            <a:headEnd type="none"/>
            <a:tailEnd type="none"/>
          </a:ln>
        </p:spPr>
      </p:sp>
      <p:sp>
        <p:nvSpPr>
          <p:cNvPr id="395" name="Shape 393"/>
          <p:cNvSpPr/>
          <p:nvPr/>
        </p:nvSpPr>
        <p:spPr>
          <a:xfrm>
            <a:off x="1339901" y="2971125"/>
            <a:ext cx="0" cy="374445"/>
          </a:xfrm>
          <a:prstGeom prst="line">
            <a:avLst/>
          </a:prstGeom>
          <a:noFill/>
          <a:ln w="15875">
            <a:solidFill>
              <a:srgbClr val="2F7F93">
                <a:alpha val="76000"/>
              </a:srgbClr>
            </a:solidFill>
            <a:prstDash val="dash"/>
            <a:headEnd type="none"/>
            <a:tailEnd type="none"/>
          </a:ln>
        </p:spPr>
      </p:sp>
      <p:sp>
        <p:nvSpPr>
          <p:cNvPr id="396" name="Shape 394"/>
          <p:cNvSpPr/>
          <p:nvPr/>
        </p:nvSpPr>
        <p:spPr>
          <a:xfrm>
            <a:off x="1339901" y="3342827"/>
            <a:ext cx="127406" cy="0"/>
          </a:xfrm>
          <a:prstGeom prst="line">
            <a:avLst/>
          </a:prstGeom>
          <a:noFill/>
          <a:ln w="15875">
            <a:solidFill>
              <a:srgbClr val="2F7F93">
                <a:alpha val="76000"/>
              </a:srgbClr>
            </a:solidFill>
            <a:prstDash val="dash"/>
            <a:headEnd type="none"/>
            <a:tailEnd type="none"/>
          </a:ln>
        </p:spPr>
      </p:sp>
      <p:sp>
        <p:nvSpPr>
          <p:cNvPr id="397" name="Shape 395"/>
          <p:cNvSpPr/>
          <p:nvPr/>
        </p:nvSpPr>
        <p:spPr>
          <a:xfrm>
            <a:off x="1464564" y="3340084"/>
            <a:ext cx="0" cy="332218"/>
          </a:xfrm>
          <a:prstGeom prst="line">
            <a:avLst/>
          </a:prstGeom>
          <a:noFill/>
          <a:ln w="15875">
            <a:solidFill>
              <a:srgbClr val="2F7F93">
                <a:alpha val="76000"/>
              </a:srgbClr>
            </a:solidFill>
            <a:prstDash val="dash"/>
            <a:headEnd type="none"/>
            <a:tailEnd type="none"/>
          </a:ln>
        </p:spPr>
      </p:sp>
      <p:sp>
        <p:nvSpPr>
          <p:cNvPr id="398" name="Shape 396"/>
          <p:cNvSpPr/>
          <p:nvPr/>
        </p:nvSpPr>
        <p:spPr>
          <a:xfrm>
            <a:off x="1464564" y="3669559"/>
            <a:ext cx="127407" cy="0"/>
          </a:xfrm>
          <a:prstGeom prst="line">
            <a:avLst/>
          </a:prstGeom>
          <a:noFill/>
          <a:ln w="15875">
            <a:solidFill>
              <a:srgbClr val="2F7F93">
                <a:alpha val="76000"/>
              </a:srgbClr>
            </a:solidFill>
            <a:prstDash val="dash"/>
            <a:headEnd type="none"/>
            <a:tailEnd type="none"/>
          </a:ln>
        </p:spPr>
      </p:sp>
      <p:sp>
        <p:nvSpPr>
          <p:cNvPr id="399" name="Shape 397"/>
          <p:cNvSpPr/>
          <p:nvPr/>
        </p:nvSpPr>
        <p:spPr>
          <a:xfrm>
            <a:off x="1589227" y="3666816"/>
            <a:ext cx="0" cy="255258"/>
          </a:xfrm>
          <a:prstGeom prst="line">
            <a:avLst/>
          </a:prstGeom>
          <a:noFill/>
          <a:ln w="15875">
            <a:solidFill>
              <a:srgbClr val="2F7F93">
                <a:alpha val="76000"/>
              </a:srgbClr>
            </a:solidFill>
            <a:prstDash val="dash"/>
            <a:headEnd type="none"/>
            <a:tailEnd type="none"/>
          </a:ln>
        </p:spPr>
      </p:sp>
      <p:sp>
        <p:nvSpPr>
          <p:cNvPr id="400" name="Shape 398"/>
          <p:cNvSpPr/>
          <p:nvPr/>
        </p:nvSpPr>
        <p:spPr>
          <a:xfrm>
            <a:off x="1589227" y="3919330"/>
            <a:ext cx="127407" cy="0"/>
          </a:xfrm>
          <a:prstGeom prst="line">
            <a:avLst/>
          </a:prstGeom>
          <a:noFill/>
          <a:ln w="15875">
            <a:solidFill>
              <a:srgbClr val="2F7F93">
                <a:alpha val="76000"/>
              </a:srgbClr>
            </a:solidFill>
            <a:prstDash val="dash"/>
            <a:headEnd type="none"/>
            <a:tailEnd type="none"/>
          </a:ln>
        </p:spPr>
      </p:sp>
      <p:sp>
        <p:nvSpPr>
          <p:cNvPr id="401" name="Shape 399"/>
          <p:cNvSpPr/>
          <p:nvPr/>
        </p:nvSpPr>
        <p:spPr>
          <a:xfrm>
            <a:off x="1713891" y="3916587"/>
            <a:ext cx="0" cy="171321"/>
          </a:xfrm>
          <a:prstGeom prst="line">
            <a:avLst/>
          </a:prstGeom>
          <a:noFill/>
          <a:ln w="15875">
            <a:solidFill>
              <a:srgbClr val="2F7F93">
                <a:alpha val="76000"/>
              </a:srgbClr>
            </a:solidFill>
            <a:prstDash val="dash"/>
            <a:headEnd type="none"/>
            <a:tailEnd type="none"/>
          </a:ln>
        </p:spPr>
      </p:sp>
      <p:sp>
        <p:nvSpPr>
          <p:cNvPr id="402" name="Shape 400"/>
          <p:cNvSpPr/>
          <p:nvPr/>
        </p:nvSpPr>
        <p:spPr>
          <a:xfrm>
            <a:off x="1713891" y="4085165"/>
            <a:ext cx="127406" cy="0"/>
          </a:xfrm>
          <a:prstGeom prst="line">
            <a:avLst/>
          </a:prstGeom>
          <a:noFill/>
          <a:ln w="15875">
            <a:solidFill>
              <a:srgbClr val="2F7F93">
                <a:alpha val="76000"/>
              </a:srgbClr>
            </a:solidFill>
            <a:prstDash val="dash"/>
            <a:headEnd type="none"/>
            <a:tailEnd type="none"/>
          </a:ln>
        </p:spPr>
      </p:sp>
      <p:sp>
        <p:nvSpPr>
          <p:cNvPr id="403" name="Shape 401"/>
          <p:cNvSpPr/>
          <p:nvPr/>
        </p:nvSpPr>
        <p:spPr>
          <a:xfrm>
            <a:off x="1838553" y="4082422"/>
            <a:ext cx="0" cy="99527"/>
          </a:xfrm>
          <a:prstGeom prst="line">
            <a:avLst/>
          </a:prstGeom>
          <a:noFill/>
          <a:ln w="15875">
            <a:solidFill>
              <a:srgbClr val="2F7F93">
                <a:alpha val="76000"/>
              </a:srgbClr>
            </a:solidFill>
            <a:prstDash val="dash"/>
            <a:headEnd type="none"/>
            <a:tailEnd type="none"/>
          </a:ln>
        </p:spPr>
      </p:sp>
      <p:sp>
        <p:nvSpPr>
          <p:cNvPr id="404" name="Shape 402"/>
          <p:cNvSpPr/>
          <p:nvPr/>
        </p:nvSpPr>
        <p:spPr>
          <a:xfrm>
            <a:off x="1838553" y="4179206"/>
            <a:ext cx="127407" cy="0"/>
          </a:xfrm>
          <a:prstGeom prst="line">
            <a:avLst/>
          </a:prstGeom>
          <a:noFill/>
          <a:ln w="15875">
            <a:solidFill>
              <a:srgbClr val="2F7F93">
                <a:alpha val="76000"/>
              </a:srgbClr>
            </a:solidFill>
            <a:prstDash val="dash"/>
            <a:headEnd type="none"/>
            <a:tailEnd type="none"/>
          </a:ln>
        </p:spPr>
      </p:sp>
      <p:sp>
        <p:nvSpPr>
          <p:cNvPr id="405" name="Shape 403"/>
          <p:cNvSpPr/>
          <p:nvPr/>
        </p:nvSpPr>
        <p:spPr>
          <a:xfrm>
            <a:off x="1963217" y="4176463"/>
            <a:ext cx="0" cy="41685"/>
          </a:xfrm>
          <a:prstGeom prst="line">
            <a:avLst/>
          </a:prstGeom>
          <a:noFill/>
          <a:ln w="15875">
            <a:solidFill>
              <a:srgbClr val="2F7F93">
                <a:alpha val="76000"/>
              </a:srgbClr>
            </a:solidFill>
            <a:prstDash val="dash"/>
            <a:headEnd type="none"/>
            <a:tailEnd type="none"/>
          </a:ln>
        </p:spPr>
      </p:sp>
      <p:sp>
        <p:nvSpPr>
          <p:cNvPr id="406" name="Shape 404"/>
          <p:cNvSpPr/>
          <p:nvPr/>
        </p:nvSpPr>
        <p:spPr>
          <a:xfrm>
            <a:off x="1963217" y="4215404"/>
            <a:ext cx="127407" cy="0"/>
          </a:xfrm>
          <a:prstGeom prst="line">
            <a:avLst/>
          </a:prstGeom>
          <a:noFill/>
          <a:ln w="15875">
            <a:solidFill>
              <a:srgbClr val="2F7F93">
                <a:alpha val="76000"/>
              </a:srgbClr>
            </a:solidFill>
            <a:prstDash val="dash"/>
            <a:headEnd type="none"/>
            <a:tailEnd type="none"/>
          </a:ln>
        </p:spPr>
      </p:sp>
      <p:sp>
        <p:nvSpPr>
          <p:cNvPr id="407" name="Shape 405"/>
          <p:cNvSpPr/>
          <p:nvPr/>
        </p:nvSpPr>
        <p:spPr>
          <a:xfrm>
            <a:off x="2087880" y="4202097"/>
            <a:ext cx="0" cy="16050"/>
          </a:xfrm>
          <a:prstGeom prst="line">
            <a:avLst/>
          </a:prstGeom>
          <a:noFill/>
          <a:ln w="15875">
            <a:solidFill>
              <a:srgbClr val="2F7F93">
                <a:alpha val="76000"/>
              </a:srgbClr>
            </a:solidFill>
            <a:prstDash val="dash"/>
            <a:headEnd type="none"/>
            <a:tailEnd type="none"/>
          </a:ln>
        </p:spPr>
      </p:sp>
      <p:sp>
        <p:nvSpPr>
          <p:cNvPr id="408" name="Shape 406"/>
          <p:cNvSpPr/>
          <p:nvPr/>
        </p:nvSpPr>
        <p:spPr>
          <a:xfrm>
            <a:off x="2087880" y="4204840"/>
            <a:ext cx="127406" cy="0"/>
          </a:xfrm>
          <a:prstGeom prst="line">
            <a:avLst/>
          </a:prstGeom>
          <a:noFill/>
          <a:ln w="15875">
            <a:solidFill>
              <a:srgbClr val="2F7F93">
                <a:alpha val="76000"/>
              </a:srgbClr>
            </a:solidFill>
            <a:prstDash val="dash"/>
            <a:headEnd type="none"/>
            <a:tailEnd type="none"/>
          </a:ln>
        </p:spPr>
      </p:sp>
      <p:sp>
        <p:nvSpPr>
          <p:cNvPr id="409" name="Shape 407"/>
          <p:cNvSpPr/>
          <p:nvPr/>
        </p:nvSpPr>
        <p:spPr>
          <a:xfrm>
            <a:off x="2212543" y="4165095"/>
            <a:ext cx="0" cy="42488"/>
          </a:xfrm>
          <a:prstGeom prst="line">
            <a:avLst/>
          </a:prstGeom>
          <a:noFill/>
          <a:ln w="15875">
            <a:solidFill>
              <a:srgbClr val="2F7F93">
                <a:alpha val="76000"/>
              </a:srgbClr>
            </a:solidFill>
            <a:prstDash val="dash"/>
            <a:headEnd type="none"/>
            <a:tailEnd type="none"/>
          </a:ln>
        </p:spPr>
      </p:sp>
      <p:sp>
        <p:nvSpPr>
          <p:cNvPr id="410" name="Shape 408"/>
          <p:cNvSpPr/>
          <p:nvPr/>
        </p:nvSpPr>
        <p:spPr>
          <a:xfrm>
            <a:off x="2212543" y="4167838"/>
            <a:ext cx="127407" cy="0"/>
          </a:xfrm>
          <a:prstGeom prst="line">
            <a:avLst/>
          </a:prstGeom>
          <a:noFill/>
          <a:ln w="15875">
            <a:solidFill>
              <a:srgbClr val="2F7F93">
                <a:alpha val="76000"/>
              </a:srgbClr>
            </a:solidFill>
            <a:prstDash val="dash"/>
            <a:headEnd type="none"/>
            <a:tailEnd type="none"/>
          </a:ln>
        </p:spPr>
      </p:sp>
      <p:sp>
        <p:nvSpPr>
          <p:cNvPr id="411" name="Shape 409"/>
          <p:cNvSpPr/>
          <p:nvPr/>
        </p:nvSpPr>
        <p:spPr>
          <a:xfrm>
            <a:off x="2337206" y="4119797"/>
            <a:ext cx="0" cy="50785"/>
          </a:xfrm>
          <a:prstGeom prst="line">
            <a:avLst/>
          </a:prstGeom>
          <a:noFill/>
          <a:ln w="15875">
            <a:solidFill>
              <a:srgbClr val="2F7F93">
                <a:alpha val="76000"/>
              </a:srgbClr>
            </a:solidFill>
            <a:prstDash val="dash"/>
            <a:headEnd type="none"/>
            <a:tailEnd type="none"/>
          </a:ln>
        </p:spPr>
      </p:sp>
      <p:sp>
        <p:nvSpPr>
          <p:cNvPr id="412" name="Shape 410"/>
          <p:cNvSpPr/>
          <p:nvPr/>
        </p:nvSpPr>
        <p:spPr>
          <a:xfrm>
            <a:off x="2337206" y="4122540"/>
            <a:ext cx="127407" cy="0"/>
          </a:xfrm>
          <a:prstGeom prst="line">
            <a:avLst/>
          </a:prstGeom>
          <a:noFill/>
          <a:ln w="15875">
            <a:solidFill>
              <a:srgbClr val="2F7F93">
                <a:alpha val="76000"/>
              </a:srgbClr>
            </a:solidFill>
            <a:prstDash val="dash"/>
            <a:headEnd type="none"/>
            <a:tailEnd type="none"/>
          </a:ln>
        </p:spPr>
      </p:sp>
      <p:sp>
        <p:nvSpPr>
          <p:cNvPr id="413" name="Shape 411"/>
          <p:cNvSpPr/>
          <p:nvPr/>
        </p:nvSpPr>
        <p:spPr>
          <a:xfrm>
            <a:off x="2461870" y="4079264"/>
            <a:ext cx="0" cy="46019"/>
          </a:xfrm>
          <a:prstGeom prst="line">
            <a:avLst/>
          </a:prstGeom>
          <a:noFill/>
          <a:ln w="15875">
            <a:solidFill>
              <a:srgbClr val="2F7F93">
                <a:alpha val="76000"/>
              </a:srgbClr>
            </a:solidFill>
            <a:prstDash val="dash"/>
            <a:headEnd type="none"/>
            <a:tailEnd type="none"/>
          </a:ln>
        </p:spPr>
      </p:sp>
      <p:sp>
        <p:nvSpPr>
          <p:cNvPr id="414" name="Shape 412"/>
          <p:cNvSpPr/>
          <p:nvPr/>
        </p:nvSpPr>
        <p:spPr>
          <a:xfrm>
            <a:off x="2461870" y="4082007"/>
            <a:ext cx="127406" cy="0"/>
          </a:xfrm>
          <a:prstGeom prst="line">
            <a:avLst/>
          </a:prstGeom>
          <a:noFill/>
          <a:ln w="15875">
            <a:solidFill>
              <a:srgbClr val="2F7F93">
                <a:alpha val="76000"/>
              </a:srgbClr>
            </a:solidFill>
            <a:prstDash val="dash"/>
            <a:headEnd type="none"/>
            <a:tailEnd type="none"/>
          </a:ln>
        </p:spPr>
      </p:sp>
      <p:sp>
        <p:nvSpPr>
          <p:cNvPr id="415" name="Shape 413"/>
          <p:cNvSpPr/>
          <p:nvPr/>
        </p:nvSpPr>
        <p:spPr>
          <a:xfrm>
            <a:off x="2586533" y="4053170"/>
            <a:ext cx="0" cy="31580"/>
          </a:xfrm>
          <a:prstGeom prst="line">
            <a:avLst/>
          </a:prstGeom>
          <a:noFill/>
          <a:ln w="15875">
            <a:solidFill>
              <a:srgbClr val="2F7F93">
                <a:alpha val="76000"/>
              </a:srgbClr>
            </a:solidFill>
            <a:prstDash val="dash"/>
            <a:headEnd type="none"/>
            <a:tailEnd type="none"/>
          </a:ln>
        </p:spPr>
      </p:sp>
      <p:sp>
        <p:nvSpPr>
          <p:cNvPr id="416" name="Shape 414"/>
          <p:cNvSpPr/>
          <p:nvPr/>
        </p:nvSpPr>
        <p:spPr>
          <a:xfrm>
            <a:off x="2586533" y="4055914"/>
            <a:ext cx="127407" cy="0"/>
          </a:xfrm>
          <a:prstGeom prst="line">
            <a:avLst/>
          </a:prstGeom>
          <a:noFill/>
          <a:ln w="15875">
            <a:solidFill>
              <a:srgbClr val="2F7F93">
                <a:alpha val="76000"/>
              </a:srgbClr>
            </a:solidFill>
            <a:prstDash val="dash"/>
            <a:headEnd type="none"/>
            <a:tailEnd type="none"/>
          </a:ln>
        </p:spPr>
      </p:sp>
      <p:sp>
        <p:nvSpPr>
          <p:cNvPr id="417" name="Shape 415"/>
          <p:cNvSpPr/>
          <p:nvPr/>
        </p:nvSpPr>
        <p:spPr>
          <a:xfrm>
            <a:off x="2711196" y="4037583"/>
            <a:ext cx="0" cy="21074"/>
          </a:xfrm>
          <a:prstGeom prst="line">
            <a:avLst/>
          </a:prstGeom>
          <a:noFill/>
          <a:ln w="15875">
            <a:solidFill>
              <a:srgbClr val="2F7F93">
                <a:alpha val="76000"/>
              </a:srgbClr>
            </a:solidFill>
            <a:prstDash val="dash"/>
            <a:headEnd type="none"/>
            <a:tailEnd type="none"/>
          </a:ln>
        </p:spPr>
      </p:sp>
      <p:sp>
        <p:nvSpPr>
          <p:cNvPr id="418" name="Shape 416"/>
          <p:cNvSpPr/>
          <p:nvPr/>
        </p:nvSpPr>
        <p:spPr>
          <a:xfrm>
            <a:off x="2711196" y="4040326"/>
            <a:ext cx="127407" cy="0"/>
          </a:xfrm>
          <a:prstGeom prst="line">
            <a:avLst/>
          </a:prstGeom>
          <a:noFill/>
          <a:ln w="15875">
            <a:solidFill>
              <a:srgbClr val="2F7F93">
                <a:alpha val="76000"/>
              </a:srgbClr>
            </a:solidFill>
            <a:prstDash val="dash"/>
            <a:headEnd type="none"/>
            <a:tailEnd type="none"/>
          </a:ln>
        </p:spPr>
      </p:sp>
      <p:sp>
        <p:nvSpPr>
          <p:cNvPr id="419" name="Shape 417"/>
          <p:cNvSpPr/>
          <p:nvPr/>
        </p:nvSpPr>
        <p:spPr>
          <a:xfrm>
            <a:off x="2835859" y="4037583"/>
            <a:ext cx="0" cy="6836"/>
          </a:xfrm>
          <a:prstGeom prst="line">
            <a:avLst/>
          </a:prstGeom>
          <a:noFill/>
          <a:ln w="15875">
            <a:solidFill>
              <a:srgbClr val="2F7F93">
                <a:alpha val="76000"/>
              </a:srgbClr>
            </a:solidFill>
            <a:prstDash val="dash"/>
            <a:headEnd type="none"/>
            <a:tailEnd type="none"/>
          </a:ln>
        </p:spPr>
      </p:sp>
      <p:sp>
        <p:nvSpPr>
          <p:cNvPr id="420" name="Shape 418"/>
          <p:cNvSpPr/>
          <p:nvPr/>
        </p:nvSpPr>
        <p:spPr>
          <a:xfrm>
            <a:off x="2835859" y="4041675"/>
            <a:ext cx="127406" cy="0"/>
          </a:xfrm>
          <a:prstGeom prst="line">
            <a:avLst/>
          </a:prstGeom>
          <a:noFill/>
          <a:ln w="15875">
            <a:solidFill>
              <a:srgbClr val="2F7F93">
                <a:alpha val="76000"/>
              </a:srgbClr>
            </a:solidFill>
            <a:prstDash val="dash"/>
            <a:headEnd type="none"/>
            <a:tailEnd type="none"/>
          </a:ln>
        </p:spPr>
      </p:sp>
      <p:sp>
        <p:nvSpPr>
          <p:cNvPr id="421" name="Shape 419"/>
          <p:cNvSpPr/>
          <p:nvPr/>
        </p:nvSpPr>
        <p:spPr>
          <a:xfrm>
            <a:off x="2960522" y="4038932"/>
            <a:ext cx="0" cy="20902"/>
          </a:xfrm>
          <a:prstGeom prst="line">
            <a:avLst/>
          </a:prstGeom>
          <a:noFill/>
          <a:ln w="15875">
            <a:solidFill>
              <a:srgbClr val="2F7F93">
                <a:alpha val="76000"/>
              </a:srgbClr>
            </a:solidFill>
            <a:prstDash val="dash"/>
            <a:headEnd type="none"/>
            <a:tailEnd type="none"/>
          </a:ln>
        </p:spPr>
      </p:sp>
      <p:sp>
        <p:nvSpPr>
          <p:cNvPr id="422" name="Shape 420"/>
          <p:cNvSpPr/>
          <p:nvPr/>
        </p:nvSpPr>
        <p:spPr>
          <a:xfrm>
            <a:off x="2960522" y="4057090"/>
            <a:ext cx="127407" cy="0"/>
          </a:xfrm>
          <a:prstGeom prst="line">
            <a:avLst/>
          </a:prstGeom>
          <a:noFill/>
          <a:ln w="15875">
            <a:solidFill>
              <a:srgbClr val="2F7F93">
                <a:alpha val="76000"/>
              </a:srgbClr>
            </a:solidFill>
            <a:prstDash val="dash"/>
            <a:headEnd type="none"/>
            <a:tailEnd type="none"/>
          </a:ln>
        </p:spPr>
      </p:sp>
      <p:sp>
        <p:nvSpPr>
          <p:cNvPr id="423" name="Shape 421"/>
          <p:cNvSpPr/>
          <p:nvPr/>
        </p:nvSpPr>
        <p:spPr>
          <a:xfrm>
            <a:off x="3085186" y="4054347"/>
            <a:ext cx="0" cy="27159"/>
          </a:xfrm>
          <a:prstGeom prst="line">
            <a:avLst/>
          </a:prstGeom>
          <a:noFill/>
          <a:ln w="15875">
            <a:solidFill>
              <a:srgbClr val="2F7F93">
                <a:alpha val="76000"/>
              </a:srgbClr>
            </a:solidFill>
            <a:prstDash val="dash"/>
            <a:headEnd type="none"/>
            <a:tailEnd type="none"/>
          </a:ln>
        </p:spPr>
      </p:sp>
      <p:sp>
        <p:nvSpPr>
          <p:cNvPr id="424" name="Shape 422"/>
          <p:cNvSpPr/>
          <p:nvPr/>
        </p:nvSpPr>
        <p:spPr>
          <a:xfrm>
            <a:off x="3085186" y="4078764"/>
            <a:ext cx="127407" cy="0"/>
          </a:xfrm>
          <a:prstGeom prst="line">
            <a:avLst/>
          </a:prstGeom>
          <a:noFill/>
          <a:ln w="15875">
            <a:solidFill>
              <a:srgbClr val="2F7F93">
                <a:alpha val="76000"/>
              </a:srgbClr>
            </a:solidFill>
            <a:prstDash val="dash"/>
            <a:headEnd type="none"/>
            <a:tailEnd type="none"/>
          </a:ln>
        </p:spPr>
      </p:sp>
      <p:sp>
        <p:nvSpPr>
          <p:cNvPr id="425" name="Shape 423"/>
          <p:cNvSpPr/>
          <p:nvPr/>
        </p:nvSpPr>
        <p:spPr>
          <a:xfrm>
            <a:off x="3209849" y="4076020"/>
            <a:ext cx="0" cy="31867"/>
          </a:xfrm>
          <a:prstGeom prst="line">
            <a:avLst/>
          </a:prstGeom>
          <a:noFill/>
          <a:ln w="15875">
            <a:solidFill>
              <a:srgbClr val="2F7F93">
                <a:alpha val="76000"/>
              </a:srgbClr>
            </a:solidFill>
            <a:prstDash val="dash"/>
            <a:headEnd type="none"/>
            <a:tailEnd type="none"/>
          </a:ln>
        </p:spPr>
      </p:sp>
      <p:sp>
        <p:nvSpPr>
          <p:cNvPr id="426" name="Shape 424"/>
          <p:cNvSpPr/>
          <p:nvPr/>
        </p:nvSpPr>
        <p:spPr>
          <a:xfrm>
            <a:off x="3209849" y="4105144"/>
            <a:ext cx="127406" cy="0"/>
          </a:xfrm>
          <a:prstGeom prst="line">
            <a:avLst/>
          </a:prstGeom>
          <a:noFill/>
          <a:ln w="15875">
            <a:solidFill>
              <a:srgbClr val="2F7F93">
                <a:alpha val="76000"/>
              </a:srgbClr>
            </a:solidFill>
            <a:prstDash val="dash"/>
            <a:headEnd type="none"/>
            <a:tailEnd type="none"/>
          </a:ln>
        </p:spPr>
      </p:sp>
      <p:sp>
        <p:nvSpPr>
          <p:cNvPr id="427" name="Shape 425"/>
          <p:cNvSpPr/>
          <p:nvPr/>
        </p:nvSpPr>
        <p:spPr>
          <a:xfrm>
            <a:off x="3334512" y="4102401"/>
            <a:ext cx="0" cy="30375"/>
          </a:xfrm>
          <a:prstGeom prst="line">
            <a:avLst/>
          </a:prstGeom>
          <a:noFill/>
          <a:ln w="15875">
            <a:solidFill>
              <a:srgbClr val="2F7F93">
                <a:alpha val="76000"/>
              </a:srgbClr>
            </a:solidFill>
            <a:prstDash val="dash"/>
            <a:headEnd type="none"/>
            <a:tailEnd type="none"/>
          </a:ln>
        </p:spPr>
      </p:sp>
      <p:sp>
        <p:nvSpPr>
          <p:cNvPr id="428" name="Shape 426"/>
          <p:cNvSpPr/>
          <p:nvPr/>
        </p:nvSpPr>
        <p:spPr>
          <a:xfrm>
            <a:off x="3334512" y="4130032"/>
            <a:ext cx="127407" cy="0"/>
          </a:xfrm>
          <a:prstGeom prst="line">
            <a:avLst/>
          </a:prstGeom>
          <a:noFill/>
          <a:ln w="15875">
            <a:solidFill>
              <a:srgbClr val="2F7F93">
                <a:alpha val="76000"/>
              </a:srgbClr>
            </a:solidFill>
            <a:prstDash val="dash"/>
            <a:headEnd type="none"/>
            <a:tailEnd type="none"/>
          </a:ln>
        </p:spPr>
      </p:sp>
      <p:sp>
        <p:nvSpPr>
          <p:cNvPr id="429" name="Shape 427"/>
          <p:cNvSpPr/>
          <p:nvPr/>
        </p:nvSpPr>
        <p:spPr>
          <a:xfrm>
            <a:off x="3459175" y="4127289"/>
            <a:ext cx="0" cy="30317"/>
          </a:xfrm>
          <a:prstGeom prst="line">
            <a:avLst/>
          </a:prstGeom>
          <a:noFill/>
          <a:ln w="15875">
            <a:solidFill>
              <a:srgbClr val="2F7F93">
                <a:alpha val="76000"/>
              </a:srgbClr>
            </a:solidFill>
            <a:prstDash val="dash"/>
            <a:headEnd type="none"/>
            <a:tailEnd type="none"/>
          </a:ln>
        </p:spPr>
      </p:sp>
      <p:sp>
        <p:nvSpPr>
          <p:cNvPr id="430" name="Shape 428"/>
          <p:cNvSpPr/>
          <p:nvPr/>
        </p:nvSpPr>
        <p:spPr>
          <a:xfrm>
            <a:off x="3459175" y="4154863"/>
            <a:ext cx="127407" cy="0"/>
          </a:xfrm>
          <a:prstGeom prst="line">
            <a:avLst/>
          </a:prstGeom>
          <a:noFill/>
          <a:ln w="15875">
            <a:solidFill>
              <a:srgbClr val="2F7F93">
                <a:alpha val="76000"/>
              </a:srgbClr>
            </a:solidFill>
            <a:prstDash val="dash"/>
            <a:headEnd type="none"/>
            <a:tailEnd type="none"/>
          </a:ln>
        </p:spPr>
      </p:sp>
      <p:sp>
        <p:nvSpPr>
          <p:cNvPr id="431" name="Shape 429"/>
          <p:cNvSpPr/>
          <p:nvPr/>
        </p:nvSpPr>
        <p:spPr>
          <a:xfrm>
            <a:off x="3583839" y="4152120"/>
            <a:ext cx="0" cy="18289"/>
          </a:xfrm>
          <a:prstGeom prst="line">
            <a:avLst/>
          </a:prstGeom>
          <a:noFill/>
          <a:ln w="15875">
            <a:solidFill>
              <a:srgbClr val="2F7F93">
                <a:alpha val="76000"/>
              </a:srgbClr>
            </a:solidFill>
            <a:prstDash val="dash"/>
            <a:headEnd type="none"/>
            <a:tailEnd type="none"/>
          </a:ln>
        </p:spPr>
      </p:sp>
      <p:sp>
        <p:nvSpPr>
          <p:cNvPr id="432" name="Shape 430"/>
          <p:cNvSpPr/>
          <p:nvPr/>
        </p:nvSpPr>
        <p:spPr>
          <a:xfrm>
            <a:off x="3583839" y="4167666"/>
            <a:ext cx="127406" cy="0"/>
          </a:xfrm>
          <a:prstGeom prst="line">
            <a:avLst/>
          </a:prstGeom>
          <a:noFill/>
          <a:ln w="15875">
            <a:solidFill>
              <a:srgbClr val="2F7F93">
                <a:alpha val="76000"/>
              </a:srgbClr>
            </a:solidFill>
            <a:prstDash val="dash"/>
            <a:headEnd type="none"/>
            <a:tailEnd type="none"/>
          </a:ln>
        </p:spPr>
      </p:sp>
      <p:sp>
        <p:nvSpPr>
          <p:cNvPr id="433" name="Shape 431"/>
          <p:cNvSpPr/>
          <p:nvPr/>
        </p:nvSpPr>
        <p:spPr>
          <a:xfrm>
            <a:off x="3708501" y="4164923"/>
            <a:ext cx="0" cy="22940"/>
          </a:xfrm>
          <a:prstGeom prst="line">
            <a:avLst/>
          </a:prstGeom>
          <a:noFill/>
          <a:ln w="15875">
            <a:solidFill>
              <a:srgbClr val="2F7F93">
                <a:alpha val="76000"/>
              </a:srgbClr>
            </a:solidFill>
            <a:prstDash val="dash"/>
            <a:headEnd type="none"/>
            <a:tailEnd type="none"/>
          </a:ln>
        </p:spPr>
      </p:sp>
      <p:sp>
        <p:nvSpPr>
          <p:cNvPr id="434" name="Shape 432"/>
          <p:cNvSpPr/>
          <p:nvPr/>
        </p:nvSpPr>
        <p:spPr>
          <a:xfrm>
            <a:off x="3708501" y="4185119"/>
            <a:ext cx="127407" cy="0"/>
          </a:xfrm>
          <a:prstGeom prst="line">
            <a:avLst/>
          </a:prstGeom>
          <a:noFill/>
          <a:ln w="15875">
            <a:solidFill>
              <a:srgbClr val="2F7F93">
                <a:alpha val="76000"/>
              </a:srgbClr>
            </a:solidFill>
            <a:prstDash val="dash"/>
            <a:headEnd type="none"/>
            <a:tailEnd type="none"/>
          </a:ln>
        </p:spPr>
      </p:sp>
      <p:sp>
        <p:nvSpPr>
          <p:cNvPr id="435" name="Shape 433"/>
          <p:cNvSpPr/>
          <p:nvPr/>
        </p:nvSpPr>
        <p:spPr>
          <a:xfrm>
            <a:off x="3833165" y="4182376"/>
            <a:ext cx="0" cy="21246"/>
          </a:xfrm>
          <a:prstGeom prst="line">
            <a:avLst/>
          </a:prstGeom>
          <a:noFill/>
          <a:ln w="15875">
            <a:solidFill>
              <a:srgbClr val="2F7F93">
                <a:alpha val="76000"/>
              </a:srgbClr>
            </a:solidFill>
            <a:prstDash val="dash"/>
            <a:headEnd type="none"/>
            <a:tailEnd type="none"/>
          </a:ln>
        </p:spPr>
      </p:sp>
      <p:sp>
        <p:nvSpPr>
          <p:cNvPr id="436" name="Shape 434"/>
          <p:cNvSpPr/>
          <p:nvPr/>
        </p:nvSpPr>
        <p:spPr>
          <a:xfrm>
            <a:off x="3833165" y="4200879"/>
            <a:ext cx="127407" cy="0"/>
          </a:xfrm>
          <a:prstGeom prst="line">
            <a:avLst/>
          </a:prstGeom>
          <a:noFill/>
          <a:ln w="15875">
            <a:solidFill>
              <a:srgbClr val="2F7F93">
                <a:alpha val="76000"/>
              </a:srgbClr>
            </a:solidFill>
            <a:prstDash val="dash"/>
            <a:headEnd type="none"/>
            <a:tailEnd type="none"/>
          </a:ln>
        </p:spPr>
      </p:sp>
      <p:sp>
        <p:nvSpPr>
          <p:cNvPr id="437" name="Shape 435"/>
          <p:cNvSpPr/>
          <p:nvPr/>
        </p:nvSpPr>
        <p:spPr>
          <a:xfrm>
            <a:off x="3957828" y="4198136"/>
            <a:ext cx="0" cy="26987"/>
          </a:xfrm>
          <a:prstGeom prst="line">
            <a:avLst/>
          </a:prstGeom>
          <a:noFill/>
          <a:ln w="15875">
            <a:solidFill>
              <a:srgbClr val="2F7F93">
                <a:alpha val="76000"/>
              </a:srgbClr>
            </a:solidFill>
            <a:prstDash val="dash"/>
            <a:headEnd type="none"/>
            <a:tailEnd type="none"/>
          </a:ln>
        </p:spPr>
      </p:sp>
      <p:sp>
        <p:nvSpPr>
          <p:cNvPr id="438" name="Shape 436"/>
          <p:cNvSpPr/>
          <p:nvPr/>
        </p:nvSpPr>
        <p:spPr>
          <a:xfrm>
            <a:off x="3957828" y="4222380"/>
            <a:ext cx="127406" cy="0"/>
          </a:xfrm>
          <a:prstGeom prst="line">
            <a:avLst/>
          </a:prstGeom>
          <a:noFill/>
          <a:ln w="15875">
            <a:solidFill>
              <a:srgbClr val="2F7F93">
                <a:alpha val="76000"/>
              </a:srgbClr>
            </a:solidFill>
            <a:prstDash val="dash"/>
            <a:headEnd type="none"/>
            <a:tailEnd type="none"/>
          </a:ln>
        </p:spPr>
      </p:sp>
      <p:sp>
        <p:nvSpPr>
          <p:cNvPr id="439" name="Shape 437"/>
          <p:cNvSpPr/>
          <p:nvPr/>
        </p:nvSpPr>
        <p:spPr>
          <a:xfrm>
            <a:off x="4082491" y="4219637"/>
            <a:ext cx="0" cy="16366"/>
          </a:xfrm>
          <a:prstGeom prst="line">
            <a:avLst/>
          </a:prstGeom>
          <a:noFill/>
          <a:ln w="15875">
            <a:solidFill>
              <a:srgbClr val="2F7F93">
                <a:alpha val="76000"/>
              </a:srgbClr>
            </a:solidFill>
            <a:prstDash val="dash"/>
            <a:headEnd type="none"/>
            <a:tailEnd type="none"/>
          </a:ln>
        </p:spPr>
      </p:sp>
      <p:sp>
        <p:nvSpPr>
          <p:cNvPr id="440" name="Shape 438"/>
          <p:cNvSpPr/>
          <p:nvPr/>
        </p:nvSpPr>
        <p:spPr>
          <a:xfrm>
            <a:off x="4082491" y="4233259"/>
            <a:ext cx="127407" cy="0"/>
          </a:xfrm>
          <a:prstGeom prst="line">
            <a:avLst/>
          </a:prstGeom>
          <a:noFill/>
          <a:ln w="15875">
            <a:solidFill>
              <a:srgbClr val="2F7F93">
                <a:alpha val="76000"/>
              </a:srgbClr>
            </a:solidFill>
            <a:prstDash val="dash"/>
            <a:headEnd type="none"/>
            <a:tailEnd type="none"/>
          </a:ln>
        </p:spPr>
      </p:sp>
      <p:sp>
        <p:nvSpPr>
          <p:cNvPr id="441" name="Shape 439"/>
          <p:cNvSpPr/>
          <p:nvPr/>
        </p:nvSpPr>
        <p:spPr>
          <a:xfrm>
            <a:off x="4207154" y="4230516"/>
            <a:ext cx="0" cy="12519"/>
          </a:xfrm>
          <a:prstGeom prst="line">
            <a:avLst/>
          </a:prstGeom>
          <a:noFill/>
          <a:ln w="15875">
            <a:solidFill>
              <a:srgbClr val="2F7F93">
                <a:alpha val="76000"/>
              </a:srgbClr>
            </a:solidFill>
            <a:prstDash val="dash"/>
            <a:headEnd type="none"/>
            <a:tailEnd type="none"/>
          </a:ln>
        </p:spPr>
      </p:sp>
      <p:sp>
        <p:nvSpPr>
          <p:cNvPr id="442" name="Shape 440"/>
          <p:cNvSpPr/>
          <p:nvPr/>
        </p:nvSpPr>
        <p:spPr>
          <a:xfrm>
            <a:off x="4207154" y="4240292"/>
            <a:ext cx="127407" cy="0"/>
          </a:xfrm>
          <a:prstGeom prst="line">
            <a:avLst/>
          </a:prstGeom>
          <a:noFill/>
          <a:ln w="15875">
            <a:solidFill>
              <a:srgbClr val="2F7F93">
                <a:alpha val="76000"/>
              </a:srgbClr>
            </a:solidFill>
            <a:prstDash val="dash"/>
            <a:headEnd type="none"/>
            <a:tailEnd type="none"/>
          </a:ln>
        </p:spPr>
      </p:sp>
      <p:sp>
        <p:nvSpPr>
          <p:cNvPr id="443" name="Shape 441"/>
          <p:cNvSpPr/>
          <p:nvPr/>
        </p:nvSpPr>
        <p:spPr>
          <a:xfrm>
            <a:off x="4331818" y="4237549"/>
            <a:ext cx="0" cy="9792"/>
          </a:xfrm>
          <a:prstGeom prst="line">
            <a:avLst/>
          </a:prstGeom>
          <a:noFill/>
          <a:ln w="15875">
            <a:solidFill>
              <a:srgbClr val="2F7F93">
                <a:alpha val="76000"/>
              </a:srgbClr>
            </a:solidFill>
            <a:prstDash val="dash"/>
            <a:headEnd type="none"/>
            <a:tailEnd type="none"/>
          </a:ln>
        </p:spPr>
      </p:sp>
      <p:sp>
        <p:nvSpPr>
          <p:cNvPr id="444" name="Shape 442"/>
          <p:cNvSpPr/>
          <p:nvPr/>
        </p:nvSpPr>
        <p:spPr>
          <a:xfrm>
            <a:off x="4331818" y="4244598"/>
            <a:ext cx="127406" cy="0"/>
          </a:xfrm>
          <a:prstGeom prst="line">
            <a:avLst/>
          </a:prstGeom>
          <a:noFill/>
          <a:ln w="15875">
            <a:solidFill>
              <a:srgbClr val="2F7F93">
                <a:alpha val="76000"/>
              </a:srgbClr>
            </a:solidFill>
            <a:prstDash val="dash"/>
            <a:headEnd type="none"/>
            <a:tailEnd type="none"/>
          </a:ln>
        </p:spPr>
      </p:sp>
      <p:sp>
        <p:nvSpPr>
          <p:cNvPr id="445" name="Shape 443"/>
          <p:cNvSpPr/>
          <p:nvPr/>
        </p:nvSpPr>
        <p:spPr>
          <a:xfrm>
            <a:off x="4456481" y="4241855"/>
            <a:ext cx="0" cy="13409"/>
          </a:xfrm>
          <a:prstGeom prst="line">
            <a:avLst/>
          </a:prstGeom>
          <a:noFill/>
          <a:ln w="15875">
            <a:solidFill>
              <a:srgbClr val="2F7F93">
                <a:alpha val="76000"/>
              </a:srgbClr>
            </a:solidFill>
            <a:prstDash val="dash"/>
            <a:headEnd type="none"/>
            <a:tailEnd type="none"/>
          </a:ln>
        </p:spPr>
      </p:sp>
      <p:sp>
        <p:nvSpPr>
          <p:cNvPr id="446" name="Shape 444"/>
          <p:cNvSpPr/>
          <p:nvPr/>
        </p:nvSpPr>
        <p:spPr>
          <a:xfrm>
            <a:off x="4456481" y="4252521"/>
            <a:ext cx="127407" cy="0"/>
          </a:xfrm>
          <a:prstGeom prst="line">
            <a:avLst/>
          </a:prstGeom>
          <a:noFill/>
          <a:ln w="15875">
            <a:solidFill>
              <a:srgbClr val="2F7F93">
                <a:alpha val="76000"/>
              </a:srgbClr>
            </a:solidFill>
            <a:prstDash val="dash"/>
            <a:headEnd type="none"/>
            <a:tailEnd type="none"/>
          </a:ln>
        </p:spPr>
      </p:sp>
      <p:sp>
        <p:nvSpPr>
          <p:cNvPr id="447" name="Shape 445"/>
          <p:cNvSpPr/>
          <p:nvPr/>
        </p:nvSpPr>
        <p:spPr>
          <a:xfrm>
            <a:off x="4581144" y="4249778"/>
            <a:ext cx="0" cy="7639"/>
          </a:xfrm>
          <a:prstGeom prst="line">
            <a:avLst/>
          </a:prstGeom>
          <a:noFill/>
          <a:ln w="15875">
            <a:solidFill>
              <a:srgbClr val="2F7F93">
                <a:alpha val="76000"/>
              </a:srgbClr>
            </a:solidFill>
            <a:prstDash val="dash"/>
            <a:headEnd type="none"/>
            <a:tailEnd type="none"/>
          </a:ln>
        </p:spPr>
      </p:sp>
      <p:sp>
        <p:nvSpPr>
          <p:cNvPr id="448" name="Shape 446"/>
          <p:cNvSpPr/>
          <p:nvPr/>
        </p:nvSpPr>
        <p:spPr>
          <a:xfrm>
            <a:off x="4581144" y="4254674"/>
            <a:ext cx="127407" cy="0"/>
          </a:xfrm>
          <a:prstGeom prst="line">
            <a:avLst/>
          </a:prstGeom>
          <a:noFill/>
          <a:ln w="15875">
            <a:solidFill>
              <a:srgbClr val="2F7F93">
                <a:alpha val="76000"/>
              </a:srgbClr>
            </a:solidFill>
            <a:prstDash val="dash"/>
            <a:headEnd type="none"/>
            <a:tailEnd type="none"/>
          </a:ln>
        </p:spPr>
      </p:sp>
      <p:sp>
        <p:nvSpPr>
          <p:cNvPr id="449" name="Shape 447"/>
          <p:cNvSpPr/>
          <p:nvPr/>
        </p:nvSpPr>
        <p:spPr>
          <a:xfrm>
            <a:off x="4705807" y="4251931"/>
            <a:ext cx="0" cy="12893"/>
          </a:xfrm>
          <a:prstGeom prst="line">
            <a:avLst/>
          </a:prstGeom>
          <a:noFill/>
          <a:ln w="15875">
            <a:solidFill>
              <a:srgbClr val="2F7F93">
                <a:alpha val="76000"/>
              </a:srgbClr>
            </a:solidFill>
            <a:prstDash val="dash"/>
            <a:headEnd type="none"/>
            <a:tailEnd type="none"/>
          </a:ln>
        </p:spPr>
      </p:sp>
      <p:sp>
        <p:nvSpPr>
          <p:cNvPr id="450" name="Shape 448"/>
          <p:cNvSpPr/>
          <p:nvPr/>
        </p:nvSpPr>
        <p:spPr>
          <a:xfrm>
            <a:off x="4705807" y="4262080"/>
            <a:ext cx="127406" cy="0"/>
          </a:xfrm>
          <a:prstGeom prst="line">
            <a:avLst/>
          </a:prstGeom>
          <a:noFill/>
          <a:ln w="15875">
            <a:solidFill>
              <a:srgbClr val="2F7F93">
                <a:alpha val="76000"/>
              </a:srgbClr>
            </a:solidFill>
            <a:prstDash val="dash"/>
            <a:headEnd type="none"/>
            <a:tailEnd type="none"/>
          </a:ln>
        </p:spPr>
      </p:sp>
      <p:sp>
        <p:nvSpPr>
          <p:cNvPr id="451" name="Shape 449"/>
          <p:cNvSpPr/>
          <p:nvPr/>
        </p:nvSpPr>
        <p:spPr>
          <a:xfrm>
            <a:off x="4830470" y="4259337"/>
            <a:ext cx="0" cy="16337"/>
          </a:xfrm>
          <a:prstGeom prst="line">
            <a:avLst/>
          </a:prstGeom>
          <a:noFill/>
          <a:ln w="15875">
            <a:solidFill>
              <a:srgbClr val="2F7F93">
                <a:alpha val="76000"/>
              </a:srgbClr>
            </a:solidFill>
            <a:prstDash val="dash"/>
            <a:headEnd type="none"/>
            <a:tailEnd type="none"/>
          </a:ln>
        </p:spPr>
      </p:sp>
      <p:sp>
        <p:nvSpPr>
          <p:cNvPr id="452" name="Shape 450"/>
          <p:cNvSpPr/>
          <p:nvPr/>
        </p:nvSpPr>
        <p:spPr>
          <a:xfrm>
            <a:off x="4830470" y="4272931"/>
            <a:ext cx="127407" cy="0"/>
          </a:xfrm>
          <a:prstGeom prst="line">
            <a:avLst/>
          </a:prstGeom>
          <a:noFill/>
          <a:ln w="15875">
            <a:solidFill>
              <a:srgbClr val="2F7F93">
                <a:alpha val="76000"/>
              </a:srgbClr>
            </a:solidFill>
            <a:prstDash val="dash"/>
            <a:headEnd type="none"/>
            <a:tailEnd type="none"/>
          </a:ln>
        </p:spPr>
      </p:sp>
      <p:sp>
        <p:nvSpPr>
          <p:cNvPr id="453" name="Shape 451"/>
          <p:cNvSpPr/>
          <p:nvPr/>
        </p:nvSpPr>
        <p:spPr>
          <a:xfrm>
            <a:off x="4955134" y="4270188"/>
            <a:ext cx="0" cy="30575"/>
          </a:xfrm>
          <a:prstGeom prst="line">
            <a:avLst/>
          </a:prstGeom>
          <a:noFill/>
          <a:ln w="15875">
            <a:solidFill>
              <a:srgbClr val="2F7F93">
                <a:alpha val="76000"/>
              </a:srgbClr>
            </a:solidFill>
            <a:prstDash val="dash"/>
            <a:headEnd type="none"/>
            <a:tailEnd type="none"/>
          </a:ln>
        </p:spPr>
      </p:sp>
      <p:sp>
        <p:nvSpPr>
          <p:cNvPr id="454" name="Shape 452"/>
          <p:cNvSpPr/>
          <p:nvPr/>
        </p:nvSpPr>
        <p:spPr>
          <a:xfrm>
            <a:off x="4955134" y="4298020"/>
            <a:ext cx="127407" cy="0"/>
          </a:xfrm>
          <a:prstGeom prst="line">
            <a:avLst/>
          </a:prstGeom>
          <a:noFill/>
          <a:ln w="15875">
            <a:solidFill>
              <a:srgbClr val="2F7F93">
                <a:alpha val="76000"/>
              </a:srgbClr>
            </a:solidFill>
            <a:prstDash val="dash"/>
            <a:headEnd type="none"/>
            <a:tailEnd type="none"/>
          </a:ln>
        </p:spPr>
      </p:sp>
      <p:sp>
        <p:nvSpPr>
          <p:cNvPr id="455" name="Shape 453"/>
          <p:cNvSpPr/>
          <p:nvPr/>
        </p:nvSpPr>
        <p:spPr>
          <a:xfrm>
            <a:off x="5079797" y="4295277"/>
            <a:ext cx="0" cy="35255"/>
          </a:xfrm>
          <a:prstGeom prst="line">
            <a:avLst/>
          </a:prstGeom>
          <a:noFill/>
          <a:ln w="15875">
            <a:solidFill>
              <a:srgbClr val="2F7F93">
                <a:alpha val="76000"/>
              </a:srgbClr>
            </a:solidFill>
            <a:prstDash val="dash"/>
            <a:headEnd type="none"/>
            <a:tailEnd type="none"/>
          </a:ln>
        </p:spPr>
      </p:sp>
      <p:sp>
        <p:nvSpPr>
          <p:cNvPr id="456" name="Shape 454"/>
          <p:cNvSpPr/>
          <p:nvPr/>
        </p:nvSpPr>
        <p:spPr>
          <a:xfrm>
            <a:off x="5079797" y="4327788"/>
            <a:ext cx="127406" cy="0"/>
          </a:xfrm>
          <a:prstGeom prst="line">
            <a:avLst/>
          </a:prstGeom>
          <a:noFill/>
          <a:ln w="15875">
            <a:solidFill>
              <a:srgbClr val="2F7F93">
                <a:alpha val="76000"/>
              </a:srgbClr>
            </a:solidFill>
            <a:prstDash val="dash"/>
            <a:headEnd type="none"/>
            <a:tailEnd type="none"/>
          </a:ln>
        </p:spPr>
      </p:sp>
      <p:sp>
        <p:nvSpPr>
          <p:cNvPr id="457" name="Shape 455"/>
          <p:cNvSpPr/>
          <p:nvPr/>
        </p:nvSpPr>
        <p:spPr>
          <a:xfrm>
            <a:off x="5204460" y="4325045"/>
            <a:ext cx="0" cy="37379"/>
          </a:xfrm>
          <a:prstGeom prst="line">
            <a:avLst/>
          </a:prstGeom>
          <a:noFill/>
          <a:ln w="15875">
            <a:solidFill>
              <a:srgbClr val="2F7F93">
                <a:alpha val="76000"/>
              </a:srgbClr>
            </a:solidFill>
            <a:prstDash val="dash"/>
            <a:headEnd type="none"/>
            <a:tailEnd type="none"/>
          </a:ln>
        </p:spPr>
      </p:sp>
      <p:sp>
        <p:nvSpPr>
          <p:cNvPr id="458" name="Shape 456"/>
          <p:cNvSpPr/>
          <p:nvPr/>
        </p:nvSpPr>
        <p:spPr>
          <a:xfrm>
            <a:off x="5204460" y="4359681"/>
            <a:ext cx="127407" cy="0"/>
          </a:xfrm>
          <a:prstGeom prst="line">
            <a:avLst/>
          </a:prstGeom>
          <a:noFill/>
          <a:ln w="15875">
            <a:solidFill>
              <a:srgbClr val="2F7F93">
                <a:alpha val="76000"/>
              </a:srgbClr>
            </a:solidFill>
            <a:prstDash val="dash"/>
            <a:headEnd type="none"/>
            <a:tailEnd type="none"/>
          </a:ln>
        </p:spPr>
      </p:sp>
      <p:sp>
        <p:nvSpPr>
          <p:cNvPr id="459" name="Shape 457"/>
          <p:cNvSpPr/>
          <p:nvPr/>
        </p:nvSpPr>
        <p:spPr>
          <a:xfrm>
            <a:off x="5329123" y="4356938"/>
            <a:ext cx="0" cy="45560"/>
          </a:xfrm>
          <a:prstGeom prst="line">
            <a:avLst/>
          </a:prstGeom>
          <a:noFill/>
          <a:ln w="15875">
            <a:solidFill>
              <a:srgbClr val="2F7F93">
                <a:alpha val="76000"/>
              </a:srgbClr>
            </a:solidFill>
            <a:prstDash val="dash"/>
            <a:headEnd type="none"/>
            <a:tailEnd type="none"/>
          </a:ln>
        </p:spPr>
      </p:sp>
      <p:sp>
        <p:nvSpPr>
          <p:cNvPr id="460" name="Shape 458"/>
          <p:cNvSpPr/>
          <p:nvPr/>
        </p:nvSpPr>
        <p:spPr>
          <a:xfrm>
            <a:off x="5329123" y="4399754"/>
            <a:ext cx="127407" cy="0"/>
          </a:xfrm>
          <a:prstGeom prst="line">
            <a:avLst/>
          </a:prstGeom>
          <a:noFill/>
          <a:ln w="15875">
            <a:solidFill>
              <a:srgbClr val="2F7F93">
                <a:alpha val="76000"/>
              </a:srgbClr>
            </a:solidFill>
            <a:prstDash val="dash"/>
            <a:headEnd type="none"/>
            <a:tailEnd type="none"/>
          </a:ln>
        </p:spPr>
      </p:sp>
      <p:sp>
        <p:nvSpPr>
          <p:cNvPr id="461" name="Shape 459"/>
          <p:cNvSpPr/>
          <p:nvPr/>
        </p:nvSpPr>
        <p:spPr>
          <a:xfrm>
            <a:off x="5453787" y="4397011"/>
            <a:ext cx="0" cy="39962"/>
          </a:xfrm>
          <a:prstGeom prst="line">
            <a:avLst/>
          </a:prstGeom>
          <a:noFill/>
          <a:ln w="15875">
            <a:solidFill>
              <a:srgbClr val="2F7F93">
                <a:alpha val="76000"/>
              </a:srgbClr>
            </a:solidFill>
            <a:prstDash val="dash"/>
            <a:headEnd type="none"/>
            <a:tailEnd type="none"/>
          </a:ln>
        </p:spPr>
      </p:sp>
      <p:sp>
        <p:nvSpPr>
          <p:cNvPr id="462" name="Shape 460"/>
          <p:cNvSpPr/>
          <p:nvPr/>
        </p:nvSpPr>
        <p:spPr>
          <a:xfrm>
            <a:off x="5453787" y="4434230"/>
            <a:ext cx="127406" cy="0"/>
          </a:xfrm>
          <a:prstGeom prst="line">
            <a:avLst/>
          </a:prstGeom>
          <a:noFill/>
          <a:ln w="15875">
            <a:solidFill>
              <a:srgbClr val="2F7F93">
                <a:alpha val="76000"/>
              </a:srgbClr>
            </a:solidFill>
            <a:prstDash val="dash"/>
            <a:headEnd type="none"/>
            <a:tailEnd type="none"/>
          </a:ln>
        </p:spPr>
      </p:sp>
      <p:sp>
        <p:nvSpPr>
          <p:cNvPr id="463" name="Shape 461"/>
          <p:cNvSpPr/>
          <p:nvPr/>
        </p:nvSpPr>
        <p:spPr>
          <a:xfrm>
            <a:off x="5578449" y="4431487"/>
            <a:ext cx="0" cy="38728"/>
          </a:xfrm>
          <a:prstGeom prst="line">
            <a:avLst/>
          </a:prstGeom>
          <a:noFill/>
          <a:ln w="15875">
            <a:solidFill>
              <a:srgbClr val="2F7F93">
                <a:alpha val="76000"/>
              </a:srgbClr>
            </a:solidFill>
            <a:prstDash val="dash"/>
            <a:headEnd type="none"/>
            <a:tailEnd type="none"/>
          </a:ln>
        </p:spPr>
      </p:sp>
      <p:sp>
        <p:nvSpPr>
          <p:cNvPr id="464" name="Shape 462"/>
          <p:cNvSpPr/>
          <p:nvPr/>
        </p:nvSpPr>
        <p:spPr>
          <a:xfrm>
            <a:off x="5578449" y="4467472"/>
            <a:ext cx="127407" cy="0"/>
          </a:xfrm>
          <a:prstGeom prst="line">
            <a:avLst/>
          </a:prstGeom>
          <a:noFill/>
          <a:ln w="15875">
            <a:solidFill>
              <a:srgbClr val="2F7F93">
                <a:alpha val="76000"/>
              </a:srgbClr>
            </a:solidFill>
            <a:prstDash val="dash"/>
            <a:headEnd type="none"/>
            <a:tailEnd type="none"/>
          </a:ln>
        </p:spPr>
      </p:sp>
      <p:sp>
        <p:nvSpPr>
          <p:cNvPr id="465" name="Shape 463"/>
          <p:cNvSpPr/>
          <p:nvPr/>
        </p:nvSpPr>
        <p:spPr>
          <a:xfrm>
            <a:off x="5703113" y="4464729"/>
            <a:ext cx="0" cy="32556"/>
          </a:xfrm>
          <a:prstGeom prst="line">
            <a:avLst/>
          </a:prstGeom>
          <a:noFill/>
          <a:ln w="15875">
            <a:solidFill>
              <a:srgbClr val="2F7F93">
                <a:alpha val="76000"/>
              </a:srgbClr>
            </a:solidFill>
            <a:prstDash val="dash"/>
            <a:headEnd type="none"/>
            <a:tailEnd type="none"/>
          </a:ln>
        </p:spPr>
      </p:sp>
      <p:sp>
        <p:nvSpPr>
          <p:cNvPr id="466" name="Shape 464"/>
          <p:cNvSpPr/>
          <p:nvPr/>
        </p:nvSpPr>
        <p:spPr>
          <a:xfrm>
            <a:off x="5703113" y="4494542"/>
            <a:ext cx="127407" cy="0"/>
          </a:xfrm>
          <a:prstGeom prst="line">
            <a:avLst/>
          </a:prstGeom>
          <a:noFill/>
          <a:ln w="15875">
            <a:solidFill>
              <a:srgbClr val="2F7F93">
                <a:alpha val="76000"/>
              </a:srgbClr>
            </a:solidFill>
            <a:prstDash val="dash"/>
            <a:headEnd type="none"/>
            <a:tailEnd type="none"/>
          </a:ln>
        </p:spPr>
      </p:sp>
      <p:sp>
        <p:nvSpPr>
          <p:cNvPr id="467" name="Shape 465"/>
          <p:cNvSpPr/>
          <p:nvPr/>
        </p:nvSpPr>
        <p:spPr>
          <a:xfrm>
            <a:off x="5827776" y="4491798"/>
            <a:ext cx="0" cy="34135"/>
          </a:xfrm>
          <a:prstGeom prst="line">
            <a:avLst/>
          </a:prstGeom>
          <a:noFill/>
          <a:ln w="15875">
            <a:solidFill>
              <a:srgbClr val="2F7F93">
                <a:alpha val="76000"/>
              </a:srgbClr>
            </a:solidFill>
            <a:prstDash val="dash"/>
            <a:headEnd type="none"/>
            <a:tailEnd type="none"/>
          </a:ln>
        </p:spPr>
      </p:sp>
      <p:sp>
        <p:nvSpPr>
          <p:cNvPr id="468" name="Shape 466"/>
          <p:cNvSpPr/>
          <p:nvPr/>
        </p:nvSpPr>
        <p:spPr>
          <a:xfrm>
            <a:off x="5827776" y="4523190"/>
            <a:ext cx="127406" cy="0"/>
          </a:xfrm>
          <a:prstGeom prst="line">
            <a:avLst/>
          </a:prstGeom>
          <a:noFill/>
          <a:ln w="15875">
            <a:solidFill>
              <a:srgbClr val="2F7F93">
                <a:alpha val="76000"/>
              </a:srgbClr>
            </a:solidFill>
            <a:prstDash val="dash"/>
            <a:headEnd type="none"/>
            <a:tailEnd type="none"/>
          </a:ln>
        </p:spPr>
      </p:sp>
      <p:sp>
        <p:nvSpPr>
          <p:cNvPr id="469" name="Shape 467"/>
          <p:cNvSpPr/>
          <p:nvPr/>
        </p:nvSpPr>
        <p:spPr>
          <a:xfrm>
            <a:off x="5952439" y="4520447"/>
            <a:ext cx="0" cy="33417"/>
          </a:xfrm>
          <a:prstGeom prst="line">
            <a:avLst/>
          </a:prstGeom>
          <a:noFill/>
          <a:ln w="15875">
            <a:solidFill>
              <a:srgbClr val="2F7F93">
                <a:alpha val="76000"/>
              </a:srgbClr>
            </a:solidFill>
            <a:prstDash val="dash"/>
            <a:headEnd type="none"/>
            <a:tailEnd type="none"/>
          </a:ln>
        </p:spPr>
      </p:sp>
      <p:sp>
        <p:nvSpPr>
          <p:cNvPr id="470" name="Shape 468"/>
          <p:cNvSpPr/>
          <p:nvPr/>
        </p:nvSpPr>
        <p:spPr>
          <a:xfrm>
            <a:off x="5952439" y="4551121"/>
            <a:ext cx="127407" cy="0"/>
          </a:xfrm>
          <a:prstGeom prst="line">
            <a:avLst/>
          </a:prstGeom>
          <a:noFill/>
          <a:ln w="15875">
            <a:solidFill>
              <a:srgbClr val="2F7F93">
                <a:alpha val="76000"/>
              </a:srgbClr>
            </a:solidFill>
            <a:prstDash val="dash"/>
            <a:headEnd type="none"/>
            <a:tailEnd type="none"/>
          </a:ln>
        </p:spPr>
      </p:sp>
      <p:sp>
        <p:nvSpPr>
          <p:cNvPr id="471" name="Shape 469"/>
          <p:cNvSpPr/>
          <p:nvPr/>
        </p:nvSpPr>
        <p:spPr>
          <a:xfrm>
            <a:off x="6077102" y="4548378"/>
            <a:ext cx="0" cy="28623"/>
          </a:xfrm>
          <a:prstGeom prst="line">
            <a:avLst/>
          </a:prstGeom>
          <a:noFill/>
          <a:ln w="15875">
            <a:solidFill>
              <a:srgbClr val="2F7F93">
                <a:alpha val="76000"/>
              </a:srgbClr>
            </a:solidFill>
            <a:prstDash val="dash"/>
            <a:headEnd type="none"/>
            <a:tailEnd type="none"/>
          </a:ln>
        </p:spPr>
      </p:sp>
      <p:sp>
        <p:nvSpPr>
          <p:cNvPr id="472" name="Shape 470"/>
          <p:cNvSpPr/>
          <p:nvPr/>
        </p:nvSpPr>
        <p:spPr>
          <a:xfrm>
            <a:off x="6077102" y="4574258"/>
            <a:ext cx="127407" cy="0"/>
          </a:xfrm>
          <a:prstGeom prst="line">
            <a:avLst/>
          </a:prstGeom>
          <a:noFill/>
          <a:ln w="15875">
            <a:solidFill>
              <a:srgbClr val="2F7F93">
                <a:alpha val="76000"/>
              </a:srgbClr>
            </a:solidFill>
            <a:prstDash val="dash"/>
            <a:headEnd type="none"/>
            <a:tailEnd type="none"/>
          </a:ln>
        </p:spPr>
      </p:sp>
      <p:sp>
        <p:nvSpPr>
          <p:cNvPr id="473" name="Shape 471"/>
          <p:cNvSpPr/>
          <p:nvPr/>
        </p:nvSpPr>
        <p:spPr>
          <a:xfrm>
            <a:off x="6201766" y="4571515"/>
            <a:ext cx="0" cy="20500"/>
          </a:xfrm>
          <a:prstGeom prst="line">
            <a:avLst/>
          </a:prstGeom>
          <a:noFill/>
          <a:ln w="15875">
            <a:solidFill>
              <a:srgbClr val="2F7F93">
                <a:alpha val="76000"/>
              </a:srgbClr>
            </a:solidFill>
            <a:prstDash val="dash"/>
            <a:headEnd type="none"/>
            <a:tailEnd type="none"/>
          </a:ln>
        </p:spPr>
      </p:sp>
      <p:sp>
        <p:nvSpPr>
          <p:cNvPr id="474" name="Shape 472"/>
          <p:cNvSpPr/>
          <p:nvPr/>
        </p:nvSpPr>
        <p:spPr>
          <a:xfrm>
            <a:off x="6201766" y="4589272"/>
            <a:ext cx="127406" cy="0"/>
          </a:xfrm>
          <a:prstGeom prst="line">
            <a:avLst/>
          </a:prstGeom>
          <a:noFill/>
          <a:ln w="15875">
            <a:solidFill>
              <a:srgbClr val="2F7F93">
                <a:alpha val="76000"/>
              </a:srgbClr>
            </a:solidFill>
            <a:prstDash val="dash"/>
            <a:headEnd type="none"/>
            <a:tailEnd type="none"/>
          </a:ln>
        </p:spPr>
      </p:sp>
      <p:sp>
        <p:nvSpPr>
          <p:cNvPr id="475" name="Shape 473"/>
          <p:cNvSpPr/>
          <p:nvPr/>
        </p:nvSpPr>
        <p:spPr>
          <a:xfrm>
            <a:off x="6326429" y="4586528"/>
            <a:ext cx="0" cy="23054"/>
          </a:xfrm>
          <a:prstGeom prst="line">
            <a:avLst/>
          </a:prstGeom>
          <a:noFill/>
          <a:ln w="15875">
            <a:solidFill>
              <a:srgbClr val="2F7F93">
                <a:alpha val="76000"/>
              </a:srgbClr>
            </a:solidFill>
            <a:prstDash val="dash"/>
            <a:headEnd type="none"/>
            <a:tailEnd type="none"/>
          </a:ln>
        </p:spPr>
      </p:sp>
      <p:sp>
        <p:nvSpPr>
          <p:cNvPr id="476" name="Shape 474"/>
          <p:cNvSpPr/>
          <p:nvPr/>
        </p:nvSpPr>
        <p:spPr>
          <a:xfrm>
            <a:off x="6326429" y="4606840"/>
            <a:ext cx="127407" cy="0"/>
          </a:xfrm>
          <a:prstGeom prst="line">
            <a:avLst/>
          </a:prstGeom>
          <a:noFill/>
          <a:ln w="15875">
            <a:solidFill>
              <a:srgbClr val="2F7F93">
                <a:alpha val="76000"/>
              </a:srgbClr>
            </a:solidFill>
            <a:prstDash val="dash"/>
            <a:headEnd type="none"/>
            <a:tailEnd type="none"/>
          </a:ln>
        </p:spPr>
      </p:sp>
      <p:sp>
        <p:nvSpPr>
          <p:cNvPr id="477" name="Shape 475"/>
          <p:cNvSpPr/>
          <p:nvPr/>
        </p:nvSpPr>
        <p:spPr>
          <a:xfrm>
            <a:off x="6451092" y="4604096"/>
            <a:ext cx="0" cy="26356"/>
          </a:xfrm>
          <a:prstGeom prst="line">
            <a:avLst/>
          </a:prstGeom>
          <a:noFill/>
          <a:ln w="15875">
            <a:solidFill>
              <a:srgbClr val="2F7F93">
                <a:alpha val="76000"/>
              </a:srgbClr>
            </a:solidFill>
            <a:prstDash val="dash"/>
            <a:headEnd type="none"/>
            <a:tailEnd type="none"/>
          </a:ln>
        </p:spPr>
      </p:sp>
      <p:sp>
        <p:nvSpPr>
          <p:cNvPr id="478" name="Shape 476"/>
          <p:cNvSpPr/>
          <p:nvPr/>
        </p:nvSpPr>
        <p:spPr>
          <a:xfrm>
            <a:off x="6451092" y="4627709"/>
            <a:ext cx="127407" cy="0"/>
          </a:xfrm>
          <a:prstGeom prst="line">
            <a:avLst/>
          </a:prstGeom>
          <a:noFill/>
          <a:ln w="15875">
            <a:solidFill>
              <a:srgbClr val="2F7F93">
                <a:alpha val="76000"/>
              </a:srgbClr>
            </a:solidFill>
            <a:prstDash val="dash"/>
            <a:headEnd type="none"/>
            <a:tailEnd type="none"/>
          </a:ln>
        </p:spPr>
      </p:sp>
      <p:sp>
        <p:nvSpPr>
          <p:cNvPr id="479" name="Shape 477"/>
          <p:cNvSpPr/>
          <p:nvPr/>
        </p:nvSpPr>
        <p:spPr>
          <a:xfrm>
            <a:off x="6575755" y="4624966"/>
            <a:ext cx="0" cy="30690"/>
          </a:xfrm>
          <a:prstGeom prst="line">
            <a:avLst/>
          </a:prstGeom>
          <a:noFill/>
          <a:ln w="15875">
            <a:solidFill>
              <a:srgbClr val="2F7F93">
                <a:alpha val="76000"/>
              </a:srgbClr>
            </a:solidFill>
            <a:prstDash val="dash"/>
            <a:headEnd type="none"/>
            <a:tailEnd type="none"/>
          </a:ln>
        </p:spPr>
      </p:sp>
      <p:sp>
        <p:nvSpPr>
          <p:cNvPr id="480" name="Shape 478"/>
          <p:cNvSpPr/>
          <p:nvPr/>
        </p:nvSpPr>
        <p:spPr>
          <a:xfrm>
            <a:off x="6575755" y="4652913"/>
            <a:ext cx="127406" cy="0"/>
          </a:xfrm>
          <a:prstGeom prst="line">
            <a:avLst/>
          </a:prstGeom>
          <a:noFill/>
          <a:ln w="15875">
            <a:solidFill>
              <a:srgbClr val="2F7F93">
                <a:alpha val="76000"/>
              </a:srgbClr>
            </a:solidFill>
            <a:prstDash val="dash"/>
            <a:headEnd type="none"/>
            <a:tailEnd type="none"/>
          </a:ln>
        </p:spPr>
      </p:sp>
      <p:sp>
        <p:nvSpPr>
          <p:cNvPr id="481" name="Shape 479"/>
          <p:cNvSpPr/>
          <p:nvPr/>
        </p:nvSpPr>
        <p:spPr>
          <a:xfrm>
            <a:off x="6700418" y="4650170"/>
            <a:ext cx="0" cy="28423"/>
          </a:xfrm>
          <a:prstGeom prst="line">
            <a:avLst/>
          </a:prstGeom>
          <a:noFill/>
          <a:ln w="15875">
            <a:solidFill>
              <a:srgbClr val="2F7F93">
                <a:alpha val="76000"/>
              </a:srgbClr>
            </a:solidFill>
            <a:prstDash val="dash"/>
            <a:headEnd type="none"/>
            <a:tailEnd type="none"/>
          </a:ln>
        </p:spPr>
      </p:sp>
      <p:sp>
        <p:nvSpPr>
          <p:cNvPr id="482" name="Shape 480"/>
          <p:cNvSpPr/>
          <p:nvPr/>
        </p:nvSpPr>
        <p:spPr>
          <a:xfrm>
            <a:off x="6700418" y="4675849"/>
            <a:ext cx="127407" cy="0"/>
          </a:xfrm>
          <a:prstGeom prst="line">
            <a:avLst/>
          </a:prstGeom>
          <a:noFill/>
          <a:ln w="15875">
            <a:solidFill>
              <a:srgbClr val="2F7F93">
                <a:alpha val="76000"/>
              </a:srgbClr>
            </a:solidFill>
            <a:prstDash val="dash"/>
            <a:headEnd type="none"/>
            <a:tailEnd type="none"/>
          </a:ln>
        </p:spPr>
      </p:sp>
      <p:sp>
        <p:nvSpPr>
          <p:cNvPr id="483" name="Shape 481"/>
          <p:cNvSpPr/>
          <p:nvPr/>
        </p:nvSpPr>
        <p:spPr>
          <a:xfrm>
            <a:off x="6825082" y="4673106"/>
            <a:ext cx="0" cy="26327"/>
          </a:xfrm>
          <a:prstGeom prst="line">
            <a:avLst/>
          </a:prstGeom>
          <a:noFill/>
          <a:ln w="15875">
            <a:solidFill>
              <a:srgbClr val="2F7F93">
                <a:alpha val="76000"/>
              </a:srgbClr>
            </a:solidFill>
            <a:prstDash val="dash"/>
            <a:headEnd type="none"/>
            <a:tailEnd type="none"/>
          </a:ln>
        </p:spPr>
      </p:sp>
      <p:sp>
        <p:nvSpPr>
          <p:cNvPr id="484" name="Shape 482"/>
          <p:cNvSpPr/>
          <p:nvPr/>
        </p:nvSpPr>
        <p:spPr>
          <a:xfrm>
            <a:off x="6825082" y="4696689"/>
            <a:ext cx="127407" cy="0"/>
          </a:xfrm>
          <a:prstGeom prst="line">
            <a:avLst/>
          </a:prstGeom>
          <a:noFill/>
          <a:ln w="15875">
            <a:solidFill>
              <a:srgbClr val="2F7F93">
                <a:alpha val="76000"/>
              </a:srgbClr>
            </a:solidFill>
            <a:prstDash val="dash"/>
            <a:headEnd type="none"/>
            <a:tailEnd type="none"/>
          </a:ln>
        </p:spPr>
      </p:sp>
      <p:sp>
        <p:nvSpPr>
          <p:cNvPr id="485" name="Shape 483"/>
          <p:cNvSpPr/>
          <p:nvPr/>
        </p:nvSpPr>
        <p:spPr>
          <a:xfrm>
            <a:off x="6949745" y="4693946"/>
            <a:ext cx="0" cy="29743"/>
          </a:xfrm>
          <a:prstGeom prst="line">
            <a:avLst/>
          </a:prstGeom>
          <a:noFill/>
          <a:ln w="15875">
            <a:solidFill>
              <a:srgbClr val="2F7F93">
                <a:alpha val="76000"/>
              </a:srgbClr>
            </a:solidFill>
            <a:prstDash val="dash"/>
            <a:headEnd type="none"/>
            <a:tailEnd type="none"/>
          </a:ln>
        </p:spPr>
      </p:sp>
      <p:sp>
        <p:nvSpPr>
          <p:cNvPr id="486" name="Shape 484"/>
          <p:cNvSpPr/>
          <p:nvPr/>
        </p:nvSpPr>
        <p:spPr>
          <a:xfrm>
            <a:off x="6949745" y="4720946"/>
            <a:ext cx="127406" cy="0"/>
          </a:xfrm>
          <a:prstGeom prst="line">
            <a:avLst/>
          </a:prstGeom>
          <a:noFill/>
          <a:ln w="15875">
            <a:solidFill>
              <a:srgbClr val="2F7F93">
                <a:alpha val="76000"/>
              </a:srgbClr>
            </a:solidFill>
            <a:prstDash val="dash"/>
            <a:headEnd type="none"/>
            <a:tailEnd type="none"/>
          </a:ln>
        </p:spPr>
      </p:sp>
      <p:sp>
        <p:nvSpPr>
          <p:cNvPr id="487" name="Shape 485"/>
          <p:cNvSpPr/>
          <p:nvPr/>
        </p:nvSpPr>
        <p:spPr>
          <a:xfrm>
            <a:off x="7074408" y="4718203"/>
            <a:ext cx="0" cy="34049"/>
          </a:xfrm>
          <a:prstGeom prst="line">
            <a:avLst/>
          </a:prstGeom>
          <a:noFill/>
          <a:ln w="15875">
            <a:solidFill>
              <a:srgbClr val="2F7F93">
                <a:alpha val="76000"/>
              </a:srgbClr>
            </a:solidFill>
            <a:prstDash val="dash"/>
            <a:headEnd type="none"/>
            <a:tailEnd type="none"/>
          </a:ln>
        </p:spPr>
      </p:sp>
      <p:sp>
        <p:nvSpPr>
          <p:cNvPr id="488" name="Shape 486"/>
          <p:cNvSpPr/>
          <p:nvPr/>
        </p:nvSpPr>
        <p:spPr>
          <a:xfrm>
            <a:off x="7074408" y="4749509"/>
            <a:ext cx="127407" cy="0"/>
          </a:xfrm>
          <a:prstGeom prst="line">
            <a:avLst/>
          </a:prstGeom>
          <a:noFill/>
          <a:ln w="15875">
            <a:solidFill>
              <a:srgbClr val="2F7F93">
                <a:alpha val="76000"/>
              </a:srgbClr>
            </a:solidFill>
            <a:prstDash val="dash"/>
            <a:headEnd type="none"/>
            <a:tailEnd type="none"/>
          </a:ln>
        </p:spPr>
      </p:sp>
      <p:sp>
        <p:nvSpPr>
          <p:cNvPr id="489" name="Shape 487"/>
          <p:cNvSpPr/>
          <p:nvPr/>
        </p:nvSpPr>
        <p:spPr>
          <a:xfrm>
            <a:off x="7199071" y="4746765"/>
            <a:ext cx="0" cy="39532"/>
          </a:xfrm>
          <a:prstGeom prst="line">
            <a:avLst/>
          </a:prstGeom>
          <a:noFill/>
          <a:ln w="15875">
            <a:solidFill>
              <a:srgbClr val="2F7F93">
                <a:alpha val="76000"/>
              </a:srgbClr>
            </a:solidFill>
            <a:prstDash val="dash"/>
            <a:headEnd type="none"/>
            <a:tailEnd type="none"/>
          </a:ln>
        </p:spPr>
      </p:sp>
      <p:sp>
        <p:nvSpPr>
          <p:cNvPr id="490" name="Shape 488"/>
          <p:cNvSpPr/>
          <p:nvPr/>
        </p:nvSpPr>
        <p:spPr>
          <a:xfrm>
            <a:off x="7199071" y="4783554"/>
            <a:ext cx="127407" cy="0"/>
          </a:xfrm>
          <a:prstGeom prst="line">
            <a:avLst/>
          </a:prstGeom>
          <a:noFill/>
          <a:ln w="15875">
            <a:solidFill>
              <a:srgbClr val="2F7F93">
                <a:alpha val="76000"/>
              </a:srgbClr>
            </a:solidFill>
            <a:prstDash val="dash"/>
            <a:headEnd type="none"/>
            <a:tailEnd type="none"/>
          </a:ln>
        </p:spPr>
      </p:sp>
      <p:sp>
        <p:nvSpPr>
          <p:cNvPr id="491" name="Shape 489"/>
          <p:cNvSpPr/>
          <p:nvPr/>
        </p:nvSpPr>
        <p:spPr>
          <a:xfrm>
            <a:off x="7323735" y="4780811"/>
            <a:ext cx="0" cy="36489"/>
          </a:xfrm>
          <a:prstGeom prst="line">
            <a:avLst/>
          </a:prstGeom>
          <a:noFill/>
          <a:ln w="15875">
            <a:solidFill>
              <a:srgbClr val="2F7F93">
                <a:alpha val="76000"/>
              </a:srgbClr>
            </a:solidFill>
            <a:prstDash val="dash"/>
            <a:headEnd type="none"/>
            <a:tailEnd type="none"/>
          </a:ln>
        </p:spPr>
      </p:sp>
      <p:sp>
        <p:nvSpPr>
          <p:cNvPr id="492" name="Shape 490"/>
          <p:cNvSpPr/>
          <p:nvPr/>
        </p:nvSpPr>
        <p:spPr>
          <a:xfrm>
            <a:off x="7323735" y="4814556"/>
            <a:ext cx="127406" cy="0"/>
          </a:xfrm>
          <a:prstGeom prst="line">
            <a:avLst/>
          </a:prstGeom>
          <a:noFill/>
          <a:ln w="15875">
            <a:solidFill>
              <a:srgbClr val="2F7F93">
                <a:alpha val="76000"/>
              </a:srgbClr>
            </a:solidFill>
            <a:prstDash val="dash"/>
            <a:headEnd type="none"/>
            <a:tailEnd type="none"/>
          </a:ln>
        </p:spPr>
      </p:sp>
      <p:sp>
        <p:nvSpPr>
          <p:cNvPr id="493" name="Shape 491"/>
          <p:cNvSpPr/>
          <p:nvPr/>
        </p:nvSpPr>
        <p:spPr>
          <a:xfrm>
            <a:off x="7448397" y="4811813"/>
            <a:ext cx="0" cy="36690"/>
          </a:xfrm>
          <a:prstGeom prst="line">
            <a:avLst/>
          </a:prstGeom>
          <a:noFill/>
          <a:ln w="15875">
            <a:solidFill>
              <a:srgbClr val="2F7F93">
                <a:alpha val="76000"/>
              </a:srgbClr>
            </a:solidFill>
            <a:prstDash val="dash"/>
            <a:headEnd type="none"/>
            <a:tailEnd type="none"/>
          </a:ln>
        </p:spPr>
      </p:sp>
      <p:sp>
        <p:nvSpPr>
          <p:cNvPr id="494" name="Shape 492"/>
          <p:cNvSpPr/>
          <p:nvPr/>
        </p:nvSpPr>
        <p:spPr>
          <a:xfrm>
            <a:off x="7448397" y="4845760"/>
            <a:ext cx="127407" cy="0"/>
          </a:xfrm>
          <a:prstGeom prst="line">
            <a:avLst/>
          </a:prstGeom>
          <a:noFill/>
          <a:ln w="15875">
            <a:solidFill>
              <a:srgbClr val="2F7F93">
                <a:alpha val="76000"/>
              </a:srgbClr>
            </a:solidFill>
            <a:prstDash val="dash"/>
            <a:headEnd type="none"/>
            <a:tailEnd type="none"/>
          </a:ln>
        </p:spPr>
      </p:sp>
      <p:sp>
        <p:nvSpPr>
          <p:cNvPr id="495" name="Shape 493"/>
          <p:cNvSpPr/>
          <p:nvPr/>
        </p:nvSpPr>
        <p:spPr>
          <a:xfrm>
            <a:off x="7573061" y="4843017"/>
            <a:ext cx="0" cy="32413"/>
          </a:xfrm>
          <a:prstGeom prst="line">
            <a:avLst/>
          </a:prstGeom>
          <a:noFill/>
          <a:ln w="15875">
            <a:solidFill>
              <a:srgbClr val="2F7F93">
                <a:alpha val="76000"/>
              </a:srgbClr>
            </a:solidFill>
            <a:prstDash val="dash"/>
            <a:headEnd type="none"/>
            <a:tailEnd type="none"/>
          </a:ln>
        </p:spPr>
      </p:sp>
      <p:sp>
        <p:nvSpPr>
          <p:cNvPr id="496" name="Shape 494"/>
          <p:cNvSpPr/>
          <p:nvPr/>
        </p:nvSpPr>
        <p:spPr>
          <a:xfrm>
            <a:off x="7573061" y="4872686"/>
            <a:ext cx="127407" cy="0"/>
          </a:xfrm>
          <a:prstGeom prst="line">
            <a:avLst/>
          </a:prstGeom>
          <a:noFill/>
          <a:ln w="15875">
            <a:solidFill>
              <a:srgbClr val="2F7F93">
                <a:alpha val="76000"/>
              </a:srgbClr>
            </a:solidFill>
            <a:prstDash val="dash"/>
            <a:headEnd type="none"/>
            <a:tailEnd type="none"/>
          </a:ln>
        </p:spPr>
      </p:sp>
      <p:sp>
        <p:nvSpPr>
          <p:cNvPr id="497" name="Shape 495"/>
          <p:cNvSpPr/>
          <p:nvPr/>
        </p:nvSpPr>
        <p:spPr>
          <a:xfrm>
            <a:off x="7697724" y="4869943"/>
            <a:ext cx="0" cy="23083"/>
          </a:xfrm>
          <a:prstGeom prst="line">
            <a:avLst/>
          </a:prstGeom>
          <a:noFill/>
          <a:ln w="15875">
            <a:solidFill>
              <a:srgbClr val="2F7F93">
                <a:alpha val="76000"/>
              </a:srgbClr>
            </a:solidFill>
            <a:prstDash val="dash"/>
            <a:headEnd type="none"/>
            <a:tailEnd type="none"/>
          </a:ln>
        </p:spPr>
      </p:sp>
      <p:sp>
        <p:nvSpPr>
          <p:cNvPr id="498" name="Shape 496"/>
          <p:cNvSpPr/>
          <p:nvPr/>
        </p:nvSpPr>
        <p:spPr>
          <a:xfrm>
            <a:off x="7697724" y="4890283"/>
            <a:ext cx="127406" cy="0"/>
          </a:xfrm>
          <a:prstGeom prst="line">
            <a:avLst/>
          </a:prstGeom>
          <a:noFill/>
          <a:ln w="15875">
            <a:solidFill>
              <a:srgbClr val="2F7F93">
                <a:alpha val="76000"/>
              </a:srgbClr>
            </a:solidFill>
            <a:prstDash val="dash"/>
            <a:headEnd type="none"/>
            <a:tailEnd type="none"/>
          </a:ln>
        </p:spPr>
      </p:sp>
      <p:sp>
        <p:nvSpPr>
          <p:cNvPr id="499" name="Shape 497"/>
          <p:cNvSpPr/>
          <p:nvPr/>
        </p:nvSpPr>
        <p:spPr>
          <a:xfrm>
            <a:off x="7822387" y="4887540"/>
            <a:ext cx="0" cy="11027"/>
          </a:xfrm>
          <a:prstGeom prst="line">
            <a:avLst/>
          </a:prstGeom>
          <a:noFill/>
          <a:ln w="15875">
            <a:solidFill>
              <a:srgbClr val="2F7F93">
                <a:alpha val="76000"/>
              </a:srgbClr>
            </a:solidFill>
            <a:prstDash val="dash"/>
            <a:headEnd type="none"/>
            <a:tailEnd type="none"/>
          </a:ln>
        </p:spPr>
      </p:sp>
      <p:sp>
        <p:nvSpPr>
          <p:cNvPr id="500" name="Shape 498"/>
          <p:cNvSpPr/>
          <p:nvPr/>
        </p:nvSpPr>
        <p:spPr>
          <a:xfrm>
            <a:off x="7822387" y="4895823"/>
            <a:ext cx="127407" cy="0"/>
          </a:xfrm>
          <a:prstGeom prst="line">
            <a:avLst/>
          </a:prstGeom>
          <a:noFill/>
          <a:ln w="15875">
            <a:solidFill>
              <a:srgbClr val="2F7F93">
                <a:alpha val="76000"/>
              </a:srgbClr>
            </a:solidFill>
            <a:prstDash val="dash"/>
            <a:headEnd type="none"/>
            <a:tailEnd type="none"/>
          </a:ln>
        </p:spPr>
      </p:sp>
      <p:sp>
        <p:nvSpPr>
          <p:cNvPr id="501" name="Shape 499"/>
          <p:cNvSpPr/>
          <p:nvPr/>
        </p:nvSpPr>
        <p:spPr>
          <a:xfrm>
            <a:off x="7947050" y="4887855"/>
            <a:ext cx="0" cy="10711"/>
          </a:xfrm>
          <a:prstGeom prst="line">
            <a:avLst/>
          </a:prstGeom>
          <a:noFill/>
          <a:ln w="15875">
            <a:solidFill>
              <a:srgbClr val="2F7F93">
                <a:alpha val="76000"/>
              </a:srgbClr>
            </a:solidFill>
            <a:prstDash val="dash"/>
            <a:headEnd type="none"/>
            <a:tailEnd type="none"/>
          </a:ln>
        </p:spPr>
      </p:sp>
      <p:sp>
        <p:nvSpPr>
          <p:cNvPr id="502" name="Shape 500"/>
          <p:cNvSpPr/>
          <p:nvPr/>
        </p:nvSpPr>
        <p:spPr>
          <a:xfrm>
            <a:off x="7947050" y="4890599"/>
            <a:ext cx="127407" cy="0"/>
          </a:xfrm>
          <a:prstGeom prst="line">
            <a:avLst/>
          </a:prstGeom>
          <a:noFill/>
          <a:ln w="15875">
            <a:solidFill>
              <a:srgbClr val="2F7F93">
                <a:alpha val="76000"/>
              </a:srgbClr>
            </a:solidFill>
            <a:prstDash val="dash"/>
            <a:headEnd type="none"/>
            <a:tailEnd type="none"/>
          </a:ln>
        </p:spPr>
      </p:sp>
      <p:sp>
        <p:nvSpPr>
          <p:cNvPr id="503" name="Shape 501"/>
          <p:cNvSpPr/>
          <p:nvPr/>
        </p:nvSpPr>
        <p:spPr>
          <a:xfrm>
            <a:off x="8071714" y="4868134"/>
            <a:ext cx="0" cy="25207"/>
          </a:xfrm>
          <a:prstGeom prst="line">
            <a:avLst/>
          </a:prstGeom>
          <a:noFill/>
          <a:ln w="15875">
            <a:solidFill>
              <a:srgbClr val="2F7F93">
                <a:alpha val="76000"/>
              </a:srgbClr>
            </a:solidFill>
            <a:prstDash val="dash"/>
            <a:headEnd type="none"/>
            <a:tailEnd type="none"/>
          </a:ln>
        </p:spPr>
      </p:sp>
      <p:sp>
        <p:nvSpPr>
          <p:cNvPr id="504" name="Shape 502"/>
          <p:cNvSpPr/>
          <p:nvPr/>
        </p:nvSpPr>
        <p:spPr>
          <a:xfrm>
            <a:off x="8071714" y="4870878"/>
            <a:ext cx="127406" cy="0"/>
          </a:xfrm>
          <a:prstGeom prst="line">
            <a:avLst/>
          </a:prstGeom>
          <a:noFill/>
          <a:ln w="15875">
            <a:solidFill>
              <a:srgbClr val="2F7F93">
                <a:alpha val="76000"/>
              </a:srgbClr>
            </a:solidFill>
            <a:prstDash val="dash"/>
            <a:headEnd type="none"/>
            <a:tailEnd type="none"/>
          </a:ln>
        </p:spPr>
      </p:sp>
      <p:sp>
        <p:nvSpPr>
          <p:cNvPr id="505" name="Shape 503"/>
          <p:cNvSpPr/>
          <p:nvPr/>
        </p:nvSpPr>
        <p:spPr>
          <a:xfrm>
            <a:off x="8196377" y="4849160"/>
            <a:ext cx="0" cy="24461"/>
          </a:xfrm>
          <a:prstGeom prst="line">
            <a:avLst/>
          </a:prstGeom>
          <a:noFill/>
          <a:ln w="15875">
            <a:solidFill>
              <a:srgbClr val="2F7F93">
                <a:alpha val="76000"/>
              </a:srgbClr>
            </a:solidFill>
            <a:prstDash val="dash"/>
            <a:headEnd type="none"/>
            <a:tailEnd type="none"/>
          </a:ln>
        </p:spPr>
      </p:sp>
      <p:sp>
        <p:nvSpPr>
          <p:cNvPr id="506" name="Shape 504"/>
          <p:cNvSpPr/>
          <p:nvPr/>
        </p:nvSpPr>
        <p:spPr>
          <a:xfrm>
            <a:off x="8196377" y="4851903"/>
            <a:ext cx="127407" cy="0"/>
          </a:xfrm>
          <a:prstGeom prst="line">
            <a:avLst/>
          </a:prstGeom>
          <a:noFill/>
          <a:ln w="15875">
            <a:solidFill>
              <a:srgbClr val="2F7F93">
                <a:alpha val="76000"/>
              </a:srgbClr>
            </a:solidFill>
            <a:prstDash val="dash"/>
            <a:headEnd type="none"/>
            <a:tailEnd type="none"/>
          </a:ln>
        </p:spPr>
      </p:sp>
      <p:sp>
        <p:nvSpPr>
          <p:cNvPr id="507" name="Shape 505"/>
          <p:cNvSpPr/>
          <p:nvPr/>
        </p:nvSpPr>
        <p:spPr>
          <a:xfrm>
            <a:off x="8321040" y="4840146"/>
            <a:ext cx="0" cy="14500"/>
          </a:xfrm>
          <a:prstGeom prst="line">
            <a:avLst/>
          </a:prstGeom>
          <a:noFill/>
          <a:ln w="15875">
            <a:solidFill>
              <a:srgbClr val="2F7F93">
                <a:alpha val="76000"/>
              </a:srgbClr>
            </a:solidFill>
            <a:prstDash val="dash"/>
            <a:headEnd type="none"/>
            <a:tailEnd type="none"/>
          </a:ln>
        </p:spPr>
      </p:sp>
      <p:sp>
        <p:nvSpPr>
          <p:cNvPr id="508" name="Shape 506"/>
          <p:cNvSpPr/>
          <p:nvPr/>
        </p:nvSpPr>
        <p:spPr>
          <a:xfrm>
            <a:off x="841248" y="2935562"/>
            <a:ext cx="127407" cy="0"/>
          </a:xfrm>
          <a:prstGeom prst="line">
            <a:avLst/>
          </a:prstGeom>
          <a:noFill/>
          <a:ln w="15875">
            <a:solidFill>
              <a:srgbClr val="D87932">
                <a:alpha val="76000"/>
              </a:srgbClr>
            </a:solidFill>
            <a:prstDash val="dash"/>
            <a:headEnd type="none"/>
            <a:tailEnd type="none"/>
          </a:ln>
        </p:spPr>
      </p:sp>
      <p:sp>
        <p:nvSpPr>
          <p:cNvPr id="509" name="Shape 507"/>
          <p:cNvSpPr/>
          <p:nvPr/>
        </p:nvSpPr>
        <p:spPr>
          <a:xfrm>
            <a:off x="965911" y="2932819"/>
            <a:ext cx="0" cy="864120"/>
          </a:xfrm>
          <a:prstGeom prst="line">
            <a:avLst/>
          </a:prstGeom>
          <a:noFill/>
          <a:ln w="15875">
            <a:solidFill>
              <a:srgbClr val="D87932">
                <a:alpha val="76000"/>
              </a:srgbClr>
            </a:solidFill>
            <a:prstDash val="dash"/>
            <a:headEnd type="none"/>
            <a:tailEnd type="none"/>
          </a:ln>
        </p:spPr>
      </p:sp>
      <p:sp>
        <p:nvSpPr>
          <p:cNvPr id="510" name="Shape 508"/>
          <p:cNvSpPr/>
          <p:nvPr/>
        </p:nvSpPr>
        <p:spPr>
          <a:xfrm>
            <a:off x="965911" y="3794196"/>
            <a:ext cx="127406" cy="0"/>
          </a:xfrm>
          <a:prstGeom prst="line">
            <a:avLst/>
          </a:prstGeom>
          <a:noFill/>
          <a:ln w="15875">
            <a:solidFill>
              <a:srgbClr val="D87932">
                <a:alpha val="76000"/>
              </a:srgbClr>
            </a:solidFill>
            <a:prstDash val="dash"/>
            <a:headEnd type="none"/>
            <a:tailEnd type="none"/>
          </a:ln>
        </p:spPr>
      </p:sp>
      <p:sp>
        <p:nvSpPr>
          <p:cNvPr id="511" name="Shape 509"/>
          <p:cNvSpPr/>
          <p:nvPr/>
        </p:nvSpPr>
        <p:spPr>
          <a:xfrm>
            <a:off x="1090574" y="3695883"/>
            <a:ext cx="0" cy="101056"/>
          </a:xfrm>
          <a:prstGeom prst="line">
            <a:avLst/>
          </a:prstGeom>
          <a:noFill/>
          <a:ln w="15875">
            <a:solidFill>
              <a:srgbClr val="D87932">
                <a:alpha val="76000"/>
              </a:srgbClr>
            </a:solidFill>
            <a:prstDash val="dash"/>
            <a:headEnd type="none"/>
            <a:tailEnd type="none"/>
          </a:ln>
        </p:spPr>
      </p:sp>
      <p:sp>
        <p:nvSpPr>
          <p:cNvPr id="512" name="Shape 510"/>
          <p:cNvSpPr/>
          <p:nvPr/>
        </p:nvSpPr>
        <p:spPr>
          <a:xfrm>
            <a:off x="1090574" y="3698626"/>
            <a:ext cx="127407" cy="0"/>
          </a:xfrm>
          <a:prstGeom prst="line">
            <a:avLst/>
          </a:prstGeom>
          <a:noFill/>
          <a:ln w="15875">
            <a:solidFill>
              <a:srgbClr val="D87932">
                <a:alpha val="76000"/>
              </a:srgbClr>
            </a:solidFill>
            <a:prstDash val="dash"/>
            <a:headEnd type="none"/>
            <a:tailEnd type="none"/>
          </a:ln>
        </p:spPr>
      </p:sp>
      <p:sp>
        <p:nvSpPr>
          <p:cNvPr id="513" name="Shape 511"/>
          <p:cNvSpPr/>
          <p:nvPr/>
        </p:nvSpPr>
        <p:spPr>
          <a:xfrm>
            <a:off x="1215238" y="3695883"/>
            <a:ext cx="0" cy="326293"/>
          </a:xfrm>
          <a:prstGeom prst="line">
            <a:avLst/>
          </a:prstGeom>
          <a:noFill/>
          <a:ln w="15875">
            <a:solidFill>
              <a:srgbClr val="D87932">
                <a:alpha val="76000"/>
              </a:srgbClr>
            </a:solidFill>
            <a:prstDash val="dash"/>
            <a:headEnd type="none"/>
            <a:tailEnd type="none"/>
          </a:ln>
        </p:spPr>
      </p:sp>
      <p:sp>
        <p:nvSpPr>
          <p:cNvPr id="514" name="Shape 512"/>
          <p:cNvSpPr/>
          <p:nvPr/>
        </p:nvSpPr>
        <p:spPr>
          <a:xfrm>
            <a:off x="1215238" y="4019433"/>
            <a:ext cx="127407" cy="0"/>
          </a:xfrm>
          <a:prstGeom prst="line">
            <a:avLst/>
          </a:prstGeom>
          <a:noFill/>
          <a:ln w="15875">
            <a:solidFill>
              <a:srgbClr val="D87932">
                <a:alpha val="76000"/>
              </a:srgbClr>
            </a:solidFill>
            <a:prstDash val="dash"/>
            <a:headEnd type="none"/>
            <a:tailEnd type="none"/>
          </a:ln>
        </p:spPr>
      </p:sp>
      <p:sp>
        <p:nvSpPr>
          <p:cNvPr id="515" name="Shape 513"/>
          <p:cNvSpPr/>
          <p:nvPr/>
        </p:nvSpPr>
        <p:spPr>
          <a:xfrm>
            <a:off x="1339901" y="4016690"/>
            <a:ext cx="0" cy="312744"/>
          </a:xfrm>
          <a:prstGeom prst="line">
            <a:avLst/>
          </a:prstGeom>
          <a:noFill/>
          <a:ln w="15875">
            <a:solidFill>
              <a:srgbClr val="D87932">
                <a:alpha val="76000"/>
              </a:srgbClr>
            </a:solidFill>
            <a:prstDash val="dash"/>
            <a:headEnd type="none"/>
            <a:tailEnd type="none"/>
          </a:ln>
        </p:spPr>
      </p:sp>
      <p:sp>
        <p:nvSpPr>
          <p:cNvPr id="516" name="Shape 514"/>
          <p:cNvSpPr/>
          <p:nvPr/>
        </p:nvSpPr>
        <p:spPr>
          <a:xfrm>
            <a:off x="1339901" y="4326691"/>
            <a:ext cx="127406" cy="0"/>
          </a:xfrm>
          <a:prstGeom prst="line">
            <a:avLst/>
          </a:prstGeom>
          <a:noFill/>
          <a:ln w="15875">
            <a:solidFill>
              <a:srgbClr val="D87932">
                <a:alpha val="76000"/>
              </a:srgbClr>
            </a:solidFill>
            <a:prstDash val="dash"/>
            <a:headEnd type="none"/>
            <a:tailEnd type="none"/>
          </a:ln>
        </p:spPr>
      </p:sp>
      <p:sp>
        <p:nvSpPr>
          <p:cNvPr id="517" name="Shape 515"/>
          <p:cNvSpPr/>
          <p:nvPr/>
        </p:nvSpPr>
        <p:spPr>
          <a:xfrm>
            <a:off x="1464564" y="4323947"/>
            <a:ext cx="0" cy="251465"/>
          </a:xfrm>
          <a:prstGeom prst="line">
            <a:avLst/>
          </a:prstGeom>
          <a:noFill/>
          <a:ln w="15875">
            <a:solidFill>
              <a:srgbClr val="D87932">
                <a:alpha val="76000"/>
              </a:srgbClr>
            </a:solidFill>
            <a:prstDash val="dash"/>
            <a:headEnd type="none"/>
            <a:tailEnd type="none"/>
          </a:ln>
        </p:spPr>
      </p:sp>
      <p:sp>
        <p:nvSpPr>
          <p:cNvPr id="518" name="Shape 516"/>
          <p:cNvSpPr/>
          <p:nvPr/>
        </p:nvSpPr>
        <p:spPr>
          <a:xfrm>
            <a:off x="1464564" y="4572669"/>
            <a:ext cx="127407" cy="0"/>
          </a:xfrm>
          <a:prstGeom prst="line">
            <a:avLst/>
          </a:prstGeom>
          <a:noFill/>
          <a:ln w="15875">
            <a:solidFill>
              <a:srgbClr val="D87932">
                <a:alpha val="76000"/>
              </a:srgbClr>
            </a:solidFill>
            <a:prstDash val="dash"/>
            <a:headEnd type="none"/>
            <a:tailEnd type="none"/>
          </a:ln>
        </p:spPr>
      </p:sp>
      <p:sp>
        <p:nvSpPr>
          <p:cNvPr id="519" name="Shape 517"/>
          <p:cNvSpPr/>
          <p:nvPr/>
        </p:nvSpPr>
        <p:spPr>
          <a:xfrm>
            <a:off x="1589227" y="4569926"/>
            <a:ext cx="0" cy="165627"/>
          </a:xfrm>
          <a:prstGeom prst="line">
            <a:avLst/>
          </a:prstGeom>
          <a:noFill/>
          <a:ln w="15875">
            <a:solidFill>
              <a:srgbClr val="D87932">
                <a:alpha val="76000"/>
              </a:srgbClr>
            </a:solidFill>
            <a:prstDash val="dash"/>
            <a:headEnd type="none"/>
            <a:tailEnd type="none"/>
          </a:ln>
        </p:spPr>
      </p:sp>
      <p:sp>
        <p:nvSpPr>
          <p:cNvPr id="520" name="Shape 518"/>
          <p:cNvSpPr/>
          <p:nvPr/>
        </p:nvSpPr>
        <p:spPr>
          <a:xfrm>
            <a:off x="1589227" y="4732810"/>
            <a:ext cx="127407" cy="0"/>
          </a:xfrm>
          <a:prstGeom prst="line">
            <a:avLst/>
          </a:prstGeom>
          <a:noFill/>
          <a:ln w="15875">
            <a:solidFill>
              <a:srgbClr val="D87932">
                <a:alpha val="76000"/>
              </a:srgbClr>
            </a:solidFill>
            <a:prstDash val="dash"/>
            <a:headEnd type="none"/>
            <a:tailEnd type="none"/>
          </a:ln>
        </p:spPr>
      </p:sp>
      <p:sp>
        <p:nvSpPr>
          <p:cNvPr id="521" name="Shape 519"/>
          <p:cNvSpPr/>
          <p:nvPr/>
        </p:nvSpPr>
        <p:spPr>
          <a:xfrm>
            <a:off x="1713891" y="4730067"/>
            <a:ext cx="0" cy="93764"/>
          </a:xfrm>
          <a:prstGeom prst="line">
            <a:avLst/>
          </a:prstGeom>
          <a:noFill/>
          <a:ln w="15875">
            <a:solidFill>
              <a:srgbClr val="D87932">
                <a:alpha val="76000"/>
              </a:srgbClr>
            </a:solidFill>
            <a:prstDash val="dash"/>
            <a:headEnd type="none"/>
            <a:tailEnd type="none"/>
          </a:ln>
        </p:spPr>
      </p:sp>
      <p:sp>
        <p:nvSpPr>
          <p:cNvPr id="522" name="Shape 520"/>
          <p:cNvSpPr/>
          <p:nvPr/>
        </p:nvSpPr>
        <p:spPr>
          <a:xfrm>
            <a:off x="1713891" y="4821088"/>
            <a:ext cx="127406" cy="0"/>
          </a:xfrm>
          <a:prstGeom prst="line">
            <a:avLst/>
          </a:prstGeom>
          <a:noFill/>
          <a:ln w="15875">
            <a:solidFill>
              <a:srgbClr val="D87932">
                <a:alpha val="76000"/>
              </a:srgbClr>
            </a:solidFill>
            <a:prstDash val="dash"/>
            <a:headEnd type="none"/>
            <a:tailEnd type="none"/>
          </a:ln>
        </p:spPr>
      </p:sp>
      <p:sp>
        <p:nvSpPr>
          <p:cNvPr id="523" name="Shape 521"/>
          <p:cNvSpPr/>
          <p:nvPr/>
        </p:nvSpPr>
        <p:spPr>
          <a:xfrm>
            <a:off x="1838553" y="4766132"/>
            <a:ext cx="0" cy="57700"/>
          </a:xfrm>
          <a:prstGeom prst="line">
            <a:avLst/>
          </a:prstGeom>
          <a:noFill/>
          <a:ln w="15875">
            <a:solidFill>
              <a:srgbClr val="D87932">
                <a:alpha val="76000"/>
              </a:srgbClr>
            </a:solidFill>
            <a:prstDash val="dash"/>
            <a:headEnd type="none"/>
            <a:tailEnd type="none"/>
          </a:ln>
        </p:spPr>
      </p:sp>
      <p:sp>
        <p:nvSpPr>
          <p:cNvPr id="524" name="Shape 522"/>
          <p:cNvSpPr/>
          <p:nvPr/>
        </p:nvSpPr>
        <p:spPr>
          <a:xfrm>
            <a:off x="1838553" y="4768875"/>
            <a:ext cx="127407" cy="0"/>
          </a:xfrm>
          <a:prstGeom prst="line">
            <a:avLst/>
          </a:prstGeom>
          <a:noFill/>
          <a:ln w="15875">
            <a:solidFill>
              <a:srgbClr val="D87932">
                <a:alpha val="76000"/>
              </a:srgbClr>
            </a:solidFill>
            <a:prstDash val="dash"/>
            <a:headEnd type="none"/>
            <a:tailEnd type="none"/>
          </a:ln>
        </p:spPr>
      </p:sp>
      <p:sp>
        <p:nvSpPr>
          <p:cNvPr id="525" name="Shape 523"/>
          <p:cNvSpPr/>
          <p:nvPr/>
        </p:nvSpPr>
        <p:spPr>
          <a:xfrm>
            <a:off x="1963217" y="4407414"/>
            <a:ext cx="0" cy="364204"/>
          </a:xfrm>
          <a:prstGeom prst="line">
            <a:avLst/>
          </a:prstGeom>
          <a:noFill/>
          <a:ln w="15875">
            <a:solidFill>
              <a:srgbClr val="D87932">
                <a:alpha val="76000"/>
              </a:srgbClr>
            </a:solidFill>
            <a:prstDash val="dash"/>
            <a:headEnd type="none"/>
            <a:tailEnd type="none"/>
          </a:ln>
        </p:spPr>
      </p:sp>
      <p:sp>
        <p:nvSpPr>
          <p:cNvPr id="526" name="Shape 524"/>
          <p:cNvSpPr/>
          <p:nvPr/>
        </p:nvSpPr>
        <p:spPr>
          <a:xfrm>
            <a:off x="1963217" y="4410157"/>
            <a:ext cx="127407" cy="0"/>
          </a:xfrm>
          <a:prstGeom prst="line">
            <a:avLst/>
          </a:prstGeom>
          <a:noFill/>
          <a:ln w="15875">
            <a:solidFill>
              <a:srgbClr val="D87932">
                <a:alpha val="76000"/>
              </a:srgbClr>
            </a:solidFill>
            <a:prstDash val="dash"/>
            <a:headEnd type="none"/>
            <a:tailEnd type="none"/>
          </a:ln>
        </p:spPr>
      </p:sp>
      <p:sp>
        <p:nvSpPr>
          <p:cNvPr id="527" name="Shape 525"/>
          <p:cNvSpPr/>
          <p:nvPr/>
        </p:nvSpPr>
        <p:spPr>
          <a:xfrm>
            <a:off x="2087880" y="4070076"/>
            <a:ext cx="0" cy="342824"/>
          </a:xfrm>
          <a:prstGeom prst="line">
            <a:avLst/>
          </a:prstGeom>
          <a:noFill/>
          <a:ln w="15875">
            <a:solidFill>
              <a:srgbClr val="D87932">
                <a:alpha val="76000"/>
              </a:srgbClr>
            </a:solidFill>
            <a:prstDash val="dash"/>
            <a:headEnd type="none"/>
            <a:tailEnd type="none"/>
          </a:ln>
        </p:spPr>
      </p:sp>
      <p:sp>
        <p:nvSpPr>
          <p:cNvPr id="528" name="Shape 526"/>
          <p:cNvSpPr/>
          <p:nvPr/>
        </p:nvSpPr>
        <p:spPr>
          <a:xfrm>
            <a:off x="2087880" y="4072819"/>
            <a:ext cx="127406" cy="0"/>
          </a:xfrm>
          <a:prstGeom prst="line">
            <a:avLst/>
          </a:prstGeom>
          <a:noFill/>
          <a:ln w="15875">
            <a:solidFill>
              <a:srgbClr val="D87932">
                <a:alpha val="76000"/>
              </a:srgbClr>
            </a:solidFill>
            <a:prstDash val="dash"/>
            <a:headEnd type="none"/>
            <a:tailEnd type="none"/>
          </a:ln>
        </p:spPr>
      </p:sp>
      <p:sp>
        <p:nvSpPr>
          <p:cNvPr id="529" name="Shape 527"/>
          <p:cNvSpPr/>
          <p:nvPr/>
        </p:nvSpPr>
        <p:spPr>
          <a:xfrm>
            <a:off x="2212543" y="3816449"/>
            <a:ext cx="0" cy="259114"/>
          </a:xfrm>
          <a:prstGeom prst="line">
            <a:avLst/>
          </a:prstGeom>
          <a:noFill/>
          <a:ln w="15875">
            <a:solidFill>
              <a:srgbClr val="D87932">
                <a:alpha val="76000"/>
              </a:srgbClr>
            </a:solidFill>
            <a:prstDash val="dash"/>
            <a:headEnd type="none"/>
            <a:tailEnd type="none"/>
          </a:ln>
        </p:spPr>
      </p:sp>
      <p:sp>
        <p:nvSpPr>
          <p:cNvPr id="530" name="Shape 528"/>
          <p:cNvSpPr/>
          <p:nvPr/>
        </p:nvSpPr>
        <p:spPr>
          <a:xfrm>
            <a:off x="2212543" y="3819192"/>
            <a:ext cx="127407" cy="0"/>
          </a:xfrm>
          <a:prstGeom prst="line">
            <a:avLst/>
          </a:prstGeom>
          <a:noFill/>
          <a:ln w="15875">
            <a:solidFill>
              <a:srgbClr val="D87932">
                <a:alpha val="76000"/>
              </a:srgbClr>
            </a:solidFill>
            <a:prstDash val="dash"/>
            <a:headEnd type="none"/>
            <a:tailEnd type="none"/>
          </a:ln>
        </p:spPr>
      </p:sp>
      <p:sp>
        <p:nvSpPr>
          <p:cNvPr id="531" name="Shape 529"/>
          <p:cNvSpPr/>
          <p:nvPr/>
        </p:nvSpPr>
        <p:spPr>
          <a:xfrm>
            <a:off x="2337206" y="3730090"/>
            <a:ext cx="0" cy="91845"/>
          </a:xfrm>
          <a:prstGeom prst="line">
            <a:avLst/>
          </a:prstGeom>
          <a:noFill/>
          <a:ln w="15875">
            <a:solidFill>
              <a:srgbClr val="D87932">
                <a:alpha val="76000"/>
              </a:srgbClr>
            </a:solidFill>
            <a:prstDash val="dash"/>
            <a:headEnd type="none"/>
            <a:tailEnd type="none"/>
          </a:ln>
        </p:spPr>
      </p:sp>
      <p:sp>
        <p:nvSpPr>
          <p:cNvPr id="532" name="Shape 530"/>
          <p:cNvSpPr/>
          <p:nvPr/>
        </p:nvSpPr>
        <p:spPr>
          <a:xfrm>
            <a:off x="2337206" y="3732833"/>
            <a:ext cx="127407" cy="0"/>
          </a:xfrm>
          <a:prstGeom prst="line">
            <a:avLst/>
          </a:prstGeom>
          <a:noFill/>
          <a:ln w="15875">
            <a:solidFill>
              <a:srgbClr val="D87932">
                <a:alpha val="76000"/>
              </a:srgbClr>
            </a:solidFill>
            <a:prstDash val="dash"/>
            <a:headEnd type="none"/>
            <a:tailEnd type="none"/>
          </a:ln>
        </p:spPr>
      </p:sp>
      <p:sp>
        <p:nvSpPr>
          <p:cNvPr id="533" name="Shape 531"/>
          <p:cNvSpPr/>
          <p:nvPr/>
        </p:nvSpPr>
        <p:spPr>
          <a:xfrm>
            <a:off x="2461870" y="3706606"/>
            <a:ext cx="0" cy="28971"/>
          </a:xfrm>
          <a:prstGeom prst="line">
            <a:avLst/>
          </a:prstGeom>
          <a:noFill/>
          <a:ln w="15875">
            <a:solidFill>
              <a:srgbClr val="D87932">
                <a:alpha val="76000"/>
              </a:srgbClr>
            </a:solidFill>
            <a:prstDash val="dash"/>
            <a:headEnd type="none"/>
            <a:tailEnd type="none"/>
          </a:ln>
        </p:spPr>
      </p:sp>
      <p:sp>
        <p:nvSpPr>
          <p:cNvPr id="534" name="Shape 532"/>
          <p:cNvSpPr/>
          <p:nvPr/>
        </p:nvSpPr>
        <p:spPr>
          <a:xfrm>
            <a:off x="2461870" y="3709349"/>
            <a:ext cx="127406" cy="0"/>
          </a:xfrm>
          <a:prstGeom prst="line">
            <a:avLst/>
          </a:prstGeom>
          <a:noFill/>
          <a:ln w="15875">
            <a:solidFill>
              <a:srgbClr val="D87932">
                <a:alpha val="76000"/>
              </a:srgbClr>
            </a:solidFill>
            <a:prstDash val="dash"/>
            <a:headEnd type="none"/>
            <a:tailEnd type="none"/>
          </a:ln>
        </p:spPr>
      </p:sp>
      <p:sp>
        <p:nvSpPr>
          <p:cNvPr id="535" name="Shape 533"/>
          <p:cNvSpPr/>
          <p:nvPr/>
        </p:nvSpPr>
        <p:spPr>
          <a:xfrm>
            <a:off x="2586533" y="3706606"/>
            <a:ext cx="0" cy="45963"/>
          </a:xfrm>
          <a:prstGeom prst="line">
            <a:avLst/>
          </a:prstGeom>
          <a:noFill/>
          <a:ln w="15875">
            <a:solidFill>
              <a:srgbClr val="D87932">
                <a:alpha val="76000"/>
              </a:srgbClr>
            </a:solidFill>
            <a:prstDash val="dash"/>
            <a:headEnd type="none"/>
            <a:tailEnd type="none"/>
          </a:ln>
        </p:spPr>
      </p:sp>
      <p:sp>
        <p:nvSpPr>
          <p:cNvPr id="536" name="Shape 534"/>
          <p:cNvSpPr/>
          <p:nvPr/>
        </p:nvSpPr>
        <p:spPr>
          <a:xfrm>
            <a:off x="2586533" y="3749825"/>
            <a:ext cx="127407" cy="0"/>
          </a:xfrm>
          <a:prstGeom prst="line">
            <a:avLst/>
          </a:prstGeom>
          <a:noFill/>
          <a:ln w="15875">
            <a:solidFill>
              <a:srgbClr val="D87932">
                <a:alpha val="76000"/>
              </a:srgbClr>
            </a:solidFill>
            <a:prstDash val="dash"/>
            <a:headEnd type="none"/>
            <a:tailEnd type="none"/>
          </a:ln>
        </p:spPr>
      </p:sp>
      <p:sp>
        <p:nvSpPr>
          <p:cNvPr id="537" name="Shape 535"/>
          <p:cNvSpPr/>
          <p:nvPr/>
        </p:nvSpPr>
        <p:spPr>
          <a:xfrm>
            <a:off x="2711196" y="3747082"/>
            <a:ext cx="0" cy="193124"/>
          </a:xfrm>
          <a:prstGeom prst="line">
            <a:avLst/>
          </a:prstGeom>
          <a:noFill/>
          <a:ln w="15875">
            <a:solidFill>
              <a:srgbClr val="D87932">
                <a:alpha val="76000"/>
              </a:srgbClr>
            </a:solidFill>
            <a:prstDash val="dash"/>
            <a:headEnd type="none"/>
            <a:tailEnd type="none"/>
          </a:ln>
        </p:spPr>
      </p:sp>
      <p:sp>
        <p:nvSpPr>
          <p:cNvPr id="538" name="Shape 536"/>
          <p:cNvSpPr/>
          <p:nvPr/>
        </p:nvSpPr>
        <p:spPr>
          <a:xfrm>
            <a:off x="2711196" y="3937463"/>
            <a:ext cx="127407" cy="0"/>
          </a:xfrm>
          <a:prstGeom prst="line">
            <a:avLst/>
          </a:prstGeom>
          <a:noFill/>
          <a:ln w="15875">
            <a:solidFill>
              <a:srgbClr val="D87932">
                <a:alpha val="76000"/>
              </a:srgbClr>
            </a:solidFill>
            <a:prstDash val="dash"/>
            <a:headEnd type="none"/>
            <a:tailEnd type="none"/>
          </a:ln>
        </p:spPr>
      </p:sp>
      <p:sp>
        <p:nvSpPr>
          <p:cNvPr id="539" name="Shape 537"/>
          <p:cNvSpPr/>
          <p:nvPr/>
        </p:nvSpPr>
        <p:spPr>
          <a:xfrm>
            <a:off x="2835859" y="3934720"/>
            <a:ext cx="0" cy="271854"/>
          </a:xfrm>
          <a:prstGeom prst="line">
            <a:avLst/>
          </a:prstGeom>
          <a:noFill/>
          <a:ln w="15875">
            <a:solidFill>
              <a:srgbClr val="D87932">
                <a:alpha val="76000"/>
              </a:srgbClr>
            </a:solidFill>
            <a:prstDash val="dash"/>
            <a:headEnd type="none"/>
            <a:tailEnd type="none"/>
          </a:ln>
        </p:spPr>
      </p:sp>
      <p:sp>
        <p:nvSpPr>
          <p:cNvPr id="540" name="Shape 538"/>
          <p:cNvSpPr/>
          <p:nvPr/>
        </p:nvSpPr>
        <p:spPr>
          <a:xfrm>
            <a:off x="2835859" y="4203831"/>
            <a:ext cx="127406" cy="0"/>
          </a:xfrm>
          <a:prstGeom prst="line">
            <a:avLst/>
          </a:prstGeom>
          <a:noFill/>
          <a:ln w="15875">
            <a:solidFill>
              <a:srgbClr val="D87932">
                <a:alpha val="76000"/>
              </a:srgbClr>
            </a:solidFill>
            <a:prstDash val="dash"/>
            <a:headEnd type="none"/>
            <a:tailEnd type="none"/>
          </a:ln>
        </p:spPr>
      </p:sp>
      <p:sp>
        <p:nvSpPr>
          <p:cNvPr id="541" name="Shape 539"/>
          <p:cNvSpPr/>
          <p:nvPr/>
        </p:nvSpPr>
        <p:spPr>
          <a:xfrm>
            <a:off x="2960522" y="4201088"/>
            <a:ext cx="0" cy="200606"/>
          </a:xfrm>
          <a:prstGeom prst="line">
            <a:avLst/>
          </a:prstGeom>
          <a:noFill/>
          <a:ln w="15875">
            <a:solidFill>
              <a:srgbClr val="D87932">
                <a:alpha val="76000"/>
              </a:srgbClr>
            </a:solidFill>
            <a:prstDash val="dash"/>
            <a:headEnd type="none"/>
            <a:tailEnd type="none"/>
          </a:ln>
        </p:spPr>
      </p:sp>
      <p:sp>
        <p:nvSpPr>
          <p:cNvPr id="542" name="Shape 540"/>
          <p:cNvSpPr/>
          <p:nvPr/>
        </p:nvSpPr>
        <p:spPr>
          <a:xfrm>
            <a:off x="2960522" y="4398950"/>
            <a:ext cx="127407" cy="0"/>
          </a:xfrm>
          <a:prstGeom prst="line">
            <a:avLst/>
          </a:prstGeom>
          <a:noFill/>
          <a:ln w="15875">
            <a:solidFill>
              <a:srgbClr val="D87932">
                <a:alpha val="76000"/>
              </a:srgbClr>
            </a:solidFill>
            <a:prstDash val="dash"/>
            <a:headEnd type="none"/>
            <a:tailEnd type="none"/>
          </a:ln>
        </p:spPr>
      </p:sp>
      <p:sp>
        <p:nvSpPr>
          <p:cNvPr id="543" name="Shape 541"/>
          <p:cNvSpPr/>
          <p:nvPr/>
        </p:nvSpPr>
        <p:spPr>
          <a:xfrm>
            <a:off x="3085186" y="4396207"/>
            <a:ext cx="0" cy="102303"/>
          </a:xfrm>
          <a:prstGeom prst="line">
            <a:avLst/>
          </a:prstGeom>
          <a:noFill/>
          <a:ln w="15875">
            <a:solidFill>
              <a:srgbClr val="D87932">
                <a:alpha val="76000"/>
              </a:srgbClr>
            </a:solidFill>
            <a:prstDash val="dash"/>
            <a:headEnd type="none"/>
            <a:tailEnd type="none"/>
          </a:ln>
        </p:spPr>
      </p:sp>
      <p:sp>
        <p:nvSpPr>
          <p:cNvPr id="544" name="Shape 542"/>
          <p:cNvSpPr/>
          <p:nvPr/>
        </p:nvSpPr>
        <p:spPr>
          <a:xfrm>
            <a:off x="3085186" y="4495767"/>
            <a:ext cx="127407" cy="0"/>
          </a:xfrm>
          <a:prstGeom prst="line">
            <a:avLst/>
          </a:prstGeom>
          <a:noFill/>
          <a:ln w="15875">
            <a:solidFill>
              <a:srgbClr val="D87932">
                <a:alpha val="76000"/>
              </a:srgbClr>
            </a:solidFill>
            <a:prstDash val="dash"/>
            <a:headEnd type="none"/>
            <a:tailEnd type="none"/>
          </a:ln>
        </p:spPr>
      </p:sp>
      <p:sp>
        <p:nvSpPr>
          <p:cNvPr id="545" name="Shape 543"/>
          <p:cNvSpPr/>
          <p:nvPr/>
        </p:nvSpPr>
        <p:spPr>
          <a:xfrm>
            <a:off x="3209849" y="4480712"/>
            <a:ext cx="0" cy="17797"/>
          </a:xfrm>
          <a:prstGeom prst="line">
            <a:avLst/>
          </a:prstGeom>
          <a:noFill/>
          <a:ln w="15875">
            <a:solidFill>
              <a:srgbClr val="D87932">
                <a:alpha val="76000"/>
              </a:srgbClr>
            </a:solidFill>
            <a:prstDash val="dash"/>
            <a:headEnd type="none"/>
            <a:tailEnd type="none"/>
          </a:ln>
        </p:spPr>
      </p:sp>
      <p:sp>
        <p:nvSpPr>
          <p:cNvPr id="546" name="Shape 544"/>
          <p:cNvSpPr/>
          <p:nvPr/>
        </p:nvSpPr>
        <p:spPr>
          <a:xfrm>
            <a:off x="3209849" y="4483456"/>
            <a:ext cx="127406" cy="0"/>
          </a:xfrm>
          <a:prstGeom prst="line">
            <a:avLst/>
          </a:prstGeom>
          <a:noFill/>
          <a:ln w="15875">
            <a:solidFill>
              <a:srgbClr val="D87932">
                <a:alpha val="76000"/>
              </a:srgbClr>
            </a:solidFill>
            <a:prstDash val="dash"/>
            <a:headEnd type="none"/>
            <a:tailEnd type="none"/>
          </a:ln>
        </p:spPr>
      </p:sp>
      <p:sp>
        <p:nvSpPr>
          <p:cNvPr id="547" name="Shape 545"/>
          <p:cNvSpPr/>
          <p:nvPr/>
        </p:nvSpPr>
        <p:spPr>
          <a:xfrm>
            <a:off x="3334512" y="4402692"/>
            <a:ext cx="0" cy="83507"/>
          </a:xfrm>
          <a:prstGeom prst="line">
            <a:avLst/>
          </a:prstGeom>
          <a:noFill/>
          <a:ln w="15875">
            <a:solidFill>
              <a:srgbClr val="D87932">
                <a:alpha val="76000"/>
              </a:srgbClr>
            </a:solidFill>
            <a:prstDash val="dash"/>
            <a:headEnd type="none"/>
            <a:tailEnd type="none"/>
          </a:ln>
        </p:spPr>
      </p:sp>
      <p:sp>
        <p:nvSpPr>
          <p:cNvPr id="548" name="Shape 546"/>
          <p:cNvSpPr/>
          <p:nvPr/>
        </p:nvSpPr>
        <p:spPr>
          <a:xfrm>
            <a:off x="3334512" y="4405435"/>
            <a:ext cx="127407" cy="0"/>
          </a:xfrm>
          <a:prstGeom prst="line">
            <a:avLst/>
          </a:prstGeom>
          <a:noFill/>
          <a:ln w="15875">
            <a:solidFill>
              <a:srgbClr val="D87932">
                <a:alpha val="76000"/>
              </a:srgbClr>
            </a:solidFill>
            <a:prstDash val="dash"/>
            <a:headEnd type="none"/>
            <a:tailEnd type="none"/>
          </a:ln>
        </p:spPr>
      </p:sp>
      <p:sp>
        <p:nvSpPr>
          <p:cNvPr id="549" name="Shape 547"/>
          <p:cNvSpPr/>
          <p:nvPr/>
        </p:nvSpPr>
        <p:spPr>
          <a:xfrm>
            <a:off x="3459175" y="4232196"/>
            <a:ext cx="0" cy="175982"/>
          </a:xfrm>
          <a:prstGeom prst="line">
            <a:avLst/>
          </a:prstGeom>
          <a:noFill/>
          <a:ln w="15875">
            <a:solidFill>
              <a:srgbClr val="D87932">
                <a:alpha val="76000"/>
              </a:srgbClr>
            </a:solidFill>
            <a:prstDash val="dash"/>
            <a:headEnd type="none"/>
            <a:tailEnd type="none"/>
          </a:ln>
        </p:spPr>
      </p:sp>
      <p:sp>
        <p:nvSpPr>
          <p:cNvPr id="550" name="Shape 548"/>
          <p:cNvSpPr/>
          <p:nvPr/>
        </p:nvSpPr>
        <p:spPr>
          <a:xfrm>
            <a:off x="3459175" y="4234939"/>
            <a:ext cx="127407" cy="0"/>
          </a:xfrm>
          <a:prstGeom prst="line">
            <a:avLst/>
          </a:prstGeom>
          <a:noFill/>
          <a:ln w="15875">
            <a:solidFill>
              <a:srgbClr val="D87932">
                <a:alpha val="76000"/>
              </a:srgbClr>
            </a:solidFill>
            <a:prstDash val="dash"/>
            <a:headEnd type="none"/>
            <a:tailEnd type="none"/>
          </a:ln>
        </p:spPr>
      </p:sp>
      <p:sp>
        <p:nvSpPr>
          <p:cNvPr id="551" name="Shape 549"/>
          <p:cNvSpPr/>
          <p:nvPr/>
        </p:nvSpPr>
        <p:spPr>
          <a:xfrm>
            <a:off x="3583839" y="4232196"/>
            <a:ext cx="0" cy="73837"/>
          </a:xfrm>
          <a:prstGeom prst="line">
            <a:avLst/>
          </a:prstGeom>
          <a:noFill/>
          <a:ln w="15875">
            <a:solidFill>
              <a:srgbClr val="D87932">
                <a:alpha val="76000"/>
              </a:srgbClr>
            </a:solidFill>
            <a:prstDash val="dash"/>
            <a:headEnd type="none"/>
            <a:tailEnd type="none"/>
          </a:ln>
        </p:spPr>
      </p:sp>
      <p:sp>
        <p:nvSpPr>
          <p:cNvPr id="552" name="Shape 550"/>
          <p:cNvSpPr/>
          <p:nvPr/>
        </p:nvSpPr>
        <p:spPr>
          <a:xfrm>
            <a:off x="3583839" y="4303290"/>
            <a:ext cx="127406" cy="0"/>
          </a:xfrm>
          <a:prstGeom prst="line">
            <a:avLst/>
          </a:prstGeom>
          <a:noFill/>
          <a:ln w="15875">
            <a:solidFill>
              <a:srgbClr val="D87932">
                <a:alpha val="76000"/>
              </a:srgbClr>
            </a:solidFill>
            <a:prstDash val="dash"/>
            <a:headEnd type="none"/>
            <a:tailEnd type="none"/>
          </a:ln>
        </p:spPr>
      </p:sp>
      <p:sp>
        <p:nvSpPr>
          <p:cNvPr id="553" name="Shape 551"/>
          <p:cNvSpPr/>
          <p:nvPr/>
        </p:nvSpPr>
        <p:spPr>
          <a:xfrm>
            <a:off x="3708501" y="4296127"/>
            <a:ext cx="0" cy="9906"/>
          </a:xfrm>
          <a:prstGeom prst="line">
            <a:avLst/>
          </a:prstGeom>
          <a:noFill/>
          <a:ln w="15875">
            <a:solidFill>
              <a:srgbClr val="D87932">
                <a:alpha val="76000"/>
              </a:srgbClr>
            </a:solidFill>
            <a:prstDash val="dash"/>
            <a:headEnd type="none"/>
            <a:tailEnd type="none"/>
          </a:ln>
        </p:spPr>
      </p:sp>
      <p:sp>
        <p:nvSpPr>
          <p:cNvPr id="554" name="Shape 552"/>
          <p:cNvSpPr/>
          <p:nvPr/>
        </p:nvSpPr>
        <p:spPr>
          <a:xfrm>
            <a:off x="3708501" y="4298870"/>
            <a:ext cx="127407" cy="0"/>
          </a:xfrm>
          <a:prstGeom prst="line">
            <a:avLst/>
          </a:prstGeom>
          <a:noFill/>
          <a:ln w="15875">
            <a:solidFill>
              <a:srgbClr val="D87932">
                <a:alpha val="76000"/>
              </a:srgbClr>
            </a:solidFill>
            <a:prstDash val="dash"/>
            <a:headEnd type="none"/>
            <a:tailEnd type="none"/>
          </a:ln>
        </p:spPr>
      </p:sp>
      <p:sp>
        <p:nvSpPr>
          <p:cNvPr id="555" name="Shape 553"/>
          <p:cNvSpPr/>
          <p:nvPr/>
        </p:nvSpPr>
        <p:spPr>
          <a:xfrm>
            <a:off x="3833165" y="4290479"/>
            <a:ext cx="0" cy="11134"/>
          </a:xfrm>
          <a:prstGeom prst="line">
            <a:avLst/>
          </a:prstGeom>
          <a:noFill/>
          <a:ln w="15875">
            <a:solidFill>
              <a:srgbClr val="D87932">
                <a:alpha val="76000"/>
              </a:srgbClr>
            </a:solidFill>
            <a:prstDash val="dash"/>
            <a:headEnd type="none"/>
            <a:tailEnd type="none"/>
          </a:ln>
        </p:spPr>
      </p:sp>
      <p:sp>
        <p:nvSpPr>
          <p:cNvPr id="556" name="Shape 554"/>
          <p:cNvSpPr/>
          <p:nvPr/>
        </p:nvSpPr>
        <p:spPr>
          <a:xfrm>
            <a:off x="3833165" y="4293223"/>
            <a:ext cx="127407" cy="0"/>
          </a:xfrm>
          <a:prstGeom prst="line">
            <a:avLst/>
          </a:prstGeom>
          <a:noFill/>
          <a:ln w="15875">
            <a:solidFill>
              <a:srgbClr val="D87932">
                <a:alpha val="76000"/>
              </a:srgbClr>
            </a:solidFill>
            <a:prstDash val="dash"/>
            <a:headEnd type="none"/>
            <a:tailEnd type="none"/>
          </a:ln>
        </p:spPr>
      </p:sp>
      <p:sp>
        <p:nvSpPr>
          <p:cNvPr id="557" name="Shape 555"/>
          <p:cNvSpPr/>
          <p:nvPr/>
        </p:nvSpPr>
        <p:spPr>
          <a:xfrm>
            <a:off x="3957828" y="4096745"/>
            <a:ext cx="0" cy="199221"/>
          </a:xfrm>
          <a:prstGeom prst="line">
            <a:avLst/>
          </a:prstGeom>
          <a:noFill/>
          <a:ln w="15875">
            <a:solidFill>
              <a:srgbClr val="D87932">
                <a:alpha val="76000"/>
              </a:srgbClr>
            </a:solidFill>
            <a:prstDash val="dash"/>
            <a:headEnd type="none"/>
            <a:tailEnd type="none"/>
          </a:ln>
        </p:spPr>
      </p:sp>
      <p:sp>
        <p:nvSpPr>
          <p:cNvPr id="558" name="Shape 556"/>
          <p:cNvSpPr/>
          <p:nvPr/>
        </p:nvSpPr>
        <p:spPr>
          <a:xfrm>
            <a:off x="3957828" y="4099489"/>
            <a:ext cx="127406" cy="0"/>
          </a:xfrm>
          <a:prstGeom prst="line">
            <a:avLst/>
          </a:prstGeom>
          <a:noFill/>
          <a:ln w="15875">
            <a:solidFill>
              <a:srgbClr val="D87932">
                <a:alpha val="76000"/>
              </a:srgbClr>
            </a:solidFill>
            <a:prstDash val="dash"/>
            <a:headEnd type="none"/>
            <a:tailEnd type="none"/>
          </a:ln>
        </p:spPr>
      </p:sp>
      <p:sp>
        <p:nvSpPr>
          <p:cNvPr id="559" name="Shape 557"/>
          <p:cNvSpPr/>
          <p:nvPr/>
        </p:nvSpPr>
        <p:spPr>
          <a:xfrm>
            <a:off x="4082491" y="3923967"/>
            <a:ext cx="0" cy="178265"/>
          </a:xfrm>
          <a:prstGeom prst="line">
            <a:avLst/>
          </a:prstGeom>
          <a:noFill/>
          <a:ln w="15875">
            <a:solidFill>
              <a:srgbClr val="D87932">
                <a:alpha val="76000"/>
              </a:srgbClr>
            </a:solidFill>
            <a:prstDash val="dash"/>
            <a:headEnd type="none"/>
            <a:tailEnd type="none"/>
          </a:ln>
        </p:spPr>
      </p:sp>
      <p:sp>
        <p:nvSpPr>
          <p:cNvPr id="560" name="Shape 558"/>
          <p:cNvSpPr/>
          <p:nvPr/>
        </p:nvSpPr>
        <p:spPr>
          <a:xfrm>
            <a:off x="4082491" y="3926710"/>
            <a:ext cx="127407" cy="0"/>
          </a:xfrm>
          <a:prstGeom prst="line">
            <a:avLst/>
          </a:prstGeom>
          <a:noFill/>
          <a:ln w="15875">
            <a:solidFill>
              <a:srgbClr val="D87932">
                <a:alpha val="76000"/>
              </a:srgbClr>
            </a:solidFill>
            <a:prstDash val="dash"/>
            <a:headEnd type="none"/>
            <a:tailEnd type="none"/>
          </a:ln>
        </p:spPr>
      </p:sp>
      <p:sp>
        <p:nvSpPr>
          <p:cNvPr id="561" name="Shape 559"/>
          <p:cNvSpPr/>
          <p:nvPr/>
        </p:nvSpPr>
        <p:spPr>
          <a:xfrm>
            <a:off x="4207154" y="3609524"/>
            <a:ext cx="0" cy="319929"/>
          </a:xfrm>
          <a:prstGeom prst="line">
            <a:avLst/>
          </a:prstGeom>
          <a:noFill/>
          <a:ln w="15875">
            <a:solidFill>
              <a:srgbClr val="D87932">
                <a:alpha val="76000"/>
              </a:srgbClr>
            </a:solidFill>
            <a:prstDash val="dash"/>
            <a:headEnd type="none"/>
            <a:tailEnd type="none"/>
          </a:ln>
        </p:spPr>
      </p:sp>
      <p:sp>
        <p:nvSpPr>
          <p:cNvPr id="562" name="Shape 560"/>
          <p:cNvSpPr/>
          <p:nvPr/>
        </p:nvSpPr>
        <p:spPr>
          <a:xfrm>
            <a:off x="4207154" y="3612267"/>
            <a:ext cx="127407" cy="0"/>
          </a:xfrm>
          <a:prstGeom prst="line">
            <a:avLst/>
          </a:prstGeom>
          <a:noFill/>
          <a:ln w="15875">
            <a:solidFill>
              <a:srgbClr val="D87932">
                <a:alpha val="76000"/>
              </a:srgbClr>
            </a:solidFill>
            <a:prstDash val="dash"/>
            <a:headEnd type="none"/>
            <a:tailEnd type="none"/>
          </a:ln>
        </p:spPr>
      </p:sp>
      <p:sp>
        <p:nvSpPr>
          <p:cNvPr id="563" name="Shape 561"/>
          <p:cNvSpPr/>
          <p:nvPr/>
        </p:nvSpPr>
        <p:spPr>
          <a:xfrm>
            <a:off x="4331818" y="3266701"/>
            <a:ext cx="0" cy="348309"/>
          </a:xfrm>
          <a:prstGeom prst="line">
            <a:avLst/>
          </a:prstGeom>
          <a:noFill/>
          <a:ln w="15875">
            <a:solidFill>
              <a:srgbClr val="D87932">
                <a:alpha val="76000"/>
              </a:srgbClr>
            </a:solidFill>
            <a:prstDash val="dash"/>
            <a:headEnd type="none"/>
            <a:tailEnd type="none"/>
          </a:ln>
        </p:spPr>
      </p:sp>
      <p:sp>
        <p:nvSpPr>
          <p:cNvPr id="564" name="Shape 562"/>
          <p:cNvSpPr/>
          <p:nvPr/>
        </p:nvSpPr>
        <p:spPr>
          <a:xfrm>
            <a:off x="4331818" y="3269444"/>
            <a:ext cx="127406" cy="0"/>
          </a:xfrm>
          <a:prstGeom prst="line">
            <a:avLst/>
          </a:prstGeom>
          <a:noFill/>
          <a:ln w="15875">
            <a:solidFill>
              <a:srgbClr val="D87932">
                <a:alpha val="76000"/>
              </a:srgbClr>
            </a:solidFill>
            <a:prstDash val="dash"/>
            <a:headEnd type="none"/>
            <a:tailEnd type="none"/>
          </a:ln>
        </p:spPr>
      </p:sp>
      <p:sp>
        <p:nvSpPr>
          <p:cNvPr id="565" name="Shape 563"/>
          <p:cNvSpPr/>
          <p:nvPr/>
        </p:nvSpPr>
        <p:spPr>
          <a:xfrm>
            <a:off x="4456481" y="2854998"/>
            <a:ext cx="0" cy="417189"/>
          </a:xfrm>
          <a:prstGeom prst="line">
            <a:avLst/>
          </a:prstGeom>
          <a:noFill/>
          <a:ln w="15875">
            <a:solidFill>
              <a:srgbClr val="D87932">
                <a:alpha val="76000"/>
              </a:srgbClr>
            </a:solidFill>
            <a:prstDash val="dash"/>
            <a:headEnd type="none"/>
            <a:tailEnd type="none"/>
          </a:ln>
        </p:spPr>
      </p:sp>
      <p:sp>
        <p:nvSpPr>
          <p:cNvPr id="566" name="Shape 564"/>
          <p:cNvSpPr/>
          <p:nvPr/>
        </p:nvSpPr>
        <p:spPr>
          <a:xfrm>
            <a:off x="4456481" y="2857741"/>
            <a:ext cx="127407" cy="0"/>
          </a:xfrm>
          <a:prstGeom prst="line">
            <a:avLst/>
          </a:prstGeom>
          <a:noFill/>
          <a:ln w="15875">
            <a:solidFill>
              <a:srgbClr val="D87932">
                <a:alpha val="76000"/>
              </a:srgbClr>
            </a:solidFill>
            <a:prstDash val="dash"/>
            <a:headEnd type="none"/>
            <a:tailEnd type="none"/>
          </a:ln>
        </p:spPr>
      </p:sp>
      <p:sp>
        <p:nvSpPr>
          <p:cNvPr id="567" name="Shape 565"/>
          <p:cNvSpPr/>
          <p:nvPr/>
        </p:nvSpPr>
        <p:spPr>
          <a:xfrm>
            <a:off x="4581144" y="2736321"/>
            <a:ext cx="0" cy="124164"/>
          </a:xfrm>
          <a:prstGeom prst="line">
            <a:avLst/>
          </a:prstGeom>
          <a:noFill/>
          <a:ln w="15875">
            <a:solidFill>
              <a:srgbClr val="D87932">
                <a:alpha val="76000"/>
              </a:srgbClr>
            </a:solidFill>
            <a:prstDash val="dash"/>
            <a:headEnd type="none"/>
            <a:tailEnd type="none"/>
          </a:ln>
        </p:spPr>
      </p:sp>
      <p:sp>
        <p:nvSpPr>
          <p:cNvPr id="568" name="Shape 566"/>
          <p:cNvSpPr/>
          <p:nvPr/>
        </p:nvSpPr>
        <p:spPr>
          <a:xfrm>
            <a:off x="4581144" y="2739064"/>
            <a:ext cx="127407" cy="0"/>
          </a:xfrm>
          <a:prstGeom prst="line">
            <a:avLst/>
          </a:prstGeom>
          <a:noFill/>
          <a:ln w="15875">
            <a:solidFill>
              <a:srgbClr val="D87932">
                <a:alpha val="76000"/>
              </a:srgbClr>
            </a:solidFill>
            <a:prstDash val="dash"/>
            <a:headEnd type="none"/>
            <a:tailEnd type="none"/>
          </a:ln>
        </p:spPr>
      </p:sp>
      <p:sp>
        <p:nvSpPr>
          <p:cNvPr id="569" name="Shape 567"/>
          <p:cNvSpPr/>
          <p:nvPr/>
        </p:nvSpPr>
        <p:spPr>
          <a:xfrm>
            <a:off x="4705807" y="2705183"/>
            <a:ext cx="0" cy="36625"/>
          </a:xfrm>
          <a:prstGeom prst="line">
            <a:avLst/>
          </a:prstGeom>
          <a:noFill/>
          <a:ln w="15875">
            <a:solidFill>
              <a:srgbClr val="D87932">
                <a:alpha val="76000"/>
              </a:srgbClr>
            </a:solidFill>
            <a:prstDash val="dash"/>
            <a:headEnd type="none"/>
            <a:tailEnd type="none"/>
          </a:ln>
        </p:spPr>
      </p:sp>
      <p:sp>
        <p:nvSpPr>
          <p:cNvPr id="570" name="Shape 568"/>
          <p:cNvSpPr/>
          <p:nvPr/>
        </p:nvSpPr>
        <p:spPr>
          <a:xfrm>
            <a:off x="4705807" y="2707926"/>
            <a:ext cx="127406" cy="0"/>
          </a:xfrm>
          <a:prstGeom prst="line">
            <a:avLst/>
          </a:prstGeom>
          <a:noFill/>
          <a:ln w="15875">
            <a:solidFill>
              <a:srgbClr val="D87932">
                <a:alpha val="76000"/>
              </a:srgbClr>
            </a:solidFill>
            <a:prstDash val="dash"/>
            <a:headEnd type="none"/>
            <a:tailEnd type="none"/>
          </a:ln>
        </p:spPr>
      </p:sp>
      <p:sp>
        <p:nvSpPr>
          <p:cNvPr id="571" name="Shape 569"/>
          <p:cNvSpPr/>
          <p:nvPr/>
        </p:nvSpPr>
        <p:spPr>
          <a:xfrm>
            <a:off x="4830470" y="2705183"/>
            <a:ext cx="0" cy="296304"/>
          </a:xfrm>
          <a:prstGeom prst="line">
            <a:avLst/>
          </a:prstGeom>
          <a:noFill/>
          <a:ln w="15875">
            <a:solidFill>
              <a:srgbClr val="D87932">
                <a:alpha val="76000"/>
              </a:srgbClr>
            </a:solidFill>
            <a:prstDash val="dash"/>
            <a:headEnd type="none"/>
            <a:tailEnd type="none"/>
          </a:ln>
        </p:spPr>
      </p:sp>
      <p:sp>
        <p:nvSpPr>
          <p:cNvPr id="572" name="Shape 570"/>
          <p:cNvSpPr/>
          <p:nvPr/>
        </p:nvSpPr>
        <p:spPr>
          <a:xfrm>
            <a:off x="4830470" y="2998744"/>
            <a:ext cx="127407" cy="0"/>
          </a:xfrm>
          <a:prstGeom prst="line">
            <a:avLst/>
          </a:prstGeom>
          <a:noFill/>
          <a:ln w="15875">
            <a:solidFill>
              <a:srgbClr val="D87932">
                <a:alpha val="76000"/>
              </a:srgbClr>
            </a:solidFill>
            <a:prstDash val="dash"/>
            <a:headEnd type="none"/>
            <a:tailEnd type="none"/>
          </a:ln>
        </p:spPr>
      </p:sp>
      <p:sp>
        <p:nvSpPr>
          <p:cNvPr id="573" name="Shape 571"/>
          <p:cNvSpPr/>
          <p:nvPr/>
        </p:nvSpPr>
        <p:spPr>
          <a:xfrm>
            <a:off x="4955134" y="2996001"/>
            <a:ext cx="0" cy="261784"/>
          </a:xfrm>
          <a:prstGeom prst="line">
            <a:avLst/>
          </a:prstGeom>
          <a:noFill/>
          <a:ln w="15875">
            <a:solidFill>
              <a:srgbClr val="D87932">
                <a:alpha val="76000"/>
              </a:srgbClr>
            </a:solidFill>
            <a:prstDash val="dash"/>
            <a:headEnd type="none"/>
            <a:tailEnd type="none"/>
          </a:ln>
        </p:spPr>
      </p:sp>
      <p:sp>
        <p:nvSpPr>
          <p:cNvPr id="574" name="Shape 572"/>
          <p:cNvSpPr/>
          <p:nvPr/>
        </p:nvSpPr>
        <p:spPr>
          <a:xfrm>
            <a:off x="4955134" y="3255041"/>
            <a:ext cx="127407" cy="0"/>
          </a:xfrm>
          <a:prstGeom prst="line">
            <a:avLst/>
          </a:prstGeom>
          <a:noFill/>
          <a:ln w="15875">
            <a:solidFill>
              <a:srgbClr val="D87932">
                <a:alpha val="76000"/>
              </a:srgbClr>
            </a:solidFill>
            <a:prstDash val="dash"/>
            <a:headEnd type="none"/>
            <a:tailEnd type="none"/>
          </a:ln>
        </p:spPr>
      </p:sp>
      <p:sp>
        <p:nvSpPr>
          <p:cNvPr id="575" name="Shape 573"/>
          <p:cNvSpPr/>
          <p:nvPr/>
        </p:nvSpPr>
        <p:spPr>
          <a:xfrm>
            <a:off x="5079797" y="3252298"/>
            <a:ext cx="0" cy="243143"/>
          </a:xfrm>
          <a:prstGeom prst="line">
            <a:avLst/>
          </a:prstGeom>
          <a:noFill/>
          <a:ln w="15875">
            <a:solidFill>
              <a:srgbClr val="D87932">
                <a:alpha val="76000"/>
              </a:srgbClr>
            </a:solidFill>
            <a:prstDash val="dash"/>
            <a:headEnd type="none"/>
            <a:tailEnd type="none"/>
          </a:ln>
        </p:spPr>
      </p:sp>
      <p:sp>
        <p:nvSpPr>
          <p:cNvPr id="576" name="Shape 574"/>
          <p:cNvSpPr/>
          <p:nvPr/>
        </p:nvSpPr>
        <p:spPr>
          <a:xfrm>
            <a:off x="5079797" y="3492697"/>
            <a:ext cx="127406" cy="0"/>
          </a:xfrm>
          <a:prstGeom prst="line">
            <a:avLst/>
          </a:prstGeom>
          <a:noFill/>
          <a:ln w="15875">
            <a:solidFill>
              <a:srgbClr val="D87932">
                <a:alpha val="76000"/>
              </a:srgbClr>
            </a:solidFill>
            <a:prstDash val="dash"/>
            <a:headEnd type="none"/>
            <a:tailEnd type="none"/>
          </a:ln>
        </p:spPr>
      </p:sp>
      <p:sp>
        <p:nvSpPr>
          <p:cNvPr id="577" name="Shape 575"/>
          <p:cNvSpPr/>
          <p:nvPr/>
        </p:nvSpPr>
        <p:spPr>
          <a:xfrm>
            <a:off x="5204460" y="3489954"/>
            <a:ext cx="0" cy="331758"/>
          </a:xfrm>
          <a:prstGeom prst="line">
            <a:avLst/>
          </a:prstGeom>
          <a:noFill/>
          <a:ln w="15875">
            <a:solidFill>
              <a:srgbClr val="D87932">
                <a:alpha val="76000"/>
              </a:srgbClr>
            </a:solidFill>
            <a:prstDash val="dash"/>
            <a:headEnd type="none"/>
            <a:tailEnd type="none"/>
          </a:ln>
        </p:spPr>
      </p:sp>
      <p:sp>
        <p:nvSpPr>
          <p:cNvPr id="578" name="Shape 576"/>
          <p:cNvSpPr/>
          <p:nvPr/>
        </p:nvSpPr>
        <p:spPr>
          <a:xfrm>
            <a:off x="5204460" y="3818969"/>
            <a:ext cx="127407" cy="0"/>
          </a:xfrm>
          <a:prstGeom prst="line">
            <a:avLst/>
          </a:prstGeom>
          <a:noFill/>
          <a:ln w="15875">
            <a:solidFill>
              <a:srgbClr val="D87932">
                <a:alpha val="76000"/>
              </a:srgbClr>
            </a:solidFill>
            <a:prstDash val="dash"/>
            <a:headEnd type="none"/>
            <a:tailEnd type="none"/>
          </a:ln>
        </p:spPr>
      </p:sp>
      <p:sp>
        <p:nvSpPr>
          <p:cNvPr id="579" name="Shape 577"/>
          <p:cNvSpPr/>
          <p:nvPr/>
        </p:nvSpPr>
        <p:spPr>
          <a:xfrm>
            <a:off x="5329123" y="3816226"/>
            <a:ext cx="0" cy="18139"/>
          </a:xfrm>
          <a:prstGeom prst="line">
            <a:avLst/>
          </a:prstGeom>
          <a:noFill/>
          <a:ln w="15875">
            <a:solidFill>
              <a:srgbClr val="D87932">
                <a:alpha val="76000"/>
              </a:srgbClr>
            </a:solidFill>
            <a:prstDash val="dash"/>
            <a:headEnd type="none"/>
            <a:tailEnd type="none"/>
          </a:ln>
        </p:spPr>
      </p:sp>
      <p:sp>
        <p:nvSpPr>
          <p:cNvPr id="580" name="Shape 578"/>
          <p:cNvSpPr/>
          <p:nvPr/>
        </p:nvSpPr>
        <p:spPr>
          <a:xfrm>
            <a:off x="5329123" y="3831622"/>
            <a:ext cx="127407" cy="0"/>
          </a:xfrm>
          <a:prstGeom prst="line">
            <a:avLst/>
          </a:prstGeom>
          <a:noFill/>
          <a:ln w="15875">
            <a:solidFill>
              <a:srgbClr val="D87932">
                <a:alpha val="76000"/>
              </a:srgbClr>
            </a:solidFill>
            <a:prstDash val="dash"/>
            <a:headEnd type="none"/>
            <a:tailEnd type="none"/>
          </a:ln>
        </p:spPr>
      </p:sp>
      <p:sp>
        <p:nvSpPr>
          <p:cNvPr id="581" name="Shape 579"/>
          <p:cNvSpPr/>
          <p:nvPr/>
        </p:nvSpPr>
        <p:spPr>
          <a:xfrm>
            <a:off x="5453787" y="3751580"/>
            <a:ext cx="0" cy="82786"/>
          </a:xfrm>
          <a:prstGeom prst="line">
            <a:avLst/>
          </a:prstGeom>
          <a:noFill/>
          <a:ln w="15875">
            <a:solidFill>
              <a:srgbClr val="D87932">
                <a:alpha val="76000"/>
              </a:srgbClr>
            </a:solidFill>
            <a:prstDash val="dash"/>
            <a:headEnd type="none"/>
            <a:tailEnd type="none"/>
          </a:ln>
        </p:spPr>
      </p:sp>
      <p:sp>
        <p:nvSpPr>
          <p:cNvPr id="582" name="Shape 580"/>
          <p:cNvSpPr/>
          <p:nvPr/>
        </p:nvSpPr>
        <p:spPr>
          <a:xfrm>
            <a:off x="5453787" y="3754323"/>
            <a:ext cx="127406" cy="0"/>
          </a:xfrm>
          <a:prstGeom prst="line">
            <a:avLst/>
          </a:prstGeom>
          <a:noFill/>
          <a:ln w="15875">
            <a:solidFill>
              <a:srgbClr val="D87932">
                <a:alpha val="76000"/>
              </a:srgbClr>
            </a:solidFill>
            <a:prstDash val="dash"/>
            <a:headEnd type="none"/>
            <a:tailEnd type="none"/>
          </a:ln>
        </p:spPr>
      </p:sp>
      <p:sp>
        <p:nvSpPr>
          <p:cNvPr id="583" name="Shape 581"/>
          <p:cNvSpPr/>
          <p:nvPr/>
        </p:nvSpPr>
        <p:spPr>
          <a:xfrm>
            <a:off x="5578449" y="3633101"/>
            <a:ext cx="0" cy="123965"/>
          </a:xfrm>
          <a:prstGeom prst="line">
            <a:avLst/>
          </a:prstGeom>
          <a:noFill/>
          <a:ln w="15875">
            <a:solidFill>
              <a:srgbClr val="D87932">
                <a:alpha val="76000"/>
              </a:srgbClr>
            </a:solidFill>
            <a:prstDash val="dash"/>
            <a:headEnd type="none"/>
            <a:tailEnd type="none"/>
          </a:ln>
        </p:spPr>
      </p:sp>
      <p:sp>
        <p:nvSpPr>
          <p:cNvPr id="584" name="Shape 582"/>
          <p:cNvSpPr/>
          <p:nvPr/>
        </p:nvSpPr>
        <p:spPr>
          <a:xfrm>
            <a:off x="5578449" y="3635844"/>
            <a:ext cx="127407" cy="0"/>
          </a:xfrm>
          <a:prstGeom prst="line">
            <a:avLst/>
          </a:prstGeom>
          <a:noFill/>
          <a:ln w="15875">
            <a:solidFill>
              <a:srgbClr val="D87932">
                <a:alpha val="76000"/>
              </a:srgbClr>
            </a:solidFill>
            <a:prstDash val="dash"/>
            <a:headEnd type="none"/>
            <a:tailEnd type="none"/>
          </a:ln>
        </p:spPr>
      </p:sp>
      <p:sp>
        <p:nvSpPr>
          <p:cNvPr id="585" name="Shape 583"/>
          <p:cNvSpPr/>
          <p:nvPr/>
        </p:nvSpPr>
        <p:spPr>
          <a:xfrm>
            <a:off x="5703113" y="3633101"/>
            <a:ext cx="0" cy="30464"/>
          </a:xfrm>
          <a:prstGeom prst="line">
            <a:avLst/>
          </a:prstGeom>
          <a:noFill/>
          <a:ln w="15875">
            <a:solidFill>
              <a:srgbClr val="D87932">
                <a:alpha val="76000"/>
              </a:srgbClr>
            </a:solidFill>
            <a:prstDash val="dash"/>
            <a:headEnd type="none"/>
            <a:tailEnd type="none"/>
          </a:ln>
        </p:spPr>
      </p:sp>
      <p:sp>
        <p:nvSpPr>
          <p:cNvPr id="586" name="Shape 584"/>
          <p:cNvSpPr/>
          <p:nvPr/>
        </p:nvSpPr>
        <p:spPr>
          <a:xfrm>
            <a:off x="5703113" y="3660821"/>
            <a:ext cx="127407" cy="0"/>
          </a:xfrm>
          <a:prstGeom prst="line">
            <a:avLst/>
          </a:prstGeom>
          <a:noFill/>
          <a:ln w="15875">
            <a:solidFill>
              <a:srgbClr val="D87932">
                <a:alpha val="76000"/>
              </a:srgbClr>
            </a:solidFill>
            <a:prstDash val="dash"/>
            <a:headEnd type="none"/>
            <a:tailEnd type="none"/>
          </a:ln>
        </p:spPr>
      </p:sp>
      <p:sp>
        <p:nvSpPr>
          <p:cNvPr id="587" name="Shape 585"/>
          <p:cNvSpPr/>
          <p:nvPr/>
        </p:nvSpPr>
        <p:spPr>
          <a:xfrm>
            <a:off x="5827776" y="3580228"/>
            <a:ext cx="0" cy="83336"/>
          </a:xfrm>
          <a:prstGeom prst="line">
            <a:avLst/>
          </a:prstGeom>
          <a:noFill/>
          <a:ln w="15875">
            <a:solidFill>
              <a:srgbClr val="D87932">
                <a:alpha val="76000"/>
              </a:srgbClr>
            </a:solidFill>
            <a:prstDash val="dash"/>
            <a:headEnd type="none"/>
            <a:tailEnd type="none"/>
          </a:ln>
        </p:spPr>
      </p:sp>
      <p:sp>
        <p:nvSpPr>
          <p:cNvPr id="588" name="Shape 586"/>
          <p:cNvSpPr/>
          <p:nvPr/>
        </p:nvSpPr>
        <p:spPr>
          <a:xfrm>
            <a:off x="5827776" y="3582971"/>
            <a:ext cx="127406" cy="0"/>
          </a:xfrm>
          <a:prstGeom prst="line">
            <a:avLst/>
          </a:prstGeom>
          <a:noFill/>
          <a:ln w="15875">
            <a:solidFill>
              <a:srgbClr val="D87932">
                <a:alpha val="76000"/>
              </a:srgbClr>
            </a:solidFill>
            <a:prstDash val="dash"/>
            <a:headEnd type="none"/>
            <a:tailEnd type="none"/>
          </a:ln>
        </p:spPr>
      </p:sp>
      <p:sp>
        <p:nvSpPr>
          <p:cNvPr id="589" name="Shape 587"/>
          <p:cNvSpPr/>
          <p:nvPr/>
        </p:nvSpPr>
        <p:spPr>
          <a:xfrm>
            <a:off x="5952439" y="3363040"/>
            <a:ext cx="0" cy="222675"/>
          </a:xfrm>
          <a:prstGeom prst="line">
            <a:avLst/>
          </a:prstGeom>
          <a:noFill/>
          <a:ln w="15875">
            <a:solidFill>
              <a:srgbClr val="D87932">
                <a:alpha val="76000"/>
              </a:srgbClr>
            </a:solidFill>
            <a:prstDash val="dash"/>
            <a:headEnd type="none"/>
            <a:tailEnd type="none"/>
          </a:ln>
        </p:spPr>
      </p:sp>
      <p:sp>
        <p:nvSpPr>
          <p:cNvPr id="590" name="Shape 588"/>
          <p:cNvSpPr/>
          <p:nvPr/>
        </p:nvSpPr>
        <p:spPr>
          <a:xfrm>
            <a:off x="5952439" y="3365783"/>
            <a:ext cx="127407" cy="0"/>
          </a:xfrm>
          <a:prstGeom prst="line">
            <a:avLst/>
          </a:prstGeom>
          <a:noFill/>
          <a:ln w="15875">
            <a:solidFill>
              <a:srgbClr val="D87932">
                <a:alpha val="76000"/>
              </a:srgbClr>
            </a:solidFill>
            <a:prstDash val="dash"/>
            <a:headEnd type="none"/>
            <a:tailEnd type="none"/>
          </a:ln>
        </p:spPr>
      </p:sp>
      <p:sp>
        <p:nvSpPr>
          <p:cNvPr id="591" name="Shape 589"/>
          <p:cNvSpPr/>
          <p:nvPr/>
        </p:nvSpPr>
        <p:spPr>
          <a:xfrm>
            <a:off x="6077102" y="3196756"/>
            <a:ext cx="0" cy="171770"/>
          </a:xfrm>
          <a:prstGeom prst="line">
            <a:avLst/>
          </a:prstGeom>
          <a:noFill/>
          <a:ln w="15875">
            <a:solidFill>
              <a:srgbClr val="D87932">
                <a:alpha val="76000"/>
              </a:srgbClr>
            </a:solidFill>
            <a:prstDash val="dash"/>
            <a:headEnd type="none"/>
            <a:tailEnd type="none"/>
          </a:ln>
        </p:spPr>
      </p:sp>
      <p:sp>
        <p:nvSpPr>
          <p:cNvPr id="592" name="Shape 590"/>
          <p:cNvSpPr/>
          <p:nvPr/>
        </p:nvSpPr>
        <p:spPr>
          <a:xfrm>
            <a:off x="6077102" y="3199499"/>
            <a:ext cx="127407" cy="0"/>
          </a:xfrm>
          <a:prstGeom prst="line">
            <a:avLst/>
          </a:prstGeom>
          <a:noFill/>
          <a:ln w="15875">
            <a:solidFill>
              <a:srgbClr val="D87932">
                <a:alpha val="76000"/>
              </a:srgbClr>
            </a:solidFill>
            <a:prstDash val="dash"/>
            <a:headEnd type="none"/>
            <a:tailEnd type="none"/>
          </a:ln>
        </p:spPr>
      </p:sp>
      <p:sp>
        <p:nvSpPr>
          <p:cNvPr id="593" name="Shape 591"/>
          <p:cNvSpPr/>
          <p:nvPr/>
        </p:nvSpPr>
        <p:spPr>
          <a:xfrm>
            <a:off x="6201766" y="3196756"/>
            <a:ext cx="0" cy="61433"/>
          </a:xfrm>
          <a:prstGeom prst="line">
            <a:avLst/>
          </a:prstGeom>
          <a:noFill/>
          <a:ln w="15875">
            <a:solidFill>
              <a:srgbClr val="D87932">
                <a:alpha val="76000"/>
              </a:srgbClr>
            </a:solidFill>
            <a:prstDash val="dash"/>
            <a:headEnd type="none"/>
            <a:tailEnd type="none"/>
          </a:ln>
        </p:spPr>
      </p:sp>
      <p:sp>
        <p:nvSpPr>
          <p:cNvPr id="594" name="Shape 592"/>
          <p:cNvSpPr/>
          <p:nvPr/>
        </p:nvSpPr>
        <p:spPr>
          <a:xfrm>
            <a:off x="6201766" y="3255446"/>
            <a:ext cx="127406" cy="0"/>
          </a:xfrm>
          <a:prstGeom prst="line">
            <a:avLst/>
          </a:prstGeom>
          <a:noFill/>
          <a:ln w="15875">
            <a:solidFill>
              <a:srgbClr val="D87932">
                <a:alpha val="76000"/>
              </a:srgbClr>
            </a:solidFill>
            <a:prstDash val="dash"/>
            <a:headEnd type="none"/>
            <a:tailEnd type="none"/>
          </a:ln>
        </p:spPr>
      </p:sp>
      <p:sp>
        <p:nvSpPr>
          <p:cNvPr id="595" name="Shape 593"/>
          <p:cNvSpPr/>
          <p:nvPr/>
        </p:nvSpPr>
        <p:spPr>
          <a:xfrm>
            <a:off x="6326429" y="3252703"/>
            <a:ext cx="0" cy="137622"/>
          </a:xfrm>
          <a:prstGeom prst="line">
            <a:avLst/>
          </a:prstGeom>
          <a:noFill/>
          <a:ln w="15875">
            <a:solidFill>
              <a:srgbClr val="D87932">
                <a:alpha val="76000"/>
              </a:srgbClr>
            </a:solidFill>
            <a:prstDash val="dash"/>
            <a:headEnd type="none"/>
            <a:tailEnd type="none"/>
          </a:ln>
        </p:spPr>
      </p:sp>
      <p:sp>
        <p:nvSpPr>
          <p:cNvPr id="596" name="Shape 594"/>
          <p:cNvSpPr/>
          <p:nvPr/>
        </p:nvSpPr>
        <p:spPr>
          <a:xfrm>
            <a:off x="6326429" y="3387582"/>
            <a:ext cx="127407" cy="0"/>
          </a:xfrm>
          <a:prstGeom prst="line">
            <a:avLst/>
          </a:prstGeom>
          <a:noFill/>
          <a:ln w="15875">
            <a:solidFill>
              <a:srgbClr val="D87932">
                <a:alpha val="76000"/>
              </a:srgbClr>
            </a:solidFill>
            <a:prstDash val="dash"/>
            <a:headEnd type="none"/>
            <a:tailEnd type="none"/>
          </a:ln>
        </p:spPr>
      </p:sp>
      <p:sp>
        <p:nvSpPr>
          <p:cNvPr id="597" name="Shape 595"/>
          <p:cNvSpPr/>
          <p:nvPr/>
        </p:nvSpPr>
        <p:spPr>
          <a:xfrm>
            <a:off x="6451092" y="3384839"/>
            <a:ext cx="0" cy="50427"/>
          </a:xfrm>
          <a:prstGeom prst="line">
            <a:avLst/>
          </a:prstGeom>
          <a:noFill/>
          <a:ln w="15875">
            <a:solidFill>
              <a:srgbClr val="D87932">
                <a:alpha val="76000"/>
              </a:srgbClr>
            </a:solidFill>
            <a:prstDash val="dash"/>
            <a:headEnd type="none"/>
            <a:tailEnd type="none"/>
          </a:ln>
        </p:spPr>
      </p:sp>
      <p:sp>
        <p:nvSpPr>
          <p:cNvPr id="598" name="Shape 596"/>
          <p:cNvSpPr/>
          <p:nvPr/>
        </p:nvSpPr>
        <p:spPr>
          <a:xfrm>
            <a:off x="6451092" y="3432522"/>
            <a:ext cx="127407" cy="0"/>
          </a:xfrm>
          <a:prstGeom prst="line">
            <a:avLst/>
          </a:prstGeom>
          <a:noFill/>
          <a:ln w="15875">
            <a:solidFill>
              <a:srgbClr val="D87932">
                <a:alpha val="76000"/>
              </a:srgbClr>
            </a:solidFill>
            <a:prstDash val="dash"/>
            <a:headEnd type="none"/>
            <a:tailEnd type="none"/>
          </a:ln>
        </p:spPr>
      </p:sp>
      <p:sp>
        <p:nvSpPr>
          <p:cNvPr id="599" name="Shape 597"/>
          <p:cNvSpPr/>
          <p:nvPr/>
        </p:nvSpPr>
        <p:spPr>
          <a:xfrm>
            <a:off x="6575755" y="3429779"/>
            <a:ext cx="0" cy="46678"/>
          </a:xfrm>
          <a:prstGeom prst="line">
            <a:avLst/>
          </a:prstGeom>
          <a:noFill/>
          <a:ln w="15875">
            <a:solidFill>
              <a:srgbClr val="D87932">
                <a:alpha val="76000"/>
              </a:srgbClr>
            </a:solidFill>
            <a:prstDash val="dash"/>
            <a:headEnd type="none"/>
            <a:tailEnd type="none"/>
          </a:ln>
        </p:spPr>
      </p:sp>
      <p:sp>
        <p:nvSpPr>
          <p:cNvPr id="600" name="Shape 598"/>
          <p:cNvSpPr/>
          <p:nvPr/>
        </p:nvSpPr>
        <p:spPr>
          <a:xfrm>
            <a:off x="6575755" y="3473714"/>
            <a:ext cx="127406" cy="0"/>
          </a:xfrm>
          <a:prstGeom prst="line">
            <a:avLst/>
          </a:prstGeom>
          <a:noFill/>
          <a:ln w="15875">
            <a:solidFill>
              <a:srgbClr val="D87932">
                <a:alpha val="76000"/>
              </a:srgbClr>
            </a:solidFill>
            <a:prstDash val="dash"/>
            <a:headEnd type="none"/>
            <a:tailEnd type="none"/>
          </a:ln>
        </p:spPr>
      </p:sp>
      <p:sp>
        <p:nvSpPr>
          <p:cNvPr id="601" name="Shape 599"/>
          <p:cNvSpPr/>
          <p:nvPr/>
        </p:nvSpPr>
        <p:spPr>
          <a:xfrm>
            <a:off x="6700418" y="3470971"/>
            <a:ext cx="0" cy="62447"/>
          </a:xfrm>
          <a:prstGeom prst="line">
            <a:avLst/>
          </a:prstGeom>
          <a:noFill/>
          <a:ln w="15875">
            <a:solidFill>
              <a:srgbClr val="D87932">
                <a:alpha val="76000"/>
              </a:srgbClr>
            </a:solidFill>
            <a:prstDash val="dash"/>
            <a:headEnd type="none"/>
            <a:tailEnd type="none"/>
          </a:ln>
        </p:spPr>
      </p:sp>
      <p:sp>
        <p:nvSpPr>
          <p:cNvPr id="602" name="Shape 600"/>
          <p:cNvSpPr/>
          <p:nvPr/>
        </p:nvSpPr>
        <p:spPr>
          <a:xfrm>
            <a:off x="6700418" y="3530675"/>
            <a:ext cx="127407" cy="0"/>
          </a:xfrm>
          <a:prstGeom prst="line">
            <a:avLst/>
          </a:prstGeom>
          <a:noFill/>
          <a:ln w="15875">
            <a:solidFill>
              <a:srgbClr val="D87932">
                <a:alpha val="76000"/>
              </a:srgbClr>
            </a:solidFill>
            <a:prstDash val="dash"/>
            <a:headEnd type="none"/>
            <a:tailEnd type="none"/>
          </a:ln>
        </p:spPr>
      </p:sp>
      <p:sp>
        <p:nvSpPr>
          <p:cNvPr id="603" name="Shape 601"/>
          <p:cNvSpPr/>
          <p:nvPr/>
        </p:nvSpPr>
        <p:spPr>
          <a:xfrm>
            <a:off x="6825082" y="3527932"/>
            <a:ext cx="0" cy="166508"/>
          </a:xfrm>
          <a:prstGeom prst="line">
            <a:avLst/>
          </a:prstGeom>
          <a:noFill/>
          <a:ln w="15875">
            <a:solidFill>
              <a:srgbClr val="D87932">
                <a:alpha val="76000"/>
              </a:srgbClr>
            </a:solidFill>
            <a:prstDash val="dash"/>
            <a:headEnd type="none"/>
            <a:tailEnd type="none"/>
          </a:ln>
        </p:spPr>
      </p:sp>
      <p:sp>
        <p:nvSpPr>
          <p:cNvPr id="604" name="Shape 602"/>
          <p:cNvSpPr/>
          <p:nvPr/>
        </p:nvSpPr>
        <p:spPr>
          <a:xfrm>
            <a:off x="6825082" y="3691696"/>
            <a:ext cx="127407" cy="0"/>
          </a:xfrm>
          <a:prstGeom prst="line">
            <a:avLst/>
          </a:prstGeom>
          <a:noFill/>
          <a:ln w="15875">
            <a:solidFill>
              <a:srgbClr val="D87932">
                <a:alpha val="76000"/>
              </a:srgbClr>
            </a:solidFill>
            <a:prstDash val="dash"/>
            <a:headEnd type="none"/>
            <a:tailEnd type="none"/>
          </a:ln>
        </p:spPr>
      </p:sp>
      <p:sp>
        <p:nvSpPr>
          <p:cNvPr id="605" name="Shape 603"/>
          <p:cNvSpPr/>
          <p:nvPr/>
        </p:nvSpPr>
        <p:spPr>
          <a:xfrm>
            <a:off x="6949745" y="3688953"/>
            <a:ext cx="0" cy="169963"/>
          </a:xfrm>
          <a:prstGeom prst="line">
            <a:avLst/>
          </a:prstGeom>
          <a:noFill/>
          <a:ln w="15875">
            <a:solidFill>
              <a:srgbClr val="D87932">
                <a:alpha val="76000"/>
              </a:srgbClr>
            </a:solidFill>
            <a:prstDash val="dash"/>
            <a:headEnd type="none"/>
            <a:tailEnd type="none"/>
          </a:ln>
        </p:spPr>
      </p:sp>
      <p:sp>
        <p:nvSpPr>
          <p:cNvPr id="606" name="Shape 604"/>
          <p:cNvSpPr/>
          <p:nvPr/>
        </p:nvSpPr>
        <p:spPr>
          <a:xfrm>
            <a:off x="6949745" y="3856173"/>
            <a:ext cx="127406" cy="0"/>
          </a:xfrm>
          <a:prstGeom prst="line">
            <a:avLst/>
          </a:prstGeom>
          <a:noFill/>
          <a:ln w="15875">
            <a:solidFill>
              <a:srgbClr val="D87932">
                <a:alpha val="76000"/>
              </a:srgbClr>
            </a:solidFill>
            <a:prstDash val="dash"/>
            <a:headEnd type="none"/>
            <a:tailEnd type="none"/>
          </a:ln>
        </p:spPr>
      </p:sp>
      <p:sp>
        <p:nvSpPr>
          <p:cNvPr id="607" name="Shape 605"/>
          <p:cNvSpPr/>
          <p:nvPr/>
        </p:nvSpPr>
        <p:spPr>
          <a:xfrm>
            <a:off x="7074408" y="3853429"/>
            <a:ext cx="0" cy="130473"/>
          </a:xfrm>
          <a:prstGeom prst="line">
            <a:avLst/>
          </a:prstGeom>
          <a:noFill/>
          <a:ln w="15875">
            <a:solidFill>
              <a:srgbClr val="D87932">
                <a:alpha val="76000"/>
              </a:srgbClr>
            </a:solidFill>
            <a:prstDash val="dash"/>
            <a:headEnd type="none"/>
            <a:tailEnd type="none"/>
          </a:ln>
        </p:spPr>
      </p:sp>
      <p:sp>
        <p:nvSpPr>
          <p:cNvPr id="608" name="Shape 606"/>
          <p:cNvSpPr/>
          <p:nvPr/>
        </p:nvSpPr>
        <p:spPr>
          <a:xfrm>
            <a:off x="7074408" y="3981160"/>
            <a:ext cx="127407" cy="0"/>
          </a:xfrm>
          <a:prstGeom prst="line">
            <a:avLst/>
          </a:prstGeom>
          <a:noFill/>
          <a:ln w="15875">
            <a:solidFill>
              <a:srgbClr val="D87932">
                <a:alpha val="76000"/>
              </a:srgbClr>
            </a:solidFill>
            <a:prstDash val="dash"/>
            <a:headEnd type="none"/>
            <a:tailEnd type="none"/>
          </a:ln>
        </p:spPr>
      </p:sp>
      <p:sp>
        <p:nvSpPr>
          <p:cNvPr id="609" name="Shape 607"/>
          <p:cNvSpPr/>
          <p:nvPr/>
        </p:nvSpPr>
        <p:spPr>
          <a:xfrm>
            <a:off x="7199071" y="3970027"/>
            <a:ext cx="0" cy="13876"/>
          </a:xfrm>
          <a:prstGeom prst="line">
            <a:avLst/>
          </a:prstGeom>
          <a:noFill/>
          <a:ln w="15875">
            <a:solidFill>
              <a:srgbClr val="D87932">
                <a:alpha val="76000"/>
              </a:srgbClr>
            </a:solidFill>
            <a:prstDash val="dash"/>
            <a:headEnd type="none"/>
            <a:tailEnd type="none"/>
          </a:ln>
        </p:spPr>
      </p:sp>
      <p:sp>
        <p:nvSpPr>
          <p:cNvPr id="610" name="Shape 608"/>
          <p:cNvSpPr/>
          <p:nvPr/>
        </p:nvSpPr>
        <p:spPr>
          <a:xfrm>
            <a:off x="7199071" y="3972770"/>
            <a:ext cx="127407" cy="0"/>
          </a:xfrm>
          <a:prstGeom prst="line">
            <a:avLst/>
          </a:prstGeom>
          <a:noFill/>
          <a:ln w="15875">
            <a:solidFill>
              <a:srgbClr val="D87932">
                <a:alpha val="76000"/>
              </a:srgbClr>
            </a:solidFill>
            <a:prstDash val="dash"/>
            <a:headEnd type="none"/>
            <a:tailEnd type="none"/>
          </a:ln>
        </p:spPr>
      </p:sp>
      <p:sp>
        <p:nvSpPr>
          <p:cNvPr id="611" name="Shape 609"/>
          <p:cNvSpPr/>
          <p:nvPr/>
        </p:nvSpPr>
        <p:spPr>
          <a:xfrm>
            <a:off x="7323735" y="3970027"/>
            <a:ext cx="0" cy="14348"/>
          </a:xfrm>
          <a:prstGeom prst="line">
            <a:avLst/>
          </a:prstGeom>
          <a:noFill/>
          <a:ln w="15875">
            <a:solidFill>
              <a:srgbClr val="D87932">
                <a:alpha val="76000"/>
              </a:srgbClr>
            </a:solidFill>
            <a:prstDash val="dash"/>
            <a:headEnd type="none"/>
            <a:tailEnd type="none"/>
          </a:ln>
        </p:spPr>
      </p:sp>
      <p:sp>
        <p:nvSpPr>
          <p:cNvPr id="612" name="Shape 610"/>
          <p:cNvSpPr/>
          <p:nvPr/>
        </p:nvSpPr>
        <p:spPr>
          <a:xfrm>
            <a:off x="7323735" y="3981631"/>
            <a:ext cx="127406" cy="0"/>
          </a:xfrm>
          <a:prstGeom prst="line">
            <a:avLst/>
          </a:prstGeom>
          <a:noFill/>
          <a:ln w="15875">
            <a:solidFill>
              <a:srgbClr val="D87932">
                <a:alpha val="76000"/>
              </a:srgbClr>
            </a:solidFill>
            <a:prstDash val="dash"/>
            <a:headEnd type="none"/>
            <a:tailEnd type="none"/>
          </a:ln>
        </p:spPr>
      </p:sp>
      <p:sp>
        <p:nvSpPr>
          <p:cNvPr id="613" name="Shape 611"/>
          <p:cNvSpPr/>
          <p:nvPr/>
        </p:nvSpPr>
        <p:spPr>
          <a:xfrm>
            <a:off x="7448397" y="3771241"/>
            <a:ext cx="0" cy="213134"/>
          </a:xfrm>
          <a:prstGeom prst="line">
            <a:avLst/>
          </a:prstGeom>
          <a:noFill/>
          <a:ln w="15875">
            <a:solidFill>
              <a:srgbClr val="D87932">
                <a:alpha val="76000"/>
              </a:srgbClr>
            </a:solidFill>
            <a:prstDash val="dash"/>
            <a:headEnd type="none"/>
            <a:tailEnd type="none"/>
          </a:ln>
        </p:spPr>
      </p:sp>
      <p:sp>
        <p:nvSpPr>
          <p:cNvPr id="614" name="Shape 612"/>
          <p:cNvSpPr/>
          <p:nvPr/>
        </p:nvSpPr>
        <p:spPr>
          <a:xfrm>
            <a:off x="7448397" y="3773984"/>
            <a:ext cx="127407" cy="0"/>
          </a:xfrm>
          <a:prstGeom prst="line">
            <a:avLst/>
          </a:prstGeom>
          <a:noFill/>
          <a:ln w="15875">
            <a:solidFill>
              <a:srgbClr val="D87932">
                <a:alpha val="76000"/>
              </a:srgbClr>
            </a:solidFill>
            <a:prstDash val="dash"/>
            <a:headEnd type="none"/>
            <a:tailEnd type="none"/>
          </a:ln>
        </p:spPr>
      </p:sp>
      <p:sp>
        <p:nvSpPr>
          <p:cNvPr id="615" name="Shape 613"/>
          <p:cNvSpPr/>
          <p:nvPr/>
        </p:nvSpPr>
        <p:spPr>
          <a:xfrm>
            <a:off x="7573061" y="3421021"/>
            <a:ext cx="0" cy="355707"/>
          </a:xfrm>
          <a:prstGeom prst="line">
            <a:avLst/>
          </a:prstGeom>
          <a:noFill/>
          <a:ln w="15875">
            <a:solidFill>
              <a:srgbClr val="D87932">
                <a:alpha val="76000"/>
              </a:srgbClr>
            </a:solidFill>
            <a:prstDash val="dash"/>
            <a:headEnd type="none"/>
            <a:tailEnd type="none"/>
          </a:ln>
        </p:spPr>
      </p:sp>
      <p:sp>
        <p:nvSpPr>
          <p:cNvPr id="616" name="Shape 614"/>
          <p:cNvSpPr/>
          <p:nvPr/>
        </p:nvSpPr>
        <p:spPr>
          <a:xfrm>
            <a:off x="7573061" y="3423764"/>
            <a:ext cx="127407" cy="0"/>
          </a:xfrm>
          <a:prstGeom prst="line">
            <a:avLst/>
          </a:prstGeom>
          <a:noFill/>
          <a:ln w="15875">
            <a:solidFill>
              <a:srgbClr val="D87932">
                <a:alpha val="76000"/>
              </a:srgbClr>
            </a:solidFill>
            <a:prstDash val="dash"/>
            <a:headEnd type="none"/>
            <a:tailEnd type="none"/>
          </a:ln>
        </p:spPr>
      </p:sp>
      <p:sp>
        <p:nvSpPr>
          <p:cNvPr id="617" name="Shape 615"/>
          <p:cNvSpPr/>
          <p:nvPr/>
        </p:nvSpPr>
        <p:spPr>
          <a:xfrm>
            <a:off x="7697724" y="2997605"/>
            <a:ext cx="0" cy="428902"/>
          </a:xfrm>
          <a:prstGeom prst="line">
            <a:avLst/>
          </a:prstGeom>
          <a:noFill/>
          <a:ln w="15875">
            <a:solidFill>
              <a:srgbClr val="D87932">
                <a:alpha val="76000"/>
              </a:srgbClr>
            </a:solidFill>
            <a:prstDash val="dash"/>
            <a:headEnd type="none"/>
            <a:tailEnd type="none"/>
          </a:ln>
        </p:spPr>
      </p:sp>
      <p:sp>
        <p:nvSpPr>
          <p:cNvPr id="618" name="Shape 616"/>
          <p:cNvSpPr/>
          <p:nvPr/>
        </p:nvSpPr>
        <p:spPr>
          <a:xfrm>
            <a:off x="7697724" y="3000348"/>
            <a:ext cx="127406" cy="0"/>
          </a:xfrm>
          <a:prstGeom prst="line">
            <a:avLst/>
          </a:prstGeom>
          <a:noFill/>
          <a:ln w="15875">
            <a:solidFill>
              <a:srgbClr val="D87932">
                <a:alpha val="76000"/>
              </a:srgbClr>
            </a:solidFill>
            <a:prstDash val="dash"/>
            <a:headEnd type="none"/>
            <a:tailEnd type="none"/>
          </a:ln>
        </p:spPr>
      </p:sp>
      <p:sp>
        <p:nvSpPr>
          <p:cNvPr id="619" name="Shape 617"/>
          <p:cNvSpPr/>
          <p:nvPr/>
        </p:nvSpPr>
        <p:spPr>
          <a:xfrm>
            <a:off x="7822387" y="2613437"/>
            <a:ext cx="0" cy="389654"/>
          </a:xfrm>
          <a:prstGeom prst="line">
            <a:avLst/>
          </a:prstGeom>
          <a:noFill/>
          <a:ln w="15875">
            <a:solidFill>
              <a:srgbClr val="D87932">
                <a:alpha val="76000"/>
              </a:srgbClr>
            </a:solidFill>
            <a:prstDash val="dash"/>
            <a:headEnd type="none"/>
            <a:tailEnd type="none"/>
          </a:ln>
        </p:spPr>
      </p:sp>
      <p:sp>
        <p:nvSpPr>
          <p:cNvPr id="620" name="Shape 618"/>
          <p:cNvSpPr/>
          <p:nvPr/>
        </p:nvSpPr>
        <p:spPr>
          <a:xfrm>
            <a:off x="7822387" y="2616180"/>
            <a:ext cx="127407" cy="0"/>
          </a:xfrm>
          <a:prstGeom prst="line">
            <a:avLst/>
          </a:prstGeom>
          <a:noFill/>
          <a:ln w="15875">
            <a:solidFill>
              <a:srgbClr val="D87932">
                <a:alpha val="76000"/>
              </a:srgbClr>
            </a:solidFill>
            <a:prstDash val="dash"/>
            <a:headEnd type="none"/>
            <a:tailEnd type="none"/>
          </a:ln>
        </p:spPr>
      </p:sp>
      <p:sp>
        <p:nvSpPr>
          <p:cNvPr id="621" name="Shape 619"/>
          <p:cNvSpPr/>
          <p:nvPr/>
        </p:nvSpPr>
        <p:spPr>
          <a:xfrm>
            <a:off x="7947050" y="2298921"/>
            <a:ext cx="0" cy="320003"/>
          </a:xfrm>
          <a:prstGeom prst="line">
            <a:avLst/>
          </a:prstGeom>
          <a:noFill/>
          <a:ln w="15875">
            <a:solidFill>
              <a:srgbClr val="D87932">
                <a:alpha val="76000"/>
              </a:srgbClr>
            </a:solidFill>
            <a:prstDash val="dash"/>
            <a:headEnd type="none"/>
            <a:tailEnd type="none"/>
          </a:ln>
        </p:spPr>
      </p:sp>
      <p:sp>
        <p:nvSpPr>
          <p:cNvPr id="622" name="Shape 620"/>
          <p:cNvSpPr/>
          <p:nvPr/>
        </p:nvSpPr>
        <p:spPr>
          <a:xfrm>
            <a:off x="7947050" y="2301664"/>
            <a:ext cx="127407" cy="0"/>
          </a:xfrm>
          <a:prstGeom prst="line">
            <a:avLst/>
          </a:prstGeom>
          <a:noFill/>
          <a:ln w="15875">
            <a:solidFill>
              <a:srgbClr val="D87932">
                <a:alpha val="76000"/>
              </a:srgbClr>
            </a:solidFill>
            <a:prstDash val="dash"/>
            <a:headEnd type="none"/>
            <a:tailEnd type="none"/>
          </a:ln>
        </p:spPr>
      </p:sp>
      <p:sp>
        <p:nvSpPr>
          <p:cNvPr id="623" name="Shape 621"/>
          <p:cNvSpPr/>
          <p:nvPr/>
        </p:nvSpPr>
        <p:spPr>
          <a:xfrm>
            <a:off x="8071714" y="2298921"/>
            <a:ext cx="0" cy="82072"/>
          </a:xfrm>
          <a:prstGeom prst="line">
            <a:avLst/>
          </a:prstGeom>
          <a:noFill/>
          <a:ln w="15875">
            <a:solidFill>
              <a:srgbClr val="D87932">
                <a:alpha val="76000"/>
              </a:srgbClr>
            </a:solidFill>
            <a:prstDash val="dash"/>
            <a:headEnd type="none"/>
            <a:tailEnd type="none"/>
          </a:ln>
        </p:spPr>
      </p:sp>
      <p:sp>
        <p:nvSpPr>
          <p:cNvPr id="624" name="Shape 622"/>
          <p:cNvSpPr/>
          <p:nvPr/>
        </p:nvSpPr>
        <p:spPr>
          <a:xfrm>
            <a:off x="8071714" y="2378250"/>
            <a:ext cx="127406" cy="0"/>
          </a:xfrm>
          <a:prstGeom prst="line">
            <a:avLst/>
          </a:prstGeom>
          <a:noFill/>
          <a:ln w="15875">
            <a:solidFill>
              <a:srgbClr val="D87932">
                <a:alpha val="76000"/>
              </a:srgbClr>
            </a:solidFill>
            <a:prstDash val="dash"/>
            <a:headEnd type="none"/>
            <a:tailEnd type="none"/>
          </a:ln>
        </p:spPr>
      </p:sp>
      <p:sp>
        <p:nvSpPr>
          <p:cNvPr id="625" name="Shape 623"/>
          <p:cNvSpPr/>
          <p:nvPr/>
        </p:nvSpPr>
        <p:spPr>
          <a:xfrm>
            <a:off x="8196377" y="2375507"/>
            <a:ext cx="0" cy="338451"/>
          </a:xfrm>
          <a:prstGeom prst="line">
            <a:avLst/>
          </a:prstGeom>
          <a:noFill/>
          <a:ln w="15875">
            <a:solidFill>
              <a:srgbClr val="D87932">
                <a:alpha val="76000"/>
              </a:srgbClr>
            </a:solidFill>
            <a:prstDash val="dash"/>
            <a:headEnd type="none"/>
            <a:tailEnd type="none"/>
          </a:ln>
        </p:spPr>
      </p:sp>
      <p:sp>
        <p:nvSpPr>
          <p:cNvPr id="626" name="Shape 624"/>
          <p:cNvSpPr/>
          <p:nvPr/>
        </p:nvSpPr>
        <p:spPr>
          <a:xfrm>
            <a:off x="8196377" y="2711214"/>
            <a:ext cx="127407" cy="0"/>
          </a:xfrm>
          <a:prstGeom prst="line">
            <a:avLst/>
          </a:prstGeom>
          <a:noFill/>
          <a:ln w="15875">
            <a:solidFill>
              <a:srgbClr val="D87932">
                <a:alpha val="76000"/>
              </a:srgbClr>
            </a:solidFill>
            <a:prstDash val="dash"/>
            <a:headEnd type="none"/>
            <a:tailEnd type="none"/>
          </a:ln>
        </p:spPr>
      </p:sp>
      <p:sp>
        <p:nvSpPr>
          <p:cNvPr id="627" name="Shape 625"/>
          <p:cNvSpPr/>
          <p:nvPr/>
        </p:nvSpPr>
        <p:spPr>
          <a:xfrm>
            <a:off x="8321040" y="2708471"/>
            <a:ext cx="0" cy="265847"/>
          </a:xfrm>
          <a:prstGeom prst="line">
            <a:avLst/>
          </a:prstGeom>
          <a:noFill/>
          <a:ln w="15875">
            <a:solidFill>
              <a:srgbClr val="D87932">
                <a:alpha val="76000"/>
              </a:srgbClr>
            </a:solidFill>
            <a:prstDash val="dash"/>
            <a:headEnd type="none"/>
            <a:tailEnd type="none"/>
          </a:ln>
        </p:spPr>
      </p:sp>
      <p:sp>
        <p:nvSpPr>
          <p:cNvPr id="628" name="Shape 626"/>
          <p:cNvSpPr/>
          <p:nvPr/>
        </p:nvSpPr>
        <p:spPr>
          <a:xfrm>
            <a:off x="841248" y="2296936"/>
            <a:ext cx="127407" cy="0"/>
          </a:xfrm>
          <a:prstGeom prst="line">
            <a:avLst/>
          </a:prstGeom>
          <a:noFill/>
          <a:ln w="15875">
            <a:solidFill>
              <a:srgbClr val="A64E8E">
                <a:alpha val="76000"/>
              </a:srgbClr>
            </a:solidFill>
            <a:prstDash val="dash"/>
            <a:headEnd type="none"/>
            <a:tailEnd type="none"/>
          </a:ln>
        </p:spPr>
      </p:sp>
      <p:sp>
        <p:nvSpPr>
          <p:cNvPr id="629" name="Shape 627"/>
          <p:cNvSpPr/>
          <p:nvPr/>
        </p:nvSpPr>
        <p:spPr>
          <a:xfrm>
            <a:off x="965911" y="2233380"/>
            <a:ext cx="0" cy="66298"/>
          </a:xfrm>
          <a:prstGeom prst="line">
            <a:avLst/>
          </a:prstGeom>
          <a:noFill/>
          <a:ln w="15875">
            <a:solidFill>
              <a:srgbClr val="A64E8E">
                <a:alpha val="76000"/>
              </a:srgbClr>
            </a:solidFill>
            <a:prstDash val="dash"/>
            <a:headEnd type="none"/>
            <a:tailEnd type="none"/>
          </a:ln>
        </p:spPr>
      </p:sp>
      <p:sp>
        <p:nvSpPr>
          <p:cNvPr id="630" name="Shape 628"/>
          <p:cNvSpPr/>
          <p:nvPr/>
        </p:nvSpPr>
        <p:spPr>
          <a:xfrm>
            <a:off x="965911" y="2236124"/>
            <a:ext cx="127406" cy="0"/>
          </a:xfrm>
          <a:prstGeom prst="line">
            <a:avLst/>
          </a:prstGeom>
          <a:noFill/>
          <a:ln w="15875">
            <a:solidFill>
              <a:srgbClr val="A64E8E">
                <a:alpha val="76000"/>
              </a:srgbClr>
            </a:solidFill>
            <a:prstDash val="dash"/>
            <a:headEnd type="none"/>
            <a:tailEnd type="none"/>
          </a:ln>
        </p:spPr>
      </p:sp>
      <p:sp>
        <p:nvSpPr>
          <p:cNvPr id="631" name="Shape 629"/>
          <p:cNvSpPr/>
          <p:nvPr/>
        </p:nvSpPr>
        <p:spPr>
          <a:xfrm>
            <a:off x="1090574" y="2233380"/>
            <a:ext cx="0" cy="164695"/>
          </a:xfrm>
          <a:prstGeom prst="line">
            <a:avLst/>
          </a:prstGeom>
          <a:noFill/>
          <a:ln w="15875">
            <a:solidFill>
              <a:srgbClr val="A64E8E">
                <a:alpha val="76000"/>
              </a:srgbClr>
            </a:solidFill>
            <a:prstDash val="dash"/>
            <a:headEnd type="none"/>
            <a:tailEnd type="none"/>
          </a:ln>
        </p:spPr>
      </p:sp>
      <p:sp>
        <p:nvSpPr>
          <p:cNvPr id="632" name="Shape 630"/>
          <p:cNvSpPr/>
          <p:nvPr/>
        </p:nvSpPr>
        <p:spPr>
          <a:xfrm>
            <a:off x="1090574" y="2395332"/>
            <a:ext cx="127407" cy="0"/>
          </a:xfrm>
          <a:prstGeom prst="line">
            <a:avLst/>
          </a:prstGeom>
          <a:noFill/>
          <a:ln w="15875">
            <a:solidFill>
              <a:srgbClr val="A64E8E">
                <a:alpha val="76000"/>
              </a:srgbClr>
            </a:solidFill>
            <a:prstDash val="dash"/>
            <a:headEnd type="none"/>
            <a:tailEnd type="none"/>
          </a:ln>
        </p:spPr>
      </p:sp>
      <p:sp>
        <p:nvSpPr>
          <p:cNvPr id="633" name="Shape 631"/>
          <p:cNvSpPr/>
          <p:nvPr/>
        </p:nvSpPr>
        <p:spPr>
          <a:xfrm>
            <a:off x="1215238" y="2392589"/>
            <a:ext cx="0" cy="164694"/>
          </a:xfrm>
          <a:prstGeom prst="line">
            <a:avLst/>
          </a:prstGeom>
          <a:noFill/>
          <a:ln w="15875">
            <a:solidFill>
              <a:srgbClr val="A64E8E">
                <a:alpha val="76000"/>
              </a:srgbClr>
            </a:solidFill>
            <a:prstDash val="dash"/>
            <a:headEnd type="none"/>
            <a:tailEnd type="none"/>
          </a:ln>
        </p:spPr>
      </p:sp>
      <p:sp>
        <p:nvSpPr>
          <p:cNvPr id="634" name="Shape 632"/>
          <p:cNvSpPr/>
          <p:nvPr/>
        </p:nvSpPr>
        <p:spPr>
          <a:xfrm>
            <a:off x="1215238" y="2554539"/>
            <a:ext cx="127407" cy="0"/>
          </a:xfrm>
          <a:prstGeom prst="line">
            <a:avLst/>
          </a:prstGeom>
          <a:noFill/>
          <a:ln w="15875">
            <a:solidFill>
              <a:srgbClr val="A64E8E">
                <a:alpha val="76000"/>
              </a:srgbClr>
            </a:solidFill>
            <a:prstDash val="dash"/>
            <a:headEnd type="none"/>
            <a:tailEnd type="none"/>
          </a:ln>
        </p:spPr>
      </p:sp>
      <p:sp>
        <p:nvSpPr>
          <p:cNvPr id="635" name="Shape 633"/>
          <p:cNvSpPr/>
          <p:nvPr/>
        </p:nvSpPr>
        <p:spPr>
          <a:xfrm>
            <a:off x="1339901" y="2551796"/>
            <a:ext cx="0" cy="103882"/>
          </a:xfrm>
          <a:prstGeom prst="line">
            <a:avLst/>
          </a:prstGeom>
          <a:noFill/>
          <a:ln w="15875">
            <a:solidFill>
              <a:srgbClr val="A64E8E">
                <a:alpha val="76000"/>
              </a:srgbClr>
            </a:solidFill>
            <a:prstDash val="dash"/>
            <a:headEnd type="none"/>
            <a:tailEnd type="none"/>
          </a:ln>
        </p:spPr>
      </p:sp>
      <p:sp>
        <p:nvSpPr>
          <p:cNvPr id="636" name="Shape 634"/>
          <p:cNvSpPr/>
          <p:nvPr/>
        </p:nvSpPr>
        <p:spPr>
          <a:xfrm>
            <a:off x="1339901" y="2652935"/>
            <a:ext cx="127406" cy="0"/>
          </a:xfrm>
          <a:prstGeom prst="line">
            <a:avLst/>
          </a:prstGeom>
          <a:noFill/>
          <a:ln w="15875">
            <a:solidFill>
              <a:srgbClr val="A64E8E">
                <a:alpha val="76000"/>
              </a:srgbClr>
            </a:solidFill>
            <a:prstDash val="dash"/>
            <a:headEnd type="none"/>
            <a:tailEnd type="none"/>
          </a:ln>
        </p:spPr>
      </p:sp>
      <p:sp>
        <p:nvSpPr>
          <p:cNvPr id="637" name="Shape 635"/>
          <p:cNvSpPr/>
          <p:nvPr/>
        </p:nvSpPr>
        <p:spPr>
          <a:xfrm>
            <a:off x="1464564" y="2650191"/>
            <a:ext cx="0" cy="103883"/>
          </a:xfrm>
          <a:prstGeom prst="line">
            <a:avLst/>
          </a:prstGeom>
          <a:noFill/>
          <a:ln w="15875">
            <a:solidFill>
              <a:srgbClr val="A64E8E">
                <a:alpha val="76000"/>
              </a:srgbClr>
            </a:solidFill>
            <a:prstDash val="dash"/>
            <a:headEnd type="none"/>
            <a:tailEnd type="none"/>
          </a:ln>
        </p:spPr>
      </p:sp>
      <p:sp>
        <p:nvSpPr>
          <p:cNvPr id="638" name="Shape 636"/>
          <p:cNvSpPr/>
          <p:nvPr/>
        </p:nvSpPr>
        <p:spPr>
          <a:xfrm>
            <a:off x="1464564" y="2751331"/>
            <a:ext cx="127407" cy="0"/>
          </a:xfrm>
          <a:prstGeom prst="line">
            <a:avLst/>
          </a:prstGeom>
          <a:noFill/>
          <a:ln w="15875">
            <a:solidFill>
              <a:srgbClr val="A64E8E">
                <a:alpha val="76000"/>
              </a:srgbClr>
            </a:solidFill>
            <a:prstDash val="dash"/>
            <a:headEnd type="none"/>
            <a:tailEnd type="none"/>
          </a:ln>
        </p:spPr>
      </p:sp>
      <p:sp>
        <p:nvSpPr>
          <p:cNvPr id="639" name="Shape 637"/>
          <p:cNvSpPr/>
          <p:nvPr/>
        </p:nvSpPr>
        <p:spPr>
          <a:xfrm>
            <a:off x="1589227" y="2748588"/>
            <a:ext cx="0" cy="164694"/>
          </a:xfrm>
          <a:prstGeom prst="line">
            <a:avLst/>
          </a:prstGeom>
          <a:noFill/>
          <a:ln w="15875">
            <a:solidFill>
              <a:srgbClr val="A64E8E">
                <a:alpha val="76000"/>
              </a:srgbClr>
            </a:solidFill>
            <a:prstDash val="dash"/>
            <a:headEnd type="none"/>
            <a:tailEnd type="none"/>
          </a:ln>
        </p:spPr>
      </p:sp>
      <p:sp>
        <p:nvSpPr>
          <p:cNvPr id="640" name="Shape 638"/>
          <p:cNvSpPr/>
          <p:nvPr/>
        </p:nvSpPr>
        <p:spPr>
          <a:xfrm>
            <a:off x="1589227" y="2910538"/>
            <a:ext cx="127407" cy="0"/>
          </a:xfrm>
          <a:prstGeom prst="line">
            <a:avLst/>
          </a:prstGeom>
          <a:noFill/>
          <a:ln w="15875">
            <a:solidFill>
              <a:srgbClr val="A64E8E">
                <a:alpha val="76000"/>
              </a:srgbClr>
            </a:solidFill>
            <a:prstDash val="dash"/>
            <a:headEnd type="none"/>
            <a:tailEnd type="none"/>
          </a:ln>
        </p:spPr>
      </p:sp>
      <p:sp>
        <p:nvSpPr>
          <p:cNvPr id="641" name="Shape 639"/>
          <p:cNvSpPr/>
          <p:nvPr/>
        </p:nvSpPr>
        <p:spPr>
          <a:xfrm>
            <a:off x="1713891" y="2907795"/>
            <a:ext cx="0" cy="66298"/>
          </a:xfrm>
          <a:prstGeom prst="line">
            <a:avLst/>
          </a:prstGeom>
          <a:noFill/>
          <a:ln w="15875">
            <a:solidFill>
              <a:srgbClr val="A64E8E">
                <a:alpha val="76000"/>
              </a:srgbClr>
            </a:solidFill>
            <a:prstDash val="dash"/>
            <a:headEnd type="none"/>
            <a:tailEnd type="none"/>
          </a:ln>
        </p:spPr>
      </p:sp>
      <p:sp>
        <p:nvSpPr>
          <p:cNvPr id="642" name="Shape 640"/>
          <p:cNvSpPr/>
          <p:nvPr/>
        </p:nvSpPr>
        <p:spPr>
          <a:xfrm>
            <a:off x="1713891" y="2971350"/>
            <a:ext cx="127406" cy="0"/>
          </a:xfrm>
          <a:prstGeom prst="line">
            <a:avLst/>
          </a:prstGeom>
          <a:noFill/>
          <a:ln w="15875">
            <a:solidFill>
              <a:srgbClr val="A64E8E">
                <a:alpha val="76000"/>
              </a:srgbClr>
            </a:solidFill>
            <a:prstDash val="dash"/>
            <a:headEnd type="none"/>
            <a:tailEnd type="none"/>
          </a:ln>
        </p:spPr>
      </p:sp>
      <p:sp>
        <p:nvSpPr>
          <p:cNvPr id="643" name="Shape 641"/>
          <p:cNvSpPr/>
          <p:nvPr/>
        </p:nvSpPr>
        <p:spPr>
          <a:xfrm>
            <a:off x="1838553" y="2907795"/>
            <a:ext cx="0" cy="66298"/>
          </a:xfrm>
          <a:prstGeom prst="line">
            <a:avLst/>
          </a:prstGeom>
          <a:noFill/>
          <a:ln w="15875">
            <a:solidFill>
              <a:srgbClr val="A64E8E">
                <a:alpha val="76000"/>
              </a:srgbClr>
            </a:solidFill>
            <a:prstDash val="dash"/>
            <a:headEnd type="none"/>
            <a:tailEnd type="none"/>
          </a:ln>
        </p:spPr>
      </p:sp>
      <p:sp>
        <p:nvSpPr>
          <p:cNvPr id="644" name="Shape 642"/>
          <p:cNvSpPr/>
          <p:nvPr/>
        </p:nvSpPr>
        <p:spPr>
          <a:xfrm>
            <a:off x="1838553" y="2910538"/>
            <a:ext cx="127407" cy="0"/>
          </a:xfrm>
          <a:prstGeom prst="line">
            <a:avLst/>
          </a:prstGeom>
          <a:noFill/>
          <a:ln w="15875">
            <a:solidFill>
              <a:srgbClr val="A64E8E">
                <a:alpha val="76000"/>
              </a:srgbClr>
            </a:solidFill>
            <a:prstDash val="dash"/>
            <a:headEnd type="none"/>
            <a:tailEnd type="none"/>
          </a:ln>
        </p:spPr>
      </p:sp>
      <p:sp>
        <p:nvSpPr>
          <p:cNvPr id="645" name="Shape 643"/>
          <p:cNvSpPr/>
          <p:nvPr/>
        </p:nvSpPr>
        <p:spPr>
          <a:xfrm>
            <a:off x="1963217" y="2907795"/>
            <a:ext cx="0" cy="66298"/>
          </a:xfrm>
          <a:prstGeom prst="line">
            <a:avLst/>
          </a:prstGeom>
          <a:noFill/>
          <a:ln w="15875">
            <a:solidFill>
              <a:srgbClr val="A64E8E">
                <a:alpha val="76000"/>
              </a:srgbClr>
            </a:solidFill>
            <a:prstDash val="dash"/>
            <a:headEnd type="none"/>
            <a:tailEnd type="none"/>
          </a:ln>
        </p:spPr>
      </p:sp>
      <p:sp>
        <p:nvSpPr>
          <p:cNvPr id="646" name="Shape 644"/>
          <p:cNvSpPr/>
          <p:nvPr/>
        </p:nvSpPr>
        <p:spPr>
          <a:xfrm>
            <a:off x="1963217" y="2971350"/>
            <a:ext cx="127407" cy="0"/>
          </a:xfrm>
          <a:prstGeom prst="line">
            <a:avLst/>
          </a:prstGeom>
          <a:noFill/>
          <a:ln w="15875">
            <a:solidFill>
              <a:srgbClr val="A64E8E">
                <a:alpha val="76000"/>
              </a:srgbClr>
            </a:solidFill>
            <a:prstDash val="dash"/>
            <a:headEnd type="none"/>
            <a:tailEnd type="none"/>
          </a:ln>
        </p:spPr>
      </p:sp>
      <p:sp>
        <p:nvSpPr>
          <p:cNvPr id="647" name="Shape 645"/>
          <p:cNvSpPr/>
          <p:nvPr/>
        </p:nvSpPr>
        <p:spPr>
          <a:xfrm>
            <a:off x="2087880" y="2907795"/>
            <a:ext cx="0" cy="66298"/>
          </a:xfrm>
          <a:prstGeom prst="line">
            <a:avLst/>
          </a:prstGeom>
          <a:noFill/>
          <a:ln w="15875">
            <a:solidFill>
              <a:srgbClr val="A64E8E">
                <a:alpha val="76000"/>
              </a:srgbClr>
            </a:solidFill>
            <a:prstDash val="dash"/>
            <a:headEnd type="none"/>
            <a:tailEnd type="none"/>
          </a:ln>
        </p:spPr>
      </p:sp>
      <p:sp>
        <p:nvSpPr>
          <p:cNvPr id="648" name="Shape 646"/>
          <p:cNvSpPr/>
          <p:nvPr/>
        </p:nvSpPr>
        <p:spPr>
          <a:xfrm>
            <a:off x="2087880" y="2910538"/>
            <a:ext cx="127406" cy="0"/>
          </a:xfrm>
          <a:prstGeom prst="line">
            <a:avLst/>
          </a:prstGeom>
          <a:noFill/>
          <a:ln w="15875">
            <a:solidFill>
              <a:srgbClr val="A64E8E">
                <a:alpha val="76000"/>
              </a:srgbClr>
            </a:solidFill>
            <a:prstDash val="dash"/>
            <a:headEnd type="none"/>
            <a:tailEnd type="none"/>
          </a:ln>
        </p:spPr>
      </p:sp>
      <p:sp>
        <p:nvSpPr>
          <p:cNvPr id="649" name="Shape 647"/>
          <p:cNvSpPr/>
          <p:nvPr/>
        </p:nvSpPr>
        <p:spPr>
          <a:xfrm>
            <a:off x="2212543" y="2907795"/>
            <a:ext cx="0" cy="5486"/>
          </a:xfrm>
          <a:prstGeom prst="line">
            <a:avLst/>
          </a:prstGeom>
          <a:noFill/>
          <a:ln w="15875">
            <a:solidFill>
              <a:srgbClr val="A64E8E">
                <a:alpha val="76000"/>
              </a:srgbClr>
            </a:solidFill>
            <a:prstDash val="dash"/>
            <a:headEnd type="none"/>
            <a:tailEnd type="none"/>
          </a:ln>
        </p:spPr>
      </p:sp>
      <p:sp>
        <p:nvSpPr>
          <p:cNvPr id="650" name="Shape 648"/>
          <p:cNvSpPr/>
          <p:nvPr/>
        </p:nvSpPr>
        <p:spPr>
          <a:xfrm>
            <a:off x="2212543" y="2910538"/>
            <a:ext cx="127407" cy="0"/>
          </a:xfrm>
          <a:prstGeom prst="line">
            <a:avLst/>
          </a:prstGeom>
          <a:noFill/>
          <a:ln w="15875">
            <a:solidFill>
              <a:srgbClr val="A64E8E">
                <a:alpha val="76000"/>
              </a:srgbClr>
            </a:solidFill>
            <a:prstDash val="dash"/>
            <a:headEnd type="none"/>
            <a:tailEnd type="none"/>
          </a:ln>
        </p:spPr>
      </p:sp>
      <p:sp>
        <p:nvSpPr>
          <p:cNvPr id="651" name="Shape 649"/>
          <p:cNvSpPr/>
          <p:nvPr/>
        </p:nvSpPr>
        <p:spPr>
          <a:xfrm>
            <a:off x="2337206" y="2809400"/>
            <a:ext cx="0" cy="103882"/>
          </a:xfrm>
          <a:prstGeom prst="line">
            <a:avLst/>
          </a:prstGeom>
          <a:noFill/>
          <a:ln w="15875">
            <a:solidFill>
              <a:srgbClr val="A64E8E">
                <a:alpha val="76000"/>
              </a:srgbClr>
            </a:solidFill>
            <a:prstDash val="dash"/>
            <a:headEnd type="none"/>
            <a:tailEnd type="none"/>
          </a:ln>
        </p:spPr>
      </p:sp>
      <p:sp>
        <p:nvSpPr>
          <p:cNvPr id="652" name="Shape 650"/>
          <p:cNvSpPr/>
          <p:nvPr/>
        </p:nvSpPr>
        <p:spPr>
          <a:xfrm>
            <a:off x="2337206" y="2812143"/>
            <a:ext cx="127407" cy="0"/>
          </a:xfrm>
          <a:prstGeom prst="line">
            <a:avLst/>
          </a:prstGeom>
          <a:noFill/>
          <a:ln w="15875">
            <a:solidFill>
              <a:srgbClr val="A64E8E">
                <a:alpha val="76000"/>
              </a:srgbClr>
            </a:solidFill>
            <a:prstDash val="dash"/>
            <a:headEnd type="none"/>
            <a:tailEnd type="none"/>
          </a:ln>
        </p:spPr>
      </p:sp>
      <p:sp>
        <p:nvSpPr>
          <p:cNvPr id="653" name="Shape 651"/>
          <p:cNvSpPr/>
          <p:nvPr/>
        </p:nvSpPr>
        <p:spPr>
          <a:xfrm>
            <a:off x="2461870" y="2809400"/>
            <a:ext cx="0" cy="103882"/>
          </a:xfrm>
          <a:prstGeom prst="line">
            <a:avLst/>
          </a:prstGeom>
          <a:noFill/>
          <a:ln w="15875">
            <a:solidFill>
              <a:srgbClr val="A64E8E">
                <a:alpha val="76000"/>
              </a:srgbClr>
            </a:solidFill>
            <a:prstDash val="dash"/>
            <a:headEnd type="none"/>
            <a:tailEnd type="none"/>
          </a:ln>
        </p:spPr>
      </p:sp>
      <p:sp>
        <p:nvSpPr>
          <p:cNvPr id="654" name="Shape 652"/>
          <p:cNvSpPr/>
          <p:nvPr/>
        </p:nvSpPr>
        <p:spPr>
          <a:xfrm>
            <a:off x="2461870" y="2910538"/>
            <a:ext cx="127406" cy="0"/>
          </a:xfrm>
          <a:prstGeom prst="line">
            <a:avLst/>
          </a:prstGeom>
          <a:noFill/>
          <a:ln w="15875">
            <a:solidFill>
              <a:srgbClr val="A64E8E">
                <a:alpha val="76000"/>
              </a:srgbClr>
            </a:solidFill>
            <a:prstDash val="dash"/>
            <a:headEnd type="none"/>
            <a:tailEnd type="none"/>
          </a:ln>
        </p:spPr>
      </p:sp>
      <p:sp>
        <p:nvSpPr>
          <p:cNvPr id="655" name="Shape 653"/>
          <p:cNvSpPr/>
          <p:nvPr/>
        </p:nvSpPr>
        <p:spPr>
          <a:xfrm>
            <a:off x="2586533" y="2907795"/>
            <a:ext cx="0" cy="5486"/>
          </a:xfrm>
          <a:prstGeom prst="line">
            <a:avLst/>
          </a:prstGeom>
          <a:noFill/>
          <a:ln w="15875">
            <a:solidFill>
              <a:srgbClr val="A64E8E">
                <a:alpha val="76000"/>
              </a:srgbClr>
            </a:solidFill>
            <a:prstDash val="dash"/>
            <a:headEnd type="none"/>
            <a:tailEnd type="none"/>
          </a:ln>
        </p:spPr>
      </p:sp>
      <p:sp>
        <p:nvSpPr>
          <p:cNvPr id="656" name="Shape 654"/>
          <p:cNvSpPr/>
          <p:nvPr/>
        </p:nvSpPr>
        <p:spPr>
          <a:xfrm>
            <a:off x="2586533" y="2910538"/>
            <a:ext cx="127407" cy="0"/>
          </a:xfrm>
          <a:prstGeom prst="line">
            <a:avLst/>
          </a:prstGeom>
          <a:noFill/>
          <a:ln w="15875">
            <a:solidFill>
              <a:srgbClr val="A64E8E">
                <a:alpha val="76000"/>
              </a:srgbClr>
            </a:solidFill>
            <a:prstDash val="dash"/>
            <a:headEnd type="none"/>
            <a:tailEnd type="none"/>
          </a:ln>
        </p:spPr>
      </p:sp>
      <p:sp>
        <p:nvSpPr>
          <p:cNvPr id="657" name="Shape 655"/>
          <p:cNvSpPr/>
          <p:nvPr/>
        </p:nvSpPr>
        <p:spPr>
          <a:xfrm>
            <a:off x="2711196" y="2907795"/>
            <a:ext cx="0" cy="164694"/>
          </a:xfrm>
          <a:prstGeom prst="line">
            <a:avLst/>
          </a:prstGeom>
          <a:noFill/>
          <a:ln w="15875">
            <a:solidFill>
              <a:srgbClr val="A64E8E">
                <a:alpha val="76000"/>
              </a:srgbClr>
            </a:solidFill>
            <a:prstDash val="dash"/>
            <a:headEnd type="none"/>
            <a:tailEnd type="none"/>
          </a:ln>
        </p:spPr>
      </p:sp>
      <p:sp>
        <p:nvSpPr>
          <p:cNvPr id="658" name="Shape 656"/>
          <p:cNvSpPr/>
          <p:nvPr/>
        </p:nvSpPr>
        <p:spPr>
          <a:xfrm>
            <a:off x="2711196" y="3069745"/>
            <a:ext cx="127407" cy="0"/>
          </a:xfrm>
          <a:prstGeom prst="line">
            <a:avLst/>
          </a:prstGeom>
          <a:noFill/>
          <a:ln w="15875">
            <a:solidFill>
              <a:srgbClr val="A64E8E">
                <a:alpha val="76000"/>
              </a:srgbClr>
            </a:solidFill>
            <a:prstDash val="dash"/>
            <a:headEnd type="none"/>
            <a:tailEnd type="none"/>
          </a:ln>
        </p:spPr>
      </p:sp>
      <p:sp>
        <p:nvSpPr>
          <p:cNvPr id="659" name="Shape 657"/>
          <p:cNvSpPr/>
          <p:nvPr/>
        </p:nvSpPr>
        <p:spPr>
          <a:xfrm>
            <a:off x="2835859" y="3067002"/>
            <a:ext cx="0" cy="164694"/>
          </a:xfrm>
          <a:prstGeom prst="line">
            <a:avLst/>
          </a:prstGeom>
          <a:noFill/>
          <a:ln w="15875">
            <a:solidFill>
              <a:srgbClr val="A64E8E">
                <a:alpha val="76000"/>
              </a:srgbClr>
            </a:solidFill>
            <a:prstDash val="dash"/>
            <a:headEnd type="none"/>
            <a:tailEnd type="none"/>
          </a:ln>
        </p:spPr>
      </p:sp>
      <p:sp>
        <p:nvSpPr>
          <p:cNvPr id="660" name="Shape 658"/>
          <p:cNvSpPr/>
          <p:nvPr/>
        </p:nvSpPr>
        <p:spPr>
          <a:xfrm>
            <a:off x="2835859" y="3228953"/>
            <a:ext cx="127406" cy="0"/>
          </a:xfrm>
          <a:prstGeom prst="line">
            <a:avLst/>
          </a:prstGeom>
          <a:noFill/>
          <a:ln w="15875">
            <a:solidFill>
              <a:srgbClr val="A64E8E">
                <a:alpha val="76000"/>
              </a:srgbClr>
            </a:solidFill>
            <a:prstDash val="dash"/>
            <a:headEnd type="none"/>
            <a:tailEnd type="none"/>
          </a:ln>
        </p:spPr>
      </p:sp>
      <p:sp>
        <p:nvSpPr>
          <p:cNvPr id="661" name="Shape 659"/>
          <p:cNvSpPr/>
          <p:nvPr/>
        </p:nvSpPr>
        <p:spPr>
          <a:xfrm>
            <a:off x="2960522" y="3226210"/>
            <a:ext cx="0" cy="5486"/>
          </a:xfrm>
          <a:prstGeom prst="line">
            <a:avLst/>
          </a:prstGeom>
          <a:noFill/>
          <a:ln w="15875">
            <a:solidFill>
              <a:srgbClr val="A64E8E">
                <a:alpha val="76000"/>
              </a:srgbClr>
            </a:solidFill>
            <a:prstDash val="dash"/>
            <a:headEnd type="none"/>
            <a:tailEnd type="none"/>
          </a:ln>
        </p:spPr>
      </p:sp>
      <p:sp>
        <p:nvSpPr>
          <p:cNvPr id="662" name="Shape 660"/>
          <p:cNvSpPr/>
          <p:nvPr/>
        </p:nvSpPr>
        <p:spPr>
          <a:xfrm>
            <a:off x="2960522" y="3228953"/>
            <a:ext cx="127407" cy="0"/>
          </a:xfrm>
          <a:prstGeom prst="line">
            <a:avLst/>
          </a:prstGeom>
          <a:noFill/>
          <a:ln w="15875">
            <a:solidFill>
              <a:srgbClr val="A64E8E">
                <a:alpha val="76000"/>
              </a:srgbClr>
            </a:solidFill>
            <a:prstDash val="dash"/>
            <a:headEnd type="none"/>
            <a:tailEnd type="none"/>
          </a:ln>
        </p:spPr>
      </p:sp>
      <p:sp>
        <p:nvSpPr>
          <p:cNvPr id="663" name="Shape 661"/>
          <p:cNvSpPr/>
          <p:nvPr/>
        </p:nvSpPr>
        <p:spPr>
          <a:xfrm>
            <a:off x="3085186" y="3226210"/>
            <a:ext cx="0" cy="164695"/>
          </a:xfrm>
          <a:prstGeom prst="line">
            <a:avLst/>
          </a:prstGeom>
          <a:noFill/>
          <a:ln w="15875">
            <a:solidFill>
              <a:srgbClr val="A64E8E">
                <a:alpha val="76000"/>
              </a:srgbClr>
            </a:solidFill>
            <a:prstDash val="dash"/>
            <a:headEnd type="none"/>
            <a:tailEnd type="none"/>
          </a:ln>
        </p:spPr>
      </p:sp>
      <p:sp>
        <p:nvSpPr>
          <p:cNvPr id="664" name="Shape 662"/>
          <p:cNvSpPr/>
          <p:nvPr/>
        </p:nvSpPr>
        <p:spPr>
          <a:xfrm>
            <a:off x="3085186" y="3388161"/>
            <a:ext cx="127407" cy="0"/>
          </a:xfrm>
          <a:prstGeom prst="line">
            <a:avLst/>
          </a:prstGeom>
          <a:noFill/>
          <a:ln w="15875">
            <a:solidFill>
              <a:srgbClr val="A64E8E">
                <a:alpha val="76000"/>
              </a:srgbClr>
            </a:solidFill>
            <a:prstDash val="dash"/>
            <a:headEnd type="none"/>
            <a:tailEnd type="none"/>
          </a:ln>
        </p:spPr>
      </p:sp>
      <p:sp>
        <p:nvSpPr>
          <p:cNvPr id="665" name="Shape 663"/>
          <p:cNvSpPr/>
          <p:nvPr/>
        </p:nvSpPr>
        <p:spPr>
          <a:xfrm>
            <a:off x="3209849" y="3385418"/>
            <a:ext cx="0" cy="103882"/>
          </a:xfrm>
          <a:prstGeom prst="line">
            <a:avLst/>
          </a:prstGeom>
          <a:noFill/>
          <a:ln w="15875">
            <a:solidFill>
              <a:srgbClr val="A64E8E">
                <a:alpha val="76000"/>
              </a:srgbClr>
            </a:solidFill>
            <a:prstDash val="dash"/>
            <a:headEnd type="none"/>
            <a:tailEnd type="none"/>
          </a:ln>
        </p:spPr>
      </p:sp>
      <p:sp>
        <p:nvSpPr>
          <p:cNvPr id="666" name="Shape 664"/>
          <p:cNvSpPr/>
          <p:nvPr/>
        </p:nvSpPr>
        <p:spPr>
          <a:xfrm>
            <a:off x="3209849" y="3486556"/>
            <a:ext cx="127406" cy="0"/>
          </a:xfrm>
          <a:prstGeom prst="line">
            <a:avLst/>
          </a:prstGeom>
          <a:noFill/>
          <a:ln w="15875">
            <a:solidFill>
              <a:srgbClr val="A64E8E">
                <a:alpha val="76000"/>
              </a:srgbClr>
            </a:solidFill>
            <a:prstDash val="dash"/>
            <a:headEnd type="none"/>
            <a:tailEnd type="none"/>
          </a:ln>
        </p:spPr>
      </p:sp>
      <p:sp>
        <p:nvSpPr>
          <p:cNvPr id="667" name="Shape 665"/>
          <p:cNvSpPr/>
          <p:nvPr/>
        </p:nvSpPr>
        <p:spPr>
          <a:xfrm>
            <a:off x="3334512" y="3483813"/>
            <a:ext cx="0" cy="103882"/>
          </a:xfrm>
          <a:prstGeom prst="line">
            <a:avLst/>
          </a:prstGeom>
          <a:noFill/>
          <a:ln w="15875">
            <a:solidFill>
              <a:srgbClr val="A64E8E">
                <a:alpha val="76000"/>
              </a:srgbClr>
            </a:solidFill>
            <a:prstDash val="dash"/>
            <a:headEnd type="none"/>
            <a:tailEnd type="none"/>
          </a:ln>
        </p:spPr>
      </p:sp>
      <p:sp>
        <p:nvSpPr>
          <p:cNvPr id="668" name="Shape 666"/>
          <p:cNvSpPr/>
          <p:nvPr/>
        </p:nvSpPr>
        <p:spPr>
          <a:xfrm>
            <a:off x="3334512" y="3584952"/>
            <a:ext cx="127407" cy="0"/>
          </a:xfrm>
          <a:prstGeom prst="line">
            <a:avLst/>
          </a:prstGeom>
          <a:noFill/>
          <a:ln w="15875">
            <a:solidFill>
              <a:srgbClr val="A64E8E">
                <a:alpha val="76000"/>
              </a:srgbClr>
            </a:solidFill>
            <a:prstDash val="dash"/>
            <a:headEnd type="none"/>
            <a:tailEnd type="none"/>
          </a:ln>
        </p:spPr>
      </p:sp>
      <p:sp>
        <p:nvSpPr>
          <p:cNvPr id="669" name="Shape 667"/>
          <p:cNvSpPr/>
          <p:nvPr/>
        </p:nvSpPr>
        <p:spPr>
          <a:xfrm>
            <a:off x="3459175" y="3582208"/>
            <a:ext cx="0" cy="66298"/>
          </a:xfrm>
          <a:prstGeom prst="line">
            <a:avLst/>
          </a:prstGeom>
          <a:noFill/>
          <a:ln w="15875">
            <a:solidFill>
              <a:srgbClr val="A64E8E">
                <a:alpha val="76000"/>
              </a:srgbClr>
            </a:solidFill>
            <a:prstDash val="dash"/>
            <a:headEnd type="none"/>
            <a:tailEnd type="none"/>
          </a:ln>
        </p:spPr>
      </p:sp>
      <p:sp>
        <p:nvSpPr>
          <p:cNvPr id="670" name="Shape 668"/>
          <p:cNvSpPr/>
          <p:nvPr/>
        </p:nvSpPr>
        <p:spPr>
          <a:xfrm>
            <a:off x="3459175" y="3645764"/>
            <a:ext cx="127407" cy="0"/>
          </a:xfrm>
          <a:prstGeom prst="line">
            <a:avLst/>
          </a:prstGeom>
          <a:noFill/>
          <a:ln w="15875">
            <a:solidFill>
              <a:srgbClr val="A64E8E">
                <a:alpha val="76000"/>
              </a:srgbClr>
            </a:solidFill>
            <a:prstDash val="dash"/>
            <a:headEnd type="none"/>
            <a:tailEnd type="none"/>
          </a:ln>
        </p:spPr>
      </p:sp>
      <p:sp>
        <p:nvSpPr>
          <p:cNvPr id="671" name="Shape 669"/>
          <p:cNvSpPr/>
          <p:nvPr/>
        </p:nvSpPr>
        <p:spPr>
          <a:xfrm>
            <a:off x="3583839" y="3582208"/>
            <a:ext cx="0" cy="66298"/>
          </a:xfrm>
          <a:prstGeom prst="line">
            <a:avLst/>
          </a:prstGeom>
          <a:noFill/>
          <a:ln w="15875">
            <a:solidFill>
              <a:srgbClr val="A64E8E">
                <a:alpha val="76000"/>
              </a:srgbClr>
            </a:solidFill>
            <a:prstDash val="dash"/>
            <a:headEnd type="none"/>
            <a:tailEnd type="none"/>
          </a:ln>
        </p:spPr>
      </p:sp>
      <p:sp>
        <p:nvSpPr>
          <p:cNvPr id="672" name="Shape 670"/>
          <p:cNvSpPr/>
          <p:nvPr/>
        </p:nvSpPr>
        <p:spPr>
          <a:xfrm>
            <a:off x="3583839" y="3584952"/>
            <a:ext cx="127406" cy="0"/>
          </a:xfrm>
          <a:prstGeom prst="line">
            <a:avLst/>
          </a:prstGeom>
          <a:noFill/>
          <a:ln w="15875">
            <a:solidFill>
              <a:srgbClr val="A64E8E">
                <a:alpha val="76000"/>
              </a:srgbClr>
            </a:solidFill>
            <a:prstDash val="dash"/>
            <a:headEnd type="none"/>
            <a:tailEnd type="none"/>
          </a:ln>
        </p:spPr>
      </p:sp>
      <p:sp>
        <p:nvSpPr>
          <p:cNvPr id="673" name="Shape 671"/>
          <p:cNvSpPr/>
          <p:nvPr/>
        </p:nvSpPr>
        <p:spPr>
          <a:xfrm>
            <a:off x="3708501" y="3582208"/>
            <a:ext cx="0" cy="66298"/>
          </a:xfrm>
          <a:prstGeom prst="line">
            <a:avLst/>
          </a:prstGeom>
          <a:noFill/>
          <a:ln w="15875">
            <a:solidFill>
              <a:srgbClr val="A64E8E">
                <a:alpha val="76000"/>
              </a:srgbClr>
            </a:solidFill>
            <a:prstDash val="dash"/>
            <a:headEnd type="none"/>
            <a:tailEnd type="none"/>
          </a:ln>
        </p:spPr>
      </p:sp>
      <p:sp>
        <p:nvSpPr>
          <p:cNvPr id="674" name="Shape 672"/>
          <p:cNvSpPr/>
          <p:nvPr/>
        </p:nvSpPr>
        <p:spPr>
          <a:xfrm>
            <a:off x="3708501" y="3645764"/>
            <a:ext cx="127407" cy="0"/>
          </a:xfrm>
          <a:prstGeom prst="line">
            <a:avLst/>
          </a:prstGeom>
          <a:noFill/>
          <a:ln w="15875">
            <a:solidFill>
              <a:srgbClr val="A64E8E">
                <a:alpha val="76000"/>
              </a:srgbClr>
            </a:solidFill>
            <a:prstDash val="dash"/>
            <a:headEnd type="none"/>
            <a:tailEnd type="none"/>
          </a:ln>
        </p:spPr>
      </p:sp>
      <p:sp>
        <p:nvSpPr>
          <p:cNvPr id="675" name="Shape 673"/>
          <p:cNvSpPr/>
          <p:nvPr/>
        </p:nvSpPr>
        <p:spPr>
          <a:xfrm>
            <a:off x="3833165" y="3643020"/>
            <a:ext cx="0" cy="164695"/>
          </a:xfrm>
          <a:prstGeom prst="line">
            <a:avLst/>
          </a:prstGeom>
          <a:noFill/>
          <a:ln w="15875">
            <a:solidFill>
              <a:srgbClr val="A64E8E">
                <a:alpha val="76000"/>
              </a:srgbClr>
            </a:solidFill>
            <a:prstDash val="dash"/>
            <a:headEnd type="none"/>
            <a:tailEnd type="none"/>
          </a:ln>
        </p:spPr>
      </p:sp>
      <p:sp>
        <p:nvSpPr>
          <p:cNvPr id="676" name="Shape 674"/>
          <p:cNvSpPr/>
          <p:nvPr/>
        </p:nvSpPr>
        <p:spPr>
          <a:xfrm>
            <a:off x="3833165" y="3804972"/>
            <a:ext cx="127407" cy="0"/>
          </a:xfrm>
          <a:prstGeom prst="line">
            <a:avLst/>
          </a:prstGeom>
          <a:noFill/>
          <a:ln w="15875">
            <a:solidFill>
              <a:srgbClr val="A64E8E">
                <a:alpha val="76000"/>
              </a:srgbClr>
            </a:solidFill>
            <a:prstDash val="dash"/>
            <a:headEnd type="none"/>
            <a:tailEnd type="none"/>
          </a:ln>
        </p:spPr>
      </p:sp>
      <p:sp>
        <p:nvSpPr>
          <p:cNvPr id="677" name="Shape 675"/>
          <p:cNvSpPr/>
          <p:nvPr/>
        </p:nvSpPr>
        <p:spPr>
          <a:xfrm>
            <a:off x="3957828" y="3802229"/>
            <a:ext cx="0" cy="103882"/>
          </a:xfrm>
          <a:prstGeom prst="line">
            <a:avLst/>
          </a:prstGeom>
          <a:noFill/>
          <a:ln w="15875">
            <a:solidFill>
              <a:srgbClr val="A64E8E">
                <a:alpha val="76000"/>
              </a:srgbClr>
            </a:solidFill>
            <a:prstDash val="dash"/>
            <a:headEnd type="none"/>
            <a:tailEnd type="none"/>
          </a:ln>
        </p:spPr>
      </p:sp>
      <p:sp>
        <p:nvSpPr>
          <p:cNvPr id="678" name="Shape 676"/>
          <p:cNvSpPr/>
          <p:nvPr/>
        </p:nvSpPr>
        <p:spPr>
          <a:xfrm>
            <a:off x="3957828" y="3903367"/>
            <a:ext cx="127406" cy="0"/>
          </a:xfrm>
          <a:prstGeom prst="line">
            <a:avLst/>
          </a:prstGeom>
          <a:noFill/>
          <a:ln w="15875">
            <a:solidFill>
              <a:srgbClr val="A64E8E">
                <a:alpha val="76000"/>
              </a:srgbClr>
            </a:solidFill>
            <a:prstDash val="dash"/>
            <a:headEnd type="none"/>
            <a:tailEnd type="none"/>
          </a:ln>
        </p:spPr>
      </p:sp>
      <p:sp>
        <p:nvSpPr>
          <p:cNvPr id="679" name="Shape 677"/>
          <p:cNvSpPr/>
          <p:nvPr/>
        </p:nvSpPr>
        <p:spPr>
          <a:xfrm>
            <a:off x="4082491" y="3802229"/>
            <a:ext cx="0" cy="103882"/>
          </a:xfrm>
          <a:prstGeom prst="line">
            <a:avLst/>
          </a:prstGeom>
          <a:noFill/>
          <a:ln w="15875">
            <a:solidFill>
              <a:srgbClr val="A64E8E">
                <a:alpha val="76000"/>
              </a:srgbClr>
            </a:solidFill>
            <a:prstDash val="dash"/>
            <a:headEnd type="none"/>
            <a:tailEnd type="none"/>
          </a:ln>
        </p:spPr>
      </p:sp>
      <p:sp>
        <p:nvSpPr>
          <p:cNvPr id="680" name="Shape 678"/>
          <p:cNvSpPr/>
          <p:nvPr/>
        </p:nvSpPr>
        <p:spPr>
          <a:xfrm>
            <a:off x="4082491" y="3804972"/>
            <a:ext cx="127407" cy="0"/>
          </a:xfrm>
          <a:prstGeom prst="line">
            <a:avLst/>
          </a:prstGeom>
          <a:noFill/>
          <a:ln w="15875">
            <a:solidFill>
              <a:srgbClr val="A64E8E">
                <a:alpha val="76000"/>
              </a:srgbClr>
            </a:solidFill>
            <a:prstDash val="dash"/>
            <a:headEnd type="none"/>
            <a:tailEnd type="none"/>
          </a:ln>
        </p:spPr>
      </p:sp>
      <p:sp>
        <p:nvSpPr>
          <p:cNvPr id="681" name="Shape 679"/>
          <p:cNvSpPr/>
          <p:nvPr/>
        </p:nvSpPr>
        <p:spPr>
          <a:xfrm>
            <a:off x="4207154" y="3802229"/>
            <a:ext cx="0" cy="5486"/>
          </a:xfrm>
          <a:prstGeom prst="line">
            <a:avLst/>
          </a:prstGeom>
          <a:noFill/>
          <a:ln w="15875">
            <a:solidFill>
              <a:srgbClr val="A64E8E">
                <a:alpha val="76000"/>
              </a:srgbClr>
            </a:solidFill>
            <a:prstDash val="dash"/>
            <a:headEnd type="none"/>
            <a:tailEnd type="none"/>
          </a:ln>
        </p:spPr>
      </p:sp>
      <p:sp>
        <p:nvSpPr>
          <p:cNvPr id="682" name="Shape 680"/>
          <p:cNvSpPr/>
          <p:nvPr/>
        </p:nvSpPr>
        <p:spPr>
          <a:xfrm>
            <a:off x="4207154" y="3804972"/>
            <a:ext cx="127407" cy="0"/>
          </a:xfrm>
          <a:prstGeom prst="line">
            <a:avLst/>
          </a:prstGeom>
          <a:noFill/>
          <a:ln w="15875">
            <a:solidFill>
              <a:srgbClr val="A64E8E">
                <a:alpha val="76000"/>
              </a:srgbClr>
            </a:solidFill>
            <a:prstDash val="dash"/>
            <a:headEnd type="none"/>
            <a:tailEnd type="none"/>
          </a:ln>
        </p:spPr>
      </p:sp>
      <p:sp>
        <p:nvSpPr>
          <p:cNvPr id="683" name="Shape 681"/>
          <p:cNvSpPr/>
          <p:nvPr/>
        </p:nvSpPr>
        <p:spPr>
          <a:xfrm>
            <a:off x="4331818" y="3802229"/>
            <a:ext cx="0" cy="5486"/>
          </a:xfrm>
          <a:prstGeom prst="line">
            <a:avLst/>
          </a:prstGeom>
          <a:noFill/>
          <a:ln w="15875">
            <a:solidFill>
              <a:srgbClr val="A64E8E">
                <a:alpha val="76000"/>
              </a:srgbClr>
            </a:solidFill>
            <a:prstDash val="dash"/>
            <a:headEnd type="none"/>
            <a:tailEnd type="none"/>
          </a:ln>
        </p:spPr>
      </p:sp>
      <p:sp>
        <p:nvSpPr>
          <p:cNvPr id="684" name="Shape 682"/>
          <p:cNvSpPr/>
          <p:nvPr/>
        </p:nvSpPr>
        <p:spPr>
          <a:xfrm>
            <a:off x="4331818" y="3804972"/>
            <a:ext cx="127406" cy="0"/>
          </a:xfrm>
          <a:prstGeom prst="line">
            <a:avLst/>
          </a:prstGeom>
          <a:noFill/>
          <a:ln w="15875">
            <a:solidFill>
              <a:srgbClr val="A64E8E">
                <a:alpha val="76000"/>
              </a:srgbClr>
            </a:solidFill>
            <a:prstDash val="dash"/>
            <a:headEnd type="none"/>
            <a:tailEnd type="none"/>
          </a:ln>
        </p:spPr>
      </p:sp>
      <p:sp>
        <p:nvSpPr>
          <p:cNvPr id="685" name="Shape 683"/>
          <p:cNvSpPr/>
          <p:nvPr/>
        </p:nvSpPr>
        <p:spPr>
          <a:xfrm>
            <a:off x="4456481" y="3741417"/>
            <a:ext cx="0" cy="66298"/>
          </a:xfrm>
          <a:prstGeom prst="line">
            <a:avLst/>
          </a:prstGeom>
          <a:noFill/>
          <a:ln w="15875">
            <a:solidFill>
              <a:srgbClr val="A64E8E">
                <a:alpha val="76000"/>
              </a:srgbClr>
            </a:solidFill>
            <a:prstDash val="dash"/>
            <a:headEnd type="none"/>
            <a:tailEnd type="none"/>
          </a:ln>
        </p:spPr>
      </p:sp>
      <p:sp>
        <p:nvSpPr>
          <p:cNvPr id="686" name="Shape 684"/>
          <p:cNvSpPr/>
          <p:nvPr/>
        </p:nvSpPr>
        <p:spPr>
          <a:xfrm>
            <a:off x="4456481" y="3744160"/>
            <a:ext cx="127407" cy="0"/>
          </a:xfrm>
          <a:prstGeom prst="line">
            <a:avLst/>
          </a:prstGeom>
          <a:noFill/>
          <a:ln w="15875">
            <a:solidFill>
              <a:srgbClr val="A64E8E">
                <a:alpha val="76000"/>
              </a:srgbClr>
            </a:solidFill>
            <a:prstDash val="dash"/>
            <a:headEnd type="none"/>
            <a:tailEnd type="none"/>
          </a:ln>
        </p:spPr>
      </p:sp>
      <p:sp>
        <p:nvSpPr>
          <p:cNvPr id="687" name="Shape 685"/>
          <p:cNvSpPr/>
          <p:nvPr/>
        </p:nvSpPr>
        <p:spPr>
          <a:xfrm>
            <a:off x="4581144" y="3483813"/>
            <a:ext cx="0" cy="263090"/>
          </a:xfrm>
          <a:prstGeom prst="line">
            <a:avLst/>
          </a:prstGeom>
          <a:noFill/>
          <a:ln w="15875">
            <a:solidFill>
              <a:srgbClr val="A64E8E">
                <a:alpha val="76000"/>
              </a:srgbClr>
            </a:solidFill>
            <a:prstDash val="dash"/>
            <a:headEnd type="none"/>
            <a:tailEnd type="none"/>
          </a:ln>
        </p:spPr>
      </p:sp>
      <p:sp>
        <p:nvSpPr>
          <p:cNvPr id="688" name="Shape 686"/>
          <p:cNvSpPr/>
          <p:nvPr/>
        </p:nvSpPr>
        <p:spPr>
          <a:xfrm>
            <a:off x="4581144" y="3486556"/>
            <a:ext cx="127407" cy="0"/>
          </a:xfrm>
          <a:prstGeom prst="line">
            <a:avLst/>
          </a:prstGeom>
          <a:noFill/>
          <a:ln w="15875">
            <a:solidFill>
              <a:srgbClr val="A64E8E">
                <a:alpha val="76000"/>
              </a:srgbClr>
            </a:solidFill>
            <a:prstDash val="dash"/>
            <a:headEnd type="none"/>
            <a:tailEnd type="none"/>
          </a:ln>
        </p:spPr>
      </p:sp>
      <p:sp>
        <p:nvSpPr>
          <p:cNvPr id="689" name="Shape 687"/>
          <p:cNvSpPr/>
          <p:nvPr/>
        </p:nvSpPr>
        <p:spPr>
          <a:xfrm>
            <a:off x="4705807" y="3483813"/>
            <a:ext cx="0" cy="5486"/>
          </a:xfrm>
          <a:prstGeom prst="line">
            <a:avLst/>
          </a:prstGeom>
          <a:noFill/>
          <a:ln w="15875">
            <a:solidFill>
              <a:srgbClr val="A64E8E">
                <a:alpha val="76000"/>
              </a:srgbClr>
            </a:solidFill>
            <a:prstDash val="dash"/>
            <a:headEnd type="none"/>
            <a:tailEnd type="none"/>
          </a:ln>
        </p:spPr>
      </p:sp>
      <p:sp>
        <p:nvSpPr>
          <p:cNvPr id="690" name="Shape 688"/>
          <p:cNvSpPr/>
          <p:nvPr/>
        </p:nvSpPr>
        <p:spPr>
          <a:xfrm>
            <a:off x="4705807" y="3486556"/>
            <a:ext cx="127406" cy="0"/>
          </a:xfrm>
          <a:prstGeom prst="line">
            <a:avLst/>
          </a:prstGeom>
          <a:noFill/>
          <a:ln w="15875">
            <a:solidFill>
              <a:srgbClr val="A64E8E">
                <a:alpha val="76000"/>
              </a:srgbClr>
            </a:solidFill>
            <a:prstDash val="dash"/>
            <a:headEnd type="none"/>
            <a:tailEnd type="none"/>
          </a:ln>
        </p:spPr>
      </p:sp>
      <p:sp>
        <p:nvSpPr>
          <p:cNvPr id="691" name="Shape 689"/>
          <p:cNvSpPr/>
          <p:nvPr/>
        </p:nvSpPr>
        <p:spPr>
          <a:xfrm>
            <a:off x="4830470" y="3483813"/>
            <a:ext cx="0" cy="66298"/>
          </a:xfrm>
          <a:prstGeom prst="line">
            <a:avLst/>
          </a:prstGeom>
          <a:noFill/>
          <a:ln w="15875">
            <a:solidFill>
              <a:srgbClr val="A64E8E">
                <a:alpha val="76000"/>
              </a:srgbClr>
            </a:solidFill>
            <a:prstDash val="dash"/>
            <a:headEnd type="none"/>
            <a:tailEnd type="none"/>
          </a:ln>
        </p:spPr>
      </p:sp>
      <p:sp>
        <p:nvSpPr>
          <p:cNvPr id="692" name="Shape 690"/>
          <p:cNvSpPr/>
          <p:nvPr/>
        </p:nvSpPr>
        <p:spPr>
          <a:xfrm>
            <a:off x="4830470" y="3547368"/>
            <a:ext cx="127407" cy="0"/>
          </a:xfrm>
          <a:prstGeom prst="line">
            <a:avLst/>
          </a:prstGeom>
          <a:noFill/>
          <a:ln w="15875">
            <a:solidFill>
              <a:srgbClr val="A64E8E">
                <a:alpha val="76000"/>
              </a:srgbClr>
            </a:solidFill>
            <a:prstDash val="dash"/>
            <a:headEnd type="none"/>
            <a:tailEnd type="none"/>
          </a:ln>
        </p:spPr>
      </p:sp>
      <p:sp>
        <p:nvSpPr>
          <p:cNvPr id="693" name="Shape 691"/>
          <p:cNvSpPr/>
          <p:nvPr/>
        </p:nvSpPr>
        <p:spPr>
          <a:xfrm>
            <a:off x="4955134" y="3544625"/>
            <a:ext cx="0" cy="202278"/>
          </a:xfrm>
          <a:prstGeom prst="line">
            <a:avLst/>
          </a:prstGeom>
          <a:noFill/>
          <a:ln w="15875">
            <a:solidFill>
              <a:srgbClr val="A64E8E">
                <a:alpha val="76000"/>
              </a:srgbClr>
            </a:solidFill>
            <a:prstDash val="dash"/>
            <a:headEnd type="none"/>
            <a:tailEnd type="none"/>
          </a:ln>
        </p:spPr>
      </p:sp>
      <p:sp>
        <p:nvSpPr>
          <p:cNvPr id="694" name="Shape 692"/>
          <p:cNvSpPr/>
          <p:nvPr/>
        </p:nvSpPr>
        <p:spPr>
          <a:xfrm>
            <a:off x="4955134" y="3744160"/>
            <a:ext cx="127407" cy="0"/>
          </a:xfrm>
          <a:prstGeom prst="line">
            <a:avLst/>
          </a:prstGeom>
          <a:noFill/>
          <a:ln w="15875">
            <a:solidFill>
              <a:srgbClr val="A64E8E">
                <a:alpha val="76000"/>
              </a:srgbClr>
            </a:solidFill>
            <a:prstDash val="dash"/>
            <a:headEnd type="none"/>
            <a:tailEnd type="none"/>
          </a:ln>
        </p:spPr>
      </p:sp>
      <p:sp>
        <p:nvSpPr>
          <p:cNvPr id="695" name="Shape 693"/>
          <p:cNvSpPr/>
          <p:nvPr/>
        </p:nvSpPr>
        <p:spPr>
          <a:xfrm>
            <a:off x="5079797" y="3741417"/>
            <a:ext cx="0" cy="164694"/>
          </a:xfrm>
          <a:prstGeom prst="line">
            <a:avLst/>
          </a:prstGeom>
          <a:noFill/>
          <a:ln w="15875">
            <a:solidFill>
              <a:srgbClr val="A64E8E">
                <a:alpha val="76000"/>
              </a:srgbClr>
            </a:solidFill>
            <a:prstDash val="dash"/>
            <a:headEnd type="none"/>
            <a:tailEnd type="none"/>
          </a:ln>
        </p:spPr>
      </p:sp>
      <p:sp>
        <p:nvSpPr>
          <p:cNvPr id="696" name="Shape 694"/>
          <p:cNvSpPr/>
          <p:nvPr/>
        </p:nvSpPr>
        <p:spPr>
          <a:xfrm>
            <a:off x="5079797" y="3903367"/>
            <a:ext cx="127406" cy="0"/>
          </a:xfrm>
          <a:prstGeom prst="line">
            <a:avLst/>
          </a:prstGeom>
          <a:noFill/>
          <a:ln w="15875">
            <a:solidFill>
              <a:srgbClr val="A64E8E">
                <a:alpha val="76000"/>
              </a:srgbClr>
            </a:solidFill>
            <a:prstDash val="dash"/>
            <a:headEnd type="none"/>
            <a:tailEnd type="none"/>
          </a:ln>
        </p:spPr>
      </p:sp>
      <p:sp>
        <p:nvSpPr>
          <p:cNvPr id="697" name="Shape 695"/>
          <p:cNvSpPr/>
          <p:nvPr/>
        </p:nvSpPr>
        <p:spPr>
          <a:xfrm>
            <a:off x="5204460" y="3900624"/>
            <a:ext cx="0" cy="5486"/>
          </a:xfrm>
          <a:prstGeom prst="line">
            <a:avLst/>
          </a:prstGeom>
          <a:noFill/>
          <a:ln w="15875">
            <a:solidFill>
              <a:srgbClr val="A64E8E">
                <a:alpha val="76000"/>
              </a:srgbClr>
            </a:solidFill>
            <a:prstDash val="dash"/>
            <a:headEnd type="none"/>
            <a:tailEnd type="none"/>
          </a:ln>
        </p:spPr>
      </p:sp>
      <p:sp>
        <p:nvSpPr>
          <p:cNvPr id="698" name="Shape 696"/>
          <p:cNvSpPr/>
          <p:nvPr/>
        </p:nvSpPr>
        <p:spPr>
          <a:xfrm>
            <a:off x="5204460" y="3903367"/>
            <a:ext cx="127407" cy="0"/>
          </a:xfrm>
          <a:prstGeom prst="line">
            <a:avLst/>
          </a:prstGeom>
          <a:noFill/>
          <a:ln w="15875">
            <a:solidFill>
              <a:srgbClr val="A64E8E">
                <a:alpha val="76000"/>
              </a:srgbClr>
            </a:solidFill>
            <a:prstDash val="dash"/>
            <a:headEnd type="none"/>
            <a:tailEnd type="none"/>
          </a:ln>
        </p:spPr>
      </p:sp>
      <p:sp>
        <p:nvSpPr>
          <p:cNvPr id="699" name="Shape 697"/>
          <p:cNvSpPr/>
          <p:nvPr/>
        </p:nvSpPr>
        <p:spPr>
          <a:xfrm>
            <a:off x="5329123" y="3900624"/>
            <a:ext cx="0" cy="164694"/>
          </a:xfrm>
          <a:prstGeom prst="line">
            <a:avLst/>
          </a:prstGeom>
          <a:noFill/>
          <a:ln w="15875">
            <a:solidFill>
              <a:srgbClr val="A64E8E">
                <a:alpha val="76000"/>
              </a:srgbClr>
            </a:solidFill>
            <a:prstDash val="dash"/>
            <a:headEnd type="none"/>
            <a:tailEnd type="none"/>
          </a:ln>
        </p:spPr>
      </p:sp>
      <p:sp>
        <p:nvSpPr>
          <p:cNvPr id="700" name="Shape 698"/>
          <p:cNvSpPr/>
          <p:nvPr/>
        </p:nvSpPr>
        <p:spPr>
          <a:xfrm>
            <a:off x="5329123" y="4062575"/>
            <a:ext cx="127407" cy="0"/>
          </a:xfrm>
          <a:prstGeom prst="line">
            <a:avLst/>
          </a:prstGeom>
          <a:noFill/>
          <a:ln w="15875">
            <a:solidFill>
              <a:srgbClr val="A64E8E">
                <a:alpha val="76000"/>
              </a:srgbClr>
            </a:solidFill>
            <a:prstDash val="dash"/>
            <a:headEnd type="none"/>
            <a:tailEnd type="none"/>
          </a:ln>
        </p:spPr>
      </p:sp>
      <p:sp>
        <p:nvSpPr>
          <p:cNvPr id="701" name="Shape 699"/>
          <p:cNvSpPr/>
          <p:nvPr/>
        </p:nvSpPr>
        <p:spPr>
          <a:xfrm>
            <a:off x="5453787" y="4059831"/>
            <a:ext cx="0" cy="103883"/>
          </a:xfrm>
          <a:prstGeom prst="line">
            <a:avLst/>
          </a:prstGeom>
          <a:noFill/>
          <a:ln w="15875">
            <a:solidFill>
              <a:srgbClr val="A64E8E">
                <a:alpha val="76000"/>
              </a:srgbClr>
            </a:solidFill>
            <a:prstDash val="dash"/>
            <a:headEnd type="none"/>
            <a:tailEnd type="none"/>
          </a:ln>
        </p:spPr>
      </p:sp>
      <p:sp>
        <p:nvSpPr>
          <p:cNvPr id="702" name="Shape 700"/>
          <p:cNvSpPr/>
          <p:nvPr/>
        </p:nvSpPr>
        <p:spPr>
          <a:xfrm>
            <a:off x="5453787" y="4160971"/>
            <a:ext cx="127406" cy="0"/>
          </a:xfrm>
          <a:prstGeom prst="line">
            <a:avLst/>
          </a:prstGeom>
          <a:noFill/>
          <a:ln w="15875">
            <a:solidFill>
              <a:srgbClr val="A64E8E">
                <a:alpha val="76000"/>
              </a:srgbClr>
            </a:solidFill>
            <a:prstDash val="dash"/>
            <a:headEnd type="none"/>
            <a:tailEnd type="none"/>
          </a:ln>
        </p:spPr>
      </p:sp>
      <p:sp>
        <p:nvSpPr>
          <p:cNvPr id="703" name="Shape 701"/>
          <p:cNvSpPr/>
          <p:nvPr/>
        </p:nvSpPr>
        <p:spPr>
          <a:xfrm>
            <a:off x="5578449" y="4158228"/>
            <a:ext cx="0" cy="66298"/>
          </a:xfrm>
          <a:prstGeom prst="line">
            <a:avLst/>
          </a:prstGeom>
          <a:noFill/>
          <a:ln w="15875">
            <a:solidFill>
              <a:srgbClr val="A64E8E">
                <a:alpha val="76000"/>
              </a:srgbClr>
            </a:solidFill>
            <a:prstDash val="dash"/>
            <a:headEnd type="none"/>
            <a:tailEnd type="none"/>
          </a:ln>
        </p:spPr>
      </p:sp>
      <p:sp>
        <p:nvSpPr>
          <p:cNvPr id="704" name="Shape 702"/>
          <p:cNvSpPr/>
          <p:nvPr/>
        </p:nvSpPr>
        <p:spPr>
          <a:xfrm>
            <a:off x="5578449" y="4221783"/>
            <a:ext cx="127407" cy="0"/>
          </a:xfrm>
          <a:prstGeom prst="line">
            <a:avLst/>
          </a:prstGeom>
          <a:noFill/>
          <a:ln w="15875">
            <a:solidFill>
              <a:srgbClr val="A64E8E">
                <a:alpha val="76000"/>
              </a:srgbClr>
            </a:solidFill>
            <a:prstDash val="dash"/>
            <a:headEnd type="none"/>
            <a:tailEnd type="none"/>
          </a:ln>
        </p:spPr>
      </p:sp>
      <p:sp>
        <p:nvSpPr>
          <p:cNvPr id="705" name="Shape 703"/>
          <p:cNvSpPr/>
          <p:nvPr/>
        </p:nvSpPr>
        <p:spPr>
          <a:xfrm>
            <a:off x="5703113" y="4158228"/>
            <a:ext cx="0" cy="66298"/>
          </a:xfrm>
          <a:prstGeom prst="line">
            <a:avLst/>
          </a:prstGeom>
          <a:noFill/>
          <a:ln w="15875">
            <a:solidFill>
              <a:srgbClr val="A64E8E">
                <a:alpha val="76000"/>
              </a:srgbClr>
            </a:solidFill>
            <a:prstDash val="dash"/>
            <a:headEnd type="none"/>
            <a:tailEnd type="none"/>
          </a:ln>
        </p:spPr>
      </p:sp>
      <p:sp>
        <p:nvSpPr>
          <p:cNvPr id="706" name="Shape 704"/>
          <p:cNvSpPr/>
          <p:nvPr/>
        </p:nvSpPr>
        <p:spPr>
          <a:xfrm>
            <a:off x="5703113" y="4160971"/>
            <a:ext cx="127407" cy="0"/>
          </a:xfrm>
          <a:prstGeom prst="line">
            <a:avLst/>
          </a:prstGeom>
          <a:noFill/>
          <a:ln w="15875">
            <a:solidFill>
              <a:srgbClr val="A64E8E">
                <a:alpha val="76000"/>
              </a:srgbClr>
            </a:solidFill>
            <a:prstDash val="dash"/>
            <a:headEnd type="none"/>
            <a:tailEnd type="none"/>
          </a:ln>
        </p:spPr>
      </p:sp>
      <p:sp>
        <p:nvSpPr>
          <p:cNvPr id="707" name="Shape 705"/>
          <p:cNvSpPr/>
          <p:nvPr/>
        </p:nvSpPr>
        <p:spPr>
          <a:xfrm>
            <a:off x="5827776" y="4158228"/>
            <a:ext cx="0" cy="66298"/>
          </a:xfrm>
          <a:prstGeom prst="line">
            <a:avLst/>
          </a:prstGeom>
          <a:noFill/>
          <a:ln w="15875">
            <a:solidFill>
              <a:srgbClr val="A64E8E">
                <a:alpha val="76000"/>
              </a:srgbClr>
            </a:solidFill>
            <a:prstDash val="dash"/>
            <a:headEnd type="none"/>
            <a:tailEnd type="none"/>
          </a:ln>
        </p:spPr>
      </p:sp>
      <p:sp>
        <p:nvSpPr>
          <p:cNvPr id="708" name="Shape 706"/>
          <p:cNvSpPr/>
          <p:nvPr/>
        </p:nvSpPr>
        <p:spPr>
          <a:xfrm>
            <a:off x="5827776" y="4221783"/>
            <a:ext cx="127406" cy="0"/>
          </a:xfrm>
          <a:prstGeom prst="line">
            <a:avLst/>
          </a:prstGeom>
          <a:noFill/>
          <a:ln w="15875">
            <a:solidFill>
              <a:srgbClr val="A64E8E">
                <a:alpha val="76000"/>
              </a:srgbClr>
            </a:solidFill>
            <a:prstDash val="dash"/>
            <a:headEnd type="none"/>
            <a:tailEnd type="none"/>
          </a:ln>
        </p:spPr>
      </p:sp>
      <p:sp>
        <p:nvSpPr>
          <p:cNvPr id="709" name="Shape 707"/>
          <p:cNvSpPr/>
          <p:nvPr/>
        </p:nvSpPr>
        <p:spPr>
          <a:xfrm>
            <a:off x="5952439" y="4219040"/>
            <a:ext cx="0" cy="5486"/>
          </a:xfrm>
          <a:prstGeom prst="line">
            <a:avLst/>
          </a:prstGeom>
          <a:noFill/>
          <a:ln w="15875">
            <a:solidFill>
              <a:srgbClr val="A64E8E">
                <a:alpha val="76000"/>
              </a:srgbClr>
            </a:solidFill>
            <a:prstDash val="dash"/>
            <a:headEnd type="none"/>
            <a:tailEnd type="none"/>
          </a:ln>
        </p:spPr>
      </p:sp>
      <p:sp>
        <p:nvSpPr>
          <p:cNvPr id="710" name="Shape 708"/>
          <p:cNvSpPr/>
          <p:nvPr/>
        </p:nvSpPr>
        <p:spPr>
          <a:xfrm>
            <a:off x="5952439" y="4221783"/>
            <a:ext cx="127407" cy="0"/>
          </a:xfrm>
          <a:prstGeom prst="line">
            <a:avLst/>
          </a:prstGeom>
          <a:noFill/>
          <a:ln w="15875">
            <a:solidFill>
              <a:srgbClr val="A64E8E">
                <a:alpha val="76000"/>
              </a:srgbClr>
            </a:solidFill>
            <a:prstDash val="dash"/>
            <a:headEnd type="none"/>
            <a:tailEnd type="none"/>
          </a:ln>
        </p:spPr>
      </p:sp>
      <p:sp>
        <p:nvSpPr>
          <p:cNvPr id="711" name="Shape 709"/>
          <p:cNvSpPr/>
          <p:nvPr/>
        </p:nvSpPr>
        <p:spPr>
          <a:xfrm>
            <a:off x="6077102" y="4219040"/>
            <a:ext cx="0" cy="5486"/>
          </a:xfrm>
          <a:prstGeom prst="line">
            <a:avLst/>
          </a:prstGeom>
          <a:noFill/>
          <a:ln w="15875">
            <a:solidFill>
              <a:srgbClr val="A64E8E">
                <a:alpha val="76000"/>
              </a:srgbClr>
            </a:solidFill>
            <a:prstDash val="dash"/>
            <a:headEnd type="none"/>
            <a:tailEnd type="none"/>
          </a:ln>
        </p:spPr>
      </p:sp>
      <p:sp>
        <p:nvSpPr>
          <p:cNvPr id="712" name="Shape 710"/>
          <p:cNvSpPr/>
          <p:nvPr/>
        </p:nvSpPr>
        <p:spPr>
          <a:xfrm>
            <a:off x="6077102" y="4221783"/>
            <a:ext cx="127407" cy="0"/>
          </a:xfrm>
          <a:prstGeom prst="line">
            <a:avLst/>
          </a:prstGeom>
          <a:noFill/>
          <a:ln w="15875">
            <a:solidFill>
              <a:srgbClr val="A64E8E">
                <a:alpha val="76000"/>
              </a:srgbClr>
            </a:solidFill>
            <a:prstDash val="dash"/>
            <a:headEnd type="none"/>
            <a:tailEnd type="none"/>
          </a:ln>
        </p:spPr>
      </p:sp>
      <p:sp>
        <p:nvSpPr>
          <p:cNvPr id="713" name="Shape 711"/>
          <p:cNvSpPr/>
          <p:nvPr/>
        </p:nvSpPr>
        <p:spPr>
          <a:xfrm>
            <a:off x="6201766" y="4059831"/>
            <a:ext cx="0" cy="164695"/>
          </a:xfrm>
          <a:prstGeom prst="line">
            <a:avLst/>
          </a:prstGeom>
          <a:noFill/>
          <a:ln w="15875">
            <a:solidFill>
              <a:srgbClr val="A64E8E">
                <a:alpha val="76000"/>
              </a:srgbClr>
            </a:solidFill>
            <a:prstDash val="dash"/>
            <a:headEnd type="none"/>
            <a:tailEnd type="none"/>
          </a:ln>
        </p:spPr>
      </p:sp>
      <p:sp>
        <p:nvSpPr>
          <p:cNvPr id="714" name="Shape 712"/>
          <p:cNvSpPr/>
          <p:nvPr/>
        </p:nvSpPr>
        <p:spPr>
          <a:xfrm>
            <a:off x="6201766" y="4062575"/>
            <a:ext cx="127406" cy="0"/>
          </a:xfrm>
          <a:prstGeom prst="line">
            <a:avLst/>
          </a:prstGeom>
          <a:noFill/>
          <a:ln w="15875">
            <a:solidFill>
              <a:srgbClr val="A64E8E">
                <a:alpha val="76000"/>
              </a:srgbClr>
            </a:solidFill>
            <a:prstDash val="dash"/>
            <a:headEnd type="none"/>
            <a:tailEnd type="none"/>
          </a:ln>
        </p:spPr>
      </p:sp>
      <p:sp>
        <p:nvSpPr>
          <p:cNvPr id="715" name="Shape 713"/>
          <p:cNvSpPr/>
          <p:nvPr/>
        </p:nvSpPr>
        <p:spPr>
          <a:xfrm>
            <a:off x="6326429" y="4059831"/>
            <a:ext cx="0" cy="103883"/>
          </a:xfrm>
          <a:prstGeom prst="line">
            <a:avLst/>
          </a:prstGeom>
          <a:noFill/>
          <a:ln w="15875">
            <a:solidFill>
              <a:srgbClr val="A64E8E">
                <a:alpha val="76000"/>
              </a:srgbClr>
            </a:solidFill>
            <a:prstDash val="dash"/>
            <a:headEnd type="none"/>
            <a:tailEnd type="none"/>
          </a:ln>
        </p:spPr>
      </p:sp>
      <p:sp>
        <p:nvSpPr>
          <p:cNvPr id="716" name="Shape 714"/>
          <p:cNvSpPr/>
          <p:nvPr/>
        </p:nvSpPr>
        <p:spPr>
          <a:xfrm>
            <a:off x="6326429" y="4160971"/>
            <a:ext cx="127407" cy="0"/>
          </a:xfrm>
          <a:prstGeom prst="line">
            <a:avLst/>
          </a:prstGeom>
          <a:noFill/>
          <a:ln w="15875">
            <a:solidFill>
              <a:srgbClr val="A64E8E">
                <a:alpha val="76000"/>
              </a:srgbClr>
            </a:solidFill>
            <a:prstDash val="dash"/>
            <a:headEnd type="none"/>
            <a:tailEnd type="none"/>
          </a:ln>
        </p:spPr>
      </p:sp>
      <p:sp>
        <p:nvSpPr>
          <p:cNvPr id="717" name="Shape 715"/>
          <p:cNvSpPr/>
          <p:nvPr/>
        </p:nvSpPr>
        <p:spPr>
          <a:xfrm>
            <a:off x="6451092" y="4158228"/>
            <a:ext cx="0" cy="164694"/>
          </a:xfrm>
          <a:prstGeom prst="line">
            <a:avLst/>
          </a:prstGeom>
          <a:noFill/>
          <a:ln w="15875">
            <a:solidFill>
              <a:srgbClr val="A64E8E">
                <a:alpha val="76000"/>
              </a:srgbClr>
            </a:solidFill>
            <a:prstDash val="dash"/>
            <a:headEnd type="none"/>
            <a:tailEnd type="none"/>
          </a:ln>
        </p:spPr>
      </p:sp>
      <p:sp>
        <p:nvSpPr>
          <p:cNvPr id="718" name="Shape 716"/>
          <p:cNvSpPr/>
          <p:nvPr/>
        </p:nvSpPr>
        <p:spPr>
          <a:xfrm>
            <a:off x="6451092" y="4320178"/>
            <a:ext cx="127407" cy="0"/>
          </a:xfrm>
          <a:prstGeom prst="line">
            <a:avLst/>
          </a:prstGeom>
          <a:noFill/>
          <a:ln w="15875">
            <a:solidFill>
              <a:srgbClr val="A64E8E">
                <a:alpha val="76000"/>
              </a:srgbClr>
            </a:solidFill>
            <a:prstDash val="dash"/>
            <a:headEnd type="none"/>
            <a:tailEnd type="none"/>
          </a:ln>
        </p:spPr>
      </p:sp>
      <p:sp>
        <p:nvSpPr>
          <p:cNvPr id="719" name="Shape 717"/>
          <p:cNvSpPr/>
          <p:nvPr/>
        </p:nvSpPr>
        <p:spPr>
          <a:xfrm>
            <a:off x="6575755" y="4256623"/>
            <a:ext cx="0" cy="66298"/>
          </a:xfrm>
          <a:prstGeom prst="line">
            <a:avLst/>
          </a:prstGeom>
          <a:noFill/>
          <a:ln w="15875">
            <a:solidFill>
              <a:srgbClr val="A64E8E">
                <a:alpha val="76000"/>
              </a:srgbClr>
            </a:solidFill>
            <a:prstDash val="dash"/>
            <a:headEnd type="none"/>
            <a:tailEnd type="none"/>
          </a:ln>
        </p:spPr>
      </p:sp>
      <p:sp>
        <p:nvSpPr>
          <p:cNvPr id="720" name="Shape 718"/>
          <p:cNvSpPr/>
          <p:nvPr/>
        </p:nvSpPr>
        <p:spPr>
          <a:xfrm>
            <a:off x="6575755" y="4259366"/>
            <a:ext cx="127406" cy="0"/>
          </a:xfrm>
          <a:prstGeom prst="line">
            <a:avLst/>
          </a:prstGeom>
          <a:noFill/>
          <a:ln w="15875">
            <a:solidFill>
              <a:srgbClr val="A64E8E">
                <a:alpha val="76000"/>
              </a:srgbClr>
            </a:solidFill>
            <a:prstDash val="dash"/>
            <a:headEnd type="none"/>
            <a:tailEnd type="none"/>
          </a:ln>
        </p:spPr>
      </p:sp>
      <p:sp>
        <p:nvSpPr>
          <p:cNvPr id="721" name="Shape 719"/>
          <p:cNvSpPr/>
          <p:nvPr/>
        </p:nvSpPr>
        <p:spPr>
          <a:xfrm>
            <a:off x="6700418" y="4256623"/>
            <a:ext cx="0" cy="66298"/>
          </a:xfrm>
          <a:prstGeom prst="line">
            <a:avLst/>
          </a:prstGeom>
          <a:noFill/>
          <a:ln w="15875">
            <a:solidFill>
              <a:srgbClr val="A64E8E">
                <a:alpha val="76000"/>
              </a:srgbClr>
            </a:solidFill>
            <a:prstDash val="dash"/>
            <a:headEnd type="none"/>
            <a:tailEnd type="none"/>
          </a:ln>
        </p:spPr>
      </p:sp>
      <p:sp>
        <p:nvSpPr>
          <p:cNvPr id="722" name="Shape 720"/>
          <p:cNvSpPr/>
          <p:nvPr/>
        </p:nvSpPr>
        <p:spPr>
          <a:xfrm>
            <a:off x="6700418" y="4320178"/>
            <a:ext cx="127407" cy="0"/>
          </a:xfrm>
          <a:prstGeom prst="line">
            <a:avLst/>
          </a:prstGeom>
          <a:noFill/>
          <a:ln w="15875">
            <a:solidFill>
              <a:srgbClr val="A64E8E">
                <a:alpha val="76000"/>
              </a:srgbClr>
            </a:solidFill>
            <a:prstDash val="dash"/>
            <a:headEnd type="none"/>
            <a:tailEnd type="none"/>
          </a:ln>
        </p:spPr>
      </p:sp>
      <p:sp>
        <p:nvSpPr>
          <p:cNvPr id="723" name="Shape 721"/>
          <p:cNvSpPr/>
          <p:nvPr/>
        </p:nvSpPr>
        <p:spPr>
          <a:xfrm>
            <a:off x="6825082" y="4317435"/>
            <a:ext cx="0" cy="164694"/>
          </a:xfrm>
          <a:prstGeom prst="line">
            <a:avLst/>
          </a:prstGeom>
          <a:noFill/>
          <a:ln w="15875">
            <a:solidFill>
              <a:srgbClr val="A64E8E">
                <a:alpha val="76000"/>
              </a:srgbClr>
            </a:solidFill>
            <a:prstDash val="dash"/>
            <a:headEnd type="none"/>
            <a:tailEnd type="none"/>
          </a:ln>
        </p:spPr>
      </p:sp>
      <p:sp>
        <p:nvSpPr>
          <p:cNvPr id="724" name="Shape 722"/>
          <p:cNvSpPr/>
          <p:nvPr/>
        </p:nvSpPr>
        <p:spPr>
          <a:xfrm>
            <a:off x="6825082" y="4479385"/>
            <a:ext cx="127407" cy="0"/>
          </a:xfrm>
          <a:prstGeom prst="line">
            <a:avLst/>
          </a:prstGeom>
          <a:noFill/>
          <a:ln w="15875">
            <a:solidFill>
              <a:srgbClr val="A64E8E">
                <a:alpha val="76000"/>
              </a:srgbClr>
            </a:solidFill>
            <a:prstDash val="dash"/>
            <a:headEnd type="none"/>
            <a:tailEnd type="none"/>
          </a:ln>
        </p:spPr>
      </p:sp>
      <p:sp>
        <p:nvSpPr>
          <p:cNvPr id="725" name="Shape 723"/>
          <p:cNvSpPr/>
          <p:nvPr/>
        </p:nvSpPr>
        <p:spPr>
          <a:xfrm>
            <a:off x="6949745" y="4476642"/>
            <a:ext cx="0" cy="5486"/>
          </a:xfrm>
          <a:prstGeom prst="line">
            <a:avLst/>
          </a:prstGeom>
          <a:noFill/>
          <a:ln w="15875">
            <a:solidFill>
              <a:srgbClr val="A64E8E">
                <a:alpha val="76000"/>
              </a:srgbClr>
            </a:solidFill>
            <a:prstDash val="dash"/>
            <a:headEnd type="none"/>
            <a:tailEnd type="none"/>
          </a:ln>
        </p:spPr>
      </p:sp>
      <p:sp>
        <p:nvSpPr>
          <p:cNvPr id="726" name="Shape 724"/>
          <p:cNvSpPr/>
          <p:nvPr/>
        </p:nvSpPr>
        <p:spPr>
          <a:xfrm>
            <a:off x="6949745" y="4479385"/>
            <a:ext cx="127406" cy="0"/>
          </a:xfrm>
          <a:prstGeom prst="line">
            <a:avLst/>
          </a:prstGeom>
          <a:noFill/>
          <a:ln w="15875">
            <a:solidFill>
              <a:srgbClr val="A64E8E">
                <a:alpha val="76000"/>
              </a:srgbClr>
            </a:solidFill>
            <a:prstDash val="dash"/>
            <a:headEnd type="none"/>
            <a:tailEnd type="none"/>
          </a:ln>
        </p:spPr>
      </p:sp>
      <p:sp>
        <p:nvSpPr>
          <p:cNvPr id="727" name="Shape 725"/>
          <p:cNvSpPr/>
          <p:nvPr/>
        </p:nvSpPr>
        <p:spPr>
          <a:xfrm>
            <a:off x="7074408" y="4476642"/>
            <a:ext cx="0" cy="164694"/>
          </a:xfrm>
          <a:prstGeom prst="line">
            <a:avLst/>
          </a:prstGeom>
          <a:noFill/>
          <a:ln w="15875">
            <a:solidFill>
              <a:srgbClr val="A64E8E">
                <a:alpha val="76000"/>
              </a:srgbClr>
            </a:solidFill>
            <a:prstDash val="dash"/>
            <a:headEnd type="none"/>
            <a:tailEnd type="none"/>
          </a:ln>
        </p:spPr>
      </p:sp>
      <p:sp>
        <p:nvSpPr>
          <p:cNvPr id="728" name="Shape 726"/>
          <p:cNvSpPr/>
          <p:nvPr/>
        </p:nvSpPr>
        <p:spPr>
          <a:xfrm>
            <a:off x="7074408" y="4638593"/>
            <a:ext cx="127407" cy="0"/>
          </a:xfrm>
          <a:prstGeom prst="line">
            <a:avLst/>
          </a:prstGeom>
          <a:noFill/>
          <a:ln w="15875">
            <a:solidFill>
              <a:srgbClr val="A64E8E">
                <a:alpha val="76000"/>
              </a:srgbClr>
            </a:solidFill>
            <a:prstDash val="dash"/>
            <a:headEnd type="none"/>
            <a:tailEnd type="none"/>
          </a:ln>
        </p:spPr>
      </p:sp>
      <p:sp>
        <p:nvSpPr>
          <p:cNvPr id="729" name="Shape 727"/>
          <p:cNvSpPr/>
          <p:nvPr/>
        </p:nvSpPr>
        <p:spPr>
          <a:xfrm>
            <a:off x="7199071" y="4635850"/>
            <a:ext cx="0" cy="103883"/>
          </a:xfrm>
          <a:prstGeom prst="line">
            <a:avLst/>
          </a:prstGeom>
          <a:noFill/>
          <a:ln w="15875">
            <a:solidFill>
              <a:srgbClr val="A64E8E">
                <a:alpha val="76000"/>
              </a:srgbClr>
            </a:solidFill>
            <a:prstDash val="dash"/>
            <a:headEnd type="none"/>
            <a:tailEnd type="none"/>
          </a:ln>
        </p:spPr>
      </p:sp>
      <p:sp>
        <p:nvSpPr>
          <p:cNvPr id="730" name="Shape 728"/>
          <p:cNvSpPr/>
          <p:nvPr/>
        </p:nvSpPr>
        <p:spPr>
          <a:xfrm>
            <a:off x="7199071" y="4736989"/>
            <a:ext cx="127407" cy="0"/>
          </a:xfrm>
          <a:prstGeom prst="line">
            <a:avLst/>
          </a:prstGeom>
          <a:noFill/>
          <a:ln w="15875">
            <a:solidFill>
              <a:srgbClr val="A64E8E">
                <a:alpha val="76000"/>
              </a:srgbClr>
            </a:solidFill>
            <a:prstDash val="dash"/>
            <a:headEnd type="none"/>
            <a:tailEnd type="none"/>
          </a:ln>
        </p:spPr>
      </p:sp>
      <p:sp>
        <p:nvSpPr>
          <p:cNvPr id="731" name="Shape 729"/>
          <p:cNvSpPr/>
          <p:nvPr/>
        </p:nvSpPr>
        <p:spPr>
          <a:xfrm>
            <a:off x="7323735" y="4734246"/>
            <a:ext cx="0" cy="5486"/>
          </a:xfrm>
          <a:prstGeom prst="line">
            <a:avLst/>
          </a:prstGeom>
          <a:noFill/>
          <a:ln w="15875">
            <a:solidFill>
              <a:srgbClr val="A64E8E">
                <a:alpha val="76000"/>
              </a:srgbClr>
            </a:solidFill>
            <a:prstDash val="dash"/>
            <a:headEnd type="none"/>
            <a:tailEnd type="none"/>
          </a:ln>
        </p:spPr>
      </p:sp>
      <p:sp>
        <p:nvSpPr>
          <p:cNvPr id="732" name="Shape 730"/>
          <p:cNvSpPr/>
          <p:nvPr/>
        </p:nvSpPr>
        <p:spPr>
          <a:xfrm>
            <a:off x="7323735" y="4736989"/>
            <a:ext cx="127406" cy="0"/>
          </a:xfrm>
          <a:prstGeom prst="line">
            <a:avLst/>
          </a:prstGeom>
          <a:noFill/>
          <a:ln w="15875">
            <a:solidFill>
              <a:srgbClr val="A64E8E">
                <a:alpha val="76000"/>
              </a:srgbClr>
            </a:solidFill>
            <a:prstDash val="dash"/>
            <a:headEnd type="none"/>
            <a:tailEnd type="none"/>
          </a:ln>
        </p:spPr>
      </p:sp>
      <p:sp>
        <p:nvSpPr>
          <p:cNvPr id="733" name="Shape 731"/>
          <p:cNvSpPr/>
          <p:nvPr/>
        </p:nvSpPr>
        <p:spPr>
          <a:xfrm>
            <a:off x="7448397" y="4734246"/>
            <a:ext cx="0" cy="103882"/>
          </a:xfrm>
          <a:prstGeom prst="line">
            <a:avLst/>
          </a:prstGeom>
          <a:noFill/>
          <a:ln w="15875">
            <a:solidFill>
              <a:srgbClr val="A64E8E">
                <a:alpha val="76000"/>
              </a:srgbClr>
            </a:solidFill>
            <a:prstDash val="dash"/>
            <a:headEnd type="none"/>
            <a:tailEnd type="none"/>
          </a:ln>
        </p:spPr>
      </p:sp>
      <p:sp>
        <p:nvSpPr>
          <p:cNvPr id="734" name="Shape 732"/>
          <p:cNvSpPr/>
          <p:nvPr/>
        </p:nvSpPr>
        <p:spPr>
          <a:xfrm>
            <a:off x="7448397" y="4835384"/>
            <a:ext cx="127407" cy="0"/>
          </a:xfrm>
          <a:prstGeom prst="line">
            <a:avLst/>
          </a:prstGeom>
          <a:noFill/>
          <a:ln w="15875">
            <a:solidFill>
              <a:srgbClr val="A64E8E">
                <a:alpha val="76000"/>
              </a:srgbClr>
            </a:solidFill>
            <a:prstDash val="dash"/>
            <a:headEnd type="none"/>
            <a:tailEnd type="none"/>
          </a:ln>
        </p:spPr>
      </p:sp>
      <p:sp>
        <p:nvSpPr>
          <p:cNvPr id="735" name="Shape 733"/>
          <p:cNvSpPr/>
          <p:nvPr/>
        </p:nvSpPr>
        <p:spPr>
          <a:xfrm>
            <a:off x="7573061" y="4832641"/>
            <a:ext cx="0" cy="5486"/>
          </a:xfrm>
          <a:prstGeom prst="line">
            <a:avLst/>
          </a:prstGeom>
          <a:noFill/>
          <a:ln w="15875">
            <a:solidFill>
              <a:srgbClr val="A64E8E">
                <a:alpha val="76000"/>
              </a:srgbClr>
            </a:solidFill>
            <a:prstDash val="dash"/>
            <a:headEnd type="none"/>
            <a:tailEnd type="none"/>
          </a:ln>
        </p:spPr>
      </p:sp>
      <p:sp>
        <p:nvSpPr>
          <p:cNvPr id="736" name="Shape 734"/>
          <p:cNvSpPr/>
          <p:nvPr/>
        </p:nvSpPr>
        <p:spPr>
          <a:xfrm>
            <a:off x="7573061" y="4835384"/>
            <a:ext cx="127407" cy="0"/>
          </a:xfrm>
          <a:prstGeom prst="line">
            <a:avLst/>
          </a:prstGeom>
          <a:noFill/>
          <a:ln w="15875">
            <a:solidFill>
              <a:srgbClr val="A64E8E">
                <a:alpha val="76000"/>
              </a:srgbClr>
            </a:solidFill>
            <a:prstDash val="dash"/>
            <a:headEnd type="none"/>
            <a:tailEnd type="none"/>
          </a:ln>
        </p:spPr>
      </p:sp>
      <p:sp>
        <p:nvSpPr>
          <p:cNvPr id="737" name="Shape 735"/>
          <p:cNvSpPr/>
          <p:nvPr/>
        </p:nvSpPr>
        <p:spPr>
          <a:xfrm>
            <a:off x="7697724" y="4635850"/>
            <a:ext cx="0" cy="202278"/>
          </a:xfrm>
          <a:prstGeom prst="line">
            <a:avLst/>
          </a:prstGeom>
          <a:noFill/>
          <a:ln w="15875">
            <a:solidFill>
              <a:srgbClr val="A64E8E">
                <a:alpha val="76000"/>
              </a:srgbClr>
            </a:solidFill>
            <a:prstDash val="dash"/>
            <a:headEnd type="none"/>
            <a:tailEnd type="none"/>
          </a:ln>
        </p:spPr>
      </p:sp>
      <p:sp>
        <p:nvSpPr>
          <p:cNvPr id="738" name="Shape 736"/>
          <p:cNvSpPr/>
          <p:nvPr/>
        </p:nvSpPr>
        <p:spPr>
          <a:xfrm>
            <a:off x="7697724" y="4638593"/>
            <a:ext cx="127406" cy="0"/>
          </a:xfrm>
          <a:prstGeom prst="line">
            <a:avLst/>
          </a:prstGeom>
          <a:noFill/>
          <a:ln w="15875">
            <a:solidFill>
              <a:srgbClr val="A64E8E">
                <a:alpha val="76000"/>
              </a:srgbClr>
            </a:solidFill>
            <a:prstDash val="dash"/>
            <a:headEnd type="none"/>
            <a:tailEnd type="none"/>
          </a:ln>
        </p:spPr>
      </p:sp>
      <p:sp>
        <p:nvSpPr>
          <p:cNvPr id="739" name="Shape 737"/>
          <p:cNvSpPr/>
          <p:nvPr/>
        </p:nvSpPr>
        <p:spPr>
          <a:xfrm>
            <a:off x="7822387" y="4476642"/>
            <a:ext cx="0" cy="164694"/>
          </a:xfrm>
          <a:prstGeom prst="line">
            <a:avLst/>
          </a:prstGeom>
          <a:noFill/>
          <a:ln w="15875">
            <a:solidFill>
              <a:srgbClr val="A64E8E">
                <a:alpha val="76000"/>
              </a:srgbClr>
            </a:solidFill>
            <a:prstDash val="dash"/>
            <a:headEnd type="none"/>
            <a:tailEnd type="none"/>
          </a:ln>
        </p:spPr>
      </p:sp>
      <p:sp>
        <p:nvSpPr>
          <p:cNvPr id="740" name="Shape 738"/>
          <p:cNvSpPr/>
          <p:nvPr/>
        </p:nvSpPr>
        <p:spPr>
          <a:xfrm>
            <a:off x="7822387" y="4479385"/>
            <a:ext cx="127407" cy="0"/>
          </a:xfrm>
          <a:prstGeom prst="line">
            <a:avLst/>
          </a:prstGeom>
          <a:noFill/>
          <a:ln w="15875">
            <a:solidFill>
              <a:srgbClr val="A64E8E">
                <a:alpha val="76000"/>
              </a:srgbClr>
            </a:solidFill>
            <a:prstDash val="dash"/>
            <a:headEnd type="none"/>
            <a:tailEnd type="none"/>
          </a:ln>
        </p:spPr>
      </p:sp>
      <p:sp>
        <p:nvSpPr>
          <p:cNvPr id="741" name="Shape 739"/>
          <p:cNvSpPr/>
          <p:nvPr/>
        </p:nvSpPr>
        <p:spPr>
          <a:xfrm>
            <a:off x="7947050" y="4415830"/>
            <a:ext cx="0" cy="66298"/>
          </a:xfrm>
          <a:prstGeom prst="line">
            <a:avLst/>
          </a:prstGeom>
          <a:noFill/>
          <a:ln w="15875">
            <a:solidFill>
              <a:srgbClr val="A64E8E">
                <a:alpha val="76000"/>
              </a:srgbClr>
            </a:solidFill>
            <a:prstDash val="dash"/>
            <a:headEnd type="none"/>
            <a:tailEnd type="none"/>
          </a:ln>
        </p:spPr>
      </p:sp>
      <p:sp>
        <p:nvSpPr>
          <p:cNvPr id="742" name="Shape 740"/>
          <p:cNvSpPr/>
          <p:nvPr/>
        </p:nvSpPr>
        <p:spPr>
          <a:xfrm>
            <a:off x="7947050" y="4418573"/>
            <a:ext cx="127407" cy="0"/>
          </a:xfrm>
          <a:prstGeom prst="line">
            <a:avLst/>
          </a:prstGeom>
          <a:noFill/>
          <a:ln w="15875">
            <a:solidFill>
              <a:srgbClr val="A64E8E">
                <a:alpha val="76000"/>
              </a:srgbClr>
            </a:solidFill>
            <a:prstDash val="dash"/>
            <a:headEnd type="none"/>
            <a:tailEnd type="none"/>
          </a:ln>
        </p:spPr>
      </p:sp>
      <p:sp>
        <p:nvSpPr>
          <p:cNvPr id="743" name="Shape 741"/>
          <p:cNvSpPr/>
          <p:nvPr/>
        </p:nvSpPr>
        <p:spPr>
          <a:xfrm>
            <a:off x="8071714" y="4317435"/>
            <a:ext cx="0" cy="103882"/>
          </a:xfrm>
          <a:prstGeom prst="line">
            <a:avLst/>
          </a:prstGeom>
          <a:noFill/>
          <a:ln w="15875">
            <a:solidFill>
              <a:srgbClr val="A64E8E">
                <a:alpha val="76000"/>
              </a:srgbClr>
            </a:solidFill>
            <a:prstDash val="dash"/>
            <a:headEnd type="none"/>
            <a:tailEnd type="none"/>
          </a:ln>
        </p:spPr>
      </p:sp>
      <p:sp>
        <p:nvSpPr>
          <p:cNvPr id="744" name="Shape 742"/>
          <p:cNvSpPr/>
          <p:nvPr/>
        </p:nvSpPr>
        <p:spPr>
          <a:xfrm>
            <a:off x="8071714" y="4320178"/>
            <a:ext cx="127406" cy="0"/>
          </a:xfrm>
          <a:prstGeom prst="line">
            <a:avLst/>
          </a:prstGeom>
          <a:noFill/>
          <a:ln w="15875">
            <a:solidFill>
              <a:srgbClr val="A64E8E">
                <a:alpha val="76000"/>
              </a:srgbClr>
            </a:solidFill>
            <a:prstDash val="dash"/>
            <a:headEnd type="none"/>
            <a:tailEnd type="none"/>
          </a:ln>
        </p:spPr>
      </p:sp>
      <p:sp>
        <p:nvSpPr>
          <p:cNvPr id="745" name="Shape 743"/>
          <p:cNvSpPr/>
          <p:nvPr/>
        </p:nvSpPr>
        <p:spPr>
          <a:xfrm>
            <a:off x="8196377" y="4219040"/>
            <a:ext cx="0" cy="103882"/>
          </a:xfrm>
          <a:prstGeom prst="line">
            <a:avLst/>
          </a:prstGeom>
          <a:noFill/>
          <a:ln w="15875">
            <a:solidFill>
              <a:srgbClr val="A64E8E">
                <a:alpha val="76000"/>
              </a:srgbClr>
            </a:solidFill>
            <a:prstDash val="dash"/>
            <a:headEnd type="none"/>
            <a:tailEnd type="none"/>
          </a:ln>
        </p:spPr>
      </p:sp>
      <p:sp>
        <p:nvSpPr>
          <p:cNvPr id="746" name="Shape 744"/>
          <p:cNvSpPr/>
          <p:nvPr/>
        </p:nvSpPr>
        <p:spPr>
          <a:xfrm>
            <a:off x="8196377" y="4221783"/>
            <a:ext cx="127407" cy="0"/>
          </a:xfrm>
          <a:prstGeom prst="line">
            <a:avLst/>
          </a:prstGeom>
          <a:noFill/>
          <a:ln w="15875">
            <a:solidFill>
              <a:srgbClr val="A64E8E">
                <a:alpha val="76000"/>
              </a:srgbClr>
            </a:solidFill>
            <a:prstDash val="dash"/>
            <a:headEnd type="none"/>
            <a:tailEnd type="none"/>
          </a:ln>
        </p:spPr>
      </p:sp>
      <p:sp>
        <p:nvSpPr>
          <p:cNvPr id="747" name="Shape 745"/>
          <p:cNvSpPr/>
          <p:nvPr/>
        </p:nvSpPr>
        <p:spPr>
          <a:xfrm>
            <a:off x="8321040" y="4219040"/>
            <a:ext cx="0" cy="202277"/>
          </a:xfrm>
          <a:prstGeom prst="line">
            <a:avLst/>
          </a:prstGeom>
          <a:noFill/>
          <a:ln w="15875">
            <a:solidFill>
              <a:srgbClr val="A64E8E">
                <a:alpha val="76000"/>
              </a:srgbClr>
            </a:solidFill>
            <a:prstDash val="dash"/>
            <a:headEnd type="none"/>
            <a:tailEnd type="none"/>
          </a:ln>
        </p:spPr>
      </p:sp>
      <p:sp>
        <p:nvSpPr>
          <p:cNvPr id="748" name="Shape 746"/>
          <p:cNvSpPr/>
          <p:nvPr/>
        </p:nvSpPr>
        <p:spPr>
          <a:xfrm>
            <a:off x="841248" y="2236124"/>
            <a:ext cx="127407" cy="0"/>
          </a:xfrm>
          <a:prstGeom prst="line">
            <a:avLst/>
          </a:prstGeom>
          <a:noFill/>
          <a:ln w="15875">
            <a:solidFill>
              <a:srgbClr val="B48A12">
                <a:alpha val="76000"/>
              </a:srgbClr>
            </a:solidFill>
            <a:prstDash val="dash"/>
            <a:headEnd type="none"/>
            <a:tailEnd type="none"/>
          </a:ln>
        </p:spPr>
      </p:sp>
      <p:sp>
        <p:nvSpPr>
          <p:cNvPr id="749" name="Shape 747"/>
          <p:cNvSpPr/>
          <p:nvPr/>
        </p:nvSpPr>
        <p:spPr>
          <a:xfrm>
            <a:off x="965911" y="2233380"/>
            <a:ext cx="0" cy="567189"/>
          </a:xfrm>
          <a:prstGeom prst="line">
            <a:avLst/>
          </a:prstGeom>
          <a:noFill/>
          <a:ln w="15875">
            <a:solidFill>
              <a:srgbClr val="B48A12">
                <a:alpha val="76000"/>
              </a:srgbClr>
            </a:solidFill>
            <a:prstDash val="dash"/>
            <a:headEnd type="none"/>
            <a:tailEnd type="none"/>
          </a:ln>
        </p:spPr>
      </p:sp>
      <p:sp>
        <p:nvSpPr>
          <p:cNvPr id="750" name="Shape 748"/>
          <p:cNvSpPr/>
          <p:nvPr/>
        </p:nvSpPr>
        <p:spPr>
          <a:xfrm>
            <a:off x="965911" y="2797826"/>
            <a:ext cx="127406" cy="0"/>
          </a:xfrm>
          <a:prstGeom prst="line">
            <a:avLst/>
          </a:prstGeom>
          <a:noFill/>
          <a:ln w="15875">
            <a:solidFill>
              <a:srgbClr val="B48A12">
                <a:alpha val="76000"/>
              </a:srgbClr>
            </a:solidFill>
            <a:prstDash val="dash"/>
            <a:headEnd type="none"/>
            <a:tailEnd type="none"/>
          </a:ln>
        </p:spPr>
      </p:sp>
      <p:sp>
        <p:nvSpPr>
          <p:cNvPr id="751" name="Shape 749"/>
          <p:cNvSpPr/>
          <p:nvPr/>
        </p:nvSpPr>
        <p:spPr>
          <a:xfrm>
            <a:off x="1090574" y="2795083"/>
            <a:ext cx="0" cy="321672"/>
          </a:xfrm>
          <a:prstGeom prst="line">
            <a:avLst/>
          </a:prstGeom>
          <a:noFill/>
          <a:ln w="15875">
            <a:solidFill>
              <a:srgbClr val="B48A12">
                <a:alpha val="76000"/>
              </a:srgbClr>
            </a:solidFill>
            <a:prstDash val="dash"/>
            <a:headEnd type="none"/>
            <a:tailEnd type="none"/>
          </a:ln>
        </p:spPr>
      </p:sp>
      <p:sp>
        <p:nvSpPr>
          <p:cNvPr id="752" name="Shape 750"/>
          <p:cNvSpPr/>
          <p:nvPr/>
        </p:nvSpPr>
        <p:spPr>
          <a:xfrm>
            <a:off x="1090574" y="3114012"/>
            <a:ext cx="127407" cy="0"/>
          </a:xfrm>
          <a:prstGeom prst="line">
            <a:avLst/>
          </a:prstGeom>
          <a:noFill/>
          <a:ln w="15875">
            <a:solidFill>
              <a:srgbClr val="B48A12">
                <a:alpha val="76000"/>
              </a:srgbClr>
            </a:solidFill>
            <a:prstDash val="dash"/>
            <a:headEnd type="none"/>
            <a:tailEnd type="none"/>
          </a:ln>
        </p:spPr>
      </p:sp>
      <p:sp>
        <p:nvSpPr>
          <p:cNvPr id="753" name="Shape 751"/>
          <p:cNvSpPr/>
          <p:nvPr/>
        </p:nvSpPr>
        <p:spPr>
          <a:xfrm>
            <a:off x="1215238" y="3111269"/>
            <a:ext cx="0" cy="325430"/>
          </a:xfrm>
          <a:prstGeom prst="line">
            <a:avLst/>
          </a:prstGeom>
          <a:noFill/>
          <a:ln w="15875">
            <a:solidFill>
              <a:srgbClr val="B48A12">
                <a:alpha val="76000"/>
              </a:srgbClr>
            </a:solidFill>
            <a:prstDash val="dash"/>
            <a:headEnd type="none"/>
            <a:tailEnd type="none"/>
          </a:ln>
        </p:spPr>
      </p:sp>
      <p:sp>
        <p:nvSpPr>
          <p:cNvPr id="754" name="Shape 752"/>
          <p:cNvSpPr/>
          <p:nvPr/>
        </p:nvSpPr>
        <p:spPr>
          <a:xfrm>
            <a:off x="1215238" y="3433956"/>
            <a:ext cx="127407" cy="0"/>
          </a:xfrm>
          <a:prstGeom prst="line">
            <a:avLst/>
          </a:prstGeom>
          <a:noFill/>
          <a:ln w="15875">
            <a:solidFill>
              <a:srgbClr val="B48A12">
                <a:alpha val="76000"/>
              </a:srgbClr>
            </a:solidFill>
            <a:prstDash val="dash"/>
            <a:headEnd type="none"/>
            <a:tailEnd type="none"/>
          </a:ln>
        </p:spPr>
      </p:sp>
      <p:sp>
        <p:nvSpPr>
          <p:cNvPr id="755" name="Shape 753"/>
          <p:cNvSpPr/>
          <p:nvPr/>
        </p:nvSpPr>
        <p:spPr>
          <a:xfrm>
            <a:off x="1339901" y="3431213"/>
            <a:ext cx="0" cy="308372"/>
          </a:xfrm>
          <a:prstGeom prst="line">
            <a:avLst/>
          </a:prstGeom>
          <a:noFill/>
          <a:ln w="15875">
            <a:solidFill>
              <a:srgbClr val="B48A12">
                <a:alpha val="76000"/>
              </a:srgbClr>
            </a:solidFill>
            <a:prstDash val="dash"/>
            <a:headEnd type="none"/>
            <a:tailEnd type="none"/>
          </a:ln>
        </p:spPr>
      </p:sp>
      <p:sp>
        <p:nvSpPr>
          <p:cNvPr id="756" name="Shape 754"/>
          <p:cNvSpPr/>
          <p:nvPr/>
        </p:nvSpPr>
        <p:spPr>
          <a:xfrm>
            <a:off x="1339901" y="3736841"/>
            <a:ext cx="127406" cy="0"/>
          </a:xfrm>
          <a:prstGeom prst="line">
            <a:avLst/>
          </a:prstGeom>
          <a:noFill/>
          <a:ln w="15875">
            <a:solidFill>
              <a:srgbClr val="B48A12">
                <a:alpha val="76000"/>
              </a:srgbClr>
            </a:solidFill>
            <a:prstDash val="dash"/>
            <a:headEnd type="none"/>
            <a:tailEnd type="none"/>
          </a:ln>
        </p:spPr>
      </p:sp>
      <p:sp>
        <p:nvSpPr>
          <p:cNvPr id="757" name="Shape 755"/>
          <p:cNvSpPr/>
          <p:nvPr/>
        </p:nvSpPr>
        <p:spPr>
          <a:xfrm>
            <a:off x="1464564" y="3734098"/>
            <a:ext cx="0" cy="246367"/>
          </a:xfrm>
          <a:prstGeom prst="line">
            <a:avLst/>
          </a:prstGeom>
          <a:noFill/>
          <a:ln w="15875">
            <a:solidFill>
              <a:srgbClr val="B48A12">
                <a:alpha val="76000"/>
              </a:srgbClr>
            </a:solidFill>
            <a:prstDash val="dash"/>
            <a:headEnd type="none"/>
            <a:tailEnd type="none"/>
          </a:ln>
        </p:spPr>
      </p:sp>
      <p:sp>
        <p:nvSpPr>
          <p:cNvPr id="758" name="Shape 756"/>
          <p:cNvSpPr/>
          <p:nvPr/>
        </p:nvSpPr>
        <p:spPr>
          <a:xfrm>
            <a:off x="1464564" y="3977722"/>
            <a:ext cx="127407" cy="0"/>
          </a:xfrm>
          <a:prstGeom prst="line">
            <a:avLst/>
          </a:prstGeom>
          <a:noFill/>
          <a:ln w="15875">
            <a:solidFill>
              <a:srgbClr val="B48A12">
                <a:alpha val="76000"/>
              </a:srgbClr>
            </a:solidFill>
            <a:prstDash val="dash"/>
            <a:headEnd type="none"/>
            <a:tailEnd type="none"/>
          </a:ln>
        </p:spPr>
      </p:sp>
      <p:sp>
        <p:nvSpPr>
          <p:cNvPr id="759" name="Shape 757"/>
          <p:cNvSpPr/>
          <p:nvPr/>
        </p:nvSpPr>
        <p:spPr>
          <a:xfrm>
            <a:off x="1589227" y="3974978"/>
            <a:ext cx="0" cy="178478"/>
          </a:xfrm>
          <a:prstGeom prst="line">
            <a:avLst/>
          </a:prstGeom>
          <a:noFill/>
          <a:ln w="15875">
            <a:solidFill>
              <a:srgbClr val="B48A12">
                <a:alpha val="76000"/>
              </a:srgbClr>
            </a:solidFill>
            <a:prstDash val="dash"/>
            <a:headEnd type="none"/>
            <a:tailEnd type="none"/>
          </a:ln>
        </p:spPr>
      </p:sp>
      <p:sp>
        <p:nvSpPr>
          <p:cNvPr id="760" name="Shape 758"/>
          <p:cNvSpPr/>
          <p:nvPr/>
        </p:nvSpPr>
        <p:spPr>
          <a:xfrm>
            <a:off x="1589227" y="4150713"/>
            <a:ext cx="127407" cy="0"/>
          </a:xfrm>
          <a:prstGeom prst="line">
            <a:avLst/>
          </a:prstGeom>
          <a:noFill/>
          <a:ln w="15875">
            <a:solidFill>
              <a:srgbClr val="B48A12">
                <a:alpha val="76000"/>
              </a:srgbClr>
            </a:solidFill>
            <a:prstDash val="dash"/>
            <a:headEnd type="none"/>
            <a:tailEnd type="none"/>
          </a:ln>
        </p:spPr>
      </p:sp>
      <p:sp>
        <p:nvSpPr>
          <p:cNvPr id="761" name="Shape 759"/>
          <p:cNvSpPr/>
          <p:nvPr/>
        </p:nvSpPr>
        <p:spPr>
          <a:xfrm>
            <a:off x="1713891" y="4147970"/>
            <a:ext cx="0" cy="98260"/>
          </a:xfrm>
          <a:prstGeom prst="line">
            <a:avLst/>
          </a:prstGeom>
          <a:noFill/>
          <a:ln w="15875">
            <a:solidFill>
              <a:srgbClr val="B48A12">
                <a:alpha val="76000"/>
              </a:srgbClr>
            </a:solidFill>
            <a:prstDash val="dash"/>
            <a:headEnd type="none"/>
            <a:tailEnd type="none"/>
          </a:ln>
        </p:spPr>
      </p:sp>
      <p:sp>
        <p:nvSpPr>
          <p:cNvPr id="762" name="Shape 760"/>
          <p:cNvSpPr/>
          <p:nvPr/>
        </p:nvSpPr>
        <p:spPr>
          <a:xfrm>
            <a:off x="1713891" y="4243486"/>
            <a:ext cx="127406" cy="0"/>
          </a:xfrm>
          <a:prstGeom prst="line">
            <a:avLst/>
          </a:prstGeom>
          <a:noFill/>
          <a:ln w="15875">
            <a:solidFill>
              <a:srgbClr val="B48A12">
                <a:alpha val="76000"/>
              </a:srgbClr>
            </a:solidFill>
            <a:prstDash val="dash"/>
            <a:headEnd type="none"/>
            <a:tailEnd type="none"/>
          </a:ln>
        </p:spPr>
      </p:sp>
      <p:sp>
        <p:nvSpPr>
          <p:cNvPr id="763" name="Shape 761"/>
          <p:cNvSpPr/>
          <p:nvPr/>
        </p:nvSpPr>
        <p:spPr>
          <a:xfrm>
            <a:off x="1838553" y="4240743"/>
            <a:ext cx="0" cy="23544"/>
          </a:xfrm>
          <a:prstGeom prst="line">
            <a:avLst/>
          </a:prstGeom>
          <a:noFill/>
          <a:ln w="15875">
            <a:solidFill>
              <a:srgbClr val="B48A12">
                <a:alpha val="76000"/>
              </a:srgbClr>
            </a:solidFill>
            <a:prstDash val="dash"/>
            <a:headEnd type="none"/>
            <a:tailEnd type="none"/>
          </a:ln>
        </p:spPr>
      </p:sp>
      <p:sp>
        <p:nvSpPr>
          <p:cNvPr id="764" name="Shape 762"/>
          <p:cNvSpPr/>
          <p:nvPr/>
        </p:nvSpPr>
        <p:spPr>
          <a:xfrm>
            <a:off x="1838553" y="4261544"/>
            <a:ext cx="127407" cy="0"/>
          </a:xfrm>
          <a:prstGeom prst="line">
            <a:avLst/>
          </a:prstGeom>
          <a:noFill/>
          <a:ln w="15875">
            <a:solidFill>
              <a:srgbClr val="B48A12">
                <a:alpha val="76000"/>
              </a:srgbClr>
            </a:solidFill>
            <a:prstDash val="dash"/>
            <a:headEnd type="none"/>
            <a:tailEnd type="none"/>
          </a:ln>
        </p:spPr>
      </p:sp>
      <p:sp>
        <p:nvSpPr>
          <p:cNvPr id="765" name="Shape 763"/>
          <p:cNvSpPr/>
          <p:nvPr/>
        </p:nvSpPr>
        <p:spPr>
          <a:xfrm>
            <a:off x="1963217" y="4225451"/>
            <a:ext cx="0" cy="38836"/>
          </a:xfrm>
          <a:prstGeom prst="line">
            <a:avLst/>
          </a:prstGeom>
          <a:noFill/>
          <a:ln w="15875">
            <a:solidFill>
              <a:srgbClr val="B48A12">
                <a:alpha val="76000"/>
              </a:srgbClr>
            </a:solidFill>
            <a:prstDash val="dash"/>
            <a:headEnd type="none"/>
            <a:tailEnd type="none"/>
          </a:ln>
        </p:spPr>
      </p:sp>
      <p:sp>
        <p:nvSpPr>
          <p:cNvPr id="766" name="Shape 764"/>
          <p:cNvSpPr/>
          <p:nvPr/>
        </p:nvSpPr>
        <p:spPr>
          <a:xfrm>
            <a:off x="1963217" y="4228194"/>
            <a:ext cx="127407" cy="0"/>
          </a:xfrm>
          <a:prstGeom prst="line">
            <a:avLst/>
          </a:prstGeom>
          <a:noFill/>
          <a:ln w="15875">
            <a:solidFill>
              <a:srgbClr val="B48A12">
                <a:alpha val="76000"/>
              </a:srgbClr>
            </a:solidFill>
            <a:prstDash val="dash"/>
            <a:headEnd type="none"/>
            <a:tailEnd type="none"/>
          </a:ln>
        </p:spPr>
      </p:sp>
      <p:sp>
        <p:nvSpPr>
          <p:cNvPr id="767" name="Shape 765"/>
          <p:cNvSpPr/>
          <p:nvPr/>
        </p:nvSpPr>
        <p:spPr>
          <a:xfrm>
            <a:off x="2087880" y="4179380"/>
            <a:ext cx="0" cy="51557"/>
          </a:xfrm>
          <a:prstGeom prst="line">
            <a:avLst/>
          </a:prstGeom>
          <a:noFill/>
          <a:ln w="15875">
            <a:solidFill>
              <a:srgbClr val="B48A12">
                <a:alpha val="76000"/>
              </a:srgbClr>
            </a:solidFill>
            <a:prstDash val="dash"/>
            <a:headEnd type="none"/>
            <a:tailEnd type="none"/>
          </a:ln>
        </p:spPr>
      </p:sp>
      <p:sp>
        <p:nvSpPr>
          <p:cNvPr id="768" name="Shape 766"/>
          <p:cNvSpPr/>
          <p:nvPr/>
        </p:nvSpPr>
        <p:spPr>
          <a:xfrm>
            <a:off x="2087880" y="4182124"/>
            <a:ext cx="127406" cy="0"/>
          </a:xfrm>
          <a:prstGeom prst="line">
            <a:avLst/>
          </a:prstGeom>
          <a:noFill/>
          <a:ln w="15875">
            <a:solidFill>
              <a:srgbClr val="B48A12">
                <a:alpha val="76000"/>
              </a:srgbClr>
            </a:solidFill>
            <a:prstDash val="dash"/>
            <a:headEnd type="none"/>
            <a:tailEnd type="none"/>
          </a:ln>
        </p:spPr>
      </p:sp>
      <p:sp>
        <p:nvSpPr>
          <p:cNvPr id="769" name="Shape 767"/>
          <p:cNvSpPr/>
          <p:nvPr/>
        </p:nvSpPr>
        <p:spPr>
          <a:xfrm>
            <a:off x="2212543" y="4126178"/>
            <a:ext cx="0" cy="58689"/>
          </a:xfrm>
          <a:prstGeom prst="line">
            <a:avLst/>
          </a:prstGeom>
          <a:noFill/>
          <a:ln w="15875">
            <a:solidFill>
              <a:srgbClr val="B48A12">
                <a:alpha val="76000"/>
              </a:srgbClr>
            </a:solidFill>
            <a:prstDash val="dash"/>
            <a:headEnd type="none"/>
            <a:tailEnd type="none"/>
          </a:ln>
        </p:spPr>
      </p:sp>
      <p:sp>
        <p:nvSpPr>
          <p:cNvPr id="770" name="Shape 768"/>
          <p:cNvSpPr/>
          <p:nvPr/>
        </p:nvSpPr>
        <p:spPr>
          <a:xfrm>
            <a:off x="2212543" y="4128921"/>
            <a:ext cx="127407" cy="0"/>
          </a:xfrm>
          <a:prstGeom prst="line">
            <a:avLst/>
          </a:prstGeom>
          <a:noFill/>
          <a:ln w="15875">
            <a:solidFill>
              <a:srgbClr val="B48A12">
                <a:alpha val="76000"/>
              </a:srgbClr>
            </a:solidFill>
            <a:prstDash val="dash"/>
            <a:headEnd type="none"/>
            <a:tailEnd type="none"/>
          </a:ln>
        </p:spPr>
      </p:sp>
      <p:sp>
        <p:nvSpPr>
          <p:cNvPr id="771" name="Shape 769"/>
          <p:cNvSpPr/>
          <p:nvPr/>
        </p:nvSpPr>
        <p:spPr>
          <a:xfrm>
            <a:off x="2337206" y="4085306"/>
            <a:ext cx="0" cy="46358"/>
          </a:xfrm>
          <a:prstGeom prst="line">
            <a:avLst/>
          </a:prstGeom>
          <a:noFill/>
          <a:ln w="15875">
            <a:solidFill>
              <a:srgbClr val="B48A12">
                <a:alpha val="76000"/>
              </a:srgbClr>
            </a:solidFill>
            <a:prstDash val="dash"/>
            <a:headEnd type="none"/>
            <a:tailEnd type="none"/>
          </a:ln>
        </p:spPr>
      </p:sp>
      <p:sp>
        <p:nvSpPr>
          <p:cNvPr id="772" name="Shape 770"/>
          <p:cNvSpPr/>
          <p:nvPr/>
        </p:nvSpPr>
        <p:spPr>
          <a:xfrm>
            <a:off x="2337206" y="4088050"/>
            <a:ext cx="127407" cy="0"/>
          </a:xfrm>
          <a:prstGeom prst="line">
            <a:avLst/>
          </a:prstGeom>
          <a:noFill/>
          <a:ln w="15875">
            <a:solidFill>
              <a:srgbClr val="B48A12">
                <a:alpha val="76000"/>
              </a:srgbClr>
            </a:solidFill>
            <a:prstDash val="dash"/>
            <a:headEnd type="none"/>
            <a:tailEnd type="none"/>
          </a:ln>
        </p:spPr>
      </p:sp>
      <p:sp>
        <p:nvSpPr>
          <p:cNvPr id="773" name="Shape 771"/>
          <p:cNvSpPr/>
          <p:nvPr/>
        </p:nvSpPr>
        <p:spPr>
          <a:xfrm>
            <a:off x="2461870" y="4058492"/>
            <a:ext cx="0" cy="32300"/>
          </a:xfrm>
          <a:prstGeom prst="line">
            <a:avLst/>
          </a:prstGeom>
          <a:noFill/>
          <a:ln w="15875">
            <a:solidFill>
              <a:srgbClr val="B48A12">
                <a:alpha val="76000"/>
              </a:srgbClr>
            </a:solidFill>
            <a:prstDash val="dash"/>
            <a:headEnd type="none"/>
            <a:tailEnd type="none"/>
          </a:ln>
        </p:spPr>
      </p:sp>
      <p:sp>
        <p:nvSpPr>
          <p:cNvPr id="774" name="Shape 772"/>
          <p:cNvSpPr/>
          <p:nvPr/>
        </p:nvSpPr>
        <p:spPr>
          <a:xfrm>
            <a:off x="2461870" y="4061236"/>
            <a:ext cx="127406" cy="0"/>
          </a:xfrm>
          <a:prstGeom prst="line">
            <a:avLst/>
          </a:prstGeom>
          <a:noFill/>
          <a:ln w="15875">
            <a:solidFill>
              <a:srgbClr val="B48A12">
                <a:alpha val="76000"/>
              </a:srgbClr>
            </a:solidFill>
            <a:prstDash val="dash"/>
            <a:headEnd type="none"/>
            <a:tailEnd type="none"/>
          </a:ln>
        </p:spPr>
      </p:sp>
      <p:sp>
        <p:nvSpPr>
          <p:cNvPr id="775" name="Shape 773"/>
          <p:cNvSpPr/>
          <p:nvPr/>
        </p:nvSpPr>
        <p:spPr>
          <a:xfrm>
            <a:off x="2586533" y="4058492"/>
            <a:ext cx="0" cy="99456"/>
          </a:xfrm>
          <a:prstGeom prst="line">
            <a:avLst/>
          </a:prstGeom>
          <a:noFill/>
          <a:ln w="15875">
            <a:solidFill>
              <a:srgbClr val="B48A12">
                <a:alpha val="76000"/>
              </a:srgbClr>
            </a:solidFill>
            <a:prstDash val="dash"/>
            <a:headEnd type="none"/>
            <a:tailEnd type="none"/>
          </a:ln>
        </p:spPr>
      </p:sp>
      <p:sp>
        <p:nvSpPr>
          <p:cNvPr id="776" name="Shape 774"/>
          <p:cNvSpPr/>
          <p:nvPr/>
        </p:nvSpPr>
        <p:spPr>
          <a:xfrm>
            <a:off x="2586533" y="4155205"/>
            <a:ext cx="127407" cy="0"/>
          </a:xfrm>
          <a:prstGeom prst="line">
            <a:avLst/>
          </a:prstGeom>
          <a:noFill/>
          <a:ln w="15875">
            <a:solidFill>
              <a:srgbClr val="B48A12">
                <a:alpha val="76000"/>
              </a:srgbClr>
            </a:solidFill>
            <a:prstDash val="dash"/>
            <a:headEnd type="none"/>
            <a:tailEnd type="none"/>
          </a:ln>
        </p:spPr>
      </p:sp>
      <p:sp>
        <p:nvSpPr>
          <p:cNvPr id="777" name="Shape 775"/>
          <p:cNvSpPr/>
          <p:nvPr/>
        </p:nvSpPr>
        <p:spPr>
          <a:xfrm>
            <a:off x="2711196" y="4152462"/>
            <a:ext cx="0" cy="20410"/>
          </a:xfrm>
          <a:prstGeom prst="line">
            <a:avLst/>
          </a:prstGeom>
          <a:noFill/>
          <a:ln w="15875">
            <a:solidFill>
              <a:srgbClr val="B48A12">
                <a:alpha val="76000"/>
              </a:srgbClr>
            </a:solidFill>
            <a:prstDash val="dash"/>
            <a:headEnd type="none"/>
            <a:tailEnd type="none"/>
          </a:ln>
        </p:spPr>
      </p:sp>
      <p:sp>
        <p:nvSpPr>
          <p:cNvPr id="778" name="Shape 776"/>
          <p:cNvSpPr/>
          <p:nvPr/>
        </p:nvSpPr>
        <p:spPr>
          <a:xfrm>
            <a:off x="2711196" y="4170129"/>
            <a:ext cx="127407" cy="0"/>
          </a:xfrm>
          <a:prstGeom prst="line">
            <a:avLst/>
          </a:prstGeom>
          <a:noFill/>
          <a:ln w="15875">
            <a:solidFill>
              <a:srgbClr val="B48A12">
                <a:alpha val="76000"/>
              </a:srgbClr>
            </a:solidFill>
            <a:prstDash val="dash"/>
            <a:headEnd type="none"/>
            <a:tailEnd type="none"/>
          </a:ln>
        </p:spPr>
      </p:sp>
      <p:sp>
        <p:nvSpPr>
          <p:cNvPr id="779" name="Shape 777"/>
          <p:cNvSpPr/>
          <p:nvPr/>
        </p:nvSpPr>
        <p:spPr>
          <a:xfrm>
            <a:off x="2835859" y="4167386"/>
            <a:ext cx="0" cy="21086"/>
          </a:xfrm>
          <a:prstGeom prst="line">
            <a:avLst/>
          </a:prstGeom>
          <a:noFill/>
          <a:ln w="15875">
            <a:solidFill>
              <a:srgbClr val="B48A12">
                <a:alpha val="76000"/>
              </a:srgbClr>
            </a:solidFill>
            <a:prstDash val="dash"/>
            <a:headEnd type="none"/>
            <a:tailEnd type="none"/>
          </a:ln>
        </p:spPr>
      </p:sp>
      <p:sp>
        <p:nvSpPr>
          <p:cNvPr id="780" name="Shape 778"/>
          <p:cNvSpPr/>
          <p:nvPr/>
        </p:nvSpPr>
        <p:spPr>
          <a:xfrm>
            <a:off x="2835859" y="4185729"/>
            <a:ext cx="127406" cy="0"/>
          </a:xfrm>
          <a:prstGeom prst="line">
            <a:avLst/>
          </a:prstGeom>
          <a:noFill/>
          <a:ln w="15875">
            <a:solidFill>
              <a:srgbClr val="B48A12">
                <a:alpha val="76000"/>
              </a:srgbClr>
            </a:solidFill>
            <a:prstDash val="dash"/>
            <a:headEnd type="none"/>
            <a:tailEnd type="none"/>
          </a:ln>
        </p:spPr>
      </p:sp>
      <p:sp>
        <p:nvSpPr>
          <p:cNvPr id="781" name="Shape 779"/>
          <p:cNvSpPr/>
          <p:nvPr/>
        </p:nvSpPr>
        <p:spPr>
          <a:xfrm>
            <a:off x="2960522" y="4182985"/>
            <a:ext cx="0" cy="16362"/>
          </a:xfrm>
          <a:prstGeom prst="line">
            <a:avLst/>
          </a:prstGeom>
          <a:noFill/>
          <a:ln w="15875">
            <a:solidFill>
              <a:srgbClr val="B48A12">
                <a:alpha val="76000"/>
              </a:srgbClr>
            </a:solidFill>
            <a:prstDash val="dash"/>
            <a:headEnd type="none"/>
            <a:tailEnd type="none"/>
          </a:ln>
        </p:spPr>
      </p:sp>
      <p:sp>
        <p:nvSpPr>
          <p:cNvPr id="782" name="Shape 780"/>
          <p:cNvSpPr/>
          <p:nvPr/>
        </p:nvSpPr>
        <p:spPr>
          <a:xfrm>
            <a:off x="2960522" y="4196604"/>
            <a:ext cx="127407" cy="0"/>
          </a:xfrm>
          <a:prstGeom prst="line">
            <a:avLst/>
          </a:prstGeom>
          <a:noFill/>
          <a:ln w="15875">
            <a:solidFill>
              <a:srgbClr val="B48A12">
                <a:alpha val="76000"/>
              </a:srgbClr>
            </a:solidFill>
            <a:prstDash val="dash"/>
            <a:headEnd type="none"/>
            <a:tailEnd type="none"/>
          </a:ln>
        </p:spPr>
      </p:sp>
      <p:sp>
        <p:nvSpPr>
          <p:cNvPr id="783" name="Shape 781"/>
          <p:cNvSpPr/>
          <p:nvPr/>
        </p:nvSpPr>
        <p:spPr>
          <a:xfrm>
            <a:off x="3085186" y="4193861"/>
            <a:ext cx="0" cy="16887"/>
          </a:xfrm>
          <a:prstGeom prst="line">
            <a:avLst/>
          </a:prstGeom>
          <a:noFill/>
          <a:ln w="15875">
            <a:solidFill>
              <a:srgbClr val="B48A12">
                <a:alpha val="76000"/>
              </a:srgbClr>
            </a:solidFill>
            <a:prstDash val="dash"/>
            <a:headEnd type="none"/>
            <a:tailEnd type="none"/>
          </a:ln>
        </p:spPr>
      </p:sp>
      <p:sp>
        <p:nvSpPr>
          <p:cNvPr id="784" name="Shape 782"/>
          <p:cNvSpPr/>
          <p:nvPr/>
        </p:nvSpPr>
        <p:spPr>
          <a:xfrm>
            <a:off x="3085186" y="4208005"/>
            <a:ext cx="127407" cy="0"/>
          </a:xfrm>
          <a:prstGeom prst="line">
            <a:avLst/>
          </a:prstGeom>
          <a:noFill/>
          <a:ln w="15875">
            <a:solidFill>
              <a:srgbClr val="B48A12">
                <a:alpha val="76000"/>
              </a:srgbClr>
            </a:solidFill>
            <a:prstDash val="dash"/>
            <a:headEnd type="none"/>
            <a:tailEnd type="none"/>
          </a:ln>
        </p:spPr>
      </p:sp>
      <p:sp>
        <p:nvSpPr>
          <p:cNvPr id="785" name="Shape 783"/>
          <p:cNvSpPr/>
          <p:nvPr/>
        </p:nvSpPr>
        <p:spPr>
          <a:xfrm>
            <a:off x="3209849" y="4205262"/>
            <a:ext cx="0" cy="7278"/>
          </a:xfrm>
          <a:prstGeom prst="line">
            <a:avLst/>
          </a:prstGeom>
          <a:noFill/>
          <a:ln w="15875">
            <a:solidFill>
              <a:srgbClr val="B48A12">
                <a:alpha val="76000"/>
              </a:srgbClr>
            </a:solidFill>
            <a:prstDash val="dash"/>
            <a:headEnd type="none"/>
            <a:tailEnd type="none"/>
          </a:ln>
        </p:spPr>
      </p:sp>
      <p:sp>
        <p:nvSpPr>
          <p:cNvPr id="786" name="Shape 784"/>
          <p:cNvSpPr/>
          <p:nvPr/>
        </p:nvSpPr>
        <p:spPr>
          <a:xfrm>
            <a:off x="3209849" y="4209797"/>
            <a:ext cx="127406" cy="0"/>
          </a:xfrm>
          <a:prstGeom prst="line">
            <a:avLst/>
          </a:prstGeom>
          <a:noFill/>
          <a:ln w="15875">
            <a:solidFill>
              <a:srgbClr val="B48A12">
                <a:alpha val="76000"/>
              </a:srgbClr>
            </a:solidFill>
            <a:prstDash val="dash"/>
            <a:headEnd type="none"/>
            <a:tailEnd type="none"/>
          </a:ln>
        </p:spPr>
      </p:sp>
      <p:sp>
        <p:nvSpPr>
          <p:cNvPr id="787" name="Shape 785"/>
          <p:cNvSpPr/>
          <p:nvPr/>
        </p:nvSpPr>
        <p:spPr>
          <a:xfrm>
            <a:off x="3334512" y="4207054"/>
            <a:ext cx="0" cy="104145"/>
          </a:xfrm>
          <a:prstGeom prst="line">
            <a:avLst/>
          </a:prstGeom>
          <a:noFill/>
          <a:ln w="15875">
            <a:solidFill>
              <a:srgbClr val="B48A12">
                <a:alpha val="76000"/>
              </a:srgbClr>
            </a:solidFill>
            <a:prstDash val="dash"/>
            <a:headEnd type="none"/>
            <a:tailEnd type="none"/>
          </a:ln>
        </p:spPr>
      </p:sp>
      <p:sp>
        <p:nvSpPr>
          <p:cNvPr id="788" name="Shape 786"/>
          <p:cNvSpPr/>
          <p:nvPr/>
        </p:nvSpPr>
        <p:spPr>
          <a:xfrm>
            <a:off x="3334512" y="4308456"/>
            <a:ext cx="127407" cy="0"/>
          </a:xfrm>
          <a:prstGeom prst="line">
            <a:avLst/>
          </a:prstGeom>
          <a:noFill/>
          <a:ln w="15875">
            <a:solidFill>
              <a:srgbClr val="B48A12">
                <a:alpha val="76000"/>
              </a:srgbClr>
            </a:solidFill>
            <a:prstDash val="dash"/>
            <a:headEnd type="none"/>
            <a:tailEnd type="none"/>
          </a:ln>
        </p:spPr>
      </p:sp>
      <p:sp>
        <p:nvSpPr>
          <p:cNvPr id="789" name="Shape 787"/>
          <p:cNvSpPr/>
          <p:nvPr/>
        </p:nvSpPr>
        <p:spPr>
          <a:xfrm>
            <a:off x="3459175" y="4294877"/>
            <a:ext cx="0" cy="16322"/>
          </a:xfrm>
          <a:prstGeom prst="line">
            <a:avLst/>
          </a:prstGeom>
          <a:noFill/>
          <a:ln w="15875">
            <a:solidFill>
              <a:srgbClr val="B48A12">
                <a:alpha val="76000"/>
              </a:srgbClr>
            </a:solidFill>
            <a:prstDash val="dash"/>
            <a:headEnd type="none"/>
            <a:tailEnd type="none"/>
          </a:ln>
        </p:spPr>
      </p:sp>
      <p:sp>
        <p:nvSpPr>
          <p:cNvPr id="790" name="Shape 788"/>
          <p:cNvSpPr/>
          <p:nvPr/>
        </p:nvSpPr>
        <p:spPr>
          <a:xfrm>
            <a:off x="3459175" y="4297620"/>
            <a:ext cx="127407" cy="0"/>
          </a:xfrm>
          <a:prstGeom prst="line">
            <a:avLst/>
          </a:prstGeom>
          <a:noFill/>
          <a:ln w="15875">
            <a:solidFill>
              <a:srgbClr val="B48A12">
                <a:alpha val="76000"/>
              </a:srgbClr>
            </a:solidFill>
            <a:prstDash val="dash"/>
            <a:headEnd type="none"/>
            <a:tailEnd type="none"/>
          </a:ln>
        </p:spPr>
      </p:sp>
      <p:sp>
        <p:nvSpPr>
          <p:cNvPr id="791" name="Shape 789"/>
          <p:cNvSpPr/>
          <p:nvPr/>
        </p:nvSpPr>
        <p:spPr>
          <a:xfrm>
            <a:off x="3583839" y="4290955"/>
            <a:ext cx="0" cy="9409"/>
          </a:xfrm>
          <a:prstGeom prst="line">
            <a:avLst/>
          </a:prstGeom>
          <a:noFill/>
          <a:ln w="15875">
            <a:solidFill>
              <a:srgbClr val="B48A12">
                <a:alpha val="76000"/>
              </a:srgbClr>
            </a:solidFill>
            <a:prstDash val="dash"/>
            <a:headEnd type="none"/>
            <a:tailEnd type="none"/>
          </a:ln>
        </p:spPr>
      </p:sp>
      <p:sp>
        <p:nvSpPr>
          <p:cNvPr id="792" name="Shape 790"/>
          <p:cNvSpPr/>
          <p:nvPr/>
        </p:nvSpPr>
        <p:spPr>
          <a:xfrm>
            <a:off x="3583839" y="4293698"/>
            <a:ext cx="127406" cy="0"/>
          </a:xfrm>
          <a:prstGeom prst="line">
            <a:avLst/>
          </a:prstGeom>
          <a:noFill/>
          <a:ln w="15875">
            <a:solidFill>
              <a:srgbClr val="B48A12">
                <a:alpha val="76000"/>
              </a:srgbClr>
            </a:solidFill>
            <a:prstDash val="dash"/>
            <a:headEnd type="none"/>
            <a:tailEnd type="none"/>
          </a:ln>
        </p:spPr>
      </p:sp>
      <p:sp>
        <p:nvSpPr>
          <p:cNvPr id="793" name="Shape 791"/>
          <p:cNvSpPr/>
          <p:nvPr/>
        </p:nvSpPr>
        <p:spPr>
          <a:xfrm>
            <a:off x="3708501" y="4284970"/>
            <a:ext cx="0" cy="11470"/>
          </a:xfrm>
          <a:prstGeom prst="line">
            <a:avLst/>
          </a:prstGeom>
          <a:noFill/>
          <a:ln w="15875">
            <a:solidFill>
              <a:srgbClr val="B48A12">
                <a:alpha val="76000"/>
              </a:srgbClr>
            </a:solidFill>
            <a:prstDash val="dash"/>
            <a:headEnd type="none"/>
            <a:tailEnd type="none"/>
          </a:ln>
        </p:spPr>
      </p:sp>
      <p:sp>
        <p:nvSpPr>
          <p:cNvPr id="794" name="Shape 792"/>
          <p:cNvSpPr/>
          <p:nvPr/>
        </p:nvSpPr>
        <p:spPr>
          <a:xfrm>
            <a:off x="3708501" y="4287714"/>
            <a:ext cx="127407" cy="0"/>
          </a:xfrm>
          <a:prstGeom prst="line">
            <a:avLst/>
          </a:prstGeom>
          <a:noFill/>
          <a:ln w="15875">
            <a:solidFill>
              <a:srgbClr val="B48A12">
                <a:alpha val="76000"/>
              </a:srgbClr>
            </a:solidFill>
            <a:prstDash val="dash"/>
            <a:headEnd type="none"/>
            <a:tailEnd type="none"/>
          </a:ln>
        </p:spPr>
      </p:sp>
      <p:sp>
        <p:nvSpPr>
          <p:cNvPr id="795" name="Shape 793"/>
          <p:cNvSpPr/>
          <p:nvPr/>
        </p:nvSpPr>
        <p:spPr>
          <a:xfrm>
            <a:off x="3833165" y="4284970"/>
            <a:ext cx="0" cy="96546"/>
          </a:xfrm>
          <a:prstGeom prst="line">
            <a:avLst/>
          </a:prstGeom>
          <a:noFill/>
          <a:ln w="15875">
            <a:solidFill>
              <a:srgbClr val="B48A12">
                <a:alpha val="76000"/>
              </a:srgbClr>
            </a:solidFill>
            <a:prstDash val="dash"/>
            <a:headEnd type="none"/>
            <a:tailEnd type="none"/>
          </a:ln>
        </p:spPr>
      </p:sp>
      <p:sp>
        <p:nvSpPr>
          <p:cNvPr id="796" name="Shape 794"/>
          <p:cNvSpPr/>
          <p:nvPr/>
        </p:nvSpPr>
        <p:spPr>
          <a:xfrm>
            <a:off x="3833165" y="4378774"/>
            <a:ext cx="127407" cy="0"/>
          </a:xfrm>
          <a:prstGeom prst="line">
            <a:avLst/>
          </a:prstGeom>
          <a:noFill/>
          <a:ln w="15875">
            <a:solidFill>
              <a:srgbClr val="B48A12">
                <a:alpha val="76000"/>
              </a:srgbClr>
            </a:solidFill>
            <a:prstDash val="dash"/>
            <a:headEnd type="none"/>
            <a:tailEnd type="none"/>
          </a:ln>
        </p:spPr>
      </p:sp>
      <p:sp>
        <p:nvSpPr>
          <p:cNvPr id="797" name="Shape 795"/>
          <p:cNvSpPr/>
          <p:nvPr/>
        </p:nvSpPr>
        <p:spPr>
          <a:xfrm>
            <a:off x="3957828" y="4353212"/>
            <a:ext cx="0" cy="28305"/>
          </a:xfrm>
          <a:prstGeom prst="line">
            <a:avLst/>
          </a:prstGeom>
          <a:noFill/>
          <a:ln w="15875">
            <a:solidFill>
              <a:srgbClr val="B48A12">
                <a:alpha val="76000"/>
              </a:srgbClr>
            </a:solidFill>
            <a:prstDash val="dash"/>
            <a:headEnd type="none"/>
            <a:tailEnd type="none"/>
          </a:ln>
        </p:spPr>
      </p:sp>
      <p:sp>
        <p:nvSpPr>
          <p:cNvPr id="798" name="Shape 796"/>
          <p:cNvSpPr/>
          <p:nvPr/>
        </p:nvSpPr>
        <p:spPr>
          <a:xfrm>
            <a:off x="3957828" y="4355955"/>
            <a:ext cx="127406" cy="0"/>
          </a:xfrm>
          <a:prstGeom prst="line">
            <a:avLst/>
          </a:prstGeom>
          <a:noFill/>
          <a:ln w="15875">
            <a:solidFill>
              <a:srgbClr val="B48A12">
                <a:alpha val="76000"/>
              </a:srgbClr>
            </a:solidFill>
            <a:prstDash val="dash"/>
            <a:headEnd type="none"/>
            <a:tailEnd type="none"/>
          </a:ln>
        </p:spPr>
      </p:sp>
      <p:sp>
        <p:nvSpPr>
          <p:cNvPr id="799" name="Shape 797"/>
          <p:cNvSpPr/>
          <p:nvPr/>
        </p:nvSpPr>
        <p:spPr>
          <a:xfrm>
            <a:off x="4082491" y="4309584"/>
            <a:ext cx="0" cy="49115"/>
          </a:xfrm>
          <a:prstGeom prst="line">
            <a:avLst/>
          </a:prstGeom>
          <a:noFill/>
          <a:ln w="15875">
            <a:solidFill>
              <a:srgbClr val="B48A12">
                <a:alpha val="76000"/>
              </a:srgbClr>
            </a:solidFill>
            <a:prstDash val="dash"/>
            <a:headEnd type="none"/>
            <a:tailEnd type="none"/>
          </a:ln>
        </p:spPr>
      </p:sp>
      <p:sp>
        <p:nvSpPr>
          <p:cNvPr id="800" name="Shape 798"/>
          <p:cNvSpPr/>
          <p:nvPr/>
        </p:nvSpPr>
        <p:spPr>
          <a:xfrm>
            <a:off x="4082491" y="4312327"/>
            <a:ext cx="127407" cy="0"/>
          </a:xfrm>
          <a:prstGeom prst="line">
            <a:avLst/>
          </a:prstGeom>
          <a:noFill/>
          <a:ln w="15875">
            <a:solidFill>
              <a:srgbClr val="B48A12">
                <a:alpha val="76000"/>
              </a:srgbClr>
            </a:solidFill>
            <a:prstDash val="dash"/>
            <a:headEnd type="none"/>
            <a:tailEnd type="none"/>
          </a:ln>
        </p:spPr>
      </p:sp>
      <p:sp>
        <p:nvSpPr>
          <p:cNvPr id="801" name="Shape 799"/>
          <p:cNvSpPr/>
          <p:nvPr/>
        </p:nvSpPr>
        <p:spPr>
          <a:xfrm>
            <a:off x="4207154" y="4268666"/>
            <a:ext cx="0" cy="46405"/>
          </a:xfrm>
          <a:prstGeom prst="line">
            <a:avLst/>
          </a:prstGeom>
          <a:noFill/>
          <a:ln w="15875">
            <a:solidFill>
              <a:srgbClr val="B48A12">
                <a:alpha val="76000"/>
              </a:srgbClr>
            </a:solidFill>
            <a:prstDash val="dash"/>
            <a:headEnd type="none"/>
            <a:tailEnd type="none"/>
          </a:ln>
        </p:spPr>
      </p:sp>
      <p:sp>
        <p:nvSpPr>
          <p:cNvPr id="802" name="Shape 800"/>
          <p:cNvSpPr/>
          <p:nvPr/>
        </p:nvSpPr>
        <p:spPr>
          <a:xfrm>
            <a:off x="4207154" y="4271409"/>
            <a:ext cx="127407" cy="0"/>
          </a:xfrm>
          <a:prstGeom prst="line">
            <a:avLst/>
          </a:prstGeom>
          <a:noFill/>
          <a:ln w="15875">
            <a:solidFill>
              <a:srgbClr val="B48A12">
                <a:alpha val="76000"/>
              </a:srgbClr>
            </a:solidFill>
            <a:prstDash val="dash"/>
            <a:headEnd type="none"/>
            <a:tailEnd type="none"/>
          </a:ln>
        </p:spPr>
      </p:sp>
      <p:sp>
        <p:nvSpPr>
          <p:cNvPr id="803" name="Shape 801"/>
          <p:cNvSpPr/>
          <p:nvPr/>
        </p:nvSpPr>
        <p:spPr>
          <a:xfrm>
            <a:off x="4331818" y="4268666"/>
            <a:ext cx="0" cy="63074"/>
          </a:xfrm>
          <a:prstGeom prst="line">
            <a:avLst/>
          </a:prstGeom>
          <a:noFill/>
          <a:ln w="15875">
            <a:solidFill>
              <a:srgbClr val="B48A12">
                <a:alpha val="76000"/>
              </a:srgbClr>
            </a:solidFill>
            <a:prstDash val="dash"/>
            <a:headEnd type="none"/>
            <a:tailEnd type="none"/>
          </a:ln>
        </p:spPr>
      </p:sp>
      <p:sp>
        <p:nvSpPr>
          <p:cNvPr id="804" name="Shape 802"/>
          <p:cNvSpPr/>
          <p:nvPr/>
        </p:nvSpPr>
        <p:spPr>
          <a:xfrm>
            <a:off x="4331818" y="4328996"/>
            <a:ext cx="127406" cy="0"/>
          </a:xfrm>
          <a:prstGeom prst="line">
            <a:avLst/>
          </a:prstGeom>
          <a:noFill/>
          <a:ln w="15875">
            <a:solidFill>
              <a:srgbClr val="B48A12">
                <a:alpha val="76000"/>
              </a:srgbClr>
            </a:solidFill>
            <a:prstDash val="dash"/>
            <a:headEnd type="none"/>
            <a:tailEnd type="none"/>
          </a:ln>
        </p:spPr>
      </p:sp>
      <p:sp>
        <p:nvSpPr>
          <p:cNvPr id="805" name="Shape 803"/>
          <p:cNvSpPr/>
          <p:nvPr/>
        </p:nvSpPr>
        <p:spPr>
          <a:xfrm>
            <a:off x="4456481" y="4288222"/>
            <a:ext cx="0" cy="43517"/>
          </a:xfrm>
          <a:prstGeom prst="line">
            <a:avLst/>
          </a:prstGeom>
          <a:noFill/>
          <a:ln w="15875">
            <a:solidFill>
              <a:srgbClr val="B48A12">
                <a:alpha val="76000"/>
              </a:srgbClr>
            </a:solidFill>
            <a:prstDash val="dash"/>
            <a:headEnd type="none"/>
            <a:tailEnd type="none"/>
          </a:ln>
        </p:spPr>
      </p:sp>
      <p:sp>
        <p:nvSpPr>
          <p:cNvPr id="806" name="Shape 804"/>
          <p:cNvSpPr/>
          <p:nvPr/>
        </p:nvSpPr>
        <p:spPr>
          <a:xfrm>
            <a:off x="4456481" y="4290965"/>
            <a:ext cx="127407" cy="0"/>
          </a:xfrm>
          <a:prstGeom prst="line">
            <a:avLst/>
          </a:prstGeom>
          <a:noFill/>
          <a:ln w="15875">
            <a:solidFill>
              <a:srgbClr val="B48A12">
                <a:alpha val="76000"/>
              </a:srgbClr>
            </a:solidFill>
            <a:prstDash val="dash"/>
            <a:headEnd type="none"/>
            <a:tailEnd type="none"/>
          </a:ln>
        </p:spPr>
      </p:sp>
      <p:sp>
        <p:nvSpPr>
          <p:cNvPr id="807" name="Shape 805"/>
          <p:cNvSpPr/>
          <p:nvPr/>
        </p:nvSpPr>
        <p:spPr>
          <a:xfrm>
            <a:off x="4581144" y="4272532"/>
            <a:ext cx="0" cy="21176"/>
          </a:xfrm>
          <a:prstGeom prst="line">
            <a:avLst/>
          </a:prstGeom>
          <a:noFill/>
          <a:ln w="15875">
            <a:solidFill>
              <a:srgbClr val="B48A12">
                <a:alpha val="76000"/>
              </a:srgbClr>
            </a:solidFill>
            <a:prstDash val="dash"/>
            <a:headEnd type="none"/>
            <a:tailEnd type="none"/>
          </a:ln>
        </p:spPr>
      </p:sp>
      <p:sp>
        <p:nvSpPr>
          <p:cNvPr id="808" name="Shape 806"/>
          <p:cNvSpPr/>
          <p:nvPr/>
        </p:nvSpPr>
        <p:spPr>
          <a:xfrm>
            <a:off x="4581144" y="4275275"/>
            <a:ext cx="127407" cy="0"/>
          </a:xfrm>
          <a:prstGeom prst="line">
            <a:avLst/>
          </a:prstGeom>
          <a:noFill/>
          <a:ln w="15875">
            <a:solidFill>
              <a:srgbClr val="B48A12">
                <a:alpha val="76000"/>
              </a:srgbClr>
            </a:solidFill>
            <a:prstDash val="dash"/>
            <a:headEnd type="none"/>
            <a:tailEnd type="none"/>
          </a:ln>
        </p:spPr>
      </p:sp>
      <p:sp>
        <p:nvSpPr>
          <p:cNvPr id="809" name="Shape 807"/>
          <p:cNvSpPr/>
          <p:nvPr/>
        </p:nvSpPr>
        <p:spPr>
          <a:xfrm>
            <a:off x="4705807" y="4272532"/>
            <a:ext cx="0" cy="17236"/>
          </a:xfrm>
          <a:prstGeom prst="line">
            <a:avLst/>
          </a:prstGeom>
          <a:noFill/>
          <a:ln w="15875">
            <a:solidFill>
              <a:srgbClr val="B48A12">
                <a:alpha val="76000"/>
              </a:srgbClr>
            </a:solidFill>
            <a:prstDash val="dash"/>
            <a:headEnd type="none"/>
            <a:tailEnd type="none"/>
          </a:ln>
        </p:spPr>
      </p:sp>
      <p:sp>
        <p:nvSpPr>
          <p:cNvPr id="810" name="Shape 808"/>
          <p:cNvSpPr/>
          <p:nvPr/>
        </p:nvSpPr>
        <p:spPr>
          <a:xfrm>
            <a:off x="4705807" y="4287024"/>
            <a:ext cx="127406" cy="0"/>
          </a:xfrm>
          <a:prstGeom prst="line">
            <a:avLst/>
          </a:prstGeom>
          <a:noFill/>
          <a:ln w="15875">
            <a:solidFill>
              <a:srgbClr val="B48A12">
                <a:alpha val="76000"/>
              </a:srgbClr>
            </a:solidFill>
            <a:prstDash val="dash"/>
            <a:headEnd type="none"/>
            <a:tailEnd type="none"/>
          </a:ln>
        </p:spPr>
      </p:sp>
      <p:sp>
        <p:nvSpPr>
          <p:cNvPr id="811" name="Shape 809"/>
          <p:cNvSpPr/>
          <p:nvPr/>
        </p:nvSpPr>
        <p:spPr>
          <a:xfrm>
            <a:off x="4830470" y="4284281"/>
            <a:ext cx="0" cy="30013"/>
          </a:xfrm>
          <a:prstGeom prst="line">
            <a:avLst/>
          </a:prstGeom>
          <a:noFill/>
          <a:ln w="15875">
            <a:solidFill>
              <a:srgbClr val="B48A12">
                <a:alpha val="76000"/>
              </a:srgbClr>
            </a:solidFill>
            <a:prstDash val="dash"/>
            <a:headEnd type="none"/>
            <a:tailEnd type="none"/>
          </a:ln>
        </p:spPr>
      </p:sp>
      <p:sp>
        <p:nvSpPr>
          <p:cNvPr id="812" name="Shape 810"/>
          <p:cNvSpPr/>
          <p:nvPr/>
        </p:nvSpPr>
        <p:spPr>
          <a:xfrm>
            <a:off x="4830470" y="4311551"/>
            <a:ext cx="127407" cy="0"/>
          </a:xfrm>
          <a:prstGeom prst="line">
            <a:avLst/>
          </a:prstGeom>
          <a:noFill/>
          <a:ln w="15875">
            <a:solidFill>
              <a:srgbClr val="B48A12">
                <a:alpha val="76000"/>
              </a:srgbClr>
            </a:solidFill>
            <a:prstDash val="dash"/>
            <a:headEnd type="none"/>
            <a:tailEnd type="none"/>
          </a:ln>
        </p:spPr>
      </p:sp>
      <p:sp>
        <p:nvSpPr>
          <p:cNvPr id="813" name="Shape 811"/>
          <p:cNvSpPr/>
          <p:nvPr/>
        </p:nvSpPr>
        <p:spPr>
          <a:xfrm>
            <a:off x="4955134" y="4308808"/>
            <a:ext cx="0" cy="27450"/>
          </a:xfrm>
          <a:prstGeom prst="line">
            <a:avLst/>
          </a:prstGeom>
          <a:noFill/>
          <a:ln w="15875">
            <a:solidFill>
              <a:srgbClr val="B48A12">
                <a:alpha val="76000"/>
              </a:srgbClr>
            </a:solidFill>
            <a:prstDash val="dash"/>
            <a:headEnd type="none"/>
            <a:tailEnd type="none"/>
          </a:ln>
        </p:spPr>
      </p:sp>
      <p:sp>
        <p:nvSpPr>
          <p:cNvPr id="814" name="Shape 812"/>
          <p:cNvSpPr/>
          <p:nvPr/>
        </p:nvSpPr>
        <p:spPr>
          <a:xfrm>
            <a:off x="4955134" y="4333515"/>
            <a:ext cx="127407" cy="0"/>
          </a:xfrm>
          <a:prstGeom prst="line">
            <a:avLst/>
          </a:prstGeom>
          <a:noFill/>
          <a:ln w="15875">
            <a:solidFill>
              <a:srgbClr val="B48A12">
                <a:alpha val="76000"/>
              </a:srgbClr>
            </a:solidFill>
            <a:prstDash val="dash"/>
            <a:headEnd type="none"/>
            <a:tailEnd type="none"/>
          </a:ln>
        </p:spPr>
      </p:sp>
      <p:sp>
        <p:nvSpPr>
          <p:cNvPr id="815" name="Shape 813"/>
          <p:cNvSpPr/>
          <p:nvPr/>
        </p:nvSpPr>
        <p:spPr>
          <a:xfrm>
            <a:off x="5079797" y="4330772"/>
            <a:ext cx="0" cy="141101"/>
          </a:xfrm>
          <a:prstGeom prst="line">
            <a:avLst/>
          </a:prstGeom>
          <a:noFill/>
          <a:ln w="15875">
            <a:solidFill>
              <a:srgbClr val="B48A12">
                <a:alpha val="76000"/>
              </a:srgbClr>
            </a:solidFill>
            <a:prstDash val="dash"/>
            <a:headEnd type="none"/>
            <a:tailEnd type="none"/>
          </a:ln>
        </p:spPr>
      </p:sp>
      <p:sp>
        <p:nvSpPr>
          <p:cNvPr id="816" name="Shape 814"/>
          <p:cNvSpPr/>
          <p:nvPr/>
        </p:nvSpPr>
        <p:spPr>
          <a:xfrm>
            <a:off x="5079797" y="4469129"/>
            <a:ext cx="127406" cy="0"/>
          </a:xfrm>
          <a:prstGeom prst="line">
            <a:avLst/>
          </a:prstGeom>
          <a:noFill/>
          <a:ln w="15875">
            <a:solidFill>
              <a:srgbClr val="B48A12">
                <a:alpha val="76000"/>
              </a:srgbClr>
            </a:solidFill>
            <a:prstDash val="dash"/>
            <a:headEnd type="none"/>
            <a:tailEnd type="none"/>
          </a:ln>
        </p:spPr>
      </p:sp>
      <p:sp>
        <p:nvSpPr>
          <p:cNvPr id="817" name="Shape 815"/>
          <p:cNvSpPr/>
          <p:nvPr/>
        </p:nvSpPr>
        <p:spPr>
          <a:xfrm>
            <a:off x="5204460" y="4466386"/>
            <a:ext cx="0" cy="28076"/>
          </a:xfrm>
          <a:prstGeom prst="line">
            <a:avLst/>
          </a:prstGeom>
          <a:noFill/>
          <a:ln w="15875">
            <a:solidFill>
              <a:srgbClr val="B48A12">
                <a:alpha val="76000"/>
              </a:srgbClr>
            </a:solidFill>
            <a:prstDash val="dash"/>
            <a:headEnd type="none"/>
            <a:tailEnd type="none"/>
          </a:ln>
        </p:spPr>
      </p:sp>
      <p:sp>
        <p:nvSpPr>
          <p:cNvPr id="818" name="Shape 816"/>
          <p:cNvSpPr/>
          <p:nvPr/>
        </p:nvSpPr>
        <p:spPr>
          <a:xfrm>
            <a:off x="5204460" y="4491718"/>
            <a:ext cx="127407" cy="0"/>
          </a:xfrm>
          <a:prstGeom prst="line">
            <a:avLst/>
          </a:prstGeom>
          <a:noFill/>
          <a:ln w="15875">
            <a:solidFill>
              <a:srgbClr val="B48A12">
                <a:alpha val="76000"/>
              </a:srgbClr>
            </a:solidFill>
            <a:prstDash val="dash"/>
            <a:headEnd type="none"/>
            <a:tailEnd type="none"/>
          </a:ln>
        </p:spPr>
      </p:sp>
      <p:sp>
        <p:nvSpPr>
          <p:cNvPr id="819" name="Shape 817"/>
          <p:cNvSpPr/>
          <p:nvPr/>
        </p:nvSpPr>
        <p:spPr>
          <a:xfrm>
            <a:off x="5329123" y="4483532"/>
            <a:ext cx="0" cy="10929"/>
          </a:xfrm>
          <a:prstGeom prst="line">
            <a:avLst/>
          </a:prstGeom>
          <a:noFill/>
          <a:ln w="15875">
            <a:solidFill>
              <a:srgbClr val="B48A12">
                <a:alpha val="76000"/>
              </a:srgbClr>
            </a:solidFill>
            <a:prstDash val="dash"/>
            <a:headEnd type="none"/>
            <a:tailEnd type="none"/>
          </a:ln>
        </p:spPr>
      </p:sp>
      <p:sp>
        <p:nvSpPr>
          <p:cNvPr id="820" name="Shape 818"/>
          <p:cNvSpPr/>
          <p:nvPr/>
        </p:nvSpPr>
        <p:spPr>
          <a:xfrm>
            <a:off x="5329123" y="4486276"/>
            <a:ext cx="127407" cy="0"/>
          </a:xfrm>
          <a:prstGeom prst="line">
            <a:avLst/>
          </a:prstGeom>
          <a:noFill/>
          <a:ln w="15875">
            <a:solidFill>
              <a:srgbClr val="B48A12">
                <a:alpha val="76000"/>
              </a:srgbClr>
            </a:solidFill>
            <a:prstDash val="dash"/>
            <a:headEnd type="none"/>
            <a:tailEnd type="none"/>
          </a:ln>
        </p:spPr>
      </p:sp>
      <p:sp>
        <p:nvSpPr>
          <p:cNvPr id="821" name="Shape 819"/>
          <p:cNvSpPr/>
          <p:nvPr/>
        </p:nvSpPr>
        <p:spPr>
          <a:xfrm>
            <a:off x="5453787" y="4483532"/>
            <a:ext cx="0" cy="100777"/>
          </a:xfrm>
          <a:prstGeom prst="line">
            <a:avLst/>
          </a:prstGeom>
          <a:noFill/>
          <a:ln w="15875">
            <a:solidFill>
              <a:srgbClr val="B48A12">
                <a:alpha val="76000"/>
              </a:srgbClr>
            </a:solidFill>
            <a:prstDash val="dash"/>
            <a:headEnd type="none"/>
            <a:tailEnd type="none"/>
          </a:ln>
        </p:spPr>
      </p:sp>
      <p:sp>
        <p:nvSpPr>
          <p:cNvPr id="822" name="Shape 820"/>
          <p:cNvSpPr/>
          <p:nvPr/>
        </p:nvSpPr>
        <p:spPr>
          <a:xfrm>
            <a:off x="5453787" y="4581566"/>
            <a:ext cx="127406" cy="0"/>
          </a:xfrm>
          <a:prstGeom prst="line">
            <a:avLst/>
          </a:prstGeom>
          <a:noFill/>
          <a:ln w="15875">
            <a:solidFill>
              <a:srgbClr val="B48A12">
                <a:alpha val="76000"/>
              </a:srgbClr>
            </a:solidFill>
            <a:prstDash val="dash"/>
            <a:headEnd type="none"/>
            <a:tailEnd type="none"/>
          </a:ln>
        </p:spPr>
      </p:sp>
      <p:sp>
        <p:nvSpPr>
          <p:cNvPr id="823" name="Shape 821"/>
          <p:cNvSpPr/>
          <p:nvPr/>
        </p:nvSpPr>
        <p:spPr>
          <a:xfrm>
            <a:off x="5578449" y="4576231"/>
            <a:ext cx="0" cy="8078"/>
          </a:xfrm>
          <a:prstGeom prst="line">
            <a:avLst/>
          </a:prstGeom>
          <a:noFill/>
          <a:ln w="15875">
            <a:solidFill>
              <a:srgbClr val="B48A12">
                <a:alpha val="76000"/>
              </a:srgbClr>
            </a:solidFill>
            <a:prstDash val="dash"/>
            <a:headEnd type="none"/>
            <a:tailEnd type="none"/>
          </a:ln>
        </p:spPr>
      </p:sp>
      <p:sp>
        <p:nvSpPr>
          <p:cNvPr id="824" name="Shape 822"/>
          <p:cNvSpPr/>
          <p:nvPr/>
        </p:nvSpPr>
        <p:spPr>
          <a:xfrm>
            <a:off x="5578449" y="4578975"/>
            <a:ext cx="127407" cy="0"/>
          </a:xfrm>
          <a:prstGeom prst="line">
            <a:avLst/>
          </a:prstGeom>
          <a:noFill/>
          <a:ln w="15875">
            <a:solidFill>
              <a:srgbClr val="B48A12">
                <a:alpha val="76000"/>
              </a:srgbClr>
            </a:solidFill>
            <a:prstDash val="dash"/>
            <a:headEnd type="none"/>
            <a:tailEnd type="none"/>
          </a:ln>
        </p:spPr>
      </p:sp>
      <p:sp>
        <p:nvSpPr>
          <p:cNvPr id="825" name="Shape 823"/>
          <p:cNvSpPr/>
          <p:nvPr/>
        </p:nvSpPr>
        <p:spPr>
          <a:xfrm>
            <a:off x="5703113" y="4566931"/>
            <a:ext cx="0" cy="14787"/>
          </a:xfrm>
          <a:prstGeom prst="line">
            <a:avLst/>
          </a:prstGeom>
          <a:noFill/>
          <a:ln w="15875">
            <a:solidFill>
              <a:srgbClr val="B48A12">
                <a:alpha val="76000"/>
              </a:srgbClr>
            </a:solidFill>
            <a:prstDash val="dash"/>
            <a:headEnd type="none"/>
            <a:tailEnd type="none"/>
          </a:ln>
        </p:spPr>
      </p:sp>
      <p:sp>
        <p:nvSpPr>
          <p:cNvPr id="826" name="Shape 824"/>
          <p:cNvSpPr/>
          <p:nvPr/>
        </p:nvSpPr>
        <p:spPr>
          <a:xfrm>
            <a:off x="5703113" y="4569674"/>
            <a:ext cx="127407" cy="0"/>
          </a:xfrm>
          <a:prstGeom prst="line">
            <a:avLst/>
          </a:prstGeom>
          <a:noFill/>
          <a:ln w="15875">
            <a:solidFill>
              <a:srgbClr val="B48A12">
                <a:alpha val="76000"/>
              </a:srgbClr>
            </a:solidFill>
            <a:prstDash val="dash"/>
            <a:headEnd type="none"/>
            <a:tailEnd type="none"/>
          </a:ln>
        </p:spPr>
      </p:sp>
      <p:sp>
        <p:nvSpPr>
          <p:cNvPr id="827" name="Shape 825"/>
          <p:cNvSpPr/>
          <p:nvPr/>
        </p:nvSpPr>
        <p:spPr>
          <a:xfrm>
            <a:off x="5827776" y="4551151"/>
            <a:ext cx="0" cy="21266"/>
          </a:xfrm>
          <a:prstGeom prst="line">
            <a:avLst/>
          </a:prstGeom>
          <a:noFill/>
          <a:ln w="15875">
            <a:solidFill>
              <a:srgbClr val="B48A12">
                <a:alpha val="76000"/>
              </a:srgbClr>
            </a:solidFill>
            <a:prstDash val="dash"/>
            <a:headEnd type="none"/>
            <a:tailEnd type="none"/>
          </a:ln>
        </p:spPr>
      </p:sp>
      <p:sp>
        <p:nvSpPr>
          <p:cNvPr id="828" name="Shape 826"/>
          <p:cNvSpPr/>
          <p:nvPr/>
        </p:nvSpPr>
        <p:spPr>
          <a:xfrm>
            <a:off x="5827776" y="4553894"/>
            <a:ext cx="127406" cy="0"/>
          </a:xfrm>
          <a:prstGeom prst="line">
            <a:avLst/>
          </a:prstGeom>
          <a:noFill/>
          <a:ln w="15875">
            <a:solidFill>
              <a:srgbClr val="B48A12">
                <a:alpha val="76000"/>
              </a:srgbClr>
            </a:solidFill>
            <a:prstDash val="dash"/>
            <a:headEnd type="none"/>
            <a:tailEnd type="none"/>
          </a:ln>
        </p:spPr>
      </p:sp>
      <p:sp>
        <p:nvSpPr>
          <p:cNvPr id="829" name="Shape 827"/>
          <p:cNvSpPr/>
          <p:nvPr/>
        </p:nvSpPr>
        <p:spPr>
          <a:xfrm>
            <a:off x="5952439" y="4551151"/>
            <a:ext cx="0" cy="86545"/>
          </a:xfrm>
          <a:prstGeom prst="line">
            <a:avLst/>
          </a:prstGeom>
          <a:noFill/>
          <a:ln w="15875">
            <a:solidFill>
              <a:srgbClr val="B48A12">
                <a:alpha val="76000"/>
              </a:srgbClr>
            </a:solidFill>
            <a:prstDash val="dash"/>
            <a:headEnd type="none"/>
            <a:tailEnd type="none"/>
          </a:ln>
        </p:spPr>
      </p:sp>
      <p:sp>
        <p:nvSpPr>
          <p:cNvPr id="830" name="Shape 828"/>
          <p:cNvSpPr/>
          <p:nvPr/>
        </p:nvSpPr>
        <p:spPr>
          <a:xfrm>
            <a:off x="5952439" y="4634953"/>
            <a:ext cx="127407" cy="0"/>
          </a:xfrm>
          <a:prstGeom prst="line">
            <a:avLst/>
          </a:prstGeom>
          <a:noFill/>
          <a:ln w="15875">
            <a:solidFill>
              <a:srgbClr val="B48A12">
                <a:alpha val="76000"/>
              </a:srgbClr>
            </a:solidFill>
            <a:prstDash val="dash"/>
            <a:headEnd type="none"/>
            <a:tailEnd type="none"/>
          </a:ln>
        </p:spPr>
      </p:sp>
      <p:sp>
        <p:nvSpPr>
          <p:cNvPr id="831" name="Shape 829"/>
          <p:cNvSpPr/>
          <p:nvPr/>
        </p:nvSpPr>
        <p:spPr>
          <a:xfrm>
            <a:off x="6077102" y="4617099"/>
            <a:ext cx="0" cy="20597"/>
          </a:xfrm>
          <a:prstGeom prst="line">
            <a:avLst/>
          </a:prstGeom>
          <a:noFill/>
          <a:ln w="15875">
            <a:solidFill>
              <a:srgbClr val="B48A12">
                <a:alpha val="76000"/>
              </a:srgbClr>
            </a:solidFill>
            <a:prstDash val="dash"/>
            <a:headEnd type="none"/>
            <a:tailEnd type="none"/>
          </a:ln>
        </p:spPr>
      </p:sp>
      <p:sp>
        <p:nvSpPr>
          <p:cNvPr id="832" name="Shape 830"/>
          <p:cNvSpPr/>
          <p:nvPr/>
        </p:nvSpPr>
        <p:spPr>
          <a:xfrm>
            <a:off x="6077102" y="4619843"/>
            <a:ext cx="127407" cy="0"/>
          </a:xfrm>
          <a:prstGeom prst="line">
            <a:avLst/>
          </a:prstGeom>
          <a:noFill/>
          <a:ln w="15875">
            <a:solidFill>
              <a:srgbClr val="B48A12">
                <a:alpha val="76000"/>
              </a:srgbClr>
            </a:solidFill>
            <a:prstDash val="dash"/>
            <a:headEnd type="none"/>
            <a:tailEnd type="none"/>
          </a:ln>
        </p:spPr>
      </p:sp>
      <p:sp>
        <p:nvSpPr>
          <p:cNvPr id="833" name="Shape 831"/>
          <p:cNvSpPr/>
          <p:nvPr/>
        </p:nvSpPr>
        <p:spPr>
          <a:xfrm>
            <a:off x="6201766" y="4612629"/>
            <a:ext cx="0" cy="9957"/>
          </a:xfrm>
          <a:prstGeom prst="line">
            <a:avLst/>
          </a:prstGeom>
          <a:noFill/>
          <a:ln w="15875">
            <a:solidFill>
              <a:srgbClr val="B48A12">
                <a:alpha val="76000"/>
              </a:srgbClr>
            </a:solidFill>
            <a:prstDash val="dash"/>
            <a:headEnd type="none"/>
            <a:tailEnd type="none"/>
          </a:ln>
        </p:spPr>
      </p:sp>
      <p:sp>
        <p:nvSpPr>
          <p:cNvPr id="834" name="Shape 832"/>
          <p:cNvSpPr/>
          <p:nvPr/>
        </p:nvSpPr>
        <p:spPr>
          <a:xfrm>
            <a:off x="6201766" y="4615372"/>
            <a:ext cx="127406" cy="0"/>
          </a:xfrm>
          <a:prstGeom prst="line">
            <a:avLst/>
          </a:prstGeom>
          <a:noFill/>
          <a:ln w="15875">
            <a:solidFill>
              <a:srgbClr val="B48A12">
                <a:alpha val="76000"/>
              </a:srgbClr>
            </a:solidFill>
            <a:prstDash val="dash"/>
            <a:headEnd type="none"/>
            <a:tailEnd type="none"/>
          </a:ln>
        </p:spPr>
      </p:sp>
      <p:sp>
        <p:nvSpPr>
          <p:cNvPr id="835" name="Shape 833"/>
          <p:cNvSpPr/>
          <p:nvPr/>
        </p:nvSpPr>
        <p:spPr>
          <a:xfrm>
            <a:off x="6326429" y="4606166"/>
            <a:ext cx="0" cy="11950"/>
          </a:xfrm>
          <a:prstGeom prst="line">
            <a:avLst/>
          </a:prstGeom>
          <a:noFill/>
          <a:ln w="15875">
            <a:solidFill>
              <a:srgbClr val="B48A12">
                <a:alpha val="76000"/>
              </a:srgbClr>
            </a:solidFill>
            <a:prstDash val="dash"/>
            <a:headEnd type="none"/>
            <a:tailEnd type="none"/>
          </a:ln>
        </p:spPr>
      </p:sp>
      <p:sp>
        <p:nvSpPr>
          <p:cNvPr id="836" name="Shape 834"/>
          <p:cNvSpPr/>
          <p:nvPr/>
        </p:nvSpPr>
        <p:spPr>
          <a:xfrm>
            <a:off x="6326429" y="4608909"/>
            <a:ext cx="127407" cy="0"/>
          </a:xfrm>
          <a:prstGeom prst="line">
            <a:avLst/>
          </a:prstGeom>
          <a:noFill/>
          <a:ln w="15875">
            <a:solidFill>
              <a:srgbClr val="B48A12">
                <a:alpha val="76000"/>
              </a:srgbClr>
            </a:solidFill>
            <a:prstDash val="dash"/>
            <a:headEnd type="none"/>
            <a:tailEnd type="none"/>
          </a:ln>
        </p:spPr>
      </p:sp>
      <p:sp>
        <p:nvSpPr>
          <p:cNvPr id="837" name="Shape 835"/>
          <p:cNvSpPr/>
          <p:nvPr/>
        </p:nvSpPr>
        <p:spPr>
          <a:xfrm>
            <a:off x="6451092" y="4606166"/>
            <a:ext cx="0" cy="105378"/>
          </a:xfrm>
          <a:prstGeom prst="line">
            <a:avLst/>
          </a:prstGeom>
          <a:noFill/>
          <a:ln w="15875">
            <a:solidFill>
              <a:srgbClr val="B48A12">
                <a:alpha val="76000"/>
              </a:srgbClr>
            </a:solidFill>
            <a:prstDash val="dash"/>
            <a:headEnd type="none"/>
            <a:tailEnd type="none"/>
          </a:ln>
        </p:spPr>
      </p:sp>
      <p:sp>
        <p:nvSpPr>
          <p:cNvPr id="838" name="Shape 836"/>
          <p:cNvSpPr/>
          <p:nvPr/>
        </p:nvSpPr>
        <p:spPr>
          <a:xfrm>
            <a:off x="6451092" y="4708800"/>
            <a:ext cx="127407" cy="0"/>
          </a:xfrm>
          <a:prstGeom prst="line">
            <a:avLst/>
          </a:prstGeom>
          <a:noFill/>
          <a:ln w="15875">
            <a:solidFill>
              <a:srgbClr val="B48A12">
                <a:alpha val="76000"/>
              </a:srgbClr>
            </a:solidFill>
            <a:prstDash val="dash"/>
            <a:headEnd type="none"/>
            <a:tailEnd type="none"/>
          </a:ln>
        </p:spPr>
      </p:sp>
      <p:sp>
        <p:nvSpPr>
          <p:cNvPr id="839" name="Shape 837"/>
          <p:cNvSpPr/>
          <p:nvPr/>
        </p:nvSpPr>
        <p:spPr>
          <a:xfrm>
            <a:off x="6575755" y="4700662"/>
            <a:ext cx="0" cy="10882"/>
          </a:xfrm>
          <a:prstGeom prst="line">
            <a:avLst/>
          </a:prstGeom>
          <a:noFill/>
          <a:ln w="15875">
            <a:solidFill>
              <a:srgbClr val="B48A12">
                <a:alpha val="76000"/>
              </a:srgbClr>
            </a:solidFill>
            <a:prstDash val="dash"/>
            <a:headEnd type="none"/>
            <a:tailEnd type="none"/>
          </a:ln>
        </p:spPr>
      </p:sp>
      <p:sp>
        <p:nvSpPr>
          <p:cNvPr id="840" name="Shape 838"/>
          <p:cNvSpPr/>
          <p:nvPr/>
        </p:nvSpPr>
        <p:spPr>
          <a:xfrm>
            <a:off x="6575755" y="4703405"/>
            <a:ext cx="127406" cy="0"/>
          </a:xfrm>
          <a:prstGeom prst="line">
            <a:avLst/>
          </a:prstGeom>
          <a:noFill/>
          <a:ln w="15875">
            <a:solidFill>
              <a:srgbClr val="B48A12">
                <a:alpha val="76000"/>
              </a:srgbClr>
            </a:solidFill>
            <a:prstDash val="dash"/>
            <a:headEnd type="none"/>
            <a:tailEnd type="none"/>
          </a:ln>
        </p:spPr>
      </p:sp>
      <p:sp>
        <p:nvSpPr>
          <p:cNvPr id="841" name="Shape 839"/>
          <p:cNvSpPr/>
          <p:nvPr/>
        </p:nvSpPr>
        <p:spPr>
          <a:xfrm>
            <a:off x="6700418" y="4696092"/>
            <a:ext cx="0" cy="10056"/>
          </a:xfrm>
          <a:prstGeom prst="line">
            <a:avLst/>
          </a:prstGeom>
          <a:noFill/>
          <a:ln w="15875">
            <a:solidFill>
              <a:srgbClr val="B48A12">
                <a:alpha val="76000"/>
              </a:srgbClr>
            </a:solidFill>
            <a:prstDash val="dash"/>
            <a:headEnd type="none"/>
            <a:tailEnd type="none"/>
          </a:ln>
        </p:spPr>
      </p:sp>
      <p:sp>
        <p:nvSpPr>
          <p:cNvPr id="842" name="Shape 840"/>
          <p:cNvSpPr/>
          <p:nvPr/>
        </p:nvSpPr>
        <p:spPr>
          <a:xfrm>
            <a:off x="6700418" y="4698836"/>
            <a:ext cx="127407" cy="0"/>
          </a:xfrm>
          <a:prstGeom prst="line">
            <a:avLst/>
          </a:prstGeom>
          <a:noFill/>
          <a:ln w="15875">
            <a:solidFill>
              <a:srgbClr val="B48A12">
                <a:alpha val="76000"/>
              </a:srgbClr>
            </a:solidFill>
            <a:prstDash val="dash"/>
            <a:headEnd type="none"/>
            <a:tailEnd type="none"/>
          </a:ln>
        </p:spPr>
      </p:sp>
      <p:sp>
        <p:nvSpPr>
          <p:cNvPr id="843" name="Shape 841"/>
          <p:cNvSpPr/>
          <p:nvPr/>
        </p:nvSpPr>
        <p:spPr>
          <a:xfrm>
            <a:off x="6825082" y="4696092"/>
            <a:ext cx="0" cy="106020"/>
          </a:xfrm>
          <a:prstGeom prst="line">
            <a:avLst/>
          </a:prstGeom>
          <a:noFill/>
          <a:ln w="15875">
            <a:solidFill>
              <a:srgbClr val="B48A12">
                <a:alpha val="76000"/>
              </a:srgbClr>
            </a:solidFill>
            <a:prstDash val="dash"/>
            <a:headEnd type="none"/>
            <a:tailEnd type="none"/>
          </a:ln>
        </p:spPr>
      </p:sp>
      <p:sp>
        <p:nvSpPr>
          <p:cNvPr id="844" name="Shape 842"/>
          <p:cNvSpPr/>
          <p:nvPr/>
        </p:nvSpPr>
        <p:spPr>
          <a:xfrm>
            <a:off x="6825082" y="4799370"/>
            <a:ext cx="127407" cy="0"/>
          </a:xfrm>
          <a:prstGeom prst="line">
            <a:avLst/>
          </a:prstGeom>
          <a:noFill/>
          <a:ln w="15875">
            <a:solidFill>
              <a:srgbClr val="B48A12">
                <a:alpha val="76000"/>
              </a:srgbClr>
            </a:solidFill>
            <a:prstDash val="dash"/>
            <a:headEnd type="none"/>
            <a:tailEnd type="none"/>
          </a:ln>
        </p:spPr>
      </p:sp>
      <p:sp>
        <p:nvSpPr>
          <p:cNvPr id="845" name="Shape 843"/>
          <p:cNvSpPr/>
          <p:nvPr/>
        </p:nvSpPr>
        <p:spPr>
          <a:xfrm>
            <a:off x="6949745" y="4796627"/>
            <a:ext cx="0" cy="7812"/>
          </a:xfrm>
          <a:prstGeom prst="line">
            <a:avLst/>
          </a:prstGeom>
          <a:noFill/>
          <a:ln w="15875">
            <a:solidFill>
              <a:srgbClr val="B48A12">
                <a:alpha val="76000"/>
              </a:srgbClr>
            </a:solidFill>
            <a:prstDash val="dash"/>
            <a:headEnd type="none"/>
            <a:tailEnd type="none"/>
          </a:ln>
        </p:spPr>
      </p:sp>
      <p:sp>
        <p:nvSpPr>
          <p:cNvPr id="846" name="Shape 844"/>
          <p:cNvSpPr/>
          <p:nvPr/>
        </p:nvSpPr>
        <p:spPr>
          <a:xfrm>
            <a:off x="6949745" y="4801695"/>
            <a:ext cx="127406" cy="0"/>
          </a:xfrm>
          <a:prstGeom prst="line">
            <a:avLst/>
          </a:prstGeom>
          <a:noFill/>
          <a:ln w="15875">
            <a:solidFill>
              <a:srgbClr val="B48A12">
                <a:alpha val="76000"/>
              </a:srgbClr>
            </a:solidFill>
            <a:prstDash val="dash"/>
            <a:headEnd type="none"/>
            <a:tailEnd type="none"/>
          </a:ln>
        </p:spPr>
      </p:sp>
      <p:sp>
        <p:nvSpPr>
          <p:cNvPr id="847" name="Shape 845"/>
          <p:cNvSpPr/>
          <p:nvPr/>
        </p:nvSpPr>
        <p:spPr>
          <a:xfrm>
            <a:off x="7074408" y="4795500"/>
            <a:ext cx="0" cy="8938"/>
          </a:xfrm>
          <a:prstGeom prst="line">
            <a:avLst/>
          </a:prstGeom>
          <a:noFill/>
          <a:ln w="15875">
            <a:solidFill>
              <a:srgbClr val="B48A12">
                <a:alpha val="76000"/>
              </a:srgbClr>
            </a:solidFill>
            <a:prstDash val="dash"/>
            <a:headEnd type="none"/>
            <a:tailEnd type="none"/>
          </a:ln>
        </p:spPr>
      </p:sp>
      <p:sp>
        <p:nvSpPr>
          <p:cNvPr id="848" name="Shape 846"/>
          <p:cNvSpPr/>
          <p:nvPr/>
        </p:nvSpPr>
        <p:spPr>
          <a:xfrm>
            <a:off x="7074408" y="4798244"/>
            <a:ext cx="127407" cy="0"/>
          </a:xfrm>
          <a:prstGeom prst="line">
            <a:avLst/>
          </a:prstGeom>
          <a:noFill/>
          <a:ln w="15875">
            <a:solidFill>
              <a:srgbClr val="B48A12">
                <a:alpha val="76000"/>
              </a:srgbClr>
            </a:solidFill>
            <a:prstDash val="dash"/>
            <a:headEnd type="none"/>
            <a:tailEnd type="none"/>
          </a:ln>
        </p:spPr>
      </p:sp>
      <p:sp>
        <p:nvSpPr>
          <p:cNvPr id="849" name="Shape 847"/>
          <p:cNvSpPr/>
          <p:nvPr/>
        </p:nvSpPr>
        <p:spPr>
          <a:xfrm>
            <a:off x="7199071" y="4795500"/>
            <a:ext cx="0" cy="91856"/>
          </a:xfrm>
          <a:prstGeom prst="line">
            <a:avLst/>
          </a:prstGeom>
          <a:noFill/>
          <a:ln w="15875">
            <a:solidFill>
              <a:srgbClr val="B48A12">
                <a:alpha val="76000"/>
              </a:srgbClr>
            </a:solidFill>
            <a:prstDash val="dash"/>
            <a:headEnd type="none"/>
            <a:tailEnd type="none"/>
          </a:ln>
        </p:spPr>
      </p:sp>
      <p:sp>
        <p:nvSpPr>
          <p:cNvPr id="850" name="Shape 848"/>
          <p:cNvSpPr/>
          <p:nvPr/>
        </p:nvSpPr>
        <p:spPr>
          <a:xfrm>
            <a:off x="7199071" y="4884614"/>
            <a:ext cx="127407" cy="0"/>
          </a:xfrm>
          <a:prstGeom prst="line">
            <a:avLst/>
          </a:prstGeom>
          <a:noFill/>
          <a:ln w="15875">
            <a:solidFill>
              <a:srgbClr val="B48A12">
                <a:alpha val="76000"/>
              </a:srgbClr>
            </a:solidFill>
            <a:prstDash val="dash"/>
            <a:headEnd type="none"/>
            <a:tailEnd type="none"/>
          </a:ln>
        </p:spPr>
      </p:sp>
      <p:sp>
        <p:nvSpPr>
          <p:cNvPr id="851" name="Shape 849"/>
          <p:cNvSpPr/>
          <p:nvPr/>
        </p:nvSpPr>
        <p:spPr>
          <a:xfrm>
            <a:off x="7323735" y="4858912"/>
            <a:ext cx="0" cy="28445"/>
          </a:xfrm>
          <a:prstGeom prst="line">
            <a:avLst/>
          </a:prstGeom>
          <a:noFill/>
          <a:ln w="15875">
            <a:solidFill>
              <a:srgbClr val="B48A12">
                <a:alpha val="76000"/>
              </a:srgbClr>
            </a:solidFill>
            <a:prstDash val="dash"/>
            <a:headEnd type="none"/>
            <a:tailEnd type="none"/>
          </a:ln>
        </p:spPr>
      </p:sp>
      <p:sp>
        <p:nvSpPr>
          <p:cNvPr id="852" name="Shape 850"/>
          <p:cNvSpPr/>
          <p:nvPr/>
        </p:nvSpPr>
        <p:spPr>
          <a:xfrm>
            <a:off x="7323735" y="4861655"/>
            <a:ext cx="127406" cy="0"/>
          </a:xfrm>
          <a:prstGeom prst="line">
            <a:avLst/>
          </a:prstGeom>
          <a:noFill/>
          <a:ln w="15875">
            <a:solidFill>
              <a:srgbClr val="B48A12">
                <a:alpha val="76000"/>
              </a:srgbClr>
            </a:solidFill>
            <a:prstDash val="dash"/>
            <a:headEnd type="none"/>
            <a:tailEnd type="none"/>
          </a:ln>
        </p:spPr>
      </p:sp>
      <p:sp>
        <p:nvSpPr>
          <p:cNvPr id="853" name="Shape 851"/>
          <p:cNvSpPr/>
          <p:nvPr/>
        </p:nvSpPr>
        <p:spPr>
          <a:xfrm>
            <a:off x="7448397" y="4807992"/>
            <a:ext cx="0" cy="56406"/>
          </a:xfrm>
          <a:prstGeom prst="line">
            <a:avLst/>
          </a:prstGeom>
          <a:noFill/>
          <a:ln w="15875">
            <a:solidFill>
              <a:srgbClr val="B48A12">
                <a:alpha val="76000"/>
              </a:srgbClr>
            </a:solidFill>
            <a:prstDash val="dash"/>
            <a:headEnd type="none"/>
            <a:tailEnd type="none"/>
          </a:ln>
        </p:spPr>
      </p:sp>
      <p:sp>
        <p:nvSpPr>
          <p:cNvPr id="854" name="Shape 852"/>
          <p:cNvSpPr/>
          <p:nvPr/>
        </p:nvSpPr>
        <p:spPr>
          <a:xfrm>
            <a:off x="7448397" y="4810736"/>
            <a:ext cx="127407" cy="0"/>
          </a:xfrm>
          <a:prstGeom prst="line">
            <a:avLst/>
          </a:prstGeom>
          <a:noFill/>
          <a:ln w="15875">
            <a:solidFill>
              <a:srgbClr val="B48A12">
                <a:alpha val="76000"/>
              </a:srgbClr>
            </a:solidFill>
            <a:prstDash val="dash"/>
            <a:headEnd type="none"/>
            <a:tailEnd type="none"/>
          </a:ln>
        </p:spPr>
      </p:sp>
      <p:sp>
        <p:nvSpPr>
          <p:cNvPr id="855" name="Shape 853"/>
          <p:cNvSpPr/>
          <p:nvPr/>
        </p:nvSpPr>
        <p:spPr>
          <a:xfrm>
            <a:off x="7573061" y="4807992"/>
            <a:ext cx="0" cy="31447"/>
          </a:xfrm>
          <a:prstGeom prst="line">
            <a:avLst/>
          </a:prstGeom>
          <a:noFill/>
          <a:ln w="15875">
            <a:solidFill>
              <a:srgbClr val="B48A12">
                <a:alpha val="76000"/>
              </a:srgbClr>
            </a:solidFill>
            <a:prstDash val="dash"/>
            <a:headEnd type="none"/>
            <a:tailEnd type="none"/>
          </a:ln>
        </p:spPr>
      </p:sp>
      <p:sp>
        <p:nvSpPr>
          <p:cNvPr id="856" name="Shape 854"/>
          <p:cNvSpPr/>
          <p:nvPr/>
        </p:nvSpPr>
        <p:spPr>
          <a:xfrm>
            <a:off x="7573061" y="4836696"/>
            <a:ext cx="127407" cy="0"/>
          </a:xfrm>
          <a:prstGeom prst="line">
            <a:avLst/>
          </a:prstGeom>
          <a:noFill/>
          <a:ln w="15875">
            <a:solidFill>
              <a:srgbClr val="B48A12">
                <a:alpha val="76000"/>
              </a:srgbClr>
            </a:solidFill>
            <a:prstDash val="dash"/>
            <a:headEnd type="none"/>
            <a:tailEnd type="none"/>
          </a:ln>
        </p:spPr>
      </p:sp>
      <p:sp>
        <p:nvSpPr>
          <p:cNvPr id="857" name="Shape 855"/>
          <p:cNvSpPr/>
          <p:nvPr/>
        </p:nvSpPr>
        <p:spPr>
          <a:xfrm>
            <a:off x="7697724" y="4743930"/>
            <a:ext cx="0" cy="95509"/>
          </a:xfrm>
          <a:prstGeom prst="line">
            <a:avLst/>
          </a:prstGeom>
          <a:noFill/>
          <a:ln w="15875">
            <a:solidFill>
              <a:srgbClr val="B48A12">
                <a:alpha val="76000"/>
              </a:srgbClr>
            </a:solidFill>
            <a:prstDash val="dash"/>
            <a:headEnd type="none"/>
            <a:tailEnd type="none"/>
          </a:ln>
        </p:spPr>
      </p:sp>
      <p:sp>
        <p:nvSpPr>
          <p:cNvPr id="858" name="Shape 856"/>
          <p:cNvSpPr/>
          <p:nvPr/>
        </p:nvSpPr>
        <p:spPr>
          <a:xfrm>
            <a:off x="7697724" y="4746674"/>
            <a:ext cx="127406" cy="0"/>
          </a:xfrm>
          <a:prstGeom prst="line">
            <a:avLst/>
          </a:prstGeom>
          <a:noFill/>
          <a:ln w="15875">
            <a:solidFill>
              <a:srgbClr val="B48A12">
                <a:alpha val="76000"/>
              </a:srgbClr>
            </a:solidFill>
            <a:prstDash val="dash"/>
            <a:headEnd type="none"/>
            <a:tailEnd type="none"/>
          </a:ln>
        </p:spPr>
      </p:sp>
      <p:sp>
        <p:nvSpPr>
          <p:cNvPr id="859" name="Shape 857"/>
          <p:cNvSpPr/>
          <p:nvPr/>
        </p:nvSpPr>
        <p:spPr>
          <a:xfrm>
            <a:off x="7822387" y="4645161"/>
            <a:ext cx="0" cy="104256"/>
          </a:xfrm>
          <a:prstGeom prst="line">
            <a:avLst/>
          </a:prstGeom>
          <a:noFill/>
          <a:ln w="15875">
            <a:solidFill>
              <a:srgbClr val="B48A12">
                <a:alpha val="76000"/>
              </a:srgbClr>
            </a:solidFill>
            <a:prstDash val="dash"/>
            <a:headEnd type="none"/>
            <a:tailEnd type="none"/>
          </a:ln>
        </p:spPr>
      </p:sp>
      <p:sp>
        <p:nvSpPr>
          <p:cNvPr id="860" name="Shape 858"/>
          <p:cNvSpPr/>
          <p:nvPr/>
        </p:nvSpPr>
        <p:spPr>
          <a:xfrm>
            <a:off x="7822387" y="4647905"/>
            <a:ext cx="127407" cy="0"/>
          </a:xfrm>
          <a:prstGeom prst="line">
            <a:avLst/>
          </a:prstGeom>
          <a:noFill/>
          <a:ln w="15875">
            <a:solidFill>
              <a:srgbClr val="B48A12">
                <a:alpha val="76000"/>
              </a:srgbClr>
            </a:solidFill>
            <a:prstDash val="dash"/>
            <a:headEnd type="none"/>
            <a:tailEnd type="none"/>
          </a:ln>
        </p:spPr>
      </p:sp>
      <p:sp>
        <p:nvSpPr>
          <p:cNvPr id="861" name="Shape 859"/>
          <p:cNvSpPr/>
          <p:nvPr/>
        </p:nvSpPr>
        <p:spPr>
          <a:xfrm>
            <a:off x="7947050" y="4645161"/>
            <a:ext cx="0" cy="22383"/>
          </a:xfrm>
          <a:prstGeom prst="line">
            <a:avLst/>
          </a:prstGeom>
          <a:noFill/>
          <a:ln w="15875">
            <a:solidFill>
              <a:srgbClr val="B48A12">
                <a:alpha val="76000"/>
              </a:srgbClr>
            </a:solidFill>
            <a:prstDash val="dash"/>
            <a:headEnd type="none"/>
            <a:tailEnd type="none"/>
          </a:ln>
        </p:spPr>
      </p:sp>
      <p:sp>
        <p:nvSpPr>
          <p:cNvPr id="862" name="Shape 860"/>
          <p:cNvSpPr/>
          <p:nvPr/>
        </p:nvSpPr>
        <p:spPr>
          <a:xfrm>
            <a:off x="7947050" y="4664802"/>
            <a:ext cx="127407" cy="0"/>
          </a:xfrm>
          <a:prstGeom prst="line">
            <a:avLst/>
          </a:prstGeom>
          <a:noFill/>
          <a:ln w="15875">
            <a:solidFill>
              <a:srgbClr val="B48A12">
                <a:alpha val="76000"/>
              </a:srgbClr>
            </a:solidFill>
            <a:prstDash val="dash"/>
            <a:headEnd type="none"/>
            <a:tailEnd type="none"/>
          </a:ln>
        </p:spPr>
      </p:sp>
      <p:sp>
        <p:nvSpPr>
          <p:cNvPr id="863" name="Shape 861"/>
          <p:cNvSpPr/>
          <p:nvPr/>
        </p:nvSpPr>
        <p:spPr>
          <a:xfrm>
            <a:off x="8071714" y="4612964"/>
            <a:ext cx="0" cy="54581"/>
          </a:xfrm>
          <a:prstGeom prst="line">
            <a:avLst/>
          </a:prstGeom>
          <a:noFill/>
          <a:ln w="15875">
            <a:solidFill>
              <a:srgbClr val="B48A12">
                <a:alpha val="76000"/>
              </a:srgbClr>
            </a:solidFill>
            <a:prstDash val="dash"/>
            <a:headEnd type="none"/>
            <a:tailEnd type="none"/>
          </a:ln>
        </p:spPr>
      </p:sp>
      <p:sp>
        <p:nvSpPr>
          <p:cNvPr id="864" name="Shape 862"/>
          <p:cNvSpPr/>
          <p:nvPr/>
        </p:nvSpPr>
        <p:spPr>
          <a:xfrm>
            <a:off x="8071714" y="4615707"/>
            <a:ext cx="127406" cy="0"/>
          </a:xfrm>
          <a:prstGeom prst="line">
            <a:avLst/>
          </a:prstGeom>
          <a:noFill/>
          <a:ln w="15875">
            <a:solidFill>
              <a:srgbClr val="B48A12">
                <a:alpha val="76000"/>
              </a:srgbClr>
            </a:solidFill>
            <a:prstDash val="dash"/>
            <a:headEnd type="none"/>
            <a:tailEnd type="none"/>
          </a:ln>
        </p:spPr>
      </p:sp>
      <p:sp>
        <p:nvSpPr>
          <p:cNvPr id="865" name="Shape 863"/>
          <p:cNvSpPr/>
          <p:nvPr/>
        </p:nvSpPr>
        <p:spPr>
          <a:xfrm>
            <a:off x="8196377" y="4577929"/>
            <a:ext cx="0" cy="40522"/>
          </a:xfrm>
          <a:prstGeom prst="line">
            <a:avLst/>
          </a:prstGeom>
          <a:noFill/>
          <a:ln w="15875">
            <a:solidFill>
              <a:srgbClr val="B48A12">
                <a:alpha val="76000"/>
              </a:srgbClr>
            </a:solidFill>
            <a:prstDash val="dash"/>
            <a:headEnd type="none"/>
            <a:tailEnd type="none"/>
          </a:ln>
        </p:spPr>
      </p:sp>
      <p:sp>
        <p:nvSpPr>
          <p:cNvPr id="866" name="Shape 864"/>
          <p:cNvSpPr/>
          <p:nvPr/>
        </p:nvSpPr>
        <p:spPr>
          <a:xfrm>
            <a:off x="8196377" y="4580672"/>
            <a:ext cx="127407" cy="0"/>
          </a:xfrm>
          <a:prstGeom prst="line">
            <a:avLst/>
          </a:prstGeom>
          <a:noFill/>
          <a:ln w="15875">
            <a:solidFill>
              <a:srgbClr val="B48A12">
                <a:alpha val="76000"/>
              </a:srgbClr>
            </a:solidFill>
            <a:prstDash val="dash"/>
            <a:headEnd type="none"/>
            <a:tailEnd type="none"/>
          </a:ln>
        </p:spPr>
      </p:sp>
      <p:sp>
        <p:nvSpPr>
          <p:cNvPr id="867" name="Shape 865"/>
          <p:cNvSpPr/>
          <p:nvPr/>
        </p:nvSpPr>
        <p:spPr>
          <a:xfrm>
            <a:off x="8321040" y="4553862"/>
            <a:ext cx="0" cy="29553"/>
          </a:xfrm>
          <a:prstGeom prst="line">
            <a:avLst/>
          </a:prstGeom>
          <a:noFill/>
          <a:ln w="15875">
            <a:solidFill>
              <a:srgbClr val="B48A12">
                <a:alpha val="76000"/>
              </a:srgbClr>
            </a:solidFill>
            <a:prstDash val="dash"/>
            <a:headEnd type="none"/>
            <a:tailEnd type="none"/>
          </a:ln>
        </p:spPr>
      </p:sp>
      <p:sp>
        <p:nvSpPr>
          <p:cNvPr id="868" name="Shape 866"/>
          <p:cNvSpPr/>
          <p:nvPr/>
        </p:nvSpPr>
        <p:spPr>
          <a:xfrm>
            <a:off x="841248" y="2236124"/>
            <a:ext cx="127407" cy="0"/>
          </a:xfrm>
          <a:prstGeom prst="line">
            <a:avLst/>
          </a:prstGeom>
          <a:noFill/>
          <a:ln w="15875">
            <a:solidFill>
              <a:srgbClr val="5C4DB7">
                <a:alpha val="76000"/>
              </a:srgbClr>
            </a:solidFill>
            <a:prstDash val="dot"/>
            <a:headEnd type="none"/>
            <a:tailEnd type="none"/>
          </a:ln>
        </p:spPr>
      </p:sp>
      <p:sp>
        <p:nvSpPr>
          <p:cNvPr id="869" name="Shape 867"/>
          <p:cNvSpPr/>
          <p:nvPr/>
        </p:nvSpPr>
        <p:spPr>
          <a:xfrm>
            <a:off x="965911" y="2233380"/>
            <a:ext cx="0" cy="19698"/>
          </a:xfrm>
          <a:prstGeom prst="line">
            <a:avLst/>
          </a:prstGeom>
          <a:noFill/>
          <a:ln w="15875">
            <a:solidFill>
              <a:srgbClr val="5C4DB7">
                <a:alpha val="76000"/>
              </a:srgbClr>
            </a:solidFill>
            <a:prstDash val="dot"/>
            <a:headEnd type="none"/>
            <a:tailEnd type="none"/>
          </a:ln>
        </p:spPr>
      </p:sp>
      <p:sp>
        <p:nvSpPr>
          <p:cNvPr id="870" name="Shape 868"/>
          <p:cNvSpPr/>
          <p:nvPr/>
        </p:nvSpPr>
        <p:spPr>
          <a:xfrm>
            <a:off x="965911" y="2250335"/>
            <a:ext cx="127406" cy="0"/>
          </a:xfrm>
          <a:prstGeom prst="line">
            <a:avLst/>
          </a:prstGeom>
          <a:noFill/>
          <a:ln w="15875">
            <a:solidFill>
              <a:srgbClr val="5C4DB7">
                <a:alpha val="76000"/>
              </a:srgbClr>
            </a:solidFill>
            <a:prstDash val="dot"/>
            <a:headEnd type="none"/>
            <a:tailEnd type="none"/>
          </a:ln>
        </p:spPr>
      </p:sp>
      <p:sp>
        <p:nvSpPr>
          <p:cNvPr id="871" name="Shape 869"/>
          <p:cNvSpPr/>
          <p:nvPr/>
        </p:nvSpPr>
        <p:spPr>
          <a:xfrm>
            <a:off x="1090574" y="2247592"/>
            <a:ext cx="0" cy="17140"/>
          </a:xfrm>
          <a:prstGeom prst="line">
            <a:avLst/>
          </a:prstGeom>
          <a:noFill/>
          <a:ln w="15875">
            <a:solidFill>
              <a:srgbClr val="5C4DB7">
                <a:alpha val="76000"/>
              </a:srgbClr>
            </a:solidFill>
            <a:prstDash val="dot"/>
            <a:headEnd type="none"/>
            <a:tailEnd type="none"/>
          </a:ln>
        </p:spPr>
      </p:sp>
      <p:sp>
        <p:nvSpPr>
          <p:cNvPr id="872" name="Shape 870"/>
          <p:cNvSpPr/>
          <p:nvPr/>
        </p:nvSpPr>
        <p:spPr>
          <a:xfrm>
            <a:off x="1090574" y="2261988"/>
            <a:ext cx="127407" cy="0"/>
          </a:xfrm>
          <a:prstGeom prst="line">
            <a:avLst/>
          </a:prstGeom>
          <a:noFill/>
          <a:ln w="15875">
            <a:solidFill>
              <a:srgbClr val="5C4DB7">
                <a:alpha val="76000"/>
              </a:srgbClr>
            </a:solidFill>
            <a:prstDash val="dot"/>
            <a:headEnd type="none"/>
            <a:tailEnd type="none"/>
          </a:ln>
        </p:spPr>
      </p:sp>
      <p:sp>
        <p:nvSpPr>
          <p:cNvPr id="873" name="Shape 871"/>
          <p:cNvSpPr/>
          <p:nvPr/>
        </p:nvSpPr>
        <p:spPr>
          <a:xfrm>
            <a:off x="1215238" y="2259245"/>
            <a:ext cx="0" cy="28434"/>
          </a:xfrm>
          <a:prstGeom prst="line">
            <a:avLst/>
          </a:prstGeom>
          <a:noFill/>
          <a:ln w="15875">
            <a:solidFill>
              <a:srgbClr val="5C4DB7">
                <a:alpha val="76000"/>
              </a:srgbClr>
            </a:solidFill>
            <a:prstDash val="dot"/>
            <a:headEnd type="none"/>
            <a:tailEnd type="none"/>
          </a:ln>
        </p:spPr>
      </p:sp>
      <p:sp>
        <p:nvSpPr>
          <p:cNvPr id="874" name="Shape 872"/>
          <p:cNvSpPr/>
          <p:nvPr/>
        </p:nvSpPr>
        <p:spPr>
          <a:xfrm>
            <a:off x="1215238" y="2284935"/>
            <a:ext cx="127407" cy="0"/>
          </a:xfrm>
          <a:prstGeom prst="line">
            <a:avLst/>
          </a:prstGeom>
          <a:noFill/>
          <a:ln w="15875">
            <a:solidFill>
              <a:srgbClr val="5C4DB7">
                <a:alpha val="76000"/>
              </a:srgbClr>
            </a:solidFill>
            <a:prstDash val="dot"/>
            <a:headEnd type="none"/>
            <a:tailEnd type="none"/>
          </a:ln>
        </p:spPr>
      </p:sp>
      <p:sp>
        <p:nvSpPr>
          <p:cNvPr id="875" name="Shape 873"/>
          <p:cNvSpPr/>
          <p:nvPr/>
        </p:nvSpPr>
        <p:spPr>
          <a:xfrm>
            <a:off x="1339901" y="2282192"/>
            <a:ext cx="0" cy="38811"/>
          </a:xfrm>
          <a:prstGeom prst="line">
            <a:avLst/>
          </a:prstGeom>
          <a:noFill/>
          <a:ln w="15875">
            <a:solidFill>
              <a:srgbClr val="5C4DB7">
                <a:alpha val="76000"/>
              </a:srgbClr>
            </a:solidFill>
            <a:prstDash val="dot"/>
            <a:headEnd type="none"/>
            <a:tailEnd type="none"/>
          </a:ln>
        </p:spPr>
      </p:sp>
      <p:sp>
        <p:nvSpPr>
          <p:cNvPr id="876" name="Shape 874"/>
          <p:cNvSpPr/>
          <p:nvPr/>
        </p:nvSpPr>
        <p:spPr>
          <a:xfrm>
            <a:off x="1339901" y="2318260"/>
            <a:ext cx="127406" cy="0"/>
          </a:xfrm>
          <a:prstGeom prst="line">
            <a:avLst/>
          </a:prstGeom>
          <a:noFill/>
          <a:ln w="15875">
            <a:solidFill>
              <a:srgbClr val="5C4DB7">
                <a:alpha val="76000"/>
              </a:srgbClr>
            </a:solidFill>
            <a:prstDash val="dot"/>
            <a:headEnd type="none"/>
            <a:tailEnd type="none"/>
          </a:ln>
        </p:spPr>
      </p:sp>
      <p:sp>
        <p:nvSpPr>
          <p:cNvPr id="877" name="Shape 875"/>
          <p:cNvSpPr/>
          <p:nvPr/>
        </p:nvSpPr>
        <p:spPr>
          <a:xfrm>
            <a:off x="1464564" y="2315516"/>
            <a:ext cx="0" cy="48874"/>
          </a:xfrm>
          <a:prstGeom prst="line">
            <a:avLst/>
          </a:prstGeom>
          <a:noFill/>
          <a:ln w="15875">
            <a:solidFill>
              <a:srgbClr val="5C4DB7">
                <a:alpha val="76000"/>
              </a:srgbClr>
            </a:solidFill>
            <a:prstDash val="dot"/>
            <a:headEnd type="none"/>
            <a:tailEnd type="none"/>
          </a:ln>
        </p:spPr>
      </p:sp>
      <p:sp>
        <p:nvSpPr>
          <p:cNvPr id="878" name="Shape 876"/>
          <p:cNvSpPr/>
          <p:nvPr/>
        </p:nvSpPr>
        <p:spPr>
          <a:xfrm>
            <a:off x="1464564" y="2361647"/>
            <a:ext cx="127407" cy="0"/>
          </a:xfrm>
          <a:prstGeom prst="line">
            <a:avLst/>
          </a:prstGeom>
          <a:noFill/>
          <a:ln w="15875">
            <a:solidFill>
              <a:srgbClr val="5C4DB7">
                <a:alpha val="76000"/>
              </a:srgbClr>
            </a:solidFill>
            <a:prstDash val="dot"/>
            <a:headEnd type="none"/>
            <a:tailEnd type="none"/>
          </a:ln>
        </p:spPr>
      </p:sp>
      <p:sp>
        <p:nvSpPr>
          <p:cNvPr id="879" name="Shape 877"/>
          <p:cNvSpPr/>
          <p:nvPr/>
        </p:nvSpPr>
        <p:spPr>
          <a:xfrm>
            <a:off x="1589227" y="2358903"/>
            <a:ext cx="0" cy="58049"/>
          </a:xfrm>
          <a:prstGeom prst="line">
            <a:avLst/>
          </a:prstGeom>
          <a:noFill/>
          <a:ln w="15875">
            <a:solidFill>
              <a:srgbClr val="5C4DB7">
                <a:alpha val="76000"/>
              </a:srgbClr>
            </a:solidFill>
            <a:prstDash val="dot"/>
            <a:headEnd type="none"/>
            <a:tailEnd type="none"/>
          </a:ln>
        </p:spPr>
      </p:sp>
      <p:sp>
        <p:nvSpPr>
          <p:cNvPr id="880" name="Shape 878"/>
          <p:cNvSpPr/>
          <p:nvPr/>
        </p:nvSpPr>
        <p:spPr>
          <a:xfrm>
            <a:off x="1589227" y="2414209"/>
            <a:ext cx="127407" cy="0"/>
          </a:xfrm>
          <a:prstGeom prst="line">
            <a:avLst/>
          </a:prstGeom>
          <a:noFill/>
          <a:ln w="15875">
            <a:solidFill>
              <a:srgbClr val="5C4DB7">
                <a:alpha val="76000"/>
              </a:srgbClr>
            </a:solidFill>
            <a:prstDash val="dot"/>
            <a:headEnd type="none"/>
            <a:tailEnd type="none"/>
          </a:ln>
        </p:spPr>
      </p:sp>
      <p:sp>
        <p:nvSpPr>
          <p:cNvPr id="881" name="Shape 879"/>
          <p:cNvSpPr/>
          <p:nvPr/>
        </p:nvSpPr>
        <p:spPr>
          <a:xfrm>
            <a:off x="1713891" y="2411466"/>
            <a:ext cx="0" cy="65917"/>
          </a:xfrm>
          <a:prstGeom prst="line">
            <a:avLst/>
          </a:prstGeom>
          <a:noFill/>
          <a:ln w="15875">
            <a:solidFill>
              <a:srgbClr val="5C4DB7">
                <a:alpha val="76000"/>
              </a:srgbClr>
            </a:solidFill>
            <a:prstDash val="dot"/>
            <a:headEnd type="none"/>
            <a:tailEnd type="none"/>
          </a:ln>
        </p:spPr>
      </p:sp>
      <p:sp>
        <p:nvSpPr>
          <p:cNvPr id="882" name="Shape 880"/>
          <p:cNvSpPr/>
          <p:nvPr/>
        </p:nvSpPr>
        <p:spPr>
          <a:xfrm>
            <a:off x="1713891" y="2474640"/>
            <a:ext cx="127406" cy="0"/>
          </a:xfrm>
          <a:prstGeom prst="line">
            <a:avLst/>
          </a:prstGeom>
          <a:noFill/>
          <a:ln w="15875">
            <a:solidFill>
              <a:srgbClr val="5C4DB7">
                <a:alpha val="76000"/>
              </a:srgbClr>
            </a:solidFill>
            <a:prstDash val="dot"/>
            <a:headEnd type="none"/>
            <a:tailEnd type="none"/>
          </a:ln>
        </p:spPr>
      </p:sp>
      <p:sp>
        <p:nvSpPr>
          <p:cNvPr id="883" name="Shape 881"/>
          <p:cNvSpPr/>
          <p:nvPr/>
        </p:nvSpPr>
        <p:spPr>
          <a:xfrm>
            <a:off x="1838553" y="2471897"/>
            <a:ext cx="0" cy="69020"/>
          </a:xfrm>
          <a:prstGeom prst="line">
            <a:avLst/>
          </a:prstGeom>
          <a:noFill/>
          <a:ln w="15875">
            <a:solidFill>
              <a:srgbClr val="5C4DB7">
                <a:alpha val="76000"/>
              </a:srgbClr>
            </a:solidFill>
            <a:prstDash val="dot"/>
            <a:headEnd type="none"/>
            <a:tailEnd type="none"/>
          </a:ln>
        </p:spPr>
      </p:sp>
      <p:sp>
        <p:nvSpPr>
          <p:cNvPr id="884" name="Shape 882"/>
          <p:cNvSpPr/>
          <p:nvPr/>
        </p:nvSpPr>
        <p:spPr>
          <a:xfrm>
            <a:off x="1838553" y="2538174"/>
            <a:ext cx="127407" cy="0"/>
          </a:xfrm>
          <a:prstGeom prst="line">
            <a:avLst/>
          </a:prstGeom>
          <a:noFill/>
          <a:ln w="15875">
            <a:solidFill>
              <a:srgbClr val="5C4DB7">
                <a:alpha val="76000"/>
              </a:srgbClr>
            </a:solidFill>
            <a:prstDash val="dot"/>
            <a:headEnd type="none"/>
            <a:tailEnd type="none"/>
          </a:ln>
        </p:spPr>
      </p:sp>
      <p:sp>
        <p:nvSpPr>
          <p:cNvPr id="885" name="Shape 883"/>
          <p:cNvSpPr/>
          <p:nvPr/>
        </p:nvSpPr>
        <p:spPr>
          <a:xfrm>
            <a:off x="1963217" y="2535430"/>
            <a:ext cx="0" cy="70639"/>
          </a:xfrm>
          <a:prstGeom prst="line">
            <a:avLst/>
          </a:prstGeom>
          <a:noFill/>
          <a:ln w="15875">
            <a:solidFill>
              <a:srgbClr val="5C4DB7">
                <a:alpha val="76000"/>
              </a:srgbClr>
            </a:solidFill>
            <a:prstDash val="dot"/>
            <a:headEnd type="none"/>
            <a:tailEnd type="none"/>
          </a:ln>
        </p:spPr>
      </p:sp>
      <p:sp>
        <p:nvSpPr>
          <p:cNvPr id="886" name="Shape 884"/>
          <p:cNvSpPr/>
          <p:nvPr/>
        </p:nvSpPr>
        <p:spPr>
          <a:xfrm>
            <a:off x="1963217" y="2603326"/>
            <a:ext cx="127407" cy="0"/>
          </a:xfrm>
          <a:prstGeom prst="line">
            <a:avLst/>
          </a:prstGeom>
          <a:noFill/>
          <a:ln w="15875">
            <a:solidFill>
              <a:srgbClr val="5C4DB7">
                <a:alpha val="76000"/>
              </a:srgbClr>
            </a:solidFill>
            <a:prstDash val="dot"/>
            <a:headEnd type="none"/>
            <a:tailEnd type="none"/>
          </a:ln>
        </p:spPr>
      </p:sp>
      <p:sp>
        <p:nvSpPr>
          <p:cNvPr id="887" name="Shape 885"/>
          <p:cNvSpPr/>
          <p:nvPr/>
        </p:nvSpPr>
        <p:spPr>
          <a:xfrm>
            <a:off x="2087880" y="2600583"/>
            <a:ext cx="0" cy="72179"/>
          </a:xfrm>
          <a:prstGeom prst="line">
            <a:avLst/>
          </a:prstGeom>
          <a:noFill/>
          <a:ln w="15875">
            <a:solidFill>
              <a:srgbClr val="5C4DB7">
                <a:alpha val="76000"/>
              </a:srgbClr>
            </a:solidFill>
            <a:prstDash val="dot"/>
            <a:headEnd type="none"/>
            <a:tailEnd type="none"/>
          </a:ln>
        </p:spPr>
      </p:sp>
      <p:sp>
        <p:nvSpPr>
          <p:cNvPr id="888" name="Shape 886"/>
          <p:cNvSpPr/>
          <p:nvPr/>
        </p:nvSpPr>
        <p:spPr>
          <a:xfrm>
            <a:off x="2087880" y="2670018"/>
            <a:ext cx="127406" cy="0"/>
          </a:xfrm>
          <a:prstGeom prst="line">
            <a:avLst/>
          </a:prstGeom>
          <a:noFill/>
          <a:ln w="15875">
            <a:solidFill>
              <a:srgbClr val="5C4DB7">
                <a:alpha val="76000"/>
              </a:srgbClr>
            </a:solidFill>
            <a:prstDash val="dot"/>
            <a:headEnd type="none"/>
            <a:tailEnd type="none"/>
          </a:ln>
        </p:spPr>
      </p:sp>
      <p:sp>
        <p:nvSpPr>
          <p:cNvPr id="889" name="Shape 887"/>
          <p:cNvSpPr/>
          <p:nvPr/>
        </p:nvSpPr>
        <p:spPr>
          <a:xfrm>
            <a:off x="2212543" y="2667275"/>
            <a:ext cx="0" cy="73227"/>
          </a:xfrm>
          <a:prstGeom prst="line">
            <a:avLst/>
          </a:prstGeom>
          <a:noFill/>
          <a:ln w="15875">
            <a:solidFill>
              <a:srgbClr val="5C4DB7">
                <a:alpha val="76000"/>
              </a:srgbClr>
            </a:solidFill>
            <a:prstDash val="dot"/>
            <a:headEnd type="none"/>
            <a:tailEnd type="none"/>
          </a:ln>
        </p:spPr>
      </p:sp>
      <p:sp>
        <p:nvSpPr>
          <p:cNvPr id="890" name="Shape 888"/>
          <p:cNvSpPr/>
          <p:nvPr/>
        </p:nvSpPr>
        <p:spPr>
          <a:xfrm>
            <a:off x="2212543" y="2737759"/>
            <a:ext cx="127407" cy="0"/>
          </a:xfrm>
          <a:prstGeom prst="line">
            <a:avLst/>
          </a:prstGeom>
          <a:noFill/>
          <a:ln w="15875">
            <a:solidFill>
              <a:srgbClr val="5C4DB7">
                <a:alpha val="76000"/>
              </a:srgbClr>
            </a:solidFill>
            <a:prstDash val="dot"/>
            <a:headEnd type="none"/>
            <a:tailEnd type="none"/>
          </a:ln>
        </p:spPr>
      </p:sp>
      <p:sp>
        <p:nvSpPr>
          <p:cNvPr id="891" name="Shape 889"/>
          <p:cNvSpPr/>
          <p:nvPr/>
        </p:nvSpPr>
        <p:spPr>
          <a:xfrm>
            <a:off x="2337206" y="2735015"/>
            <a:ext cx="0" cy="74141"/>
          </a:xfrm>
          <a:prstGeom prst="line">
            <a:avLst/>
          </a:prstGeom>
          <a:noFill/>
          <a:ln w="15875">
            <a:solidFill>
              <a:srgbClr val="5C4DB7">
                <a:alpha val="76000"/>
              </a:srgbClr>
            </a:solidFill>
            <a:prstDash val="dot"/>
            <a:headEnd type="none"/>
            <a:tailEnd type="none"/>
          </a:ln>
        </p:spPr>
      </p:sp>
      <p:sp>
        <p:nvSpPr>
          <p:cNvPr id="892" name="Shape 890"/>
          <p:cNvSpPr/>
          <p:nvPr/>
        </p:nvSpPr>
        <p:spPr>
          <a:xfrm>
            <a:off x="2337206" y="2806414"/>
            <a:ext cx="127407" cy="0"/>
          </a:xfrm>
          <a:prstGeom prst="line">
            <a:avLst/>
          </a:prstGeom>
          <a:noFill/>
          <a:ln w="15875">
            <a:solidFill>
              <a:srgbClr val="5C4DB7">
                <a:alpha val="76000"/>
              </a:srgbClr>
            </a:solidFill>
            <a:prstDash val="dot"/>
            <a:headEnd type="none"/>
            <a:tailEnd type="none"/>
          </a:ln>
        </p:spPr>
      </p:sp>
      <p:sp>
        <p:nvSpPr>
          <p:cNvPr id="893" name="Shape 891"/>
          <p:cNvSpPr/>
          <p:nvPr/>
        </p:nvSpPr>
        <p:spPr>
          <a:xfrm>
            <a:off x="2461870" y="2803670"/>
            <a:ext cx="0" cy="50696"/>
          </a:xfrm>
          <a:prstGeom prst="line">
            <a:avLst/>
          </a:prstGeom>
          <a:noFill/>
          <a:ln w="15875">
            <a:solidFill>
              <a:srgbClr val="5C4DB7">
                <a:alpha val="76000"/>
              </a:srgbClr>
            </a:solidFill>
            <a:prstDash val="dot"/>
            <a:headEnd type="none"/>
            <a:tailEnd type="none"/>
          </a:ln>
        </p:spPr>
      </p:sp>
      <p:sp>
        <p:nvSpPr>
          <p:cNvPr id="894" name="Shape 892"/>
          <p:cNvSpPr/>
          <p:nvPr/>
        </p:nvSpPr>
        <p:spPr>
          <a:xfrm>
            <a:off x="2461870" y="2851623"/>
            <a:ext cx="127406" cy="0"/>
          </a:xfrm>
          <a:prstGeom prst="line">
            <a:avLst/>
          </a:prstGeom>
          <a:noFill/>
          <a:ln w="15875">
            <a:solidFill>
              <a:srgbClr val="5C4DB7">
                <a:alpha val="76000"/>
              </a:srgbClr>
            </a:solidFill>
            <a:prstDash val="dot"/>
            <a:headEnd type="none"/>
            <a:tailEnd type="none"/>
          </a:ln>
        </p:spPr>
      </p:sp>
      <p:sp>
        <p:nvSpPr>
          <p:cNvPr id="895" name="Shape 893"/>
          <p:cNvSpPr/>
          <p:nvPr/>
        </p:nvSpPr>
        <p:spPr>
          <a:xfrm>
            <a:off x="2586533" y="2848880"/>
            <a:ext cx="0" cy="75041"/>
          </a:xfrm>
          <a:prstGeom prst="line">
            <a:avLst/>
          </a:prstGeom>
          <a:noFill/>
          <a:ln w="15875">
            <a:solidFill>
              <a:srgbClr val="5C4DB7">
                <a:alpha val="76000"/>
              </a:srgbClr>
            </a:solidFill>
            <a:prstDash val="dot"/>
            <a:headEnd type="none"/>
            <a:tailEnd type="none"/>
          </a:ln>
        </p:spPr>
      </p:sp>
      <p:sp>
        <p:nvSpPr>
          <p:cNvPr id="896" name="Shape 894"/>
          <p:cNvSpPr/>
          <p:nvPr/>
        </p:nvSpPr>
        <p:spPr>
          <a:xfrm>
            <a:off x="2586533" y="2921178"/>
            <a:ext cx="127407" cy="0"/>
          </a:xfrm>
          <a:prstGeom prst="line">
            <a:avLst/>
          </a:prstGeom>
          <a:noFill/>
          <a:ln w="15875">
            <a:solidFill>
              <a:srgbClr val="5C4DB7">
                <a:alpha val="76000"/>
              </a:srgbClr>
            </a:solidFill>
            <a:prstDash val="dot"/>
            <a:headEnd type="none"/>
            <a:tailEnd type="none"/>
          </a:ln>
        </p:spPr>
      </p:sp>
      <p:sp>
        <p:nvSpPr>
          <p:cNvPr id="897" name="Shape 895"/>
          <p:cNvSpPr/>
          <p:nvPr/>
        </p:nvSpPr>
        <p:spPr>
          <a:xfrm>
            <a:off x="2711196" y="2918434"/>
            <a:ext cx="0" cy="77331"/>
          </a:xfrm>
          <a:prstGeom prst="line">
            <a:avLst/>
          </a:prstGeom>
          <a:noFill/>
          <a:ln w="15875">
            <a:solidFill>
              <a:srgbClr val="5C4DB7">
                <a:alpha val="76000"/>
              </a:srgbClr>
            </a:solidFill>
            <a:prstDash val="dot"/>
            <a:headEnd type="none"/>
            <a:tailEnd type="none"/>
          </a:ln>
        </p:spPr>
      </p:sp>
      <p:sp>
        <p:nvSpPr>
          <p:cNvPr id="898" name="Shape 896"/>
          <p:cNvSpPr/>
          <p:nvPr/>
        </p:nvSpPr>
        <p:spPr>
          <a:xfrm>
            <a:off x="2711196" y="2993023"/>
            <a:ext cx="127407" cy="0"/>
          </a:xfrm>
          <a:prstGeom prst="line">
            <a:avLst/>
          </a:prstGeom>
          <a:noFill/>
          <a:ln w="15875">
            <a:solidFill>
              <a:srgbClr val="5C4DB7">
                <a:alpha val="76000"/>
              </a:srgbClr>
            </a:solidFill>
            <a:prstDash val="dot"/>
            <a:headEnd type="none"/>
            <a:tailEnd type="none"/>
          </a:ln>
        </p:spPr>
      </p:sp>
      <p:sp>
        <p:nvSpPr>
          <p:cNvPr id="899" name="Shape 897"/>
          <p:cNvSpPr/>
          <p:nvPr/>
        </p:nvSpPr>
        <p:spPr>
          <a:xfrm>
            <a:off x="2835859" y="2990279"/>
            <a:ext cx="0" cy="76941"/>
          </a:xfrm>
          <a:prstGeom prst="line">
            <a:avLst/>
          </a:prstGeom>
          <a:noFill/>
          <a:ln w="15875">
            <a:solidFill>
              <a:srgbClr val="5C4DB7">
                <a:alpha val="76000"/>
              </a:srgbClr>
            </a:solidFill>
            <a:prstDash val="dot"/>
            <a:headEnd type="none"/>
            <a:tailEnd type="none"/>
          </a:ln>
        </p:spPr>
      </p:sp>
      <p:sp>
        <p:nvSpPr>
          <p:cNvPr id="900" name="Shape 898"/>
          <p:cNvSpPr/>
          <p:nvPr/>
        </p:nvSpPr>
        <p:spPr>
          <a:xfrm>
            <a:off x="2835859" y="3064477"/>
            <a:ext cx="127406" cy="0"/>
          </a:xfrm>
          <a:prstGeom prst="line">
            <a:avLst/>
          </a:prstGeom>
          <a:noFill/>
          <a:ln w="15875">
            <a:solidFill>
              <a:srgbClr val="5C4DB7">
                <a:alpha val="76000"/>
              </a:srgbClr>
            </a:solidFill>
            <a:prstDash val="dot"/>
            <a:headEnd type="none"/>
            <a:tailEnd type="none"/>
          </a:ln>
        </p:spPr>
      </p:sp>
      <p:sp>
        <p:nvSpPr>
          <p:cNvPr id="901" name="Shape 899"/>
          <p:cNvSpPr/>
          <p:nvPr/>
        </p:nvSpPr>
        <p:spPr>
          <a:xfrm>
            <a:off x="2960522" y="3061734"/>
            <a:ext cx="0" cy="75617"/>
          </a:xfrm>
          <a:prstGeom prst="line">
            <a:avLst/>
          </a:prstGeom>
          <a:noFill/>
          <a:ln w="15875">
            <a:solidFill>
              <a:srgbClr val="5C4DB7">
                <a:alpha val="76000"/>
              </a:srgbClr>
            </a:solidFill>
            <a:prstDash val="dot"/>
            <a:headEnd type="none"/>
            <a:tailEnd type="none"/>
          </a:ln>
        </p:spPr>
      </p:sp>
      <p:sp>
        <p:nvSpPr>
          <p:cNvPr id="902" name="Shape 900"/>
          <p:cNvSpPr/>
          <p:nvPr/>
        </p:nvSpPr>
        <p:spPr>
          <a:xfrm>
            <a:off x="2960522" y="3134608"/>
            <a:ext cx="127407" cy="0"/>
          </a:xfrm>
          <a:prstGeom prst="line">
            <a:avLst/>
          </a:prstGeom>
          <a:noFill/>
          <a:ln w="15875">
            <a:solidFill>
              <a:srgbClr val="5C4DB7">
                <a:alpha val="76000"/>
              </a:srgbClr>
            </a:solidFill>
            <a:prstDash val="dot"/>
            <a:headEnd type="none"/>
            <a:tailEnd type="none"/>
          </a:ln>
        </p:spPr>
      </p:sp>
      <p:sp>
        <p:nvSpPr>
          <p:cNvPr id="903" name="Shape 901"/>
          <p:cNvSpPr/>
          <p:nvPr/>
        </p:nvSpPr>
        <p:spPr>
          <a:xfrm>
            <a:off x="3085186" y="3131865"/>
            <a:ext cx="0" cy="74207"/>
          </a:xfrm>
          <a:prstGeom prst="line">
            <a:avLst/>
          </a:prstGeom>
          <a:noFill/>
          <a:ln w="15875">
            <a:solidFill>
              <a:srgbClr val="5C4DB7">
                <a:alpha val="76000"/>
              </a:srgbClr>
            </a:solidFill>
            <a:prstDash val="dot"/>
            <a:headEnd type="none"/>
            <a:tailEnd type="none"/>
          </a:ln>
        </p:spPr>
      </p:sp>
      <p:sp>
        <p:nvSpPr>
          <p:cNvPr id="904" name="Shape 902"/>
          <p:cNvSpPr/>
          <p:nvPr/>
        </p:nvSpPr>
        <p:spPr>
          <a:xfrm>
            <a:off x="3085186" y="3203328"/>
            <a:ext cx="127407" cy="0"/>
          </a:xfrm>
          <a:prstGeom prst="line">
            <a:avLst/>
          </a:prstGeom>
          <a:noFill/>
          <a:ln w="15875">
            <a:solidFill>
              <a:srgbClr val="5C4DB7">
                <a:alpha val="76000"/>
              </a:srgbClr>
            </a:solidFill>
            <a:prstDash val="dot"/>
            <a:headEnd type="none"/>
            <a:tailEnd type="none"/>
          </a:ln>
        </p:spPr>
      </p:sp>
      <p:sp>
        <p:nvSpPr>
          <p:cNvPr id="905" name="Shape 903"/>
          <p:cNvSpPr/>
          <p:nvPr/>
        </p:nvSpPr>
        <p:spPr>
          <a:xfrm>
            <a:off x="3209849" y="3200585"/>
            <a:ext cx="0" cy="72786"/>
          </a:xfrm>
          <a:prstGeom prst="line">
            <a:avLst/>
          </a:prstGeom>
          <a:noFill/>
          <a:ln w="15875">
            <a:solidFill>
              <a:srgbClr val="5C4DB7">
                <a:alpha val="76000"/>
              </a:srgbClr>
            </a:solidFill>
            <a:prstDash val="dot"/>
            <a:headEnd type="none"/>
            <a:tailEnd type="none"/>
          </a:ln>
        </p:spPr>
      </p:sp>
      <p:sp>
        <p:nvSpPr>
          <p:cNvPr id="906" name="Shape 904"/>
          <p:cNvSpPr/>
          <p:nvPr/>
        </p:nvSpPr>
        <p:spPr>
          <a:xfrm>
            <a:off x="3209849" y="3270628"/>
            <a:ext cx="127406" cy="0"/>
          </a:xfrm>
          <a:prstGeom prst="line">
            <a:avLst/>
          </a:prstGeom>
          <a:noFill/>
          <a:ln w="15875">
            <a:solidFill>
              <a:srgbClr val="5C4DB7">
                <a:alpha val="76000"/>
              </a:srgbClr>
            </a:solidFill>
            <a:prstDash val="dot"/>
            <a:headEnd type="none"/>
            <a:tailEnd type="none"/>
          </a:ln>
        </p:spPr>
      </p:sp>
      <p:sp>
        <p:nvSpPr>
          <p:cNvPr id="907" name="Shape 905"/>
          <p:cNvSpPr/>
          <p:nvPr/>
        </p:nvSpPr>
        <p:spPr>
          <a:xfrm>
            <a:off x="3334512" y="3267885"/>
            <a:ext cx="0" cy="71619"/>
          </a:xfrm>
          <a:prstGeom prst="line">
            <a:avLst/>
          </a:prstGeom>
          <a:noFill/>
          <a:ln w="15875">
            <a:solidFill>
              <a:srgbClr val="5C4DB7">
                <a:alpha val="76000"/>
              </a:srgbClr>
            </a:solidFill>
            <a:prstDash val="dot"/>
            <a:headEnd type="none"/>
            <a:tailEnd type="none"/>
          </a:ln>
        </p:spPr>
      </p:sp>
      <p:sp>
        <p:nvSpPr>
          <p:cNvPr id="908" name="Shape 906"/>
          <p:cNvSpPr/>
          <p:nvPr/>
        </p:nvSpPr>
        <p:spPr>
          <a:xfrm>
            <a:off x="3334512" y="3336760"/>
            <a:ext cx="127407" cy="0"/>
          </a:xfrm>
          <a:prstGeom prst="line">
            <a:avLst/>
          </a:prstGeom>
          <a:noFill/>
          <a:ln w="15875">
            <a:solidFill>
              <a:srgbClr val="5C4DB7">
                <a:alpha val="76000"/>
              </a:srgbClr>
            </a:solidFill>
            <a:prstDash val="dot"/>
            <a:headEnd type="none"/>
            <a:tailEnd type="none"/>
          </a:ln>
        </p:spPr>
      </p:sp>
      <p:sp>
        <p:nvSpPr>
          <p:cNvPr id="909" name="Shape 907"/>
          <p:cNvSpPr/>
          <p:nvPr/>
        </p:nvSpPr>
        <p:spPr>
          <a:xfrm>
            <a:off x="3459175" y="3334017"/>
            <a:ext cx="0" cy="70328"/>
          </a:xfrm>
          <a:prstGeom prst="line">
            <a:avLst/>
          </a:prstGeom>
          <a:noFill/>
          <a:ln w="15875">
            <a:solidFill>
              <a:srgbClr val="5C4DB7">
                <a:alpha val="76000"/>
              </a:srgbClr>
            </a:solidFill>
            <a:prstDash val="dot"/>
            <a:headEnd type="none"/>
            <a:tailEnd type="none"/>
          </a:ln>
        </p:spPr>
      </p:sp>
      <p:sp>
        <p:nvSpPr>
          <p:cNvPr id="910" name="Shape 908"/>
          <p:cNvSpPr/>
          <p:nvPr/>
        </p:nvSpPr>
        <p:spPr>
          <a:xfrm>
            <a:off x="3459175" y="3401601"/>
            <a:ext cx="127407" cy="0"/>
          </a:xfrm>
          <a:prstGeom prst="line">
            <a:avLst/>
          </a:prstGeom>
          <a:noFill/>
          <a:ln w="15875">
            <a:solidFill>
              <a:srgbClr val="5C4DB7">
                <a:alpha val="76000"/>
              </a:srgbClr>
            </a:solidFill>
            <a:prstDash val="dot"/>
            <a:headEnd type="none"/>
            <a:tailEnd type="none"/>
          </a:ln>
        </p:spPr>
      </p:sp>
      <p:sp>
        <p:nvSpPr>
          <p:cNvPr id="911" name="Shape 909"/>
          <p:cNvSpPr/>
          <p:nvPr/>
        </p:nvSpPr>
        <p:spPr>
          <a:xfrm>
            <a:off x="3583839" y="3398858"/>
            <a:ext cx="0" cy="69053"/>
          </a:xfrm>
          <a:prstGeom prst="line">
            <a:avLst/>
          </a:prstGeom>
          <a:noFill/>
          <a:ln w="15875">
            <a:solidFill>
              <a:srgbClr val="5C4DB7">
                <a:alpha val="76000"/>
              </a:srgbClr>
            </a:solidFill>
            <a:prstDash val="dot"/>
            <a:headEnd type="none"/>
            <a:tailEnd type="none"/>
          </a:ln>
        </p:spPr>
      </p:sp>
      <p:sp>
        <p:nvSpPr>
          <p:cNvPr id="912" name="Shape 910"/>
          <p:cNvSpPr/>
          <p:nvPr/>
        </p:nvSpPr>
        <p:spPr>
          <a:xfrm>
            <a:off x="3583839" y="3465168"/>
            <a:ext cx="127406" cy="0"/>
          </a:xfrm>
          <a:prstGeom prst="line">
            <a:avLst/>
          </a:prstGeom>
          <a:noFill/>
          <a:ln w="15875">
            <a:solidFill>
              <a:srgbClr val="5C4DB7">
                <a:alpha val="76000"/>
              </a:srgbClr>
            </a:solidFill>
            <a:prstDash val="dot"/>
            <a:headEnd type="none"/>
            <a:tailEnd type="none"/>
          </a:ln>
        </p:spPr>
      </p:sp>
      <p:sp>
        <p:nvSpPr>
          <p:cNvPr id="913" name="Shape 911"/>
          <p:cNvSpPr/>
          <p:nvPr/>
        </p:nvSpPr>
        <p:spPr>
          <a:xfrm>
            <a:off x="3708501" y="3462424"/>
            <a:ext cx="0" cy="67839"/>
          </a:xfrm>
          <a:prstGeom prst="line">
            <a:avLst/>
          </a:prstGeom>
          <a:noFill/>
          <a:ln w="15875">
            <a:solidFill>
              <a:srgbClr val="5C4DB7">
                <a:alpha val="76000"/>
              </a:srgbClr>
            </a:solidFill>
            <a:prstDash val="dot"/>
            <a:headEnd type="none"/>
            <a:tailEnd type="none"/>
          </a:ln>
        </p:spPr>
      </p:sp>
      <p:sp>
        <p:nvSpPr>
          <p:cNvPr id="914" name="Shape 912"/>
          <p:cNvSpPr/>
          <p:nvPr/>
        </p:nvSpPr>
        <p:spPr>
          <a:xfrm>
            <a:off x="3708501" y="3527520"/>
            <a:ext cx="127407" cy="0"/>
          </a:xfrm>
          <a:prstGeom prst="line">
            <a:avLst/>
          </a:prstGeom>
          <a:noFill/>
          <a:ln w="15875">
            <a:solidFill>
              <a:srgbClr val="5C4DB7">
                <a:alpha val="76000"/>
              </a:srgbClr>
            </a:solidFill>
            <a:prstDash val="dot"/>
            <a:headEnd type="none"/>
            <a:tailEnd type="none"/>
          </a:ln>
        </p:spPr>
      </p:sp>
      <p:sp>
        <p:nvSpPr>
          <p:cNvPr id="915" name="Shape 913"/>
          <p:cNvSpPr/>
          <p:nvPr/>
        </p:nvSpPr>
        <p:spPr>
          <a:xfrm>
            <a:off x="3833165" y="3524777"/>
            <a:ext cx="0" cy="66477"/>
          </a:xfrm>
          <a:prstGeom prst="line">
            <a:avLst/>
          </a:prstGeom>
          <a:noFill/>
          <a:ln w="15875">
            <a:solidFill>
              <a:srgbClr val="5C4DB7">
                <a:alpha val="76000"/>
              </a:srgbClr>
            </a:solidFill>
            <a:prstDash val="dot"/>
            <a:headEnd type="none"/>
            <a:tailEnd type="none"/>
          </a:ln>
        </p:spPr>
      </p:sp>
      <p:sp>
        <p:nvSpPr>
          <p:cNvPr id="916" name="Shape 914"/>
          <p:cNvSpPr/>
          <p:nvPr/>
        </p:nvSpPr>
        <p:spPr>
          <a:xfrm>
            <a:off x="3833165" y="3588511"/>
            <a:ext cx="127407" cy="0"/>
          </a:xfrm>
          <a:prstGeom prst="line">
            <a:avLst/>
          </a:prstGeom>
          <a:noFill/>
          <a:ln w="15875">
            <a:solidFill>
              <a:srgbClr val="5C4DB7">
                <a:alpha val="76000"/>
              </a:srgbClr>
            </a:solidFill>
            <a:prstDash val="dot"/>
            <a:headEnd type="none"/>
            <a:tailEnd type="none"/>
          </a:ln>
        </p:spPr>
      </p:sp>
      <p:sp>
        <p:nvSpPr>
          <p:cNvPr id="917" name="Shape 915"/>
          <p:cNvSpPr/>
          <p:nvPr/>
        </p:nvSpPr>
        <p:spPr>
          <a:xfrm>
            <a:off x="3957828" y="3585768"/>
            <a:ext cx="0" cy="37405"/>
          </a:xfrm>
          <a:prstGeom prst="line">
            <a:avLst/>
          </a:prstGeom>
          <a:noFill/>
          <a:ln w="15875">
            <a:solidFill>
              <a:srgbClr val="5C4DB7">
                <a:alpha val="76000"/>
              </a:srgbClr>
            </a:solidFill>
            <a:prstDash val="dot"/>
            <a:headEnd type="none"/>
            <a:tailEnd type="none"/>
          </a:ln>
        </p:spPr>
      </p:sp>
      <p:sp>
        <p:nvSpPr>
          <p:cNvPr id="918" name="Shape 916"/>
          <p:cNvSpPr/>
          <p:nvPr/>
        </p:nvSpPr>
        <p:spPr>
          <a:xfrm>
            <a:off x="3957828" y="3620429"/>
            <a:ext cx="127406" cy="0"/>
          </a:xfrm>
          <a:prstGeom prst="line">
            <a:avLst/>
          </a:prstGeom>
          <a:noFill/>
          <a:ln w="15875">
            <a:solidFill>
              <a:srgbClr val="5C4DB7">
                <a:alpha val="76000"/>
              </a:srgbClr>
            </a:solidFill>
            <a:prstDash val="dot"/>
            <a:headEnd type="none"/>
            <a:tailEnd type="none"/>
          </a:ln>
        </p:spPr>
      </p:sp>
      <p:sp>
        <p:nvSpPr>
          <p:cNvPr id="919" name="Shape 917"/>
          <p:cNvSpPr/>
          <p:nvPr/>
        </p:nvSpPr>
        <p:spPr>
          <a:xfrm>
            <a:off x="4082491" y="3617686"/>
            <a:ext cx="0" cy="63980"/>
          </a:xfrm>
          <a:prstGeom prst="line">
            <a:avLst/>
          </a:prstGeom>
          <a:noFill/>
          <a:ln w="15875">
            <a:solidFill>
              <a:srgbClr val="5C4DB7">
                <a:alpha val="76000"/>
              </a:srgbClr>
            </a:solidFill>
            <a:prstDash val="dot"/>
            <a:headEnd type="none"/>
            <a:tailEnd type="none"/>
          </a:ln>
        </p:spPr>
      </p:sp>
      <p:sp>
        <p:nvSpPr>
          <p:cNvPr id="920" name="Shape 918"/>
          <p:cNvSpPr/>
          <p:nvPr/>
        </p:nvSpPr>
        <p:spPr>
          <a:xfrm>
            <a:off x="4082491" y="3678923"/>
            <a:ext cx="127407" cy="0"/>
          </a:xfrm>
          <a:prstGeom prst="line">
            <a:avLst/>
          </a:prstGeom>
          <a:noFill/>
          <a:ln w="15875">
            <a:solidFill>
              <a:srgbClr val="5C4DB7">
                <a:alpha val="76000"/>
              </a:srgbClr>
            </a:solidFill>
            <a:prstDash val="dot"/>
            <a:headEnd type="none"/>
            <a:tailEnd type="none"/>
          </a:ln>
        </p:spPr>
      </p:sp>
      <p:sp>
        <p:nvSpPr>
          <p:cNvPr id="921" name="Shape 919"/>
          <p:cNvSpPr/>
          <p:nvPr/>
        </p:nvSpPr>
        <p:spPr>
          <a:xfrm>
            <a:off x="4207154" y="3676180"/>
            <a:ext cx="0" cy="62825"/>
          </a:xfrm>
          <a:prstGeom prst="line">
            <a:avLst/>
          </a:prstGeom>
          <a:noFill/>
          <a:ln w="15875">
            <a:solidFill>
              <a:srgbClr val="5C4DB7">
                <a:alpha val="76000"/>
              </a:srgbClr>
            </a:solidFill>
            <a:prstDash val="dot"/>
            <a:headEnd type="none"/>
            <a:tailEnd type="none"/>
          </a:ln>
        </p:spPr>
      </p:sp>
      <p:sp>
        <p:nvSpPr>
          <p:cNvPr id="922" name="Shape 920"/>
          <p:cNvSpPr/>
          <p:nvPr/>
        </p:nvSpPr>
        <p:spPr>
          <a:xfrm>
            <a:off x="4207154" y="3736262"/>
            <a:ext cx="127407" cy="0"/>
          </a:xfrm>
          <a:prstGeom prst="line">
            <a:avLst/>
          </a:prstGeom>
          <a:noFill/>
          <a:ln w="15875">
            <a:solidFill>
              <a:srgbClr val="5C4DB7">
                <a:alpha val="76000"/>
              </a:srgbClr>
            </a:solidFill>
            <a:prstDash val="dot"/>
            <a:headEnd type="none"/>
            <a:tailEnd type="none"/>
          </a:ln>
        </p:spPr>
      </p:sp>
      <p:sp>
        <p:nvSpPr>
          <p:cNvPr id="923" name="Shape 921"/>
          <p:cNvSpPr/>
          <p:nvPr/>
        </p:nvSpPr>
        <p:spPr>
          <a:xfrm>
            <a:off x="4331818" y="3733519"/>
            <a:ext cx="0" cy="61803"/>
          </a:xfrm>
          <a:prstGeom prst="line">
            <a:avLst/>
          </a:prstGeom>
          <a:noFill/>
          <a:ln w="15875">
            <a:solidFill>
              <a:srgbClr val="5C4DB7">
                <a:alpha val="76000"/>
              </a:srgbClr>
            </a:solidFill>
            <a:prstDash val="dot"/>
            <a:headEnd type="none"/>
            <a:tailEnd type="none"/>
          </a:ln>
        </p:spPr>
      </p:sp>
      <p:sp>
        <p:nvSpPr>
          <p:cNvPr id="924" name="Shape 922"/>
          <p:cNvSpPr/>
          <p:nvPr/>
        </p:nvSpPr>
        <p:spPr>
          <a:xfrm>
            <a:off x="4331818" y="3792578"/>
            <a:ext cx="127406" cy="0"/>
          </a:xfrm>
          <a:prstGeom prst="line">
            <a:avLst/>
          </a:prstGeom>
          <a:noFill/>
          <a:ln w="15875">
            <a:solidFill>
              <a:srgbClr val="5C4DB7">
                <a:alpha val="76000"/>
              </a:srgbClr>
            </a:solidFill>
            <a:prstDash val="dot"/>
            <a:headEnd type="none"/>
            <a:tailEnd type="none"/>
          </a:ln>
        </p:spPr>
      </p:sp>
      <p:sp>
        <p:nvSpPr>
          <p:cNvPr id="925" name="Shape 923"/>
          <p:cNvSpPr/>
          <p:nvPr/>
        </p:nvSpPr>
        <p:spPr>
          <a:xfrm>
            <a:off x="4456481" y="3789835"/>
            <a:ext cx="0" cy="60643"/>
          </a:xfrm>
          <a:prstGeom prst="line">
            <a:avLst/>
          </a:prstGeom>
          <a:noFill/>
          <a:ln w="15875">
            <a:solidFill>
              <a:srgbClr val="5C4DB7">
                <a:alpha val="76000"/>
              </a:srgbClr>
            </a:solidFill>
            <a:prstDash val="dot"/>
            <a:headEnd type="none"/>
            <a:tailEnd type="none"/>
          </a:ln>
        </p:spPr>
      </p:sp>
      <p:sp>
        <p:nvSpPr>
          <p:cNvPr id="926" name="Shape 924"/>
          <p:cNvSpPr/>
          <p:nvPr/>
        </p:nvSpPr>
        <p:spPr>
          <a:xfrm>
            <a:off x="4456481" y="3847735"/>
            <a:ext cx="127407" cy="0"/>
          </a:xfrm>
          <a:prstGeom prst="line">
            <a:avLst/>
          </a:prstGeom>
          <a:noFill/>
          <a:ln w="15875">
            <a:solidFill>
              <a:srgbClr val="5C4DB7">
                <a:alpha val="76000"/>
              </a:srgbClr>
            </a:solidFill>
            <a:prstDash val="dot"/>
            <a:headEnd type="none"/>
            <a:tailEnd type="none"/>
          </a:ln>
        </p:spPr>
      </p:sp>
      <p:sp>
        <p:nvSpPr>
          <p:cNvPr id="927" name="Shape 925"/>
          <p:cNvSpPr/>
          <p:nvPr/>
        </p:nvSpPr>
        <p:spPr>
          <a:xfrm>
            <a:off x="4581144" y="3844992"/>
            <a:ext cx="0" cy="59433"/>
          </a:xfrm>
          <a:prstGeom prst="line">
            <a:avLst/>
          </a:prstGeom>
          <a:noFill/>
          <a:ln w="15875">
            <a:solidFill>
              <a:srgbClr val="5C4DB7">
                <a:alpha val="76000"/>
              </a:srgbClr>
            </a:solidFill>
            <a:prstDash val="dot"/>
            <a:headEnd type="none"/>
            <a:tailEnd type="none"/>
          </a:ln>
        </p:spPr>
      </p:sp>
      <p:sp>
        <p:nvSpPr>
          <p:cNvPr id="928" name="Shape 926"/>
          <p:cNvSpPr/>
          <p:nvPr/>
        </p:nvSpPr>
        <p:spPr>
          <a:xfrm>
            <a:off x="4581144" y="3901682"/>
            <a:ext cx="127407" cy="0"/>
          </a:xfrm>
          <a:prstGeom prst="line">
            <a:avLst/>
          </a:prstGeom>
          <a:noFill/>
          <a:ln w="15875">
            <a:solidFill>
              <a:srgbClr val="5C4DB7">
                <a:alpha val="76000"/>
              </a:srgbClr>
            </a:solidFill>
            <a:prstDash val="dot"/>
            <a:headEnd type="none"/>
            <a:tailEnd type="none"/>
          </a:ln>
        </p:spPr>
      </p:sp>
      <p:sp>
        <p:nvSpPr>
          <p:cNvPr id="929" name="Shape 927"/>
          <p:cNvSpPr/>
          <p:nvPr/>
        </p:nvSpPr>
        <p:spPr>
          <a:xfrm>
            <a:off x="4705807" y="3898938"/>
            <a:ext cx="0" cy="58055"/>
          </a:xfrm>
          <a:prstGeom prst="line">
            <a:avLst/>
          </a:prstGeom>
          <a:noFill/>
          <a:ln w="15875">
            <a:solidFill>
              <a:srgbClr val="5C4DB7">
                <a:alpha val="76000"/>
              </a:srgbClr>
            </a:solidFill>
            <a:prstDash val="dot"/>
            <a:headEnd type="none"/>
            <a:tailEnd type="none"/>
          </a:ln>
        </p:spPr>
      </p:sp>
      <p:sp>
        <p:nvSpPr>
          <p:cNvPr id="930" name="Shape 928"/>
          <p:cNvSpPr/>
          <p:nvPr/>
        </p:nvSpPr>
        <p:spPr>
          <a:xfrm>
            <a:off x="4705807" y="3954250"/>
            <a:ext cx="127406" cy="0"/>
          </a:xfrm>
          <a:prstGeom prst="line">
            <a:avLst/>
          </a:prstGeom>
          <a:noFill/>
          <a:ln w="15875">
            <a:solidFill>
              <a:srgbClr val="5C4DB7">
                <a:alpha val="76000"/>
              </a:srgbClr>
            </a:solidFill>
            <a:prstDash val="dot"/>
            <a:headEnd type="none"/>
            <a:tailEnd type="none"/>
          </a:ln>
        </p:spPr>
      </p:sp>
      <p:sp>
        <p:nvSpPr>
          <p:cNvPr id="931" name="Shape 929"/>
          <p:cNvSpPr/>
          <p:nvPr/>
        </p:nvSpPr>
        <p:spPr>
          <a:xfrm>
            <a:off x="4830470" y="3951507"/>
            <a:ext cx="0" cy="56564"/>
          </a:xfrm>
          <a:prstGeom prst="line">
            <a:avLst/>
          </a:prstGeom>
          <a:noFill/>
          <a:ln w="15875">
            <a:solidFill>
              <a:srgbClr val="5C4DB7">
                <a:alpha val="76000"/>
              </a:srgbClr>
            </a:solidFill>
            <a:prstDash val="dot"/>
            <a:headEnd type="none"/>
            <a:tailEnd type="none"/>
          </a:ln>
        </p:spPr>
      </p:sp>
      <p:sp>
        <p:nvSpPr>
          <p:cNvPr id="932" name="Shape 930"/>
          <p:cNvSpPr/>
          <p:nvPr/>
        </p:nvSpPr>
        <p:spPr>
          <a:xfrm>
            <a:off x="4830470" y="4005328"/>
            <a:ext cx="127407" cy="0"/>
          </a:xfrm>
          <a:prstGeom prst="line">
            <a:avLst/>
          </a:prstGeom>
          <a:noFill/>
          <a:ln w="15875">
            <a:solidFill>
              <a:srgbClr val="5C4DB7">
                <a:alpha val="76000"/>
              </a:srgbClr>
            </a:solidFill>
            <a:prstDash val="dot"/>
            <a:headEnd type="none"/>
            <a:tailEnd type="none"/>
          </a:ln>
        </p:spPr>
      </p:sp>
      <p:sp>
        <p:nvSpPr>
          <p:cNvPr id="933" name="Shape 931"/>
          <p:cNvSpPr/>
          <p:nvPr/>
        </p:nvSpPr>
        <p:spPr>
          <a:xfrm>
            <a:off x="4955134" y="4002584"/>
            <a:ext cx="0" cy="55383"/>
          </a:xfrm>
          <a:prstGeom prst="line">
            <a:avLst/>
          </a:prstGeom>
          <a:noFill/>
          <a:ln w="15875">
            <a:solidFill>
              <a:srgbClr val="5C4DB7">
                <a:alpha val="76000"/>
              </a:srgbClr>
            </a:solidFill>
            <a:prstDash val="dot"/>
            <a:headEnd type="none"/>
            <a:tailEnd type="none"/>
          </a:ln>
        </p:spPr>
      </p:sp>
      <p:sp>
        <p:nvSpPr>
          <p:cNvPr id="934" name="Shape 932"/>
          <p:cNvSpPr/>
          <p:nvPr/>
        </p:nvSpPr>
        <p:spPr>
          <a:xfrm>
            <a:off x="4955134" y="4055224"/>
            <a:ext cx="127407" cy="0"/>
          </a:xfrm>
          <a:prstGeom prst="line">
            <a:avLst/>
          </a:prstGeom>
          <a:noFill/>
          <a:ln w="15875">
            <a:solidFill>
              <a:srgbClr val="5C4DB7">
                <a:alpha val="76000"/>
              </a:srgbClr>
            </a:solidFill>
            <a:prstDash val="dot"/>
            <a:headEnd type="none"/>
            <a:tailEnd type="none"/>
          </a:ln>
        </p:spPr>
      </p:sp>
      <p:sp>
        <p:nvSpPr>
          <p:cNvPr id="935" name="Shape 933"/>
          <p:cNvSpPr/>
          <p:nvPr/>
        </p:nvSpPr>
        <p:spPr>
          <a:xfrm>
            <a:off x="5079797" y="4052481"/>
            <a:ext cx="0" cy="54454"/>
          </a:xfrm>
          <a:prstGeom prst="line">
            <a:avLst/>
          </a:prstGeom>
          <a:noFill/>
          <a:ln w="15875">
            <a:solidFill>
              <a:srgbClr val="5C4DB7">
                <a:alpha val="76000"/>
              </a:srgbClr>
            </a:solidFill>
            <a:prstDash val="dot"/>
            <a:headEnd type="none"/>
            <a:tailEnd type="none"/>
          </a:ln>
        </p:spPr>
      </p:sp>
      <p:sp>
        <p:nvSpPr>
          <p:cNvPr id="936" name="Shape 934"/>
          <p:cNvSpPr/>
          <p:nvPr/>
        </p:nvSpPr>
        <p:spPr>
          <a:xfrm>
            <a:off x="5079797" y="4104192"/>
            <a:ext cx="127406" cy="0"/>
          </a:xfrm>
          <a:prstGeom prst="line">
            <a:avLst/>
          </a:prstGeom>
          <a:noFill/>
          <a:ln w="15875">
            <a:solidFill>
              <a:srgbClr val="5C4DB7">
                <a:alpha val="76000"/>
              </a:srgbClr>
            </a:solidFill>
            <a:prstDash val="dot"/>
            <a:headEnd type="none"/>
            <a:tailEnd type="none"/>
          </a:ln>
        </p:spPr>
      </p:sp>
      <p:sp>
        <p:nvSpPr>
          <p:cNvPr id="937" name="Shape 935"/>
          <p:cNvSpPr/>
          <p:nvPr/>
        </p:nvSpPr>
        <p:spPr>
          <a:xfrm>
            <a:off x="5204460" y="4101449"/>
            <a:ext cx="0" cy="53530"/>
          </a:xfrm>
          <a:prstGeom prst="line">
            <a:avLst/>
          </a:prstGeom>
          <a:noFill/>
          <a:ln w="15875">
            <a:solidFill>
              <a:srgbClr val="5C4DB7">
                <a:alpha val="76000"/>
              </a:srgbClr>
            </a:solidFill>
            <a:prstDash val="dot"/>
            <a:headEnd type="none"/>
            <a:tailEnd type="none"/>
          </a:ln>
        </p:spPr>
      </p:sp>
      <p:sp>
        <p:nvSpPr>
          <p:cNvPr id="938" name="Shape 936"/>
          <p:cNvSpPr/>
          <p:nvPr/>
        </p:nvSpPr>
        <p:spPr>
          <a:xfrm>
            <a:off x="5204460" y="4152235"/>
            <a:ext cx="127407" cy="0"/>
          </a:xfrm>
          <a:prstGeom prst="line">
            <a:avLst/>
          </a:prstGeom>
          <a:noFill/>
          <a:ln w="15875">
            <a:solidFill>
              <a:srgbClr val="5C4DB7">
                <a:alpha val="76000"/>
              </a:srgbClr>
            </a:solidFill>
            <a:prstDash val="dot"/>
            <a:headEnd type="none"/>
            <a:tailEnd type="none"/>
          </a:ln>
        </p:spPr>
      </p:sp>
      <p:sp>
        <p:nvSpPr>
          <p:cNvPr id="939" name="Shape 937"/>
          <p:cNvSpPr/>
          <p:nvPr/>
        </p:nvSpPr>
        <p:spPr>
          <a:xfrm>
            <a:off x="5329123" y="4149492"/>
            <a:ext cx="0" cy="52674"/>
          </a:xfrm>
          <a:prstGeom prst="line">
            <a:avLst/>
          </a:prstGeom>
          <a:noFill/>
          <a:ln w="15875">
            <a:solidFill>
              <a:srgbClr val="5C4DB7">
                <a:alpha val="76000"/>
              </a:srgbClr>
            </a:solidFill>
            <a:prstDash val="dot"/>
            <a:headEnd type="none"/>
            <a:tailEnd type="none"/>
          </a:ln>
        </p:spPr>
      </p:sp>
      <p:sp>
        <p:nvSpPr>
          <p:cNvPr id="940" name="Shape 938"/>
          <p:cNvSpPr/>
          <p:nvPr/>
        </p:nvSpPr>
        <p:spPr>
          <a:xfrm>
            <a:off x="5329123" y="4199422"/>
            <a:ext cx="127407" cy="0"/>
          </a:xfrm>
          <a:prstGeom prst="line">
            <a:avLst/>
          </a:prstGeom>
          <a:noFill/>
          <a:ln w="15875">
            <a:solidFill>
              <a:srgbClr val="5C4DB7">
                <a:alpha val="76000"/>
              </a:srgbClr>
            </a:solidFill>
            <a:prstDash val="dot"/>
            <a:headEnd type="none"/>
            <a:tailEnd type="none"/>
          </a:ln>
        </p:spPr>
      </p:sp>
      <p:sp>
        <p:nvSpPr>
          <p:cNvPr id="941" name="Shape 939"/>
          <p:cNvSpPr/>
          <p:nvPr/>
        </p:nvSpPr>
        <p:spPr>
          <a:xfrm>
            <a:off x="5453787" y="4196679"/>
            <a:ext cx="0" cy="50514"/>
          </a:xfrm>
          <a:prstGeom prst="line">
            <a:avLst/>
          </a:prstGeom>
          <a:noFill/>
          <a:ln w="15875">
            <a:solidFill>
              <a:srgbClr val="5C4DB7">
                <a:alpha val="76000"/>
              </a:srgbClr>
            </a:solidFill>
            <a:prstDash val="dot"/>
            <a:headEnd type="none"/>
            <a:tailEnd type="none"/>
          </a:ln>
        </p:spPr>
      </p:sp>
      <p:sp>
        <p:nvSpPr>
          <p:cNvPr id="942" name="Shape 940"/>
          <p:cNvSpPr/>
          <p:nvPr/>
        </p:nvSpPr>
        <p:spPr>
          <a:xfrm>
            <a:off x="5453787" y="4244450"/>
            <a:ext cx="127406" cy="0"/>
          </a:xfrm>
          <a:prstGeom prst="line">
            <a:avLst/>
          </a:prstGeom>
          <a:noFill/>
          <a:ln w="15875">
            <a:solidFill>
              <a:srgbClr val="5C4DB7">
                <a:alpha val="76000"/>
              </a:srgbClr>
            </a:solidFill>
            <a:prstDash val="dot"/>
            <a:headEnd type="none"/>
            <a:tailEnd type="none"/>
          </a:ln>
        </p:spPr>
      </p:sp>
      <p:sp>
        <p:nvSpPr>
          <p:cNvPr id="943" name="Shape 941"/>
          <p:cNvSpPr/>
          <p:nvPr/>
        </p:nvSpPr>
        <p:spPr>
          <a:xfrm>
            <a:off x="5578449" y="4241707"/>
            <a:ext cx="0" cy="51286"/>
          </a:xfrm>
          <a:prstGeom prst="line">
            <a:avLst/>
          </a:prstGeom>
          <a:noFill/>
          <a:ln w="15875">
            <a:solidFill>
              <a:srgbClr val="5C4DB7">
                <a:alpha val="76000"/>
              </a:srgbClr>
            </a:solidFill>
            <a:prstDash val="dot"/>
            <a:headEnd type="none"/>
            <a:tailEnd type="none"/>
          </a:ln>
        </p:spPr>
      </p:sp>
      <p:sp>
        <p:nvSpPr>
          <p:cNvPr id="944" name="Shape 942"/>
          <p:cNvSpPr/>
          <p:nvPr/>
        </p:nvSpPr>
        <p:spPr>
          <a:xfrm>
            <a:off x="5578449" y="4290249"/>
            <a:ext cx="127407" cy="0"/>
          </a:xfrm>
          <a:prstGeom prst="line">
            <a:avLst/>
          </a:prstGeom>
          <a:noFill/>
          <a:ln w="15875">
            <a:solidFill>
              <a:srgbClr val="5C4DB7">
                <a:alpha val="76000"/>
              </a:srgbClr>
            </a:solidFill>
            <a:prstDash val="dot"/>
            <a:headEnd type="none"/>
            <a:tailEnd type="none"/>
          </a:ln>
        </p:spPr>
      </p:sp>
      <p:sp>
        <p:nvSpPr>
          <p:cNvPr id="945" name="Shape 943"/>
          <p:cNvSpPr/>
          <p:nvPr/>
        </p:nvSpPr>
        <p:spPr>
          <a:xfrm>
            <a:off x="5703113" y="4287506"/>
            <a:ext cx="0" cy="50406"/>
          </a:xfrm>
          <a:prstGeom prst="line">
            <a:avLst/>
          </a:prstGeom>
          <a:noFill/>
          <a:ln w="15875">
            <a:solidFill>
              <a:srgbClr val="5C4DB7">
                <a:alpha val="76000"/>
              </a:srgbClr>
            </a:solidFill>
            <a:prstDash val="dot"/>
            <a:headEnd type="none"/>
            <a:tailEnd type="none"/>
          </a:ln>
        </p:spPr>
      </p:sp>
      <p:sp>
        <p:nvSpPr>
          <p:cNvPr id="946" name="Shape 944"/>
          <p:cNvSpPr/>
          <p:nvPr/>
        </p:nvSpPr>
        <p:spPr>
          <a:xfrm>
            <a:off x="5703113" y="4335169"/>
            <a:ext cx="127407" cy="0"/>
          </a:xfrm>
          <a:prstGeom prst="line">
            <a:avLst/>
          </a:prstGeom>
          <a:noFill/>
          <a:ln w="15875">
            <a:solidFill>
              <a:srgbClr val="5C4DB7">
                <a:alpha val="76000"/>
              </a:srgbClr>
            </a:solidFill>
            <a:prstDash val="dot"/>
            <a:headEnd type="none"/>
            <a:tailEnd type="none"/>
          </a:ln>
        </p:spPr>
      </p:sp>
      <p:sp>
        <p:nvSpPr>
          <p:cNvPr id="947" name="Shape 945"/>
          <p:cNvSpPr/>
          <p:nvPr/>
        </p:nvSpPr>
        <p:spPr>
          <a:xfrm>
            <a:off x="5827776" y="4332426"/>
            <a:ext cx="0" cy="49249"/>
          </a:xfrm>
          <a:prstGeom prst="line">
            <a:avLst/>
          </a:prstGeom>
          <a:noFill/>
          <a:ln w="15875">
            <a:solidFill>
              <a:srgbClr val="5C4DB7">
                <a:alpha val="76000"/>
              </a:srgbClr>
            </a:solidFill>
            <a:prstDash val="dot"/>
            <a:headEnd type="none"/>
            <a:tailEnd type="none"/>
          </a:ln>
        </p:spPr>
      </p:sp>
      <p:sp>
        <p:nvSpPr>
          <p:cNvPr id="948" name="Shape 946"/>
          <p:cNvSpPr/>
          <p:nvPr/>
        </p:nvSpPr>
        <p:spPr>
          <a:xfrm>
            <a:off x="5827776" y="4378932"/>
            <a:ext cx="127406" cy="0"/>
          </a:xfrm>
          <a:prstGeom prst="line">
            <a:avLst/>
          </a:prstGeom>
          <a:noFill/>
          <a:ln w="15875">
            <a:solidFill>
              <a:srgbClr val="5C4DB7">
                <a:alpha val="76000"/>
              </a:srgbClr>
            </a:solidFill>
            <a:prstDash val="dot"/>
            <a:headEnd type="none"/>
            <a:tailEnd type="none"/>
          </a:ln>
        </p:spPr>
      </p:sp>
      <p:sp>
        <p:nvSpPr>
          <p:cNvPr id="949" name="Shape 947"/>
          <p:cNvSpPr/>
          <p:nvPr/>
        </p:nvSpPr>
        <p:spPr>
          <a:xfrm>
            <a:off x="5952439" y="4376189"/>
            <a:ext cx="0" cy="47943"/>
          </a:xfrm>
          <a:prstGeom prst="line">
            <a:avLst/>
          </a:prstGeom>
          <a:noFill/>
          <a:ln w="15875">
            <a:solidFill>
              <a:srgbClr val="5C4DB7">
                <a:alpha val="76000"/>
              </a:srgbClr>
            </a:solidFill>
            <a:prstDash val="dot"/>
            <a:headEnd type="none"/>
            <a:tailEnd type="none"/>
          </a:ln>
        </p:spPr>
      </p:sp>
      <p:sp>
        <p:nvSpPr>
          <p:cNvPr id="950" name="Shape 948"/>
          <p:cNvSpPr/>
          <p:nvPr/>
        </p:nvSpPr>
        <p:spPr>
          <a:xfrm>
            <a:off x="5952439" y="4421388"/>
            <a:ext cx="127407" cy="0"/>
          </a:xfrm>
          <a:prstGeom prst="line">
            <a:avLst/>
          </a:prstGeom>
          <a:noFill/>
          <a:ln w="15875">
            <a:solidFill>
              <a:srgbClr val="5C4DB7">
                <a:alpha val="76000"/>
              </a:srgbClr>
            </a:solidFill>
            <a:prstDash val="dot"/>
            <a:headEnd type="none"/>
            <a:tailEnd type="none"/>
          </a:ln>
        </p:spPr>
      </p:sp>
      <p:sp>
        <p:nvSpPr>
          <p:cNvPr id="951" name="Shape 949"/>
          <p:cNvSpPr/>
          <p:nvPr/>
        </p:nvSpPr>
        <p:spPr>
          <a:xfrm>
            <a:off x="6077102" y="4418645"/>
            <a:ext cx="0" cy="46782"/>
          </a:xfrm>
          <a:prstGeom prst="line">
            <a:avLst/>
          </a:prstGeom>
          <a:noFill/>
          <a:ln w="15875">
            <a:solidFill>
              <a:srgbClr val="5C4DB7">
                <a:alpha val="76000"/>
              </a:srgbClr>
            </a:solidFill>
            <a:prstDash val="dot"/>
            <a:headEnd type="none"/>
            <a:tailEnd type="none"/>
          </a:ln>
        </p:spPr>
      </p:sp>
      <p:sp>
        <p:nvSpPr>
          <p:cNvPr id="952" name="Shape 950"/>
          <p:cNvSpPr/>
          <p:nvPr/>
        </p:nvSpPr>
        <p:spPr>
          <a:xfrm>
            <a:off x="6077102" y="4462684"/>
            <a:ext cx="127407" cy="0"/>
          </a:xfrm>
          <a:prstGeom prst="line">
            <a:avLst/>
          </a:prstGeom>
          <a:noFill/>
          <a:ln w="15875">
            <a:solidFill>
              <a:srgbClr val="5C4DB7">
                <a:alpha val="76000"/>
              </a:srgbClr>
            </a:solidFill>
            <a:prstDash val="dot"/>
            <a:headEnd type="none"/>
            <a:tailEnd type="none"/>
          </a:ln>
        </p:spPr>
      </p:sp>
      <p:sp>
        <p:nvSpPr>
          <p:cNvPr id="953" name="Shape 951"/>
          <p:cNvSpPr/>
          <p:nvPr/>
        </p:nvSpPr>
        <p:spPr>
          <a:xfrm>
            <a:off x="6201766" y="4459941"/>
            <a:ext cx="0" cy="45731"/>
          </a:xfrm>
          <a:prstGeom prst="line">
            <a:avLst/>
          </a:prstGeom>
          <a:noFill/>
          <a:ln w="15875">
            <a:solidFill>
              <a:srgbClr val="5C4DB7">
                <a:alpha val="76000"/>
              </a:srgbClr>
            </a:solidFill>
            <a:prstDash val="dot"/>
            <a:headEnd type="none"/>
            <a:tailEnd type="none"/>
          </a:ln>
        </p:spPr>
      </p:sp>
      <p:sp>
        <p:nvSpPr>
          <p:cNvPr id="954" name="Shape 952"/>
          <p:cNvSpPr/>
          <p:nvPr/>
        </p:nvSpPr>
        <p:spPr>
          <a:xfrm>
            <a:off x="6201766" y="4502929"/>
            <a:ext cx="127406" cy="0"/>
          </a:xfrm>
          <a:prstGeom prst="line">
            <a:avLst/>
          </a:prstGeom>
          <a:noFill/>
          <a:ln w="15875">
            <a:solidFill>
              <a:srgbClr val="5C4DB7">
                <a:alpha val="76000"/>
              </a:srgbClr>
            </a:solidFill>
            <a:prstDash val="dot"/>
            <a:headEnd type="none"/>
            <a:tailEnd type="none"/>
          </a:ln>
        </p:spPr>
      </p:sp>
      <p:sp>
        <p:nvSpPr>
          <p:cNvPr id="955" name="Shape 953"/>
          <p:cNvSpPr/>
          <p:nvPr/>
        </p:nvSpPr>
        <p:spPr>
          <a:xfrm>
            <a:off x="6326429" y="4500186"/>
            <a:ext cx="0" cy="44656"/>
          </a:xfrm>
          <a:prstGeom prst="line">
            <a:avLst/>
          </a:prstGeom>
          <a:noFill/>
          <a:ln w="15875">
            <a:solidFill>
              <a:srgbClr val="5C4DB7">
                <a:alpha val="76000"/>
              </a:srgbClr>
            </a:solidFill>
            <a:prstDash val="dot"/>
            <a:headEnd type="none"/>
            <a:tailEnd type="none"/>
          </a:ln>
        </p:spPr>
      </p:sp>
      <p:sp>
        <p:nvSpPr>
          <p:cNvPr id="956" name="Shape 954"/>
          <p:cNvSpPr/>
          <p:nvPr/>
        </p:nvSpPr>
        <p:spPr>
          <a:xfrm>
            <a:off x="6326429" y="4542098"/>
            <a:ext cx="127407" cy="0"/>
          </a:xfrm>
          <a:prstGeom prst="line">
            <a:avLst/>
          </a:prstGeom>
          <a:noFill/>
          <a:ln w="15875">
            <a:solidFill>
              <a:srgbClr val="5C4DB7">
                <a:alpha val="76000"/>
              </a:srgbClr>
            </a:solidFill>
            <a:prstDash val="dot"/>
            <a:headEnd type="none"/>
            <a:tailEnd type="none"/>
          </a:ln>
        </p:spPr>
      </p:sp>
      <p:sp>
        <p:nvSpPr>
          <p:cNvPr id="957" name="Shape 955"/>
          <p:cNvSpPr/>
          <p:nvPr/>
        </p:nvSpPr>
        <p:spPr>
          <a:xfrm>
            <a:off x="6451092" y="4539355"/>
            <a:ext cx="0" cy="43550"/>
          </a:xfrm>
          <a:prstGeom prst="line">
            <a:avLst/>
          </a:prstGeom>
          <a:noFill/>
          <a:ln w="15875">
            <a:solidFill>
              <a:srgbClr val="5C4DB7">
                <a:alpha val="76000"/>
              </a:srgbClr>
            </a:solidFill>
            <a:prstDash val="dot"/>
            <a:headEnd type="none"/>
            <a:tailEnd type="none"/>
          </a:ln>
        </p:spPr>
      </p:sp>
      <p:sp>
        <p:nvSpPr>
          <p:cNvPr id="958" name="Shape 956"/>
          <p:cNvSpPr/>
          <p:nvPr/>
        </p:nvSpPr>
        <p:spPr>
          <a:xfrm>
            <a:off x="6451092" y="4580162"/>
            <a:ext cx="127407" cy="0"/>
          </a:xfrm>
          <a:prstGeom prst="line">
            <a:avLst/>
          </a:prstGeom>
          <a:noFill/>
          <a:ln w="15875">
            <a:solidFill>
              <a:srgbClr val="5C4DB7">
                <a:alpha val="76000"/>
              </a:srgbClr>
            </a:solidFill>
            <a:prstDash val="dot"/>
            <a:headEnd type="none"/>
            <a:tailEnd type="none"/>
          </a:ln>
        </p:spPr>
      </p:sp>
      <p:sp>
        <p:nvSpPr>
          <p:cNvPr id="959" name="Shape 957"/>
          <p:cNvSpPr/>
          <p:nvPr/>
        </p:nvSpPr>
        <p:spPr>
          <a:xfrm>
            <a:off x="6575755" y="4577418"/>
            <a:ext cx="0" cy="42548"/>
          </a:xfrm>
          <a:prstGeom prst="line">
            <a:avLst/>
          </a:prstGeom>
          <a:noFill/>
          <a:ln w="15875">
            <a:solidFill>
              <a:srgbClr val="5C4DB7">
                <a:alpha val="76000"/>
              </a:srgbClr>
            </a:solidFill>
            <a:prstDash val="dot"/>
            <a:headEnd type="none"/>
            <a:tailEnd type="none"/>
          </a:ln>
        </p:spPr>
      </p:sp>
      <p:sp>
        <p:nvSpPr>
          <p:cNvPr id="960" name="Shape 958"/>
          <p:cNvSpPr/>
          <p:nvPr/>
        </p:nvSpPr>
        <p:spPr>
          <a:xfrm>
            <a:off x="6575755" y="4617223"/>
            <a:ext cx="127406" cy="0"/>
          </a:xfrm>
          <a:prstGeom prst="line">
            <a:avLst/>
          </a:prstGeom>
          <a:noFill/>
          <a:ln w="15875">
            <a:solidFill>
              <a:srgbClr val="5C4DB7">
                <a:alpha val="76000"/>
              </a:srgbClr>
            </a:solidFill>
            <a:prstDash val="dot"/>
            <a:headEnd type="none"/>
            <a:tailEnd type="none"/>
          </a:ln>
        </p:spPr>
      </p:sp>
      <p:sp>
        <p:nvSpPr>
          <p:cNvPr id="961" name="Shape 959"/>
          <p:cNvSpPr/>
          <p:nvPr/>
        </p:nvSpPr>
        <p:spPr>
          <a:xfrm>
            <a:off x="6700418" y="4614480"/>
            <a:ext cx="0" cy="41434"/>
          </a:xfrm>
          <a:prstGeom prst="line">
            <a:avLst/>
          </a:prstGeom>
          <a:noFill/>
          <a:ln w="15875">
            <a:solidFill>
              <a:srgbClr val="5C4DB7">
                <a:alpha val="76000"/>
              </a:srgbClr>
            </a:solidFill>
            <a:prstDash val="dot"/>
            <a:headEnd type="none"/>
            <a:tailEnd type="none"/>
          </a:ln>
        </p:spPr>
      </p:sp>
      <p:sp>
        <p:nvSpPr>
          <p:cNvPr id="962" name="Shape 960"/>
          <p:cNvSpPr/>
          <p:nvPr/>
        </p:nvSpPr>
        <p:spPr>
          <a:xfrm>
            <a:off x="6700418" y="4653171"/>
            <a:ext cx="127407" cy="0"/>
          </a:xfrm>
          <a:prstGeom prst="line">
            <a:avLst/>
          </a:prstGeom>
          <a:noFill/>
          <a:ln w="15875">
            <a:solidFill>
              <a:srgbClr val="5C4DB7">
                <a:alpha val="76000"/>
              </a:srgbClr>
            </a:solidFill>
            <a:prstDash val="dot"/>
            <a:headEnd type="none"/>
            <a:tailEnd type="none"/>
          </a:ln>
        </p:spPr>
      </p:sp>
      <p:sp>
        <p:nvSpPr>
          <p:cNvPr id="963" name="Shape 961"/>
          <p:cNvSpPr/>
          <p:nvPr/>
        </p:nvSpPr>
        <p:spPr>
          <a:xfrm>
            <a:off x="6825082" y="4650428"/>
            <a:ext cx="0" cy="39875"/>
          </a:xfrm>
          <a:prstGeom prst="line">
            <a:avLst/>
          </a:prstGeom>
          <a:noFill/>
          <a:ln w="15875">
            <a:solidFill>
              <a:srgbClr val="5C4DB7">
                <a:alpha val="76000"/>
              </a:srgbClr>
            </a:solidFill>
            <a:prstDash val="dot"/>
            <a:headEnd type="none"/>
            <a:tailEnd type="none"/>
          </a:ln>
        </p:spPr>
      </p:sp>
      <p:sp>
        <p:nvSpPr>
          <p:cNvPr id="964" name="Shape 962"/>
          <p:cNvSpPr/>
          <p:nvPr/>
        </p:nvSpPr>
        <p:spPr>
          <a:xfrm>
            <a:off x="6825082" y="4687560"/>
            <a:ext cx="127407" cy="0"/>
          </a:xfrm>
          <a:prstGeom prst="line">
            <a:avLst/>
          </a:prstGeom>
          <a:noFill/>
          <a:ln w="15875">
            <a:solidFill>
              <a:srgbClr val="5C4DB7">
                <a:alpha val="76000"/>
              </a:srgbClr>
            </a:solidFill>
            <a:prstDash val="dot"/>
            <a:headEnd type="none"/>
            <a:tailEnd type="none"/>
          </a:ln>
        </p:spPr>
      </p:sp>
      <p:sp>
        <p:nvSpPr>
          <p:cNvPr id="965" name="Shape 963"/>
          <p:cNvSpPr/>
          <p:nvPr/>
        </p:nvSpPr>
        <p:spPr>
          <a:xfrm>
            <a:off x="6949745" y="4684817"/>
            <a:ext cx="0" cy="30517"/>
          </a:xfrm>
          <a:prstGeom prst="line">
            <a:avLst/>
          </a:prstGeom>
          <a:noFill/>
          <a:ln w="15875">
            <a:solidFill>
              <a:srgbClr val="5C4DB7">
                <a:alpha val="76000"/>
              </a:srgbClr>
            </a:solidFill>
            <a:prstDash val="dot"/>
            <a:headEnd type="none"/>
            <a:tailEnd type="none"/>
          </a:ln>
        </p:spPr>
      </p:sp>
      <p:sp>
        <p:nvSpPr>
          <p:cNvPr id="966" name="Shape 964"/>
          <p:cNvSpPr/>
          <p:nvPr/>
        </p:nvSpPr>
        <p:spPr>
          <a:xfrm>
            <a:off x="6949745" y="4712590"/>
            <a:ext cx="127406" cy="0"/>
          </a:xfrm>
          <a:prstGeom prst="line">
            <a:avLst/>
          </a:prstGeom>
          <a:noFill/>
          <a:ln w="15875">
            <a:solidFill>
              <a:srgbClr val="5C4DB7">
                <a:alpha val="76000"/>
              </a:srgbClr>
            </a:solidFill>
            <a:prstDash val="dot"/>
            <a:headEnd type="none"/>
            <a:tailEnd type="none"/>
          </a:ln>
        </p:spPr>
      </p:sp>
      <p:sp>
        <p:nvSpPr>
          <p:cNvPr id="967" name="Shape 965"/>
          <p:cNvSpPr/>
          <p:nvPr/>
        </p:nvSpPr>
        <p:spPr>
          <a:xfrm>
            <a:off x="7074408" y="4709847"/>
            <a:ext cx="0" cy="34752"/>
          </a:xfrm>
          <a:prstGeom prst="line">
            <a:avLst/>
          </a:prstGeom>
          <a:noFill/>
          <a:ln w="15875">
            <a:solidFill>
              <a:srgbClr val="5C4DB7">
                <a:alpha val="76000"/>
              </a:srgbClr>
            </a:solidFill>
            <a:prstDash val="dot"/>
            <a:headEnd type="none"/>
            <a:tailEnd type="none"/>
          </a:ln>
        </p:spPr>
      </p:sp>
      <p:sp>
        <p:nvSpPr>
          <p:cNvPr id="968" name="Shape 966"/>
          <p:cNvSpPr/>
          <p:nvPr/>
        </p:nvSpPr>
        <p:spPr>
          <a:xfrm>
            <a:off x="7074408" y="4741856"/>
            <a:ext cx="127407" cy="0"/>
          </a:xfrm>
          <a:prstGeom prst="line">
            <a:avLst/>
          </a:prstGeom>
          <a:noFill/>
          <a:ln w="15875">
            <a:solidFill>
              <a:srgbClr val="5C4DB7">
                <a:alpha val="76000"/>
              </a:srgbClr>
            </a:solidFill>
            <a:prstDash val="dot"/>
            <a:headEnd type="none"/>
            <a:tailEnd type="none"/>
          </a:ln>
        </p:spPr>
      </p:sp>
      <p:sp>
        <p:nvSpPr>
          <p:cNvPr id="969" name="Shape 967"/>
          <p:cNvSpPr/>
          <p:nvPr/>
        </p:nvSpPr>
        <p:spPr>
          <a:xfrm>
            <a:off x="7199071" y="4739113"/>
            <a:ext cx="0" cy="31759"/>
          </a:xfrm>
          <a:prstGeom prst="line">
            <a:avLst/>
          </a:prstGeom>
          <a:noFill/>
          <a:ln w="15875">
            <a:solidFill>
              <a:srgbClr val="5C4DB7">
                <a:alpha val="76000"/>
              </a:srgbClr>
            </a:solidFill>
            <a:prstDash val="dot"/>
            <a:headEnd type="none"/>
            <a:tailEnd type="none"/>
          </a:ln>
        </p:spPr>
      </p:sp>
      <p:sp>
        <p:nvSpPr>
          <p:cNvPr id="970" name="Shape 968"/>
          <p:cNvSpPr/>
          <p:nvPr/>
        </p:nvSpPr>
        <p:spPr>
          <a:xfrm>
            <a:off x="7199071" y="4768129"/>
            <a:ext cx="127407" cy="0"/>
          </a:xfrm>
          <a:prstGeom prst="line">
            <a:avLst/>
          </a:prstGeom>
          <a:noFill/>
          <a:ln w="15875">
            <a:solidFill>
              <a:srgbClr val="5C4DB7">
                <a:alpha val="76000"/>
              </a:srgbClr>
            </a:solidFill>
            <a:prstDash val="dot"/>
            <a:headEnd type="none"/>
            <a:tailEnd type="none"/>
          </a:ln>
        </p:spPr>
      </p:sp>
      <p:sp>
        <p:nvSpPr>
          <p:cNvPr id="971" name="Shape 969"/>
          <p:cNvSpPr/>
          <p:nvPr/>
        </p:nvSpPr>
        <p:spPr>
          <a:xfrm>
            <a:off x="7323735" y="4765386"/>
            <a:ext cx="0" cy="28524"/>
          </a:xfrm>
          <a:prstGeom prst="line">
            <a:avLst/>
          </a:prstGeom>
          <a:noFill/>
          <a:ln w="15875">
            <a:solidFill>
              <a:srgbClr val="5C4DB7">
                <a:alpha val="76000"/>
              </a:srgbClr>
            </a:solidFill>
            <a:prstDash val="dot"/>
            <a:headEnd type="none"/>
            <a:tailEnd type="none"/>
          </a:ln>
        </p:spPr>
      </p:sp>
      <p:sp>
        <p:nvSpPr>
          <p:cNvPr id="972" name="Shape 970"/>
          <p:cNvSpPr/>
          <p:nvPr/>
        </p:nvSpPr>
        <p:spPr>
          <a:xfrm>
            <a:off x="7323735" y="4791166"/>
            <a:ext cx="127406" cy="0"/>
          </a:xfrm>
          <a:prstGeom prst="line">
            <a:avLst/>
          </a:prstGeom>
          <a:noFill/>
          <a:ln w="15875">
            <a:solidFill>
              <a:srgbClr val="5C4DB7">
                <a:alpha val="76000"/>
              </a:srgbClr>
            </a:solidFill>
            <a:prstDash val="dot"/>
            <a:headEnd type="none"/>
            <a:tailEnd type="none"/>
          </a:ln>
        </p:spPr>
      </p:sp>
      <p:sp>
        <p:nvSpPr>
          <p:cNvPr id="973" name="Shape 971"/>
          <p:cNvSpPr/>
          <p:nvPr/>
        </p:nvSpPr>
        <p:spPr>
          <a:xfrm>
            <a:off x="7448397" y="4788423"/>
            <a:ext cx="0" cy="25373"/>
          </a:xfrm>
          <a:prstGeom prst="line">
            <a:avLst/>
          </a:prstGeom>
          <a:noFill/>
          <a:ln w="15875">
            <a:solidFill>
              <a:srgbClr val="5C4DB7">
                <a:alpha val="76000"/>
              </a:srgbClr>
            </a:solidFill>
            <a:prstDash val="dot"/>
            <a:headEnd type="none"/>
            <a:tailEnd type="none"/>
          </a:ln>
        </p:spPr>
      </p:sp>
      <p:sp>
        <p:nvSpPr>
          <p:cNvPr id="974" name="Shape 972"/>
          <p:cNvSpPr/>
          <p:nvPr/>
        </p:nvSpPr>
        <p:spPr>
          <a:xfrm>
            <a:off x="7448397" y="4811053"/>
            <a:ext cx="127407" cy="0"/>
          </a:xfrm>
          <a:prstGeom prst="line">
            <a:avLst/>
          </a:prstGeom>
          <a:noFill/>
          <a:ln w="15875">
            <a:solidFill>
              <a:srgbClr val="5C4DB7">
                <a:alpha val="76000"/>
              </a:srgbClr>
            </a:solidFill>
            <a:prstDash val="dot"/>
            <a:headEnd type="none"/>
            <a:tailEnd type="none"/>
          </a:ln>
        </p:spPr>
      </p:sp>
      <p:sp>
        <p:nvSpPr>
          <p:cNvPr id="975" name="Shape 973"/>
          <p:cNvSpPr/>
          <p:nvPr/>
        </p:nvSpPr>
        <p:spPr>
          <a:xfrm>
            <a:off x="7573061" y="4808310"/>
            <a:ext cx="0" cy="22515"/>
          </a:xfrm>
          <a:prstGeom prst="line">
            <a:avLst/>
          </a:prstGeom>
          <a:noFill/>
          <a:ln w="15875">
            <a:solidFill>
              <a:srgbClr val="5C4DB7">
                <a:alpha val="76000"/>
              </a:srgbClr>
            </a:solidFill>
            <a:prstDash val="dot"/>
            <a:headEnd type="none"/>
            <a:tailEnd type="none"/>
          </a:ln>
        </p:spPr>
      </p:sp>
      <p:sp>
        <p:nvSpPr>
          <p:cNvPr id="976" name="Shape 974"/>
          <p:cNvSpPr/>
          <p:nvPr/>
        </p:nvSpPr>
        <p:spPr>
          <a:xfrm>
            <a:off x="7573061" y="4828082"/>
            <a:ext cx="127407" cy="0"/>
          </a:xfrm>
          <a:prstGeom prst="line">
            <a:avLst/>
          </a:prstGeom>
          <a:noFill/>
          <a:ln w="15875">
            <a:solidFill>
              <a:srgbClr val="5C4DB7">
                <a:alpha val="76000"/>
              </a:srgbClr>
            </a:solidFill>
            <a:prstDash val="dot"/>
            <a:headEnd type="none"/>
            <a:tailEnd type="none"/>
          </a:ln>
        </p:spPr>
      </p:sp>
      <p:sp>
        <p:nvSpPr>
          <p:cNvPr id="977" name="Shape 975"/>
          <p:cNvSpPr/>
          <p:nvPr/>
        </p:nvSpPr>
        <p:spPr>
          <a:xfrm>
            <a:off x="7697724" y="4825339"/>
            <a:ext cx="0" cy="20253"/>
          </a:xfrm>
          <a:prstGeom prst="line">
            <a:avLst/>
          </a:prstGeom>
          <a:noFill/>
          <a:ln w="15875">
            <a:solidFill>
              <a:srgbClr val="5C4DB7">
                <a:alpha val="76000"/>
              </a:srgbClr>
            </a:solidFill>
            <a:prstDash val="dot"/>
            <a:headEnd type="none"/>
            <a:tailEnd type="none"/>
          </a:ln>
        </p:spPr>
      </p:sp>
      <p:sp>
        <p:nvSpPr>
          <p:cNvPr id="978" name="Shape 976"/>
          <p:cNvSpPr/>
          <p:nvPr/>
        </p:nvSpPr>
        <p:spPr>
          <a:xfrm>
            <a:off x="7697724" y="4842849"/>
            <a:ext cx="127406" cy="0"/>
          </a:xfrm>
          <a:prstGeom prst="line">
            <a:avLst/>
          </a:prstGeom>
          <a:noFill/>
          <a:ln w="15875">
            <a:solidFill>
              <a:srgbClr val="5C4DB7">
                <a:alpha val="76000"/>
              </a:srgbClr>
            </a:solidFill>
            <a:prstDash val="dot"/>
            <a:headEnd type="none"/>
            <a:tailEnd type="none"/>
          </a:ln>
        </p:spPr>
      </p:sp>
      <p:sp>
        <p:nvSpPr>
          <p:cNvPr id="979" name="Shape 977"/>
          <p:cNvSpPr/>
          <p:nvPr/>
        </p:nvSpPr>
        <p:spPr>
          <a:xfrm>
            <a:off x="7822387" y="4840105"/>
            <a:ext cx="0" cy="18681"/>
          </a:xfrm>
          <a:prstGeom prst="line">
            <a:avLst/>
          </a:prstGeom>
          <a:noFill/>
          <a:ln w="15875">
            <a:solidFill>
              <a:srgbClr val="5C4DB7">
                <a:alpha val="76000"/>
              </a:srgbClr>
            </a:solidFill>
            <a:prstDash val="dot"/>
            <a:headEnd type="none"/>
            <a:tailEnd type="none"/>
          </a:ln>
        </p:spPr>
      </p:sp>
      <p:sp>
        <p:nvSpPr>
          <p:cNvPr id="980" name="Shape 978"/>
          <p:cNvSpPr/>
          <p:nvPr/>
        </p:nvSpPr>
        <p:spPr>
          <a:xfrm>
            <a:off x="7822387" y="4856043"/>
            <a:ext cx="127407" cy="0"/>
          </a:xfrm>
          <a:prstGeom prst="line">
            <a:avLst/>
          </a:prstGeom>
          <a:noFill/>
          <a:ln w="15875">
            <a:solidFill>
              <a:srgbClr val="5C4DB7">
                <a:alpha val="76000"/>
              </a:srgbClr>
            </a:solidFill>
            <a:prstDash val="dot"/>
            <a:headEnd type="none"/>
            <a:tailEnd type="none"/>
          </a:ln>
        </p:spPr>
      </p:sp>
      <p:sp>
        <p:nvSpPr>
          <p:cNvPr id="981" name="Shape 979"/>
          <p:cNvSpPr/>
          <p:nvPr/>
        </p:nvSpPr>
        <p:spPr>
          <a:xfrm>
            <a:off x="7947050" y="4853300"/>
            <a:ext cx="0" cy="17287"/>
          </a:xfrm>
          <a:prstGeom prst="line">
            <a:avLst/>
          </a:prstGeom>
          <a:noFill/>
          <a:ln w="15875">
            <a:solidFill>
              <a:srgbClr val="5C4DB7">
                <a:alpha val="76000"/>
              </a:srgbClr>
            </a:solidFill>
            <a:prstDash val="dot"/>
            <a:headEnd type="none"/>
            <a:tailEnd type="none"/>
          </a:ln>
        </p:spPr>
      </p:sp>
      <p:sp>
        <p:nvSpPr>
          <p:cNvPr id="982" name="Shape 980"/>
          <p:cNvSpPr/>
          <p:nvPr/>
        </p:nvSpPr>
        <p:spPr>
          <a:xfrm>
            <a:off x="7947050" y="4867844"/>
            <a:ext cx="127407" cy="0"/>
          </a:xfrm>
          <a:prstGeom prst="line">
            <a:avLst/>
          </a:prstGeom>
          <a:noFill/>
          <a:ln w="15875">
            <a:solidFill>
              <a:srgbClr val="5C4DB7">
                <a:alpha val="76000"/>
              </a:srgbClr>
            </a:solidFill>
            <a:prstDash val="dot"/>
            <a:headEnd type="none"/>
            <a:tailEnd type="none"/>
          </a:ln>
        </p:spPr>
      </p:sp>
      <p:sp>
        <p:nvSpPr>
          <p:cNvPr id="983" name="Shape 981"/>
          <p:cNvSpPr/>
          <p:nvPr/>
        </p:nvSpPr>
        <p:spPr>
          <a:xfrm>
            <a:off x="8071714" y="4865100"/>
            <a:ext cx="0" cy="16019"/>
          </a:xfrm>
          <a:prstGeom prst="line">
            <a:avLst/>
          </a:prstGeom>
          <a:noFill/>
          <a:ln w="15875">
            <a:solidFill>
              <a:srgbClr val="5C4DB7">
                <a:alpha val="76000"/>
              </a:srgbClr>
            </a:solidFill>
            <a:prstDash val="dot"/>
            <a:headEnd type="none"/>
            <a:tailEnd type="none"/>
          </a:ln>
        </p:spPr>
      </p:sp>
      <p:sp>
        <p:nvSpPr>
          <p:cNvPr id="984" name="Shape 982"/>
          <p:cNvSpPr/>
          <p:nvPr/>
        </p:nvSpPr>
        <p:spPr>
          <a:xfrm>
            <a:off x="8071714" y="4878376"/>
            <a:ext cx="127406" cy="0"/>
          </a:xfrm>
          <a:prstGeom prst="line">
            <a:avLst/>
          </a:prstGeom>
          <a:noFill/>
          <a:ln w="15875">
            <a:solidFill>
              <a:srgbClr val="5C4DB7">
                <a:alpha val="76000"/>
              </a:srgbClr>
            </a:solidFill>
            <a:prstDash val="dot"/>
            <a:headEnd type="none"/>
            <a:tailEnd type="none"/>
          </a:ln>
        </p:spPr>
      </p:sp>
      <p:sp>
        <p:nvSpPr>
          <p:cNvPr id="985" name="Shape 983"/>
          <p:cNvSpPr/>
          <p:nvPr/>
        </p:nvSpPr>
        <p:spPr>
          <a:xfrm>
            <a:off x="8196377" y="4875633"/>
            <a:ext cx="0" cy="14897"/>
          </a:xfrm>
          <a:prstGeom prst="line">
            <a:avLst/>
          </a:prstGeom>
          <a:noFill/>
          <a:ln w="15875">
            <a:solidFill>
              <a:srgbClr val="5C4DB7">
                <a:alpha val="76000"/>
              </a:srgbClr>
            </a:solidFill>
            <a:prstDash val="dot"/>
            <a:headEnd type="none"/>
            <a:tailEnd type="none"/>
          </a:ln>
        </p:spPr>
      </p:sp>
      <p:sp>
        <p:nvSpPr>
          <p:cNvPr id="986" name="Shape 984"/>
          <p:cNvSpPr/>
          <p:nvPr/>
        </p:nvSpPr>
        <p:spPr>
          <a:xfrm>
            <a:off x="8196377" y="4887786"/>
            <a:ext cx="127407" cy="0"/>
          </a:xfrm>
          <a:prstGeom prst="line">
            <a:avLst/>
          </a:prstGeom>
          <a:noFill/>
          <a:ln w="15875">
            <a:solidFill>
              <a:srgbClr val="5C4DB7">
                <a:alpha val="76000"/>
              </a:srgbClr>
            </a:solidFill>
            <a:prstDash val="dot"/>
            <a:headEnd type="none"/>
            <a:tailEnd type="none"/>
          </a:ln>
        </p:spPr>
      </p:sp>
      <p:sp>
        <p:nvSpPr>
          <p:cNvPr id="987" name="Shape 985"/>
          <p:cNvSpPr/>
          <p:nvPr/>
        </p:nvSpPr>
        <p:spPr>
          <a:xfrm>
            <a:off x="8321040" y="4885043"/>
            <a:ext cx="0" cy="13896"/>
          </a:xfrm>
          <a:prstGeom prst="line">
            <a:avLst/>
          </a:prstGeom>
          <a:noFill/>
          <a:ln w="15875">
            <a:solidFill>
              <a:srgbClr val="5C4DB7">
                <a:alpha val="76000"/>
              </a:srgbClr>
            </a:solidFill>
            <a:prstDash val="dot"/>
            <a:headEnd type="none"/>
            <a:tailEnd type="none"/>
          </a:ln>
        </p:spPr>
      </p:sp>
      <p:sp>
        <p:nvSpPr>
          <p:cNvPr id="988" name="Shape 986"/>
          <p:cNvSpPr/>
          <p:nvPr/>
        </p:nvSpPr>
        <p:spPr>
          <a:xfrm>
            <a:off x="841248" y="4896196"/>
            <a:ext cx="127407" cy="0"/>
          </a:xfrm>
          <a:prstGeom prst="line">
            <a:avLst/>
          </a:prstGeom>
          <a:noFill/>
          <a:ln w="15875">
            <a:solidFill>
              <a:srgbClr val="168B83">
                <a:alpha val="76000"/>
              </a:srgbClr>
            </a:solidFill>
            <a:prstDash val="dot"/>
            <a:headEnd type="none"/>
            <a:tailEnd type="none"/>
          </a:ln>
        </p:spPr>
      </p:sp>
      <p:sp>
        <p:nvSpPr>
          <p:cNvPr id="989" name="Shape 987"/>
          <p:cNvSpPr/>
          <p:nvPr/>
        </p:nvSpPr>
        <p:spPr>
          <a:xfrm>
            <a:off x="965911" y="4872677"/>
            <a:ext cx="0" cy="26263"/>
          </a:xfrm>
          <a:prstGeom prst="line">
            <a:avLst/>
          </a:prstGeom>
          <a:noFill/>
          <a:ln w="15875">
            <a:solidFill>
              <a:srgbClr val="168B83">
                <a:alpha val="76000"/>
              </a:srgbClr>
            </a:solidFill>
            <a:prstDash val="dot"/>
            <a:headEnd type="none"/>
            <a:tailEnd type="none"/>
          </a:ln>
        </p:spPr>
      </p:sp>
      <p:sp>
        <p:nvSpPr>
          <p:cNvPr id="990" name="Shape 988"/>
          <p:cNvSpPr/>
          <p:nvPr/>
        </p:nvSpPr>
        <p:spPr>
          <a:xfrm>
            <a:off x="965911" y="4875420"/>
            <a:ext cx="127406" cy="0"/>
          </a:xfrm>
          <a:prstGeom prst="line">
            <a:avLst/>
          </a:prstGeom>
          <a:noFill/>
          <a:ln w="15875">
            <a:solidFill>
              <a:srgbClr val="168B83">
                <a:alpha val="76000"/>
              </a:srgbClr>
            </a:solidFill>
            <a:prstDash val="dot"/>
            <a:headEnd type="none"/>
            <a:tailEnd type="none"/>
          </a:ln>
        </p:spPr>
      </p:sp>
      <p:sp>
        <p:nvSpPr>
          <p:cNvPr id="991" name="Shape 989"/>
          <p:cNvSpPr/>
          <p:nvPr/>
        </p:nvSpPr>
        <p:spPr>
          <a:xfrm>
            <a:off x="1090574" y="4840502"/>
            <a:ext cx="0" cy="37661"/>
          </a:xfrm>
          <a:prstGeom prst="line">
            <a:avLst/>
          </a:prstGeom>
          <a:noFill/>
          <a:ln w="15875">
            <a:solidFill>
              <a:srgbClr val="168B83">
                <a:alpha val="76000"/>
              </a:srgbClr>
            </a:solidFill>
            <a:prstDash val="dot"/>
            <a:headEnd type="none"/>
            <a:tailEnd type="none"/>
          </a:ln>
        </p:spPr>
      </p:sp>
      <p:sp>
        <p:nvSpPr>
          <p:cNvPr id="992" name="Shape 990"/>
          <p:cNvSpPr/>
          <p:nvPr/>
        </p:nvSpPr>
        <p:spPr>
          <a:xfrm>
            <a:off x="1090574" y="4843245"/>
            <a:ext cx="127407" cy="0"/>
          </a:xfrm>
          <a:prstGeom prst="line">
            <a:avLst/>
          </a:prstGeom>
          <a:noFill/>
          <a:ln w="15875">
            <a:solidFill>
              <a:srgbClr val="168B83">
                <a:alpha val="76000"/>
              </a:srgbClr>
            </a:solidFill>
            <a:prstDash val="dot"/>
            <a:headEnd type="none"/>
            <a:tailEnd type="none"/>
          </a:ln>
        </p:spPr>
      </p:sp>
      <p:sp>
        <p:nvSpPr>
          <p:cNvPr id="993" name="Shape 991"/>
          <p:cNvSpPr/>
          <p:nvPr/>
        </p:nvSpPr>
        <p:spPr>
          <a:xfrm>
            <a:off x="1215238" y="4757669"/>
            <a:ext cx="0" cy="88320"/>
          </a:xfrm>
          <a:prstGeom prst="line">
            <a:avLst/>
          </a:prstGeom>
          <a:noFill/>
          <a:ln w="15875">
            <a:solidFill>
              <a:srgbClr val="168B83">
                <a:alpha val="76000"/>
              </a:srgbClr>
            </a:solidFill>
            <a:prstDash val="dot"/>
            <a:headEnd type="none"/>
            <a:tailEnd type="none"/>
          </a:ln>
        </p:spPr>
      </p:sp>
      <p:sp>
        <p:nvSpPr>
          <p:cNvPr id="994" name="Shape 992"/>
          <p:cNvSpPr/>
          <p:nvPr/>
        </p:nvSpPr>
        <p:spPr>
          <a:xfrm>
            <a:off x="1215238" y="4760412"/>
            <a:ext cx="127407" cy="0"/>
          </a:xfrm>
          <a:prstGeom prst="line">
            <a:avLst/>
          </a:prstGeom>
          <a:noFill/>
          <a:ln w="15875">
            <a:solidFill>
              <a:srgbClr val="168B83">
                <a:alpha val="76000"/>
              </a:srgbClr>
            </a:solidFill>
            <a:prstDash val="dot"/>
            <a:headEnd type="none"/>
            <a:tailEnd type="none"/>
          </a:ln>
        </p:spPr>
      </p:sp>
      <p:sp>
        <p:nvSpPr>
          <p:cNvPr id="995" name="Shape 993"/>
          <p:cNvSpPr/>
          <p:nvPr/>
        </p:nvSpPr>
        <p:spPr>
          <a:xfrm>
            <a:off x="1339901" y="4624088"/>
            <a:ext cx="0" cy="139067"/>
          </a:xfrm>
          <a:prstGeom prst="line">
            <a:avLst/>
          </a:prstGeom>
          <a:noFill/>
          <a:ln w="15875">
            <a:solidFill>
              <a:srgbClr val="168B83">
                <a:alpha val="76000"/>
              </a:srgbClr>
            </a:solidFill>
            <a:prstDash val="dot"/>
            <a:headEnd type="none"/>
            <a:tailEnd type="none"/>
          </a:ln>
        </p:spPr>
      </p:sp>
      <p:sp>
        <p:nvSpPr>
          <p:cNvPr id="996" name="Shape 994"/>
          <p:cNvSpPr/>
          <p:nvPr/>
        </p:nvSpPr>
        <p:spPr>
          <a:xfrm>
            <a:off x="1339901" y="4626832"/>
            <a:ext cx="127406" cy="0"/>
          </a:xfrm>
          <a:prstGeom prst="line">
            <a:avLst/>
          </a:prstGeom>
          <a:noFill/>
          <a:ln w="15875">
            <a:solidFill>
              <a:srgbClr val="168B83">
                <a:alpha val="76000"/>
              </a:srgbClr>
            </a:solidFill>
            <a:prstDash val="dot"/>
            <a:headEnd type="none"/>
            <a:tailEnd type="none"/>
          </a:ln>
        </p:spPr>
      </p:sp>
      <p:sp>
        <p:nvSpPr>
          <p:cNvPr id="997" name="Shape 995"/>
          <p:cNvSpPr/>
          <p:nvPr/>
        </p:nvSpPr>
        <p:spPr>
          <a:xfrm>
            <a:off x="1464564" y="4449551"/>
            <a:ext cx="0" cy="180024"/>
          </a:xfrm>
          <a:prstGeom prst="line">
            <a:avLst/>
          </a:prstGeom>
          <a:noFill/>
          <a:ln w="15875">
            <a:solidFill>
              <a:srgbClr val="168B83">
                <a:alpha val="76000"/>
              </a:srgbClr>
            </a:solidFill>
            <a:prstDash val="dot"/>
            <a:headEnd type="none"/>
            <a:tailEnd type="none"/>
          </a:ln>
        </p:spPr>
      </p:sp>
      <p:sp>
        <p:nvSpPr>
          <p:cNvPr id="998" name="Shape 996"/>
          <p:cNvSpPr/>
          <p:nvPr/>
        </p:nvSpPr>
        <p:spPr>
          <a:xfrm>
            <a:off x="1464564" y="4452294"/>
            <a:ext cx="127407" cy="0"/>
          </a:xfrm>
          <a:prstGeom prst="line">
            <a:avLst/>
          </a:prstGeom>
          <a:noFill/>
          <a:ln w="15875">
            <a:solidFill>
              <a:srgbClr val="168B83">
                <a:alpha val="76000"/>
              </a:srgbClr>
            </a:solidFill>
            <a:prstDash val="dot"/>
            <a:headEnd type="none"/>
            <a:tailEnd type="none"/>
          </a:ln>
        </p:spPr>
      </p:sp>
      <p:sp>
        <p:nvSpPr>
          <p:cNvPr id="999" name="Shape 997"/>
          <p:cNvSpPr/>
          <p:nvPr/>
        </p:nvSpPr>
        <p:spPr>
          <a:xfrm>
            <a:off x="1589227" y="4249706"/>
            <a:ext cx="0" cy="205331"/>
          </a:xfrm>
          <a:prstGeom prst="line">
            <a:avLst/>
          </a:prstGeom>
          <a:noFill/>
          <a:ln w="15875">
            <a:solidFill>
              <a:srgbClr val="168B83">
                <a:alpha val="76000"/>
              </a:srgbClr>
            </a:solidFill>
            <a:prstDash val="dot"/>
            <a:headEnd type="none"/>
            <a:tailEnd type="none"/>
          </a:ln>
        </p:spPr>
      </p:sp>
      <p:sp>
        <p:nvSpPr>
          <p:cNvPr id="1000" name="Shape 998"/>
          <p:cNvSpPr/>
          <p:nvPr/>
        </p:nvSpPr>
        <p:spPr>
          <a:xfrm>
            <a:off x="1589227" y="4252449"/>
            <a:ext cx="127407" cy="0"/>
          </a:xfrm>
          <a:prstGeom prst="line">
            <a:avLst/>
          </a:prstGeom>
          <a:noFill/>
          <a:ln w="15875">
            <a:solidFill>
              <a:srgbClr val="168B83">
                <a:alpha val="76000"/>
              </a:srgbClr>
            </a:solidFill>
            <a:prstDash val="dot"/>
            <a:headEnd type="none"/>
            <a:tailEnd type="none"/>
          </a:ln>
        </p:spPr>
      </p:sp>
      <p:sp>
        <p:nvSpPr>
          <p:cNvPr id="1001" name="Shape 999"/>
          <p:cNvSpPr/>
          <p:nvPr/>
        </p:nvSpPr>
        <p:spPr>
          <a:xfrm>
            <a:off x="1713891" y="4041022"/>
            <a:ext cx="0" cy="214170"/>
          </a:xfrm>
          <a:prstGeom prst="line">
            <a:avLst/>
          </a:prstGeom>
          <a:noFill/>
          <a:ln w="15875">
            <a:solidFill>
              <a:srgbClr val="168B83">
                <a:alpha val="76000"/>
              </a:srgbClr>
            </a:solidFill>
            <a:prstDash val="dot"/>
            <a:headEnd type="none"/>
            <a:tailEnd type="none"/>
          </a:ln>
        </p:spPr>
      </p:sp>
      <p:sp>
        <p:nvSpPr>
          <p:cNvPr id="1002" name="Shape 1000"/>
          <p:cNvSpPr/>
          <p:nvPr/>
        </p:nvSpPr>
        <p:spPr>
          <a:xfrm>
            <a:off x="1713891" y="4043765"/>
            <a:ext cx="127406" cy="0"/>
          </a:xfrm>
          <a:prstGeom prst="line">
            <a:avLst/>
          </a:prstGeom>
          <a:noFill/>
          <a:ln w="15875">
            <a:solidFill>
              <a:srgbClr val="168B83">
                <a:alpha val="76000"/>
              </a:srgbClr>
            </a:solidFill>
            <a:prstDash val="dot"/>
            <a:headEnd type="none"/>
            <a:tailEnd type="none"/>
          </a:ln>
        </p:spPr>
      </p:sp>
      <p:sp>
        <p:nvSpPr>
          <p:cNvPr id="1003" name="Shape 1001"/>
          <p:cNvSpPr/>
          <p:nvPr/>
        </p:nvSpPr>
        <p:spPr>
          <a:xfrm>
            <a:off x="1838553" y="3842410"/>
            <a:ext cx="0" cy="204098"/>
          </a:xfrm>
          <a:prstGeom prst="line">
            <a:avLst/>
          </a:prstGeom>
          <a:noFill/>
          <a:ln w="15875">
            <a:solidFill>
              <a:srgbClr val="168B83">
                <a:alpha val="76000"/>
              </a:srgbClr>
            </a:solidFill>
            <a:prstDash val="dot"/>
            <a:headEnd type="none"/>
            <a:tailEnd type="none"/>
          </a:ln>
        </p:spPr>
      </p:sp>
      <p:sp>
        <p:nvSpPr>
          <p:cNvPr id="1004" name="Shape 1002"/>
          <p:cNvSpPr/>
          <p:nvPr/>
        </p:nvSpPr>
        <p:spPr>
          <a:xfrm>
            <a:off x="1838553" y="3845154"/>
            <a:ext cx="127407" cy="0"/>
          </a:xfrm>
          <a:prstGeom prst="line">
            <a:avLst/>
          </a:prstGeom>
          <a:noFill/>
          <a:ln w="15875">
            <a:solidFill>
              <a:srgbClr val="168B83">
                <a:alpha val="76000"/>
              </a:srgbClr>
            </a:solidFill>
            <a:prstDash val="dot"/>
            <a:headEnd type="none"/>
            <a:tailEnd type="none"/>
          </a:ln>
        </p:spPr>
      </p:sp>
      <p:sp>
        <p:nvSpPr>
          <p:cNvPr id="1005" name="Shape 1003"/>
          <p:cNvSpPr/>
          <p:nvPr/>
        </p:nvSpPr>
        <p:spPr>
          <a:xfrm>
            <a:off x="1963217" y="3661194"/>
            <a:ext cx="0" cy="186703"/>
          </a:xfrm>
          <a:prstGeom prst="line">
            <a:avLst/>
          </a:prstGeom>
          <a:noFill/>
          <a:ln w="15875">
            <a:solidFill>
              <a:srgbClr val="168B83">
                <a:alpha val="76000"/>
              </a:srgbClr>
            </a:solidFill>
            <a:prstDash val="dot"/>
            <a:headEnd type="none"/>
            <a:tailEnd type="none"/>
          </a:ln>
        </p:spPr>
      </p:sp>
      <p:sp>
        <p:nvSpPr>
          <p:cNvPr id="1006" name="Shape 1004"/>
          <p:cNvSpPr/>
          <p:nvPr/>
        </p:nvSpPr>
        <p:spPr>
          <a:xfrm>
            <a:off x="1963217" y="3663937"/>
            <a:ext cx="127407" cy="0"/>
          </a:xfrm>
          <a:prstGeom prst="line">
            <a:avLst/>
          </a:prstGeom>
          <a:noFill/>
          <a:ln w="15875">
            <a:solidFill>
              <a:srgbClr val="168B83">
                <a:alpha val="76000"/>
              </a:srgbClr>
            </a:solidFill>
            <a:prstDash val="dot"/>
            <a:headEnd type="none"/>
            <a:tailEnd type="none"/>
          </a:ln>
        </p:spPr>
      </p:sp>
      <p:sp>
        <p:nvSpPr>
          <p:cNvPr id="1007" name="Shape 1005"/>
          <p:cNvSpPr/>
          <p:nvPr/>
        </p:nvSpPr>
        <p:spPr>
          <a:xfrm>
            <a:off x="2087880" y="3499759"/>
            <a:ext cx="0" cy="166921"/>
          </a:xfrm>
          <a:prstGeom prst="line">
            <a:avLst/>
          </a:prstGeom>
          <a:noFill/>
          <a:ln w="15875">
            <a:solidFill>
              <a:srgbClr val="168B83">
                <a:alpha val="76000"/>
              </a:srgbClr>
            </a:solidFill>
            <a:prstDash val="dot"/>
            <a:headEnd type="none"/>
            <a:tailEnd type="none"/>
          </a:ln>
        </p:spPr>
      </p:sp>
      <p:sp>
        <p:nvSpPr>
          <p:cNvPr id="1008" name="Shape 1006"/>
          <p:cNvSpPr/>
          <p:nvPr/>
        </p:nvSpPr>
        <p:spPr>
          <a:xfrm>
            <a:off x="2087880" y="3502502"/>
            <a:ext cx="127406" cy="0"/>
          </a:xfrm>
          <a:prstGeom prst="line">
            <a:avLst/>
          </a:prstGeom>
          <a:noFill/>
          <a:ln w="15875">
            <a:solidFill>
              <a:srgbClr val="168B83">
                <a:alpha val="76000"/>
              </a:srgbClr>
            </a:solidFill>
            <a:prstDash val="dot"/>
            <a:headEnd type="none"/>
            <a:tailEnd type="none"/>
          </a:ln>
        </p:spPr>
      </p:sp>
      <p:sp>
        <p:nvSpPr>
          <p:cNvPr id="1009" name="Shape 1007"/>
          <p:cNvSpPr/>
          <p:nvPr/>
        </p:nvSpPr>
        <p:spPr>
          <a:xfrm>
            <a:off x="2212543" y="3359342"/>
            <a:ext cx="0" cy="145904"/>
          </a:xfrm>
          <a:prstGeom prst="line">
            <a:avLst/>
          </a:prstGeom>
          <a:noFill/>
          <a:ln w="15875">
            <a:solidFill>
              <a:srgbClr val="168B83">
                <a:alpha val="76000"/>
              </a:srgbClr>
            </a:solidFill>
            <a:prstDash val="dot"/>
            <a:headEnd type="none"/>
            <a:tailEnd type="none"/>
          </a:ln>
        </p:spPr>
      </p:sp>
      <p:sp>
        <p:nvSpPr>
          <p:cNvPr id="1010" name="Shape 1008"/>
          <p:cNvSpPr/>
          <p:nvPr/>
        </p:nvSpPr>
        <p:spPr>
          <a:xfrm>
            <a:off x="2212543" y="3362085"/>
            <a:ext cx="127407" cy="0"/>
          </a:xfrm>
          <a:prstGeom prst="line">
            <a:avLst/>
          </a:prstGeom>
          <a:noFill/>
          <a:ln w="15875">
            <a:solidFill>
              <a:srgbClr val="168B83">
                <a:alpha val="76000"/>
              </a:srgbClr>
            </a:solidFill>
            <a:prstDash val="dot"/>
            <a:headEnd type="none"/>
            <a:tailEnd type="none"/>
          </a:ln>
        </p:spPr>
      </p:sp>
      <p:sp>
        <p:nvSpPr>
          <p:cNvPr id="1011" name="Shape 1009"/>
          <p:cNvSpPr/>
          <p:nvPr/>
        </p:nvSpPr>
        <p:spPr>
          <a:xfrm>
            <a:off x="2337206" y="3238179"/>
            <a:ext cx="0" cy="126649"/>
          </a:xfrm>
          <a:prstGeom prst="line">
            <a:avLst/>
          </a:prstGeom>
          <a:noFill/>
          <a:ln w="15875">
            <a:solidFill>
              <a:srgbClr val="168B83">
                <a:alpha val="76000"/>
              </a:srgbClr>
            </a:solidFill>
            <a:prstDash val="dot"/>
            <a:headEnd type="none"/>
            <a:tailEnd type="none"/>
          </a:ln>
        </p:spPr>
      </p:sp>
      <p:sp>
        <p:nvSpPr>
          <p:cNvPr id="1012" name="Shape 1010"/>
          <p:cNvSpPr/>
          <p:nvPr/>
        </p:nvSpPr>
        <p:spPr>
          <a:xfrm>
            <a:off x="2337206" y="3240923"/>
            <a:ext cx="127407" cy="0"/>
          </a:xfrm>
          <a:prstGeom prst="line">
            <a:avLst/>
          </a:prstGeom>
          <a:noFill/>
          <a:ln w="15875">
            <a:solidFill>
              <a:srgbClr val="168B83">
                <a:alpha val="76000"/>
              </a:srgbClr>
            </a:solidFill>
            <a:prstDash val="dot"/>
            <a:headEnd type="none"/>
            <a:tailEnd type="none"/>
          </a:ln>
        </p:spPr>
      </p:sp>
      <p:sp>
        <p:nvSpPr>
          <p:cNvPr id="1013" name="Shape 1011"/>
          <p:cNvSpPr/>
          <p:nvPr/>
        </p:nvSpPr>
        <p:spPr>
          <a:xfrm>
            <a:off x="2461870" y="3160614"/>
            <a:ext cx="0" cy="83052"/>
          </a:xfrm>
          <a:prstGeom prst="line">
            <a:avLst/>
          </a:prstGeom>
          <a:noFill/>
          <a:ln w="15875">
            <a:solidFill>
              <a:srgbClr val="168B83">
                <a:alpha val="76000"/>
              </a:srgbClr>
            </a:solidFill>
            <a:prstDash val="dot"/>
            <a:headEnd type="none"/>
            <a:tailEnd type="none"/>
          </a:ln>
        </p:spPr>
      </p:sp>
      <p:sp>
        <p:nvSpPr>
          <p:cNvPr id="1014" name="Shape 1012"/>
          <p:cNvSpPr/>
          <p:nvPr/>
        </p:nvSpPr>
        <p:spPr>
          <a:xfrm>
            <a:off x="2461870" y="3163357"/>
            <a:ext cx="127406" cy="0"/>
          </a:xfrm>
          <a:prstGeom prst="line">
            <a:avLst/>
          </a:prstGeom>
          <a:noFill/>
          <a:ln w="15875">
            <a:solidFill>
              <a:srgbClr val="168B83">
                <a:alpha val="76000"/>
              </a:srgbClr>
            </a:solidFill>
            <a:prstDash val="dot"/>
            <a:headEnd type="none"/>
            <a:tailEnd type="none"/>
          </a:ln>
        </p:spPr>
      </p:sp>
      <p:sp>
        <p:nvSpPr>
          <p:cNvPr id="1015" name="Shape 1013"/>
          <p:cNvSpPr/>
          <p:nvPr/>
        </p:nvSpPr>
        <p:spPr>
          <a:xfrm>
            <a:off x="2586533" y="3071726"/>
            <a:ext cx="0" cy="94374"/>
          </a:xfrm>
          <a:prstGeom prst="line">
            <a:avLst/>
          </a:prstGeom>
          <a:noFill/>
          <a:ln w="15875">
            <a:solidFill>
              <a:srgbClr val="168B83">
                <a:alpha val="76000"/>
              </a:srgbClr>
            </a:solidFill>
            <a:prstDash val="dot"/>
            <a:headEnd type="none"/>
            <a:tailEnd type="none"/>
          </a:ln>
        </p:spPr>
      </p:sp>
      <p:sp>
        <p:nvSpPr>
          <p:cNvPr id="1016" name="Shape 1014"/>
          <p:cNvSpPr/>
          <p:nvPr/>
        </p:nvSpPr>
        <p:spPr>
          <a:xfrm>
            <a:off x="2586533" y="3074469"/>
            <a:ext cx="127407" cy="0"/>
          </a:xfrm>
          <a:prstGeom prst="line">
            <a:avLst/>
          </a:prstGeom>
          <a:noFill/>
          <a:ln w="15875">
            <a:solidFill>
              <a:srgbClr val="168B83">
                <a:alpha val="76000"/>
              </a:srgbClr>
            </a:solidFill>
            <a:prstDash val="dot"/>
            <a:headEnd type="none"/>
            <a:tailEnd type="none"/>
          </a:ln>
        </p:spPr>
      </p:sp>
      <p:sp>
        <p:nvSpPr>
          <p:cNvPr id="1017" name="Shape 1015"/>
          <p:cNvSpPr/>
          <p:nvPr/>
        </p:nvSpPr>
        <p:spPr>
          <a:xfrm>
            <a:off x="2711196" y="2991171"/>
            <a:ext cx="0" cy="86042"/>
          </a:xfrm>
          <a:prstGeom prst="line">
            <a:avLst/>
          </a:prstGeom>
          <a:noFill/>
          <a:ln w="15875">
            <a:solidFill>
              <a:srgbClr val="168B83">
                <a:alpha val="76000"/>
              </a:srgbClr>
            </a:solidFill>
            <a:prstDash val="dot"/>
            <a:headEnd type="none"/>
            <a:tailEnd type="none"/>
          </a:ln>
        </p:spPr>
      </p:sp>
      <p:sp>
        <p:nvSpPr>
          <p:cNvPr id="1018" name="Shape 1016"/>
          <p:cNvSpPr/>
          <p:nvPr/>
        </p:nvSpPr>
        <p:spPr>
          <a:xfrm>
            <a:off x="2711196" y="2993914"/>
            <a:ext cx="127407" cy="0"/>
          </a:xfrm>
          <a:prstGeom prst="line">
            <a:avLst/>
          </a:prstGeom>
          <a:noFill/>
          <a:ln w="15875">
            <a:solidFill>
              <a:srgbClr val="168B83">
                <a:alpha val="76000"/>
              </a:srgbClr>
            </a:solidFill>
            <a:prstDash val="dot"/>
            <a:headEnd type="none"/>
            <a:tailEnd type="none"/>
          </a:ln>
        </p:spPr>
      </p:sp>
      <p:sp>
        <p:nvSpPr>
          <p:cNvPr id="1019" name="Shape 1017"/>
          <p:cNvSpPr/>
          <p:nvPr/>
        </p:nvSpPr>
        <p:spPr>
          <a:xfrm>
            <a:off x="2835859" y="2922764"/>
            <a:ext cx="0" cy="73893"/>
          </a:xfrm>
          <a:prstGeom prst="line">
            <a:avLst/>
          </a:prstGeom>
          <a:noFill/>
          <a:ln w="15875">
            <a:solidFill>
              <a:srgbClr val="168B83">
                <a:alpha val="76000"/>
              </a:srgbClr>
            </a:solidFill>
            <a:prstDash val="dot"/>
            <a:headEnd type="none"/>
            <a:tailEnd type="none"/>
          </a:ln>
        </p:spPr>
      </p:sp>
      <p:sp>
        <p:nvSpPr>
          <p:cNvPr id="1020" name="Shape 1018"/>
          <p:cNvSpPr/>
          <p:nvPr/>
        </p:nvSpPr>
        <p:spPr>
          <a:xfrm>
            <a:off x="2835859" y="2925507"/>
            <a:ext cx="127406" cy="0"/>
          </a:xfrm>
          <a:prstGeom prst="line">
            <a:avLst/>
          </a:prstGeom>
          <a:noFill/>
          <a:ln w="15875">
            <a:solidFill>
              <a:srgbClr val="168B83">
                <a:alpha val="76000"/>
              </a:srgbClr>
            </a:solidFill>
            <a:prstDash val="dot"/>
            <a:headEnd type="none"/>
            <a:tailEnd type="none"/>
          </a:ln>
        </p:spPr>
      </p:sp>
      <p:sp>
        <p:nvSpPr>
          <p:cNvPr id="1021" name="Shape 1019"/>
          <p:cNvSpPr/>
          <p:nvPr/>
        </p:nvSpPr>
        <p:spPr>
          <a:xfrm>
            <a:off x="2960522" y="2864262"/>
            <a:ext cx="0" cy="63988"/>
          </a:xfrm>
          <a:prstGeom prst="line">
            <a:avLst/>
          </a:prstGeom>
          <a:noFill/>
          <a:ln w="15875">
            <a:solidFill>
              <a:srgbClr val="168B83">
                <a:alpha val="76000"/>
              </a:srgbClr>
            </a:solidFill>
            <a:prstDash val="dot"/>
            <a:headEnd type="none"/>
            <a:tailEnd type="none"/>
          </a:ln>
        </p:spPr>
      </p:sp>
      <p:sp>
        <p:nvSpPr>
          <p:cNvPr id="1022" name="Shape 1020"/>
          <p:cNvSpPr/>
          <p:nvPr/>
        </p:nvSpPr>
        <p:spPr>
          <a:xfrm>
            <a:off x="2960522" y="2867005"/>
            <a:ext cx="127407" cy="0"/>
          </a:xfrm>
          <a:prstGeom prst="line">
            <a:avLst/>
          </a:prstGeom>
          <a:noFill/>
          <a:ln w="15875">
            <a:solidFill>
              <a:srgbClr val="168B83">
                <a:alpha val="76000"/>
              </a:srgbClr>
            </a:solidFill>
            <a:prstDash val="dot"/>
            <a:headEnd type="none"/>
            <a:tailEnd type="none"/>
          </a:ln>
        </p:spPr>
      </p:sp>
      <p:sp>
        <p:nvSpPr>
          <p:cNvPr id="1023" name="Shape 1021"/>
          <p:cNvSpPr/>
          <p:nvPr/>
        </p:nvSpPr>
        <p:spPr>
          <a:xfrm>
            <a:off x="3085186" y="2812700"/>
            <a:ext cx="0" cy="57048"/>
          </a:xfrm>
          <a:prstGeom prst="line">
            <a:avLst/>
          </a:prstGeom>
          <a:noFill/>
          <a:ln w="15875">
            <a:solidFill>
              <a:srgbClr val="168B83">
                <a:alpha val="76000"/>
              </a:srgbClr>
            </a:solidFill>
            <a:prstDash val="dot"/>
            <a:headEnd type="none"/>
            <a:tailEnd type="none"/>
          </a:ln>
        </p:spPr>
      </p:sp>
      <p:sp>
        <p:nvSpPr>
          <p:cNvPr id="1024" name="Shape 1022"/>
          <p:cNvSpPr/>
          <p:nvPr/>
        </p:nvSpPr>
        <p:spPr>
          <a:xfrm>
            <a:off x="3085186" y="2815444"/>
            <a:ext cx="127407" cy="0"/>
          </a:xfrm>
          <a:prstGeom prst="line">
            <a:avLst/>
          </a:prstGeom>
          <a:noFill/>
          <a:ln w="15875">
            <a:solidFill>
              <a:srgbClr val="168B83">
                <a:alpha val="76000"/>
              </a:srgbClr>
            </a:solidFill>
            <a:prstDash val="dot"/>
            <a:headEnd type="none"/>
            <a:tailEnd type="none"/>
          </a:ln>
        </p:spPr>
      </p:sp>
      <p:sp>
        <p:nvSpPr>
          <p:cNvPr id="1025" name="Shape 1023"/>
          <p:cNvSpPr/>
          <p:nvPr/>
        </p:nvSpPr>
        <p:spPr>
          <a:xfrm>
            <a:off x="3209849" y="2765738"/>
            <a:ext cx="0" cy="52448"/>
          </a:xfrm>
          <a:prstGeom prst="line">
            <a:avLst/>
          </a:prstGeom>
          <a:noFill/>
          <a:ln w="15875">
            <a:solidFill>
              <a:srgbClr val="168B83">
                <a:alpha val="76000"/>
              </a:srgbClr>
            </a:solidFill>
            <a:prstDash val="dot"/>
            <a:headEnd type="none"/>
            <a:tailEnd type="none"/>
          </a:ln>
        </p:spPr>
      </p:sp>
      <p:sp>
        <p:nvSpPr>
          <p:cNvPr id="1026" name="Shape 1024"/>
          <p:cNvSpPr/>
          <p:nvPr/>
        </p:nvSpPr>
        <p:spPr>
          <a:xfrm>
            <a:off x="3209849" y="2768482"/>
            <a:ext cx="127406" cy="0"/>
          </a:xfrm>
          <a:prstGeom prst="line">
            <a:avLst/>
          </a:prstGeom>
          <a:noFill/>
          <a:ln w="15875">
            <a:solidFill>
              <a:srgbClr val="168B83">
                <a:alpha val="76000"/>
              </a:srgbClr>
            </a:solidFill>
            <a:prstDash val="dot"/>
            <a:headEnd type="none"/>
            <a:tailEnd type="none"/>
          </a:ln>
        </p:spPr>
      </p:sp>
      <p:sp>
        <p:nvSpPr>
          <p:cNvPr id="1027" name="Shape 1025"/>
          <p:cNvSpPr/>
          <p:nvPr/>
        </p:nvSpPr>
        <p:spPr>
          <a:xfrm>
            <a:off x="3334512" y="2721675"/>
            <a:ext cx="0" cy="49550"/>
          </a:xfrm>
          <a:prstGeom prst="line">
            <a:avLst/>
          </a:prstGeom>
          <a:noFill/>
          <a:ln w="15875">
            <a:solidFill>
              <a:srgbClr val="168B83">
                <a:alpha val="76000"/>
              </a:srgbClr>
            </a:solidFill>
            <a:prstDash val="dot"/>
            <a:headEnd type="none"/>
            <a:tailEnd type="none"/>
          </a:ln>
        </p:spPr>
      </p:sp>
      <p:sp>
        <p:nvSpPr>
          <p:cNvPr id="1028" name="Shape 1026"/>
          <p:cNvSpPr/>
          <p:nvPr/>
        </p:nvSpPr>
        <p:spPr>
          <a:xfrm>
            <a:off x="3334512" y="2724418"/>
            <a:ext cx="127407" cy="0"/>
          </a:xfrm>
          <a:prstGeom prst="line">
            <a:avLst/>
          </a:prstGeom>
          <a:noFill/>
          <a:ln w="15875">
            <a:solidFill>
              <a:srgbClr val="168B83">
                <a:alpha val="76000"/>
              </a:srgbClr>
            </a:solidFill>
            <a:prstDash val="dot"/>
            <a:headEnd type="none"/>
            <a:tailEnd type="none"/>
          </a:ln>
        </p:spPr>
      </p:sp>
      <p:sp>
        <p:nvSpPr>
          <p:cNvPr id="1029" name="Shape 1027"/>
          <p:cNvSpPr/>
          <p:nvPr/>
        </p:nvSpPr>
        <p:spPr>
          <a:xfrm>
            <a:off x="3459175" y="2680603"/>
            <a:ext cx="0" cy="46558"/>
          </a:xfrm>
          <a:prstGeom prst="line">
            <a:avLst/>
          </a:prstGeom>
          <a:noFill/>
          <a:ln w="15875">
            <a:solidFill>
              <a:srgbClr val="168B83">
                <a:alpha val="76000"/>
              </a:srgbClr>
            </a:solidFill>
            <a:prstDash val="dot"/>
            <a:headEnd type="none"/>
            <a:tailEnd type="none"/>
          </a:ln>
        </p:spPr>
      </p:sp>
      <p:sp>
        <p:nvSpPr>
          <p:cNvPr id="1030" name="Shape 1028"/>
          <p:cNvSpPr/>
          <p:nvPr/>
        </p:nvSpPr>
        <p:spPr>
          <a:xfrm>
            <a:off x="3459175" y="2683347"/>
            <a:ext cx="127407" cy="0"/>
          </a:xfrm>
          <a:prstGeom prst="line">
            <a:avLst/>
          </a:prstGeom>
          <a:noFill/>
          <a:ln w="15875">
            <a:solidFill>
              <a:srgbClr val="168B83">
                <a:alpha val="76000"/>
              </a:srgbClr>
            </a:solidFill>
            <a:prstDash val="dot"/>
            <a:headEnd type="none"/>
            <a:tailEnd type="none"/>
          </a:ln>
        </p:spPr>
      </p:sp>
      <p:sp>
        <p:nvSpPr>
          <p:cNvPr id="1031" name="Shape 1029"/>
          <p:cNvSpPr/>
          <p:nvPr/>
        </p:nvSpPr>
        <p:spPr>
          <a:xfrm>
            <a:off x="3583839" y="2642193"/>
            <a:ext cx="0" cy="43896"/>
          </a:xfrm>
          <a:prstGeom prst="line">
            <a:avLst/>
          </a:prstGeom>
          <a:noFill/>
          <a:ln w="15875">
            <a:solidFill>
              <a:srgbClr val="168B83">
                <a:alpha val="76000"/>
              </a:srgbClr>
            </a:solidFill>
            <a:prstDash val="dot"/>
            <a:headEnd type="none"/>
            <a:tailEnd type="none"/>
          </a:ln>
        </p:spPr>
      </p:sp>
      <p:sp>
        <p:nvSpPr>
          <p:cNvPr id="1032" name="Shape 1030"/>
          <p:cNvSpPr/>
          <p:nvPr/>
        </p:nvSpPr>
        <p:spPr>
          <a:xfrm>
            <a:off x="3583839" y="2644937"/>
            <a:ext cx="127406" cy="0"/>
          </a:xfrm>
          <a:prstGeom prst="line">
            <a:avLst/>
          </a:prstGeom>
          <a:noFill/>
          <a:ln w="15875">
            <a:solidFill>
              <a:srgbClr val="168B83">
                <a:alpha val="76000"/>
              </a:srgbClr>
            </a:solidFill>
            <a:prstDash val="dot"/>
            <a:headEnd type="none"/>
            <a:tailEnd type="none"/>
          </a:ln>
        </p:spPr>
      </p:sp>
      <p:sp>
        <p:nvSpPr>
          <p:cNvPr id="1033" name="Shape 1031"/>
          <p:cNvSpPr/>
          <p:nvPr/>
        </p:nvSpPr>
        <p:spPr>
          <a:xfrm>
            <a:off x="3708501" y="2606464"/>
            <a:ext cx="0" cy="41216"/>
          </a:xfrm>
          <a:prstGeom prst="line">
            <a:avLst/>
          </a:prstGeom>
          <a:noFill/>
          <a:ln w="15875">
            <a:solidFill>
              <a:srgbClr val="168B83">
                <a:alpha val="76000"/>
              </a:srgbClr>
            </a:solidFill>
            <a:prstDash val="dot"/>
            <a:headEnd type="none"/>
            <a:tailEnd type="none"/>
          </a:ln>
        </p:spPr>
      </p:sp>
      <p:sp>
        <p:nvSpPr>
          <p:cNvPr id="1034" name="Shape 1032"/>
          <p:cNvSpPr/>
          <p:nvPr/>
        </p:nvSpPr>
        <p:spPr>
          <a:xfrm>
            <a:off x="3708501" y="2609207"/>
            <a:ext cx="127407" cy="0"/>
          </a:xfrm>
          <a:prstGeom prst="line">
            <a:avLst/>
          </a:prstGeom>
          <a:noFill/>
          <a:ln w="15875">
            <a:solidFill>
              <a:srgbClr val="168B83">
                <a:alpha val="76000"/>
              </a:srgbClr>
            </a:solidFill>
            <a:prstDash val="dot"/>
            <a:headEnd type="none"/>
            <a:tailEnd type="none"/>
          </a:ln>
        </p:spPr>
      </p:sp>
      <p:sp>
        <p:nvSpPr>
          <p:cNvPr id="1035" name="Shape 1033"/>
          <p:cNvSpPr/>
          <p:nvPr/>
        </p:nvSpPr>
        <p:spPr>
          <a:xfrm>
            <a:off x="3833165" y="2573892"/>
            <a:ext cx="0" cy="38059"/>
          </a:xfrm>
          <a:prstGeom prst="line">
            <a:avLst/>
          </a:prstGeom>
          <a:noFill/>
          <a:ln w="15875">
            <a:solidFill>
              <a:srgbClr val="168B83">
                <a:alpha val="76000"/>
              </a:srgbClr>
            </a:solidFill>
            <a:prstDash val="dot"/>
            <a:headEnd type="none"/>
            <a:tailEnd type="none"/>
          </a:ln>
        </p:spPr>
      </p:sp>
      <p:sp>
        <p:nvSpPr>
          <p:cNvPr id="1036" name="Shape 1034"/>
          <p:cNvSpPr/>
          <p:nvPr/>
        </p:nvSpPr>
        <p:spPr>
          <a:xfrm>
            <a:off x="3833165" y="2576635"/>
            <a:ext cx="127407" cy="0"/>
          </a:xfrm>
          <a:prstGeom prst="line">
            <a:avLst/>
          </a:prstGeom>
          <a:noFill/>
          <a:ln w="15875">
            <a:solidFill>
              <a:srgbClr val="168B83">
                <a:alpha val="76000"/>
              </a:srgbClr>
            </a:solidFill>
            <a:prstDash val="dot"/>
            <a:headEnd type="none"/>
            <a:tailEnd type="none"/>
          </a:ln>
        </p:spPr>
      </p:sp>
      <p:sp>
        <p:nvSpPr>
          <p:cNvPr id="1037" name="Shape 1035"/>
          <p:cNvSpPr/>
          <p:nvPr/>
        </p:nvSpPr>
        <p:spPr>
          <a:xfrm>
            <a:off x="3957828" y="2497209"/>
            <a:ext cx="0" cy="82169"/>
          </a:xfrm>
          <a:prstGeom prst="line">
            <a:avLst/>
          </a:prstGeom>
          <a:noFill/>
          <a:ln w="15875">
            <a:solidFill>
              <a:srgbClr val="168B83">
                <a:alpha val="76000"/>
              </a:srgbClr>
            </a:solidFill>
            <a:prstDash val="dot"/>
            <a:headEnd type="none"/>
            <a:tailEnd type="none"/>
          </a:ln>
        </p:spPr>
      </p:sp>
      <p:sp>
        <p:nvSpPr>
          <p:cNvPr id="1038" name="Shape 1036"/>
          <p:cNvSpPr/>
          <p:nvPr/>
        </p:nvSpPr>
        <p:spPr>
          <a:xfrm>
            <a:off x="3957828" y="2499952"/>
            <a:ext cx="127406" cy="0"/>
          </a:xfrm>
          <a:prstGeom prst="line">
            <a:avLst/>
          </a:prstGeom>
          <a:noFill/>
          <a:ln w="15875">
            <a:solidFill>
              <a:srgbClr val="168B83">
                <a:alpha val="76000"/>
              </a:srgbClr>
            </a:solidFill>
            <a:prstDash val="dot"/>
            <a:headEnd type="none"/>
            <a:tailEnd type="none"/>
          </a:ln>
        </p:spPr>
      </p:sp>
      <p:sp>
        <p:nvSpPr>
          <p:cNvPr id="1039" name="Shape 1037"/>
          <p:cNvSpPr/>
          <p:nvPr/>
        </p:nvSpPr>
        <p:spPr>
          <a:xfrm>
            <a:off x="4082491" y="2470309"/>
            <a:ext cx="0" cy="32386"/>
          </a:xfrm>
          <a:prstGeom prst="line">
            <a:avLst/>
          </a:prstGeom>
          <a:noFill/>
          <a:ln w="15875">
            <a:solidFill>
              <a:srgbClr val="168B83">
                <a:alpha val="76000"/>
              </a:srgbClr>
            </a:solidFill>
            <a:prstDash val="dot"/>
            <a:headEnd type="none"/>
            <a:tailEnd type="none"/>
          </a:ln>
        </p:spPr>
      </p:sp>
      <p:sp>
        <p:nvSpPr>
          <p:cNvPr id="1040" name="Shape 1038"/>
          <p:cNvSpPr/>
          <p:nvPr/>
        </p:nvSpPr>
        <p:spPr>
          <a:xfrm>
            <a:off x="4082491" y="2473052"/>
            <a:ext cx="127407" cy="0"/>
          </a:xfrm>
          <a:prstGeom prst="line">
            <a:avLst/>
          </a:prstGeom>
          <a:noFill/>
          <a:ln w="15875">
            <a:solidFill>
              <a:srgbClr val="168B83">
                <a:alpha val="76000"/>
              </a:srgbClr>
            </a:solidFill>
            <a:prstDash val="dot"/>
            <a:headEnd type="none"/>
            <a:tailEnd type="none"/>
          </a:ln>
        </p:spPr>
      </p:sp>
      <p:sp>
        <p:nvSpPr>
          <p:cNvPr id="1041" name="Shape 1039"/>
          <p:cNvSpPr/>
          <p:nvPr/>
        </p:nvSpPr>
        <p:spPr>
          <a:xfrm>
            <a:off x="4207154" y="2446927"/>
            <a:ext cx="0" cy="28869"/>
          </a:xfrm>
          <a:prstGeom prst="line">
            <a:avLst/>
          </a:prstGeom>
          <a:noFill/>
          <a:ln w="15875">
            <a:solidFill>
              <a:srgbClr val="168B83">
                <a:alpha val="76000"/>
              </a:srgbClr>
            </a:solidFill>
            <a:prstDash val="dot"/>
            <a:headEnd type="none"/>
            <a:tailEnd type="none"/>
          </a:ln>
        </p:spPr>
      </p:sp>
      <p:sp>
        <p:nvSpPr>
          <p:cNvPr id="1042" name="Shape 1040"/>
          <p:cNvSpPr/>
          <p:nvPr/>
        </p:nvSpPr>
        <p:spPr>
          <a:xfrm>
            <a:off x="4207154" y="2449670"/>
            <a:ext cx="127407" cy="0"/>
          </a:xfrm>
          <a:prstGeom prst="line">
            <a:avLst/>
          </a:prstGeom>
          <a:noFill/>
          <a:ln w="15875">
            <a:solidFill>
              <a:srgbClr val="168B83">
                <a:alpha val="76000"/>
              </a:srgbClr>
            </a:solidFill>
            <a:prstDash val="dot"/>
            <a:headEnd type="none"/>
            <a:tailEnd type="none"/>
          </a:ln>
        </p:spPr>
      </p:sp>
      <p:sp>
        <p:nvSpPr>
          <p:cNvPr id="1043" name="Shape 1041"/>
          <p:cNvSpPr/>
          <p:nvPr/>
        </p:nvSpPr>
        <p:spPr>
          <a:xfrm>
            <a:off x="4331818" y="2426936"/>
            <a:ext cx="0" cy="25477"/>
          </a:xfrm>
          <a:prstGeom prst="line">
            <a:avLst/>
          </a:prstGeom>
          <a:noFill/>
          <a:ln w="15875">
            <a:solidFill>
              <a:srgbClr val="168B83">
                <a:alpha val="76000"/>
              </a:srgbClr>
            </a:solidFill>
            <a:prstDash val="dot"/>
            <a:headEnd type="none"/>
            <a:tailEnd type="none"/>
          </a:ln>
        </p:spPr>
      </p:sp>
      <p:sp>
        <p:nvSpPr>
          <p:cNvPr id="1044" name="Shape 1042"/>
          <p:cNvSpPr/>
          <p:nvPr/>
        </p:nvSpPr>
        <p:spPr>
          <a:xfrm>
            <a:off x="4331818" y="2429679"/>
            <a:ext cx="127406" cy="0"/>
          </a:xfrm>
          <a:prstGeom prst="line">
            <a:avLst/>
          </a:prstGeom>
          <a:noFill/>
          <a:ln w="15875">
            <a:solidFill>
              <a:srgbClr val="168B83">
                <a:alpha val="76000"/>
              </a:srgbClr>
            </a:solidFill>
            <a:prstDash val="dot"/>
            <a:headEnd type="none"/>
            <a:tailEnd type="none"/>
          </a:ln>
        </p:spPr>
      </p:sp>
      <p:sp>
        <p:nvSpPr>
          <p:cNvPr id="1045" name="Shape 1043"/>
          <p:cNvSpPr/>
          <p:nvPr/>
        </p:nvSpPr>
        <p:spPr>
          <a:xfrm>
            <a:off x="4456481" y="2410607"/>
            <a:ext cx="0" cy="21816"/>
          </a:xfrm>
          <a:prstGeom prst="line">
            <a:avLst/>
          </a:prstGeom>
          <a:noFill/>
          <a:ln w="15875">
            <a:solidFill>
              <a:srgbClr val="168B83">
                <a:alpha val="76000"/>
              </a:srgbClr>
            </a:solidFill>
            <a:prstDash val="dot"/>
            <a:headEnd type="none"/>
            <a:tailEnd type="none"/>
          </a:ln>
        </p:spPr>
      </p:sp>
      <p:sp>
        <p:nvSpPr>
          <p:cNvPr id="1046" name="Shape 1044"/>
          <p:cNvSpPr/>
          <p:nvPr/>
        </p:nvSpPr>
        <p:spPr>
          <a:xfrm>
            <a:off x="4456481" y="2413350"/>
            <a:ext cx="127407" cy="0"/>
          </a:xfrm>
          <a:prstGeom prst="line">
            <a:avLst/>
          </a:prstGeom>
          <a:noFill/>
          <a:ln w="15875">
            <a:solidFill>
              <a:srgbClr val="168B83">
                <a:alpha val="76000"/>
              </a:srgbClr>
            </a:solidFill>
            <a:prstDash val="dot"/>
            <a:headEnd type="none"/>
            <a:tailEnd type="none"/>
          </a:ln>
        </p:spPr>
      </p:sp>
      <p:sp>
        <p:nvSpPr>
          <p:cNvPr id="1047" name="Shape 1045"/>
          <p:cNvSpPr/>
          <p:nvPr/>
        </p:nvSpPr>
        <p:spPr>
          <a:xfrm>
            <a:off x="4581144" y="2397541"/>
            <a:ext cx="0" cy="18552"/>
          </a:xfrm>
          <a:prstGeom prst="line">
            <a:avLst/>
          </a:prstGeom>
          <a:noFill/>
          <a:ln w="15875">
            <a:solidFill>
              <a:srgbClr val="168B83">
                <a:alpha val="76000"/>
              </a:srgbClr>
            </a:solidFill>
            <a:prstDash val="dot"/>
            <a:headEnd type="none"/>
            <a:tailEnd type="none"/>
          </a:ln>
        </p:spPr>
      </p:sp>
      <p:sp>
        <p:nvSpPr>
          <p:cNvPr id="1048" name="Shape 1046"/>
          <p:cNvSpPr/>
          <p:nvPr/>
        </p:nvSpPr>
        <p:spPr>
          <a:xfrm>
            <a:off x="4581144" y="2400285"/>
            <a:ext cx="127407" cy="0"/>
          </a:xfrm>
          <a:prstGeom prst="line">
            <a:avLst/>
          </a:prstGeom>
          <a:noFill/>
          <a:ln w="15875">
            <a:solidFill>
              <a:srgbClr val="168B83">
                <a:alpha val="76000"/>
              </a:srgbClr>
            </a:solidFill>
            <a:prstDash val="dot"/>
            <a:headEnd type="none"/>
            <a:tailEnd type="none"/>
          </a:ln>
        </p:spPr>
      </p:sp>
      <p:sp>
        <p:nvSpPr>
          <p:cNvPr id="1049" name="Shape 1047"/>
          <p:cNvSpPr/>
          <p:nvPr/>
        </p:nvSpPr>
        <p:spPr>
          <a:xfrm>
            <a:off x="4705807" y="2387277"/>
            <a:ext cx="0" cy="15751"/>
          </a:xfrm>
          <a:prstGeom prst="line">
            <a:avLst/>
          </a:prstGeom>
          <a:noFill/>
          <a:ln w="15875">
            <a:solidFill>
              <a:srgbClr val="168B83">
                <a:alpha val="76000"/>
              </a:srgbClr>
            </a:solidFill>
            <a:prstDash val="dot"/>
            <a:headEnd type="none"/>
            <a:tailEnd type="none"/>
          </a:ln>
        </p:spPr>
      </p:sp>
      <p:sp>
        <p:nvSpPr>
          <p:cNvPr id="1050" name="Shape 1048"/>
          <p:cNvSpPr/>
          <p:nvPr/>
        </p:nvSpPr>
        <p:spPr>
          <a:xfrm>
            <a:off x="4705807" y="2390020"/>
            <a:ext cx="127406" cy="0"/>
          </a:xfrm>
          <a:prstGeom prst="line">
            <a:avLst/>
          </a:prstGeom>
          <a:noFill/>
          <a:ln w="15875">
            <a:solidFill>
              <a:srgbClr val="168B83">
                <a:alpha val="76000"/>
              </a:srgbClr>
            </a:solidFill>
            <a:prstDash val="dot"/>
            <a:headEnd type="none"/>
            <a:tailEnd type="none"/>
          </a:ln>
        </p:spPr>
      </p:sp>
      <p:sp>
        <p:nvSpPr>
          <p:cNvPr id="1051" name="Shape 1049"/>
          <p:cNvSpPr/>
          <p:nvPr/>
        </p:nvSpPr>
        <p:spPr>
          <a:xfrm>
            <a:off x="4830470" y="2379070"/>
            <a:ext cx="0" cy="13693"/>
          </a:xfrm>
          <a:prstGeom prst="line">
            <a:avLst/>
          </a:prstGeom>
          <a:noFill/>
          <a:ln w="15875">
            <a:solidFill>
              <a:srgbClr val="168B83">
                <a:alpha val="76000"/>
              </a:srgbClr>
            </a:solidFill>
            <a:prstDash val="dot"/>
            <a:headEnd type="none"/>
            <a:tailEnd type="none"/>
          </a:ln>
        </p:spPr>
      </p:sp>
      <p:sp>
        <p:nvSpPr>
          <p:cNvPr id="1052" name="Shape 1050"/>
          <p:cNvSpPr/>
          <p:nvPr/>
        </p:nvSpPr>
        <p:spPr>
          <a:xfrm>
            <a:off x="4830470" y="2381813"/>
            <a:ext cx="127407" cy="0"/>
          </a:xfrm>
          <a:prstGeom prst="line">
            <a:avLst/>
          </a:prstGeom>
          <a:noFill/>
          <a:ln w="15875">
            <a:solidFill>
              <a:srgbClr val="168B83">
                <a:alpha val="76000"/>
              </a:srgbClr>
            </a:solidFill>
            <a:prstDash val="dot"/>
            <a:headEnd type="none"/>
            <a:tailEnd type="none"/>
          </a:ln>
        </p:spPr>
      </p:sp>
      <p:sp>
        <p:nvSpPr>
          <p:cNvPr id="1053" name="Shape 1051"/>
          <p:cNvSpPr/>
          <p:nvPr/>
        </p:nvSpPr>
        <p:spPr>
          <a:xfrm>
            <a:off x="4955134" y="2371144"/>
            <a:ext cx="0" cy="13412"/>
          </a:xfrm>
          <a:prstGeom prst="line">
            <a:avLst/>
          </a:prstGeom>
          <a:noFill/>
          <a:ln w="15875">
            <a:solidFill>
              <a:srgbClr val="168B83">
                <a:alpha val="76000"/>
              </a:srgbClr>
            </a:solidFill>
            <a:prstDash val="dot"/>
            <a:headEnd type="none"/>
            <a:tailEnd type="none"/>
          </a:ln>
        </p:spPr>
      </p:sp>
      <p:sp>
        <p:nvSpPr>
          <p:cNvPr id="1054" name="Shape 1052"/>
          <p:cNvSpPr/>
          <p:nvPr/>
        </p:nvSpPr>
        <p:spPr>
          <a:xfrm>
            <a:off x="4955134" y="2373887"/>
            <a:ext cx="127407" cy="0"/>
          </a:xfrm>
          <a:prstGeom prst="line">
            <a:avLst/>
          </a:prstGeom>
          <a:noFill/>
          <a:ln w="15875">
            <a:solidFill>
              <a:srgbClr val="168B83">
                <a:alpha val="76000"/>
              </a:srgbClr>
            </a:solidFill>
            <a:prstDash val="dot"/>
            <a:headEnd type="none"/>
            <a:tailEnd type="none"/>
          </a:ln>
        </p:spPr>
      </p:sp>
      <p:sp>
        <p:nvSpPr>
          <p:cNvPr id="1055" name="Shape 1053"/>
          <p:cNvSpPr/>
          <p:nvPr/>
        </p:nvSpPr>
        <p:spPr>
          <a:xfrm>
            <a:off x="5079797" y="2362965"/>
            <a:ext cx="0" cy="13665"/>
          </a:xfrm>
          <a:prstGeom prst="line">
            <a:avLst/>
          </a:prstGeom>
          <a:noFill/>
          <a:ln w="15875">
            <a:solidFill>
              <a:srgbClr val="168B83">
                <a:alpha val="76000"/>
              </a:srgbClr>
            </a:solidFill>
            <a:prstDash val="dot"/>
            <a:headEnd type="none"/>
            <a:tailEnd type="none"/>
          </a:ln>
        </p:spPr>
      </p:sp>
      <p:sp>
        <p:nvSpPr>
          <p:cNvPr id="1056" name="Shape 1054"/>
          <p:cNvSpPr/>
          <p:nvPr/>
        </p:nvSpPr>
        <p:spPr>
          <a:xfrm>
            <a:off x="5079797" y="2365709"/>
            <a:ext cx="127406" cy="0"/>
          </a:xfrm>
          <a:prstGeom prst="line">
            <a:avLst/>
          </a:prstGeom>
          <a:noFill/>
          <a:ln w="15875">
            <a:solidFill>
              <a:srgbClr val="168B83">
                <a:alpha val="76000"/>
              </a:srgbClr>
            </a:solidFill>
            <a:prstDash val="dot"/>
            <a:headEnd type="none"/>
            <a:tailEnd type="none"/>
          </a:ln>
        </p:spPr>
      </p:sp>
      <p:sp>
        <p:nvSpPr>
          <p:cNvPr id="1057" name="Shape 1055"/>
          <p:cNvSpPr/>
          <p:nvPr/>
        </p:nvSpPr>
        <p:spPr>
          <a:xfrm>
            <a:off x="5204460" y="2355093"/>
            <a:ext cx="0" cy="13359"/>
          </a:xfrm>
          <a:prstGeom prst="line">
            <a:avLst/>
          </a:prstGeom>
          <a:noFill/>
          <a:ln w="15875">
            <a:solidFill>
              <a:srgbClr val="168B83">
                <a:alpha val="76000"/>
              </a:srgbClr>
            </a:solidFill>
            <a:prstDash val="dot"/>
            <a:headEnd type="none"/>
            <a:tailEnd type="none"/>
          </a:ln>
        </p:spPr>
      </p:sp>
      <p:sp>
        <p:nvSpPr>
          <p:cNvPr id="1058" name="Shape 1056"/>
          <p:cNvSpPr/>
          <p:nvPr/>
        </p:nvSpPr>
        <p:spPr>
          <a:xfrm>
            <a:off x="5204460" y="2357836"/>
            <a:ext cx="127407" cy="0"/>
          </a:xfrm>
          <a:prstGeom prst="line">
            <a:avLst/>
          </a:prstGeom>
          <a:noFill/>
          <a:ln w="15875">
            <a:solidFill>
              <a:srgbClr val="168B83">
                <a:alpha val="76000"/>
              </a:srgbClr>
            </a:solidFill>
            <a:prstDash val="dot"/>
            <a:headEnd type="none"/>
            <a:tailEnd type="none"/>
          </a:ln>
        </p:spPr>
      </p:sp>
      <p:sp>
        <p:nvSpPr>
          <p:cNvPr id="1059" name="Shape 1057"/>
          <p:cNvSpPr/>
          <p:nvPr/>
        </p:nvSpPr>
        <p:spPr>
          <a:xfrm>
            <a:off x="5329123" y="2347729"/>
            <a:ext cx="0" cy="12850"/>
          </a:xfrm>
          <a:prstGeom prst="line">
            <a:avLst/>
          </a:prstGeom>
          <a:noFill/>
          <a:ln w="15875">
            <a:solidFill>
              <a:srgbClr val="168B83">
                <a:alpha val="76000"/>
              </a:srgbClr>
            </a:solidFill>
            <a:prstDash val="dot"/>
            <a:headEnd type="none"/>
            <a:tailEnd type="none"/>
          </a:ln>
        </p:spPr>
      </p:sp>
      <p:sp>
        <p:nvSpPr>
          <p:cNvPr id="1060" name="Shape 1058"/>
          <p:cNvSpPr/>
          <p:nvPr/>
        </p:nvSpPr>
        <p:spPr>
          <a:xfrm>
            <a:off x="5329123" y="2350472"/>
            <a:ext cx="127407" cy="0"/>
          </a:xfrm>
          <a:prstGeom prst="line">
            <a:avLst/>
          </a:prstGeom>
          <a:noFill/>
          <a:ln w="15875">
            <a:solidFill>
              <a:srgbClr val="168B83">
                <a:alpha val="76000"/>
              </a:srgbClr>
            </a:solidFill>
            <a:prstDash val="dot"/>
            <a:headEnd type="none"/>
            <a:tailEnd type="none"/>
          </a:ln>
        </p:spPr>
      </p:sp>
      <p:sp>
        <p:nvSpPr>
          <p:cNvPr id="1061" name="Shape 1059"/>
          <p:cNvSpPr/>
          <p:nvPr/>
        </p:nvSpPr>
        <p:spPr>
          <a:xfrm>
            <a:off x="5453787" y="2347729"/>
            <a:ext cx="0" cy="67209"/>
          </a:xfrm>
          <a:prstGeom prst="line">
            <a:avLst/>
          </a:prstGeom>
          <a:noFill/>
          <a:ln w="15875">
            <a:solidFill>
              <a:srgbClr val="168B83">
                <a:alpha val="76000"/>
              </a:srgbClr>
            </a:solidFill>
            <a:prstDash val="dot"/>
            <a:headEnd type="none"/>
            <a:tailEnd type="none"/>
          </a:ln>
        </p:spPr>
      </p:sp>
      <p:sp>
        <p:nvSpPr>
          <p:cNvPr id="1062" name="Shape 1060"/>
          <p:cNvSpPr/>
          <p:nvPr/>
        </p:nvSpPr>
        <p:spPr>
          <a:xfrm>
            <a:off x="5453787" y="2412195"/>
            <a:ext cx="127406" cy="0"/>
          </a:xfrm>
          <a:prstGeom prst="line">
            <a:avLst/>
          </a:prstGeom>
          <a:noFill/>
          <a:ln w="15875">
            <a:solidFill>
              <a:srgbClr val="168B83">
                <a:alpha val="76000"/>
              </a:srgbClr>
            </a:solidFill>
            <a:prstDash val="dot"/>
            <a:headEnd type="none"/>
            <a:tailEnd type="none"/>
          </a:ln>
        </p:spPr>
      </p:sp>
      <p:sp>
        <p:nvSpPr>
          <p:cNvPr id="1063" name="Shape 1061"/>
          <p:cNvSpPr/>
          <p:nvPr/>
        </p:nvSpPr>
        <p:spPr>
          <a:xfrm>
            <a:off x="5578449" y="2403718"/>
            <a:ext cx="0" cy="11221"/>
          </a:xfrm>
          <a:prstGeom prst="line">
            <a:avLst/>
          </a:prstGeom>
          <a:noFill/>
          <a:ln w="15875">
            <a:solidFill>
              <a:srgbClr val="168B83">
                <a:alpha val="76000"/>
              </a:srgbClr>
            </a:solidFill>
            <a:prstDash val="dot"/>
            <a:headEnd type="none"/>
            <a:tailEnd type="none"/>
          </a:ln>
        </p:spPr>
      </p:sp>
      <p:sp>
        <p:nvSpPr>
          <p:cNvPr id="1064" name="Shape 1062"/>
          <p:cNvSpPr/>
          <p:nvPr/>
        </p:nvSpPr>
        <p:spPr>
          <a:xfrm>
            <a:off x="5578449" y="2406461"/>
            <a:ext cx="127407" cy="0"/>
          </a:xfrm>
          <a:prstGeom prst="line">
            <a:avLst/>
          </a:prstGeom>
          <a:noFill/>
          <a:ln w="15875">
            <a:solidFill>
              <a:srgbClr val="168B83">
                <a:alpha val="76000"/>
              </a:srgbClr>
            </a:solidFill>
            <a:prstDash val="dot"/>
            <a:headEnd type="none"/>
            <a:tailEnd type="none"/>
          </a:ln>
        </p:spPr>
      </p:sp>
      <p:sp>
        <p:nvSpPr>
          <p:cNvPr id="1065" name="Shape 1063"/>
          <p:cNvSpPr/>
          <p:nvPr/>
        </p:nvSpPr>
        <p:spPr>
          <a:xfrm>
            <a:off x="5703113" y="2398350"/>
            <a:ext cx="0" cy="10854"/>
          </a:xfrm>
          <a:prstGeom prst="line">
            <a:avLst/>
          </a:prstGeom>
          <a:noFill/>
          <a:ln w="15875">
            <a:solidFill>
              <a:srgbClr val="168B83">
                <a:alpha val="76000"/>
              </a:srgbClr>
            </a:solidFill>
            <a:prstDash val="dot"/>
            <a:headEnd type="none"/>
            <a:tailEnd type="none"/>
          </a:ln>
        </p:spPr>
      </p:sp>
      <p:sp>
        <p:nvSpPr>
          <p:cNvPr id="1066" name="Shape 1064"/>
          <p:cNvSpPr/>
          <p:nvPr/>
        </p:nvSpPr>
        <p:spPr>
          <a:xfrm>
            <a:off x="5703113" y="2401093"/>
            <a:ext cx="127407" cy="0"/>
          </a:xfrm>
          <a:prstGeom prst="line">
            <a:avLst/>
          </a:prstGeom>
          <a:noFill/>
          <a:ln w="15875">
            <a:solidFill>
              <a:srgbClr val="168B83">
                <a:alpha val="76000"/>
              </a:srgbClr>
            </a:solidFill>
            <a:prstDash val="dot"/>
            <a:headEnd type="none"/>
            <a:tailEnd type="none"/>
          </a:ln>
        </p:spPr>
      </p:sp>
      <p:sp>
        <p:nvSpPr>
          <p:cNvPr id="1067" name="Shape 1065"/>
          <p:cNvSpPr/>
          <p:nvPr/>
        </p:nvSpPr>
        <p:spPr>
          <a:xfrm>
            <a:off x="5827776" y="2393516"/>
            <a:ext cx="0" cy="10320"/>
          </a:xfrm>
          <a:prstGeom prst="line">
            <a:avLst/>
          </a:prstGeom>
          <a:noFill/>
          <a:ln w="15875">
            <a:solidFill>
              <a:srgbClr val="168B83">
                <a:alpha val="76000"/>
              </a:srgbClr>
            </a:solidFill>
            <a:prstDash val="dot"/>
            <a:headEnd type="none"/>
            <a:tailEnd type="none"/>
          </a:ln>
        </p:spPr>
      </p:sp>
      <p:sp>
        <p:nvSpPr>
          <p:cNvPr id="1068" name="Shape 1066"/>
          <p:cNvSpPr/>
          <p:nvPr/>
        </p:nvSpPr>
        <p:spPr>
          <a:xfrm>
            <a:off x="5827776" y="2396259"/>
            <a:ext cx="127406" cy="0"/>
          </a:xfrm>
          <a:prstGeom prst="line">
            <a:avLst/>
          </a:prstGeom>
          <a:noFill/>
          <a:ln w="15875">
            <a:solidFill>
              <a:srgbClr val="168B83">
                <a:alpha val="76000"/>
              </a:srgbClr>
            </a:solidFill>
            <a:prstDash val="dot"/>
            <a:headEnd type="none"/>
            <a:tailEnd type="none"/>
          </a:ln>
        </p:spPr>
      </p:sp>
      <p:sp>
        <p:nvSpPr>
          <p:cNvPr id="1069" name="Shape 1067"/>
          <p:cNvSpPr/>
          <p:nvPr/>
        </p:nvSpPr>
        <p:spPr>
          <a:xfrm>
            <a:off x="5952439" y="2388848"/>
            <a:ext cx="0" cy="10155"/>
          </a:xfrm>
          <a:prstGeom prst="line">
            <a:avLst/>
          </a:prstGeom>
          <a:noFill/>
          <a:ln w="15875">
            <a:solidFill>
              <a:srgbClr val="168B83">
                <a:alpha val="76000"/>
              </a:srgbClr>
            </a:solidFill>
            <a:prstDash val="dot"/>
            <a:headEnd type="none"/>
            <a:tailEnd type="none"/>
          </a:ln>
        </p:spPr>
      </p:sp>
      <p:sp>
        <p:nvSpPr>
          <p:cNvPr id="1070" name="Shape 1068"/>
          <p:cNvSpPr/>
          <p:nvPr/>
        </p:nvSpPr>
        <p:spPr>
          <a:xfrm>
            <a:off x="5952439" y="2391591"/>
            <a:ext cx="127407" cy="0"/>
          </a:xfrm>
          <a:prstGeom prst="line">
            <a:avLst/>
          </a:prstGeom>
          <a:noFill/>
          <a:ln w="15875">
            <a:solidFill>
              <a:srgbClr val="168B83">
                <a:alpha val="76000"/>
              </a:srgbClr>
            </a:solidFill>
            <a:prstDash val="dot"/>
            <a:headEnd type="none"/>
            <a:tailEnd type="none"/>
          </a:ln>
        </p:spPr>
      </p:sp>
      <p:sp>
        <p:nvSpPr>
          <p:cNvPr id="1071" name="Shape 1069"/>
          <p:cNvSpPr/>
          <p:nvPr/>
        </p:nvSpPr>
        <p:spPr>
          <a:xfrm>
            <a:off x="6077102" y="2383176"/>
            <a:ext cx="0" cy="11159"/>
          </a:xfrm>
          <a:prstGeom prst="line">
            <a:avLst/>
          </a:prstGeom>
          <a:noFill/>
          <a:ln w="15875">
            <a:solidFill>
              <a:srgbClr val="168B83">
                <a:alpha val="76000"/>
              </a:srgbClr>
            </a:solidFill>
            <a:prstDash val="dot"/>
            <a:headEnd type="none"/>
            <a:tailEnd type="none"/>
          </a:ln>
        </p:spPr>
      </p:sp>
      <p:sp>
        <p:nvSpPr>
          <p:cNvPr id="1072" name="Shape 1070"/>
          <p:cNvSpPr/>
          <p:nvPr/>
        </p:nvSpPr>
        <p:spPr>
          <a:xfrm>
            <a:off x="6077102" y="2385919"/>
            <a:ext cx="127407" cy="0"/>
          </a:xfrm>
          <a:prstGeom prst="line">
            <a:avLst/>
          </a:prstGeom>
          <a:noFill/>
          <a:ln w="15875">
            <a:solidFill>
              <a:srgbClr val="168B83">
                <a:alpha val="76000"/>
              </a:srgbClr>
            </a:solidFill>
            <a:prstDash val="dot"/>
            <a:headEnd type="none"/>
            <a:tailEnd type="none"/>
          </a:ln>
        </p:spPr>
      </p:sp>
      <p:sp>
        <p:nvSpPr>
          <p:cNvPr id="1073" name="Shape 1071"/>
          <p:cNvSpPr/>
          <p:nvPr/>
        </p:nvSpPr>
        <p:spPr>
          <a:xfrm>
            <a:off x="6201766" y="2376226"/>
            <a:ext cx="0" cy="12436"/>
          </a:xfrm>
          <a:prstGeom prst="line">
            <a:avLst/>
          </a:prstGeom>
          <a:noFill/>
          <a:ln w="15875">
            <a:solidFill>
              <a:srgbClr val="168B83">
                <a:alpha val="76000"/>
              </a:srgbClr>
            </a:solidFill>
            <a:prstDash val="dot"/>
            <a:headEnd type="none"/>
            <a:tailEnd type="none"/>
          </a:ln>
        </p:spPr>
      </p:sp>
      <p:sp>
        <p:nvSpPr>
          <p:cNvPr id="1074" name="Shape 1072"/>
          <p:cNvSpPr/>
          <p:nvPr/>
        </p:nvSpPr>
        <p:spPr>
          <a:xfrm>
            <a:off x="6201766" y="2378969"/>
            <a:ext cx="127406" cy="0"/>
          </a:xfrm>
          <a:prstGeom prst="line">
            <a:avLst/>
          </a:prstGeom>
          <a:noFill/>
          <a:ln w="15875">
            <a:solidFill>
              <a:srgbClr val="168B83">
                <a:alpha val="76000"/>
              </a:srgbClr>
            </a:solidFill>
            <a:prstDash val="dot"/>
            <a:headEnd type="none"/>
            <a:tailEnd type="none"/>
          </a:ln>
        </p:spPr>
      </p:sp>
      <p:sp>
        <p:nvSpPr>
          <p:cNvPr id="1075" name="Shape 1073"/>
          <p:cNvSpPr/>
          <p:nvPr/>
        </p:nvSpPr>
        <p:spPr>
          <a:xfrm>
            <a:off x="6326429" y="2368573"/>
            <a:ext cx="0" cy="13140"/>
          </a:xfrm>
          <a:prstGeom prst="line">
            <a:avLst/>
          </a:prstGeom>
          <a:noFill/>
          <a:ln w="15875">
            <a:solidFill>
              <a:srgbClr val="168B83">
                <a:alpha val="76000"/>
              </a:srgbClr>
            </a:solidFill>
            <a:prstDash val="dot"/>
            <a:headEnd type="none"/>
            <a:tailEnd type="none"/>
          </a:ln>
        </p:spPr>
      </p:sp>
      <p:sp>
        <p:nvSpPr>
          <p:cNvPr id="1076" name="Shape 1074"/>
          <p:cNvSpPr/>
          <p:nvPr/>
        </p:nvSpPr>
        <p:spPr>
          <a:xfrm>
            <a:off x="6326429" y="2371316"/>
            <a:ext cx="127407" cy="0"/>
          </a:xfrm>
          <a:prstGeom prst="line">
            <a:avLst/>
          </a:prstGeom>
          <a:noFill/>
          <a:ln w="15875">
            <a:solidFill>
              <a:srgbClr val="168B83">
                <a:alpha val="76000"/>
              </a:srgbClr>
            </a:solidFill>
            <a:prstDash val="dot"/>
            <a:headEnd type="none"/>
            <a:tailEnd type="none"/>
          </a:ln>
        </p:spPr>
      </p:sp>
      <p:sp>
        <p:nvSpPr>
          <p:cNvPr id="1077" name="Shape 1075"/>
          <p:cNvSpPr/>
          <p:nvPr/>
        </p:nvSpPr>
        <p:spPr>
          <a:xfrm>
            <a:off x="6451092" y="2360747"/>
            <a:ext cx="0" cy="13312"/>
          </a:xfrm>
          <a:prstGeom prst="line">
            <a:avLst/>
          </a:prstGeom>
          <a:noFill/>
          <a:ln w="15875">
            <a:solidFill>
              <a:srgbClr val="168B83">
                <a:alpha val="76000"/>
              </a:srgbClr>
            </a:solidFill>
            <a:prstDash val="dot"/>
            <a:headEnd type="none"/>
            <a:tailEnd type="none"/>
          </a:ln>
        </p:spPr>
      </p:sp>
      <p:sp>
        <p:nvSpPr>
          <p:cNvPr id="1078" name="Shape 1076"/>
          <p:cNvSpPr/>
          <p:nvPr/>
        </p:nvSpPr>
        <p:spPr>
          <a:xfrm>
            <a:off x="6451092" y="2363490"/>
            <a:ext cx="127407" cy="0"/>
          </a:xfrm>
          <a:prstGeom prst="line">
            <a:avLst/>
          </a:prstGeom>
          <a:noFill/>
          <a:ln w="15875">
            <a:solidFill>
              <a:srgbClr val="168B83">
                <a:alpha val="76000"/>
              </a:srgbClr>
            </a:solidFill>
            <a:prstDash val="dot"/>
            <a:headEnd type="none"/>
            <a:tailEnd type="none"/>
          </a:ln>
        </p:spPr>
      </p:sp>
      <p:sp>
        <p:nvSpPr>
          <p:cNvPr id="1079" name="Shape 1077"/>
          <p:cNvSpPr/>
          <p:nvPr/>
        </p:nvSpPr>
        <p:spPr>
          <a:xfrm>
            <a:off x="6575755" y="2352564"/>
            <a:ext cx="0" cy="13669"/>
          </a:xfrm>
          <a:prstGeom prst="line">
            <a:avLst/>
          </a:prstGeom>
          <a:noFill/>
          <a:ln w="15875">
            <a:solidFill>
              <a:srgbClr val="168B83">
                <a:alpha val="76000"/>
              </a:srgbClr>
            </a:solidFill>
            <a:prstDash val="dot"/>
            <a:headEnd type="none"/>
            <a:tailEnd type="none"/>
          </a:ln>
        </p:spPr>
      </p:sp>
      <p:sp>
        <p:nvSpPr>
          <p:cNvPr id="1080" name="Shape 1078"/>
          <p:cNvSpPr/>
          <p:nvPr/>
        </p:nvSpPr>
        <p:spPr>
          <a:xfrm>
            <a:off x="6575755" y="2355308"/>
            <a:ext cx="127406" cy="0"/>
          </a:xfrm>
          <a:prstGeom prst="line">
            <a:avLst/>
          </a:prstGeom>
          <a:noFill/>
          <a:ln w="15875">
            <a:solidFill>
              <a:srgbClr val="168B83">
                <a:alpha val="76000"/>
              </a:srgbClr>
            </a:solidFill>
            <a:prstDash val="dot"/>
            <a:headEnd type="none"/>
            <a:tailEnd type="none"/>
          </a:ln>
        </p:spPr>
      </p:sp>
      <p:sp>
        <p:nvSpPr>
          <p:cNvPr id="1081" name="Shape 1079"/>
          <p:cNvSpPr/>
          <p:nvPr/>
        </p:nvSpPr>
        <p:spPr>
          <a:xfrm>
            <a:off x="6700418" y="2344504"/>
            <a:ext cx="0" cy="13547"/>
          </a:xfrm>
          <a:prstGeom prst="line">
            <a:avLst/>
          </a:prstGeom>
          <a:noFill/>
          <a:ln w="15875">
            <a:solidFill>
              <a:srgbClr val="168B83">
                <a:alpha val="76000"/>
              </a:srgbClr>
            </a:solidFill>
            <a:prstDash val="dot"/>
            <a:headEnd type="none"/>
            <a:tailEnd type="none"/>
          </a:ln>
        </p:spPr>
      </p:sp>
      <p:sp>
        <p:nvSpPr>
          <p:cNvPr id="1082" name="Shape 1080"/>
          <p:cNvSpPr/>
          <p:nvPr/>
        </p:nvSpPr>
        <p:spPr>
          <a:xfrm>
            <a:off x="6700418" y="2347247"/>
            <a:ext cx="127407" cy="0"/>
          </a:xfrm>
          <a:prstGeom prst="line">
            <a:avLst/>
          </a:prstGeom>
          <a:noFill/>
          <a:ln w="15875">
            <a:solidFill>
              <a:srgbClr val="168B83">
                <a:alpha val="76000"/>
              </a:srgbClr>
            </a:solidFill>
            <a:prstDash val="dot"/>
            <a:headEnd type="none"/>
            <a:tailEnd type="none"/>
          </a:ln>
        </p:spPr>
      </p:sp>
      <p:sp>
        <p:nvSpPr>
          <p:cNvPr id="1083" name="Shape 1081"/>
          <p:cNvSpPr/>
          <p:nvPr/>
        </p:nvSpPr>
        <p:spPr>
          <a:xfrm>
            <a:off x="6825082" y="2336071"/>
            <a:ext cx="0" cy="13920"/>
          </a:xfrm>
          <a:prstGeom prst="line">
            <a:avLst/>
          </a:prstGeom>
          <a:noFill/>
          <a:ln w="15875">
            <a:solidFill>
              <a:srgbClr val="168B83">
                <a:alpha val="76000"/>
              </a:srgbClr>
            </a:solidFill>
            <a:prstDash val="dot"/>
            <a:headEnd type="none"/>
            <a:tailEnd type="none"/>
          </a:ln>
        </p:spPr>
      </p:sp>
      <p:sp>
        <p:nvSpPr>
          <p:cNvPr id="1084" name="Shape 1082"/>
          <p:cNvSpPr/>
          <p:nvPr/>
        </p:nvSpPr>
        <p:spPr>
          <a:xfrm>
            <a:off x="6825082" y="2338814"/>
            <a:ext cx="127407" cy="0"/>
          </a:xfrm>
          <a:prstGeom prst="line">
            <a:avLst/>
          </a:prstGeom>
          <a:noFill/>
          <a:ln w="15875">
            <a:solidFill>
              <a:srgbClr val="168B83">
                <a:alpha val="76000"/>
              </a:srgbClr>
            </a:solidFill>
            <a:prstDash val="dot"/>
            <a:headEnd type="none"/>
            <a:tailEnd type="none"/>
          </a:ln>
        </p:spPr>
      </p:sp>
      <p:sp>
        <p:nvSpPr>
          <p:cNvPr id="1085" name="Shape 1083"/>
          <p:cNvSpPr/>
          <p:nvPr/>
        </p:nvSpPr>
        <p:spPr>
          <a:xfrm>
            <a:off x="6949745" y="2336071"/>
            <a:ext cx="0" cy="40031"/>
          </a:xfrm>
          <a:prstGeom prst="line">
            <a:avLst/>
          </a:prstGeom>
          <a:noFill/>
          <a:ln w="15875">
            <a:solidFill>
              <a:srgbClr val="168B83">
                <a:alpha val="76000"/>
              </a:srgbClr>
            </a:solidFill>
            <a:prstDash val="dot"/>
            <a:headEnd type="none"/>
            <a:tailEnd type="none"/>
          </a:ln>
        </p:spPr>
      </p:sp>
      <p:sp>
        <p:nvSpPr>
          <p:cNvPr id="1086" name="Shape 1084"/>
          <p:cNvSpPr/>
          <p:nvPr/>
        </p:nvSpPr>
        <p:spPr>
          <a:xfrm>
            <a:off x="6949745" y="2373359"/>
            <a:ext cx="127406" cy="0"/>
          </a:xfrm>
          <a:prstGeom prst="line">
            <a:avLst/>
          </a:prstGeom>
          <a:noFill/>
          <a:ln w="15875">
            <a:solidFill>
              <a:srgbClr val="168B83">
                <a:alpha val="76000"/>
              </a:srgbClr>
            </a:solidFill>
            <a:prstDash val="dot"/>
            <a:headEnd type="none"/>
            <a:tailEnd type="none"/>
          </a:ln>
        </p:spPr>
      </p:sp>
      <p:sp>
        <p:nvSpPr>
          <p:cNvPr id="1087" name="Shape 1085"/>
          <p:cNvSpPr/>
          <p:nvPr/>
        </p:nvSpPr>
        <p:spPr>
          <a:xfrm>
            <a:off x="7074408" y="2359056"/>
            <a:ext cx="0" cy="17046"/>
          </a:xfrm>
          <a:prstGeom prst="line">
            <a:avLst/>
          </a:prstGeom>
          <a:noFill/>
          <a:ln w="15875">
            <a:solidFill>
              <a:srgbClr val="168B83">
                <a:alpha val="76000"/>
              </a:srgbClr>
            </a:solidFill>
            <a:prstDash val="dot"/>
            <a:headEnd type="none"/>
            <a:tailEnd type="none"/>
          </a:ln>
        </p:spPr>
      </p:sp>
      <p:sp>
        <p:nvSpPr>
          <p:cNvPr id="1088" name="Shape 1086"/>
          <p:cNvSpPr/>
          <p:nvPr/>
        </p:nvSpPr>
        <p:spPr>
          <a:xfrm>
            <a:off x="7074408" y="2361799"/>
            <a:ext cx="127407" cy="0"/>
          </a:xfrm>
          <a:prstGeom prst="line">
            <a:avLst/>
          </a:prstGeom>
          <a:noFill/>
          <a:ln w="15875">
            <a:solidFill>
              <a:srgbClr val="168B83">
                <a:alpha val="76000"/>
              </a:srgbClr>
            </a:solidFill>
            <a:prstDash val="dot"/>
            <a:headEnd type="none"/>
            <a:tailEnd type="none"/>
          </a:ln>
        </p:spPr>
      </p:sp>
      <p:sp>
        <p:nvSpPr>
          <p:cNvPr id="1089" name="Shape 1087"/>
          <p:cNvSpPr/>
          <p:nvPr/>
        </p:nvSpPr>
        <p:spPr>
          <a:xfrm>
            <a:off x="7199071" y="2344906"/>
            <a:ext cx="0" cy="19636"/>
          </a:xfrm>
          <a:prstGeom prst="line">
            <a:avLst/>
          </a:prstGeom>
          <a:noFill/>
          <a:ln w="15875">
            <a:solidFill>
              <a:srgbClr val="168B83">
                <a:alpha val="76000"/>
              </a:srgbClr>
            </a:solidFill>
            <a:prstDash val="dot"/>
            <a:headEnd type="none"/>
            <a:tailEnd type="none"/>
          </a:ln>
        </p:spPr>
      </p:sp>
      <p:sp>
        <p:nvSpPr>
          <p:cNvPr id="1090" name="Shape 1088"/>
          <p:cNvSpPr/>
          <p:nvPr/>
        </p:nvSpPr>
        <p:spPr>
          <a:xfrm>
            <a:off x="7199071" y="2347649"/>
            <a:ext cx="127407" cy="0"/>
          </a:xfrm>
          <a:prstGeom prst="line">
            <a:avLst/>
          </a:prstGeom>
          <a:noFill/>
          <a:ln w="15875">
            <a:solidFill>
              <a:srgbClr val="168B83">
                <a:alpha val="76000"/>
              </a:srgbClr>
            </a:solidFill>
            <a:prstDash val="dot"/>
            <a:headEnd type="none"/>
            <a:tailEnd type="none"/>
          </a:ln>
        </p:spPr>
      </p:sp>
      <p:sp>
        <p:nvSpPr>
          <p:cNvPr id="1091" name="Shape 1089"/>
          <p:cNvSpPr/>
          <p:nvPr/>
        </p:nvSpPr>
        <p:spPr>
          <a:xfrm>
            <a:off x="7323735" y="2329753"/>
            <a:ext cx="0" cy="20639"/>
          </a:xfrm>
          <a:prstGeom prst="line">
            <a:avLst/>
          </a:prstGeom>
          <a:noFill/>
          <a:ln w="15875">
            <a:solidFill>
              <a:srgbClr val="168B83">
                <a:alpha val="76000"/>
              </a:srgbClr>
            </a:solidFill>
            <a:prstDash val="dot"/>
            <a:headEnd type="none"/>
            <a:tailEnd type="none"/>
          </a:ln>
        </p:spPr>
      </p:sp>
      <p:sp>
        <p:nvSpPr>
          <p:cNvPr id="1092" name="Shape 1090"/>
          <p:cNvSpPr/>
          <p:nvPr/>
        </p:nvSpPr>
        <p:spPr>
          <a:xfrm>
            <a:off x="7323735" y="2332496"/>
            <a:ext cx="127406" cy="0"/>
          </a:xfrm>
          <a:prstGeom prst="line">
            <a:avLst/>
          </a:prstGeom>
          <a:noFill/>
          <a:ln w="15875">
            <a:solidFill>
              <a:srgbClr val="168B83">
                <a:alpha val="76000"/>
              </a:srgbClr>
            </a:solidFill>
            <a:prstDash val="dot"/>
            <a:headEnd type="none"/>
            <a:tailEnd type="none"/>
          </a:ln>
        </p:spPr>
      </p:sp>
      <p:sp>
        <p:nvSpPr>
          <p:cNvPr id="1093" name="Shape 1091"/>
          <p:cNvSpPr/>
          <p:nvPr/>
        </p:nvSpPr>
        <p:spPr>
          <a:xfrm>
            <a:off x="7448397" y="2314937"/>
            <a:ext cx="0" cy="20302"/>
          </a:xfrm>
          <a:prstGeom prst="line">
            <a:avLst/>
          </a:prstGeom>
          <a:noFill/>
          <a:ln w="15875">
            <a:solidFill>
              <a:srgbClr val="168B83">
                <a:alpha val="76000"/>
              </a:srgbClr>
            </a:solidFill>
            <a:prstDash val="dot"/>
            <a:headEnd type="none"/>
            <a:tailEnd type="none"/>
          </a:ln>
        </p:spPr>
      </p:sp>
      <p:sp>
        <p:nvSpPr>
          <p:cNvPr id="1094" name="Shape 1092"/>
          <p:cNvSpPr/>
          <p:nvPr/>
        </p:nvSpPr>
        <p:spPr>
          <a:xfrm>
            <a:off x="7448397" y="2317681"/>
            <a:ext cx="127407" cy="0"/>
          </a:xfrm>
          <a:prstGeom prst="line">
            <a:avLst/>
          </a:prstGeom>
          <a:noFill/>
          <a:ln w="15875">
            <a:solidFill>
              <a:srgbClr val="168B83">
                <a:alpha val="76000"/>
              </a:srgbClr>
            </a:solidFill>
            <a:prstDash val="dot"/>
            <a:headEnd type="none"/>
            <a:tailEnd type="none"/>
          </a:ln>
        </p:spPr>
      </p:sp>
      <p:sp>
        <p:nvSpPr>
          <p:cNvPr id="1095" name="Shape 1093"/>
          <p:cNvSpPr/>
          <p:nvPr/>
        </p:nvSpPr>
        <p:spPr>
          <a:xfrm>
            <a:off x="7573061" y="2301708"/>
            <a:ext cx="0" cy="18716"/>
          </a:xfrm>
          <a:prstGeom prst="line">
            <a:avLst/>
          </a:prstGeom>
          <a:noFill/>
          <a:ln w="15875">
            <a:solidFill>
              <a:srgbClr val="168B83">
                <a:alpha val="76000"/>
              </a:srgbClr>
            </a:solidFill>
            <a:prstDash val="dot"/>
            <a:headEnd type="none"/>
            <a:tailEnd type="none"/>
          </a:ln>
        </p:spPr>
      </p:sp>
      <p:sp>
        <p:nvSpPr>
          <p:cNvPr id="1096" name="Shape 1094"/>
          <p:cNvSpPr/>
          <p:nvPr/>
        </p:nvSpPr>
        <p:spPr>
          <a:xfrm>
            <a:off x="7573061" y="2304451"/>
            <a:ext cx="127407" cy="0"/>
          </a:xfrm>
          <a:prstGeom prst="line">
            <a:avLst/>
          </a:prstGeom>
          <a:noFill/>
          <a:ln w="15875">
            <a:solidFill>
              <a:srgbClr val="168B83">
                <a:alpha val="76000"/>
              </a:srgbClr>
            </a:solidFill>
            <a:prstDash val="dot"/>
            <a:headEnd type="none"/>
            <a:tailEnd type="none"/>
          </a:ln>
        </p:spPr>
      </p:sp>
      <p:sp>
        <p:nvSpPr>
          <p:cNvPr id="1097" name="Shape 1095"/>
          <p:cNvSpPr/>
          <p:nvPr/>
        </p:nvSpPr>
        <p:spPr>
          <a:xfrm>
            <a:off x="7697724" y="2289481"/>
            <a:ext cx="0" cy="17713"/>
          </a:xfrm>
          <a:prstGeom prst="line">
            <a:avLst/>
          </a:prstGeom>
          <a:noFill/>
          <a:ln w="15875">
            <a:solidFill>
              <a:srgbClr val="168B83">
                <a:alpha val="76000"/>
              </a:srgbClr>
            </a:solidFill>
            <a:prstDash val="dot"/>
            <a:headEnd type="none"/>
            <a:tailEnd type="none"/>
          </a:ln>
        </p:spPr>
      </p:sp>
      <p:sp>
        <p:nvSpPr>
          <p:cNvPr id="1098" name="Shape 1096"/>
          <p:cNvSpPr/>
          <p:nvPr/>
        </p:nvSpPr>
        <p:spPr>
          <a:xfrm>
            <a:off x="7697724" y="2292224"/>
            <a:ext cx="127406" cy="0"/>
          </a:xfrm>
          <a:prstGeom prst="line">
            <a:avLst/>
          </a:prstGeom>
          <a:noFill/>
          <a:ln w="15875">
            <a:solidFill>
              <a:srgbClr val="168B83">
                <a:alpha val="76000"/>
              </a:srgbClr>
            </a:solidFill>
            <a:prstDash val="dot"/>
            <a:headEnd type="none"/>
            <a:tailEnd type="none"/>
          </a:ln>
        </p:spPr>
      </p:sp>
      <p:sp>
        <p:nvSpPr>
          <p:cNvPr id="1099" name="Shape 1097"/>
          <p:cNvSpPr/>
          <p:nvPr/>
        </p:nvSpPr>
        <p:spPr>
          <a:xfrm>
            <a:off x="7822387" y="2277123"/>
            <a:ext cx="0" cy="17844"/>
          </a:xfrm>
          <a:prstGeom prst="line">
            <a:avLst/>
          </a:prstGeom>
          <a:noFill/>
          <a:ln w="15875">
            <a:solidFill>
              <a:srgbClr val="168B83">
                <a:alpha val="76000"/>
              </a:srgbClr>
            </a:solidFill>
            <a:prstDash val="dot"/>
            <a:headEnd type="none"/>
            <a:tailEnd type="none"/>
          </a:ln>
        </p:spPr>
      </p:sp>
      <p:sp>
        <p:nvSpPr>
          <p:cNvPr id="1100" name="Shape 1098"/>
          <p:cNvSpPr/>
          <p:nvPr/>
        </p:nvSpPr>
        <p:spPr>
          <a:xfrm>
            <a:off x="7822387" y="2279866"/>
            <a:ext cx="127407" cy="0"/>
          </a:xfrm>
          <a:prstGeom prst="line">
            <a:avLst/>
          </a:prstGeom>
          <a:noFill/>
          <a:ln w="15875">
            <a:solidFill>
              <a:srgbClr val="168B83">
                <a:alpha val="76000"/>
              </a:srgbClr>
            </a:solidFill>
            <a:prstDash val="dot"/>
            <a:headEnd type="none"/>
            <a:tailEnd type="none"/>
          </a:ln>
        </p:spPr>
      </p:sp>
      <p:sp>
        <p:nvSpPr>
          <p:cNvPr id="1101" name="Shape 1099"/>
          <p:cNvSpPr/>
          <p:nvPr/>
        </p:nvSpPr>
        <p:spPr>
          <a:xfrm>
            <a:off x="7947050" y="2265015"/>
            <a:ext cx="0" cy="17595"/>
          </a:xfrm>
          <a:prstGeom prst="line">
            <a:avLst/>
          </a:prstGeom>
          <a:noFill/>
          <a:ln w="15875">
            <a:solidFill>
              <a:srgbClr val="168B83">
                <a:alpha val="76000"/>
              </a:srgbClr>
            </a:solidFill>
            <a:prstDash val="dot"/>
            <a:headEnd type="none"/>
            <a:tailEnd type="none"/>
          </a:ln>
        </p:spPr>
      </p:sp>
      <p:sp>
        <p:nvSpPr>
          <p:cNvPr id="1102" name="Shape 1100"/>
          <p:cNvSpPr/>
          <p:nvPr/>
        </p:nvSpPr>
        <p:spPr>
          <a:xfrm>
            <a:off x="7947050" y="2267758"/>
            <a:ext cx="127407" cy="0"/>
          </a:xfrm>
          <a:prstGeom prst="line">
            <a:avLst/>
          </a:prstGeom>
          <a:noFill/>
          <a:ln w="15875">
            <a:solidFill>
              <a:srgbClr val="168B83">
                <a:alpha val="76000"/>
              </a:srgbClr>
            </a:solidFill>
            <a:prstDash val="dot"/>
            <a:headEnd type="none"/>
            <a:tailEnd type="none"/>
          </a:ln>
        </p:spPr>
      </p:sp>
      <p:sp>
        <p:nvSpPr>
          <p:cNvPr id="1103" name="Shape 1101"/>
          <p:cNvSpPr/>
          <p:nvPr/>
        </p:nvSpPr>
        <p:spPr>
          <a:xfrm>
            <a:off x="8071714" y="2253449"/>
            <a:ext cx="0" cy="17052"/>
          </a:xfrm>
          <a:prstGeom prst="line">
            <a:avLst/>
          </a:prstGeom>
          <a:noFill/>
          <a:ln w="15875">
            <a:solidFill>
              <a:srgbClr val="168B83">
                <a:alpha val="76000"/>
              </a:srgbClr>
            </a:solidFill>
            <a:prstDash val="dot"/>
            <a:headEnd type="none"/>
            <a:tailEnd type="none"/>
          </a:ln>
        </p:spPr>
      </p:sp>
      <p:sp>
        <p:nvSpPr>
          <p:cNvPr id="1104" name="Shape 1102"/>
          <p:cNvSpPr/>
          <p:nvPr/>
        </p:nvSpPr>
        <p:spPr>
          <a:xfrm>
            <a:off x="8071714" y="2256192"/>
            <a:ext cx="127406" cy="0"/>
          </a:xfrm>
          <a:prstGeom prst="line">
            <a:avLst/>
          </a:prstGeom>
          <a:noFill/>
          <a:ln w="15875">
            <a:solidFill>
              <a:srgbClr val="168B83">
                <a:alpha val="76000"/>
              </a:srgbClr>
            </a:solidFill>
            <a:prstDash val="dot"/>
            <a:headEnd type="none"/>
            <a:tailEnd type="none"/>
          </a:ln>
        </p:spPr>
      </p:sp>
      <p:sp>
        <p:nvSpPr>
          <p:cNvPr id="1105" name="Shape 1103"/>
          <p:cNvSpPr/>
          <p:nvPr/>
        </p:nvSpPr>
        <p:spPr>
          <a:xfrm>
            <a:off x="8196377" y="2242874"/>
            <a:ext cx="0" cy="16061"/>
          </a:xfrm>
          <a:prstGeom prst="line">
            <a:avLst/>
          </a:prstGeom>
          <a:noFill/>
          <a:ln w="15875">
            <a:solidFill>
              <a:srgbClr val="168B83">
                <a:alpha val="76000"/>
              </a:srgbClr>
            </a:solidFill>
            <a:prstDash val="dot"/>
            <a:headEnd type="none"/>
            <a:tailEnd type="none"/>
          </a:ln>
        </p:spPr>
      </p:sp>
      <p:sp>
        <p:nvSpPr>
          <p:cNvPr id="1106" name="Shape 1104"/>
          <p:cNvSpPr/>
          <p:nvPr/>
        </p:nvSpPr>
        <p:spPr>
          <a:xfrm>
            <a:off x="8196377" y="2245618"/>
            <a:ext cx="127407" cy="0"/>
          </a:xfrm>
          <a:prstGeom prst="line">
            <a:avLst/>
          </a:prstGeom>
          <a:noFill/>
          <a:ln w="15875">
            <a:solidFill>
              <a:srgbClr val="168B83">
                <a:alpha val="76000"/>
              </a:srgbClr>
            </a:solidFill>
            <a:prstDash val="dot"/>
            <a:headEnd type="none"/>
            <a:tailEnd type="none"/>
          </a:ln>
        </p:spPr>
      </p:sp>
      <p:sp>
        <p:nvSpPr>
          <p:cNvPr id="1107" name="Shape 1105"/>
          <p:cNvSpPr/>
          <p:nvPr/>
        </p:nvSpPr>
        <p:spPr>
          <a:xfrm>
            <a:off x="8321040" y="2233380"/>
            <a:ext cx="0" cy="14980"/>
          </a:xfrm>
          <a:prstGeom prst="line">
            <a:avLst/>
          </a:prstGeom>
          <a:noFill/>
          <a:ln w="15875">
            <a:solidFill>
              <a:srgbClr val="168B83">
                <a:alpha val="76000"/>
              </a:srgbClr>
            </a:solidFill>
            <a:prstDash val="dot"/>
            <a:headEnd type="none"/>
            <a:tailEnd type="none"/>
          </a:ln>
        </p:spPr>
      </p:sp>
      <p:sp>
        <p:nvSpPr>
          <p:cNvPr id="1108" name="Shape 1106"/>
          <p:cNvSpPr/>
          <p:nvPr/>
        </p:nvSpPr>
        <p:spPr>
          <a:xfrm>
            <a:off x="841248" y="2236124"/>
            <a:ext cx="127407" cy="0"/>
          </a:xfrm>
          <a:prstGeom prst="line">
            <a:avLst/>
          </a:prstGeom>
          <a:noFill/>
          <a:ln w="15875">
            <a:solidFill>
              <a:srgbClr val="C44F4F">
                <a:alpha val="76000"/>
              </a:srgbClr>
            </a:solidFill>
            <a:prstDash val="dot"/>
            <a:headEnd type="none"/>
            <a:tailEnd type="none"/>
          </a:ln>
        </p:spPr>
      </p:sp>
      <p:sp>
        <p:nvSpPr>
          <p:cNvPr id="1109" name="Shape 1107"/>
          <p:cNvSpPr/>
          <p:nvPr/>
        </p:nvSpPr>
        <p:spPr>
          <a:xfrm>
            <a:off x="965911" y="2233380"/>
            <a:ext cx="0" cy="50225"/>
          </a:xfrm>
          <a:prstGeom prst="line">
            <a:avLst/>
          </a:prstGeom>
          <a:noFill/>
          <a:ln w="15875">
            <a:solidFill>
              <a:srgbClr val="C44F4F">
                <a:alpha val="76000"/>
              </a:srgbClr>
            </a:solidFill>
            <a:prstDash val="dot"/>
            <a:headEnd type="none"/>
            <a:tailEnd type="none"/>
          </a:ln>
        </p:spPr>
      </p:sp>
      <p:sp>
        <p:nvSpPr>
          <p:cNvPr id="1110" name="Shape 1108"/>
          <p:cNvSpPr/>
          <p:nvPr/>
        </p:nvSpPr>
        <p:spPr>
          <a:xfrm>
            <a:off x="965911" y="2280863"/>
            <a:ext cx="127406" cy="0"/>
          </a:xfrm>
          <a:prstGeom prst="line">
            <a:avLst/>
          </a:prstGeom>
          <a:noFill/>
          <a:ln w="15875">
            <a:solidFill>
              <a:srgbClr val="C44F4F">
                <a:alpha val="76000"/>
              </a:srgbClr>
            </a:solidFill>
            <a:prstDash val="dot"/>
            <a:headEnd type="none"/>
            <a:tailEnd type="none"/>
          </a:ln>
        </p:spPr>
      </p:sp>
      <p:sp>
        <p:nvSpPr>
          <p:cNvPr id="1111" name="Shape 1109"/>
          <p:cNvSpPr/>
          <p:nvPr/>
        </p:nvSpPr>
        <p:spPr>
          <a:xfrm>
            <a:off x="1090574" y="2278119"/>
            <a:ext cx="0" cy="100002"/>
          </a:xfrm>
          <a:prstGeom prst="line">
            <a:avLst/>
          </a:prstGeom>
          <a:noFill/>
          <a:ln w="15875">
            <a:solidFill>
              <a:srgbClr val="C44F4F">
                <a:alpha val="76000"/>
              </a:srgbClr>
            </a:solidFill>
            <a:prstDash val="dot"/>
            <a:headEnd type="none"/>
            <a:tailEnd type="none"/>
          </a:ln>
        </p:spPr>
      </p:sp>
      <p:sp>
        <p:nvSpPr>
          <p:cNvPr id="1112" name="Shape 1110"/>
          <p:cNvSpPr/>
          <p:nvPr/>
        </p:nvSpPr>
        <p:spPr>
          <a:xfrm>
            <a:off x="1090574" y="2375379"/>
            <a:ext cx="127407" cy="0"/>
          </a:xfrm>
          <a:prstGeom prst="line">
            <a:avLst/>
          </a:prstGeom>
          <a:noFill/>
          <a:ln w="15875">
            <a:solidFill>
              <a:srgbClr val="C44F4F">
                <a:alpha val="76000"/>
              </a:srgbClr>
            </a:solidFill>
            <a:prstDash val="dot"/>
            <a:headEnd type="none"/>
            <a:tailEnd type="none"/>
          </a:ln>
        </p:spPr>
      </p:sp>
      <p:sp>
        <p:nvSpPr>
          <p:cNvPr id="1113" name="Shape 1111"/>
          <p:cNvSpPr/>
          <p:nvPr/>
        </p:nvSpPr>
        <p:spPr>
          <a:xfrm>
            <a:off x="1215238" y="2372636"/>
            <a:ext cx="0" cy="97721"/>
          </a:xfrm>
          <a:prstGeom prst="line">
            <a:avLst/>
          </a:prstGeom>
          <a:noFill/>
          <a:ln w="15875">
            <a:solidFill>
              <a:srgbClr val="C44F4F">
                <a:alpha val="76000"/>
              </a:srgbClr>
            </a:solidFill>
            <a:prstDash val="dot"/>
            <a:headEnd type="none"/>
            <a:tailEnd type="none"/>
          </a:ln>
        </p:spPr>
      </p:sp>
      <p:sp>
        <p:nvSpPr>
          <p:cNvPr id="1114" name="Shape 1112"/>
          <p:cNvSpPr/>
          <p:nvPr/>
        </p:nvSpPr>
        <p:spPr>
          <a:xfrm>
            <a:off x="1215238" y="2467613"/>
            <a:ext cx="127407" cy="0"/>
          </a:xfrm>
          <a:prstGeom prst="line">
            <a:avLst/>
          </a:prstGeom>
          <a:noFill/>
          <a:ln w="15875">
            <a:solidFill>
              <a:srgbClr val="C44F4F">
                <a:alpha val="76000"/>
              </a:srgbClr>
            </a:solidFill>
            <a:prstDash val="dot"/>
            <a:headEnd type="none"/>
            <a:tailEnd type="none"/>
          </a:ln>
        </p:spPr>
      </p:sp>
      <p:sp>
        <p:nvSpPr>
          <p:cNvPr id="1115" name="Shape 1113"/>
          <p:cNvSpPr/>
          <p:nvPr/>
        </p:nvSpPr>
        <p:spPr>
          <a:xfrm>
            <a:off x="1339901" y="2464870"/>
            <a:ext cx="0" cy="98418"/>
          </a:xfrm>
          <a:prstGeom prst="line">
            <a:avLst/>
          </a:prstGeom>
          <a:noFill/>
          <a:ln w="15875">
            <a:solidFill>
              <a:srgbClr val="C44F4F">
                <a:alpha val="76000"/>
              </a:srgbClr>
            </a:solidFill>
            <a:prstDash val="dot"/>
            <a:headEnd type="none"/>
            <a:tailEnd type="none"/>
          </a:ln>
        </p:spPr>
      </p:sp>
      <p:sp>
        <p:nvSpPr>
          <p:cNvPr id="1116" name="Shape 1114"/>
          <p:cNvSpPr/>
          <p:nvPr/>
        </p:nvSpPr>
        <p:spPr>
          <a:xfrm>
            <a:off x="1339901" y="2560545"/>
            <a:ext cx="127406" cy="0"/>
          </a:xfrm>
          <a:prstGeom prst="line">
            <a:avLst/>
          </a:prstGeom>
          <a:noFill/>
          <a:ln w="15875">
            <a:solidFill>
              <a:srgbClr val="C44F4F">
                <a:alpha val="76000"/>
              </a:srgbClr>
            </a:solidFill>
            <a:prstDash val="dot"/>
            <a:headEnd type="none"/>
            <a:tailEnd type="none"/>
          </a:ln>
        </p:spPr>
      </p:sp>
      <p:sp>
        <p:nvSpPr>
          <p:cNvPr id="1117" name="Shape 1115"/>
          <p:cNvSpPr/>
          <p:nvPr/>
        </p:nvSpPr>
        <p:spPr>
          <a:xfrm>
            <a:off x="1464564" y="2557802"/>
            <a:ext cx="0" cy="105294"/>
          </a:xfrm>
          <a:prstGeom prst="line">
            <a:avLst/>
          </a:prstGeom>
          <a:noFill/>
          <a:ln w="15875">
            <a:solidFill>
              <a:srgbClr val="C44F4F">
                <a:alpha val="76000"/>
              </a:srgbClr>
            </a:solidFill>
            <a:prstDash val="dot"/>
            <a:headEnd type="none"/>
            <a:tailEnd type="none"/>
          </a:ln>
        </p:spPr>
      </p:sp>
      <p:sp>
        <p:nvSpPr>
          <p:cNvPr id="1118" name="Shape 1116"/>
          <p:cNvSpPr/>
          <p:nvPr/>
        </p:nvSpPr>
        <p:spPr>
          <a:xfrm>
            <a:off x="1464564" y="2660353"/>
            <a:ext cx="127407" cy="0"/>
          </a:xfrm>
          <a:prstGeom prst="line">
            <a:avLst/>
          </a:prstGeom>
          <a:noFill/>
          <a:ln w="15875">
            <a:solidFill>
              <a:srgbClr val="C44F4F">
                <a:alpha val="76000"/>
              </a:srgbClr>
            </a:solidFill>
            <a:prstDash val="dot"/>
            <a:headEnd type="none"/>
            <a:tailEnd type="none"/>
          </a:ln>
        </p:spPr>
      </p:sp>
      <p:sp>
        <p:nvSpPr>
          <p:cNvPr id="1119" name="Shape 1117"/>
          <p:cNvSpPr/>
          <p:nvPr/>
        </p:nvSpPr>
        <p:spPr>
          <a:xfrm>
            <a:off x="1589227" y="2657609"/>
            <a:ext cx="0" cy="105832"/>
          </a:xfrm>
          <a:prstGeom prst="line">
            <a:avLst/>
          </a:prstGeom>
          <a:noFill/>
          <a:ln w="15875">
            <a:solidFill>
              <a:srgbClr val="C44F4F">
                <a:alpha val="76000"/>
              </a:srgbClr>
            </a:solidFill>
            <a:prstDash val="dot"/>
            <a:headEnd type="none"/>
            <a:tailEnd type="none"/>
          </a:ln>
        </p:spPr>
      </p:sp>
      <p:sp>
        <p:nvSpPr>
          <p:cNvPr id="1120" name="Shape 1118"/>
          <p:cNvSpPr/>
          <p:nvPr/>
        </p:nvSpPr>
        <p:spPr>
          <a:xfrm>
            <a:off x="1589227" y="2760699"/>
            <a:ext cx="127407" cy="0"/>
          </a:xfrm>
          <a:prstGeom prst="line">
            <a:avLst/>
          </a:prstGeom>
          <a:noFill/>
          <a:ln w="15875">
            <a:solidFill>
              <a:srgbClr val="C44F4F">
                <a:alpha val="76000"/>
              </a:srgbClr>
            </a:solidFill>
            <a:prstDash val="dot"/>
            <a:headEnd type="none"/>
            <a:tailEnd type="none"/>
          </a:ln>
        </p:spPr>
      </p:sp>
      <p:sp>
        <p:nvSpPr>
          <p:cNvPr id="1121" name="Shape 1119"/>
          <p:cNvSpPr/>
          <p:nvPr/>
        </p:nvSpPr>
        <p:spPr>
          <a:xfrm>
            <a:off x="1713891" y="2757955"/>
            <a:ext cx="0" cy="98640"/>
          </a:xfrm>
          <a:prstGeom prst="line">
            <a:avLst/>
          </a:prstGeom>
          <a:noFill/>
          <a:ln w="15875">
            <a:solidFill>
              <a:srgbClr val="C44F4F">
                <a:alpha val="76000"/>
              </a:srgbClr>
            </a:solidFill>
            <a:prstDash val="dot"/>
            <a:headEnd type="none"/>
            <a:tailEnd type="none"/>
          </a:ln>
        </p:spPr>
      </p:sp>
      <p:sp>
        <p:nvSpPr>
          <p:cNvPr id="1122" name="Shape 1120"/>
          <p:cNvSpPr/>
          <p:nvPr/>
        </p:nvSpPr>
        <p:spPr>
          <a:xfrm>
            <a:off x="1713891" y="2853852"/>
            <a:ext cx="127406" cy="0"/>
          </a:xfrm>
          <a:prstGeom prst="line">
            <a:avLst/>
          </a:prstGeom>
          <a:noFill/>
          <a:ln w="15875">
            <a:solidFill>
              <a:srgbClr val="C44F4F">
                <a:alpha val="76000"/>
              </a:srgbClr>
            </a:solidFill>
            <a:prstDash val="dot"/>
            <a:headEnd type="none"/>
            <a:tailEnd type="none"/>
          </a:ln>
        </p:spPr>
      </p:sp>
      <p:sp>
        <p:nvSpPr>
          <p:cNvPr id="1123" name="Shape 1121"/>
          <p:cNvSpPr/>
          <p:nvPr/>
        </p:nvSpPr>
        <p:spPr>
          <a:xfrm>
            <a:off x="1838553" y="2851109"/>
            <a:ext cx="0" cy="67082"/>
          </a:xfrm>
          <a:prstGeom prst="line">
            <a:avLst/>
          </a:prstGeom>
          <a:noFill/>
          <a:ln w="15875">
            <a:solidFill>
              <a:srgbClr val="C44F4F">
                <a:alpha val="76000"/>
              </a:srgbClr>
            </a:solidFill>
            <a:prstDash val="dot"/>
            <a:headEnd type="none"/>
            <a:tailEnd type="none"/>
          </a:ln>
        </p:spPr>
      </p:sp>
      <p:sp>
        <p:nvSpPr>
          <p:cNvPr id="1124" name="Shape 1122"/>
          <p:cNvSpPr/>
          <p:nvPr/>
        </p:nvSpPr>
        <p:spPr>
          <a:xfrm>
            <a:off x="1838553" y="2915448"/>
            <a:ext cx="127407" cy="0"/>
          </a:xfrm>
          <a:prstGeom prst="line">
            <a:avLst/>
          </a:prstGeom>
          <a:noFill/>
          <a:ln w="15875">
            <a:solidFill>
              <a:srgbClr val="C44F4F">
                <a:alpha val="76000"/>
              </a:srgbClr>
            </a:solidFill>
            <a:prstDash val="dot"/>
            <a:headEnd type="none"/>
            <a:tailEnd type="none"/>
          </a:ln>
        </p:spPr>
      </p:sp>
      <p:sp>
        <p:nvSpPr>
          <p:cNvPr id="1125" name="Shape 1123"/>
          <p:cNvSpPr/>
          <p:nvPr/>
        </p:nvSpPr>
        <p:spPr>
          <a:xfrm>
            <a:off x="1963217" y="2912704"/>
            <a:ext cx="0" cy="68888"/>
          </a:xfrm>
          <a:prstGeom prst="line">
            <a:avLst/>
          </a:prstGeom>
          <a:noFill/>
          <a:ln w="15875">
            <a:solidFill>
              <a:srgbClr val="C44F4F">
                <a:alpha val="76000"/>
              </a:srgbClr>
            </a:solidFill>
            <a:prstDash val="dot"/>
            <a:headEnd type="none"/>
            <a:tailEnd type="none"/>
          </a:ln>
        </p:spPr>
      </p:sp>
      <p:sp>
        <p:nvSpPr>
          <p:cNvPr id="1126" name="Shape 1124"/>
          <p:cNvSpPr/>
          <p:nvPr/>
        </p:nvSpPr>
        <p:spPr>
          <a:xfrm>
            <a:off x="1963217" y="2978849"/>
            <a:ext cx="127407" cy="0"/>
          </a:xfrm>
          <a:prstGeom prst="line">
            <a:avLst/>
          </a:prstGeom>
          <a:noFill/>
          <a:ln w="15875">
            <a:solidFill>
              <a:srgbClr val="C44F4F">
                <a:alpha val="76000"/>
              </a:srgbClr>
            </a:solidFill>
            <a:prstDash val="dot"/>
            <a:headEnd type="none"/>
            <a:tailEnd type="none"/>
          </a:ln>
        </p:spPr>
      </p:sp>
      <p:sp>
        <p:nvSpPr>
          <p:cNvPr id="1127" name="Shape 1125"/>
          <p:cNvSpPr/>
          <p:nvPr/>
        </p:nvSpPr>
        <p:spPr>
          <a:xfrm>
            <a:off x="2087880" y="2976106"/>
            <a:ext cx="0" cy="70472"/>
          </a:xfrm>
          <a:prstGeom prst="line">
            <a:avLst/>
          </a:prstGeom>
          <a:noFill/>
          <a:ln w="15875">
            <a:solidFill>
              <a:srgbClr val="C44F4F">
                <a:alpha val="76000"/>
              </a:srgbClr>
            </a:solidFill>
            <a:prstDash val="dot"/>
            <a:headEnd type="none"/>
            <a:tailEnd type="none"/>
          </a:ln>
        </p:spPr>
      </p:sp>
      <p:sp>
        <p:nvSpPr>
          <p:cNvPr id="1128" name="Shape 1126"/>
          <p:cNvSpPr/>
          <p:nvPr/>
        </p:nvSpPr>
        <p:spPr>
          <a:xfrm>
            <a:off x="2087880" y="3043835"/>
            <a:ext cx="127406" cy="0"/>
          </a:xfrm>
          <a:prstGeom prst="line">
            <a:avLst/>
          </a:prstGeom>
          <a:noFill/>
          <a:ln w="15875">
            <a:solidFill>
              <a:srgbClr val="C44F4F">
                <a:alpha val="76000"/>
              </a:srgbClr>
            </a:solidFill>
            <a:prstDash val="dot"/>
            <a:headEnd type="none"/>
            <a:tailEnd type="none"/>
          </a:ln>
        </p:spPr>
      </p:sp>
      <p:sp>
        <p:nvSpPr>
          <p:cNvPr id="1129" name="Shape 1127"/>
          <p:cNvSpPr/>
          <p:nvPr/>
        </p:nvSpPr>
        <p:spPr>
          <a:xfrm>
            <a:off x="2212543" y="3041091"/>
            <a:ext cx="0" cy="68191"/>
          </a:xfrm>
          <a:prstGeom prst="line">
            <a:avLst/>
          </a:prstGeom>
          <a:noFill/>
          <a:ln w="15875">
            <a:solidFill>
              <a:srgbClr val="C44F4F">
                <a:alpha val="76000"/>
              </a:srgbClr>
            </a:solidFill>
            <a:prstDash val="dot"/>
            <a:headEnd type="none"/>
            <a:tailEnd type="none"/>
          </a:ln>
        </p:spPr>
      </p:sp>
      <p:sp>
        <p:nvSpPr>
          <p:cNvPr id="1130" name="Shape 1128"/>
          <p:cNvSpPr/>
          <p:nvPr/>
        </p:nvSpPr>
        <p:spPr>
          <a:xfrm>
            <a:off x="2212543" y="3106539"/>
            <a:ext cx="127407" cy="0"/>
          </a:xfrm>
          <a:prstGeom prst="line">
            <a:avLst/>
          </a:prstGeom>
          <a:noFill/>
          <a:ln w="15875">
            <a:solidFill>
              <a:srgbClr val="C44F4F">
                <a:alpha val="76000"/>
              </a:srgbClr>
            </a:solidFill>
            <a:prstDash val="dot"/>
            <a:headEnd type="none"/>
            <a:tailEnd type="none"/>
          </a:ln>
        </p:spPr>
      </p:sp>
      <p:sp>
        <p:nvSpPr>
          <p:cNvPr id="1131" name="Shape 1129"/>
          <p:cNvSpPr/>
          <p:nvPr/>
        </p:nvSpPr>
        <p:spPr>
          <a:xfrm>
            <a:off x="2337206" y="3103796"/>
            <a:ext cx="0" cy="69110"/>
          </a:xfrm>
          <a:prstGeom prst="line">
            <a:avLst/>
          </a:prstGeom>
          <a:noFill/>
          <a:ln w="15875">
            <a:solidFill>
              <a:srgbClr val="C44F4F">
                <a:alpha val="76000"/>
              </a:srgbClr>
            </a:solidFill>
            <a:prstDash val="dot"/>
            <a:headEnd type="none"/>
            <a:tailEnd type="none"/>
          </a:ln>
        </p:spPr>
      </p:sp>
      <p:sp>
        <p:nvSpPr>
          <p:cNvPr id="1132" name="Shape 1130"/>
          <p:cNvSpPr/>
          <p:nvPr/>
        </p:nvSpPr>
        <p:spPr>
          <a:xfrm>
            <a:off x="2337206" y="3170162"/>
            <a:ext cx="127407" cy="0"/>
          </a:xfrm>
          <a:prstGeom prst="line">
            <a:avLst/>
          </a:prstGeom>
          <a:noFill/>
          <a:ln w="15875">
            <a:solidFill>
              <a:srgbClr val="C44F4F">
                <a:alpha val="76000"/>
              </a:srgbClr>
            </a:solidFill>
            <a:prstDash val="dot"/>
            <a:headEnd type="none"/>
            <a:tailEnd type="none"/>
          </a:ln>
        </p:spPr>
      </p:sp>
      <p:sp>
        <p:nvSpPr>
          <p:cNvPr id="1133" name="Shape 1131"/>
          <p:cNvSpPr/>
          <p:nvPr/>
        </p:nvSpPr>
        <p:spPr>
          <a:xfrm>
            <a:off x="2461870" y="3167419"/>
            <a:ext cx="0" cy="66005"/>
          </a:xfrm>
          <a:prstGeom prst="line">
            <a:avLst/>
          </a:prstGeom>
          <a:noFill/>
          <a:ln w="15875">
            <a:solidFill>
              <a:srgbClr val="C44F4F">
                <a:alpha val="76000"/>
              </a:srgbClr>
            </a:solidFill>
            <a:prstDash val="dot"/>
            <a:headEnd type="none"/>
            <a:tailEnd type="none"/>
          </a:ln>
        </p:spPr>
      </p:sp>
      <p:sp>
        <p:nvSpPr>
          <p:cNvPr id="1134" name="Shape 1132"/>
          <p:cNvSpPr/>
          <p:nvPr/>
        </p:nvSpPr>
        <p:spPr>
          <a:xfrm>
            <a:off x="2461870" y="3230680"/>
            <a:ext cx="127406" cy="0"/>
          </a:xfrm>
          <a:prstGeom prst="line">
            <a:avLst/>
          </a:prstGeom>
          <a:noFill/>
          <a:ln w="15875">
            <a:solidFill>
              <a:srgbClr val="C44F4F">
                <a:alpha val="76000"/>
              </a:srgbClr>
            </a:solidFill>
            <a:prstDash val="dot"/>
            <a:headEnd type="none"/>
            <a:tailEnd type="none"/>
          </a:ln>
        </p:spPr>
      </p:sp>
      <p:sp>
        <p:nvSpPr>
          <p:cNvPr id="1135" name="Shape 1133"/>
          <p:cNvSpPr/>
          <p:nvPr/>
        </p:nvSpPr>
        <p:spPr>
          <a:xfrm>
            <a:off x="2586533" y="3227937"/>
            <a:ext cx="0" cy="69585"/>
          </a:xfrm>
          <a:prstGeom prst="line">
            <a:avLst/>
          </a:prstGeom>
          <a:noFill/>
          <a:ln w="15875">
            <a:solidFill>
              <a:srgbClr val="C44F4F">
                <a:alpha val="76000"/>
              </a:srgbClr>
            </a:solidFill>
            <a:prstDash val="dot"/>
            <a:headEnd type="none"/>
            <a:tailEnd type="none"/>
          </a:ln>
        </p:spPr>
      </p:sp>
      <p:sp>
        <p:nvSpPr>
          <p:cNvPr id="1136" name="Shape 1134"/>
          <p:cNvSpPr/>
          <p:nvPr/>
        </p:nvSpPr>
        <p:spPr>
          <a:xfrm>
            <a:off x="2586533" y="3294779"/>
            <a:ext cx="127407" cy="0"/>
          </a:xfrm>
          <a:prstGeom prst="line">
            <a:avLst/>
          </a:prstGeom>
          <a:noFill/>
          <a:ln w="15875">
            <a:solidFill>
              <a:srgbClr val="C44F4F">
                <a:alpha val="76000"/>
              </a:srgbClr>
            </a:solidFill>
            <a:prstDash val="dot"/>
            <a:headEnd type="none"/>
            <a:tailEnd type="none"/>
          </a:ln>
        </p:spPr>
      </p:sp>
      <p:sp>
        <p:nvSpPr>
          <p:cNvPr id="1137" name="Shape 1135"/>
          <p:cNvSpPr/>
          <p:nvPr/>
        </p:nvSpPr>
        <p:spPr>
          <a:xfrm>
            <a:off x="2711196" y="3292036"/>
            <a:ext cx="0" cy="88184"/>
          </a:xfrm>
          <a:prstGeom prst="line">
            <a:avLst/>
          </a:prstGeom>
          <a:noFill/>
          <a:ln w="15875">
            <a:solidFill>
              <a:srgbClr val="C44F4F">
                <a:alpha val="76000"/>
              </a:srgbClr>
            </a:solidFill>
            <a:prstDash val="dot"/>
            <a:headEnd type="none"/>
            <a:tailEnd type="none"/>
          </a:ln>
        </p:spPr>
      </p:sp>
      <p:sp>
        <p:nvSpPr>
          <p:cNvPr id="1138" name="Shape 1136"/>
          <p:cNvSpPr/>
          <p:nvPr/>
        </p:nvSpPr>
        <p:spPr>
          <a:xfrm>
            <a:off x="2711196" y="3377477"/>
            <a:ext cx="127407" cy="0"/>
          </a:xfrm>
          <a:prstGeom prst="line">
            <a:avLst/>
          </a:prstGeom>
          <a:noFill/>
          <a:ln w="15875">
            <a:solidFill>
              <a:srgbClr val="C44F4F">
                <a:alpha val="76000"/>
              </a:srgbClr>
            </a:solidFill>
            <a:prstDash val="dot"/>
            <a:headEnd type="none"/>
            <a:tailEnd type="none"/>
          </a:ln>
        </p:spPr>
      </p:sp>
      <p:sp>
        <p:nvSpPr>
          <p:cNvPr id="1139" name="Shape 1137"/>
          <p:cNvSpPr/>
          <p:nvPr/>
        </p:nvSpPr>
        <p:spPr>
          <a:xfrm>
            <a:off x="2835859" y="3374733"/>
            <a:ext cx="0" cy="56531"/>
          </a:xfrm>
          <a:prstGeom prst="line">
            <a:avLst/>
          </a:prstGeom>
          <a:noFill/>
          <a:ln w="15875">
            <a:solidFill>
              <a:srgbClr val="C44F4F">
                <a:alpha val="76000"/>
              </a:srgbClr>
            </a:solidFill>
            <a:prstDash val="dot"/>
            <a:headEnd type="none"/>
            <a:tailEnd type="none"/>
          </a:ln>
        </p:spPr>
      </p:sp>
      <p:sp>
        <p:nvSpPr>
          <p:cNvPr id="1140" name="Shape 1138"/>
          <p:cNvSpPr/>
          <p:nvPr/>
        </p:nvSpPr>
        <p:spPr>
          <a:xfrm>
            <a:off x="2835859" y="3428521"/>
            <a:ext cx="127406" cy="0"/>
          </a:xfrm>
          <a:prstGeom prst="line">
            <a:avLst/>
          </a:prstGeom>
          <a:noFill/>
          <a:ln w="15875">
            <a:solidFill>
              <a:srgbClr val="C44F4F">
                <a:alpha val="76000"/>
              </a:srgbClr>
            </a:solidFill>
            <a:prstDash val="dot"/>
            <a:headEnd type="none"/>
            <a:tailEnd type="none"/>
          </a:ln>
        </p:spPr>
      </p:sp>
      <p:sp>
        <p:nvSpPr>
          <p:cNvPr id="1141" name="Shape 1139"/>
          <p:cNvSpPr/>
          <p:nvPr/>
        </p:nvSpPr>
        <p:spPr>
          <a:xfrm>
            <a:off x="2960522" y="3425778"/>
            <a:ext cx="0" cy="59287"/>
          </a:xfrm>
          <a:prstGeom prst="line">
            <a:avLst/>
          </a:prstGeom>
          <a:noFill/>
          <a:ln w="15875">
            <a:solidFill>
              <a:srgbClr val="C44F4F">
                <a:alpha val="76000"/>
              </a:srgbClr>
            </a:solidFill>
            <a:prstDash val="dot"/>
            <a:headEnd type="none"/>
            <a:tailEnd type="none"/>
          </a:ln>
        </p:spPr>
      </p:sp>
      <p:sp>
        <p:nvSpPr>
          <p:cNvPr id="1142" name="Shape 1140"/>
          <p:cNvSpPr/>
          <p:nvPr/>
        </p:nvSpPr>
        <p:spPr>
          <a:xfrm>
            <a:off x="2960522" y="3482322"/>
            <a:ext cx="127407" cy="0"/>
          </a:xfrm>
          <a:prstGeom prst="line">
            <a:avLst/>
          </a:prstGeom>
          <a:noFill/>
          <a:ln w="15875">
            <a:solidFill>
              <a:srgbClr val="C44F4F">
                <a:alpha val="76000"/>
              </a:srgbClr>
            </a:solidFill>
            <a:prstDash val="dot"/>
            <a:headEnd type="none"/>
            <a:tailEnd type="none"/>
          </a:ln>
        </p:spPr>
      </p:sp>
      <p:sp>
        <p:nvSpPr>
          <p:cNvPr id="1143" name="Shape 1141"/>
          <p:cNvSpPr/>
          <p:nvPr/>
        </p:nvSpPr>
        <p:spPr>
          <a:xfrm>
            <a:off x="3085186" y="3479579"/>
            <a:ext cx="0" cy="55739"/>
          </a:xfrm>
          <a:prstGeom prst="line">
            <a:avLst/>
          </a:prstGeom>
          <a:noFill/>
          <a:ln w="15875">
            <a:solidFill>
              <a:srgbClr val="C44F4F">
                <a:alpha val="76000"/>
              </a:srgbClr>
            </a:solidFill>
            <a:prstDash val="dot"/>
            <a:headEnd type="none"/>
            <a:tailEnd type="none"/>
          </a:ln>
        </p:spPr>
      </p:sp>
      <p:sp>
        <p:nvSpPr>
          <p:cNvPr id="1144" name="Shape 1142"/>
          <p:cNvSpPr/>
          <p:nvPr/>
        </p:nvSpPr>
        <p:spPr>
          <a:xfrm>
            <a:off x="3085186" y="3532574"/>
            <a:ext cx="127407" cy="0"/>
          </a:xfrm>
          <a:prstGeom prst="line">
            <a:avLst/>
          </a:prstGeom>
          <a:noFill/>
          <a:ln w="15875">
            <a:solidFill>
              <a:srgbClr val="C44F4F">
                <a:alpha val="76000"/>
              </a:srgbClr>
            </a:solidFill>
            <a:prstDash val="dot"/>
            <a:headEnd type="none"/>
            <a:tailEnd type="none"/>
          </a:ln>
        </p:spPr>
      </p:sp>
      <p:sp>
        <p:nvSpPr>
          <p:cNvPr id="1145" name="Shape 1143"/>
          <p:cNvSpPr/>
          <p:nvPr/>
        </p:nvSpPr>
        <p:spPr>
          <a:xfrm>
            <a:off x="3209849" y="3529831"/>
            <a:ext cx="0" cy="56404"/>
          </a:xfrm>
          <a:prstGeom prst="line">
            <a:avLst/>
          </a:prstGeom>
          <a:noFill/>
          <a:ln w="15875">
            <a:solidFill>
              <a:srgbClr val="C44F4F">
                <a:alpha val="76000"/>
              </a:srgbClr>
            </a:solidFill>
            <a:prstDash val="dot"/>
            <a:headEnd type="none"/>
            <a:tailEnd type="none"/>
          </a:ln>
        </p:spPr>
      </p:sp>
      <p:sp>
        <p:nvSpPr>
          <p:cNvPr id="1146" name="Shape 1144"/>
          <p:cNvSpPr/>
          <p:nvPr/>
        </p:nvSpPr>
        <p:spPr>
          <a:xfrm>
            <a:off x="3209849" y="3583492"/>
            <a:ext cx="127406" cy="0"/>
          </a:xfrm>
          <a:prstGeom prst="line">
            <a:avLst/>
          </a:prstGeom>
          <a:noFill/>
          <a:ln w="15875">
            <a:solidFill>
              <a:srgbClr val="C44F4F">
                <a:alpha val="76000"/>
              </a:srgbClr>
            </a:solidFill>
            <a:prstDash val="dot"/>
            <a:headEnd type="none"/>
            <a:tailEnd type="none"/>
          </a:ln>
        </p:spPr>
      </p:sp>
      <p:sp>
        <p:nvSpPr>
          <p:cNvPr id="1147" name="Shape 1145"/>
          <p:cNvSpPr/>
          <p:nvPr/>
        </p:nvSpPr>
        <p:spPr>
          <a:xfrm>
            <a:off x="3334512" y="3580748"/>
            <a:ext cx="0" cy="57671"/>
          </a:xfrm>
          <a:prstGeom prst="line">
            <a:avLst/>
          </a:prstGeom>
          <a:noFill/>
          <a:ln w="15875">
            <a:solidFill>
              <a:srgbClr val="C44F4F">
                <a:alpha val="76000"/>
              </a:srgbClr>
            </a:solidFill>
            <a:prstDash val="dot"/>
            <a:headEnd type="none"/>
            <a:tailEnd type="none"/>
          </a:ln>
        </p:spPr>
      </p:sp>
      <p:sp>
        <p:nvSpPr>
          <p:cNvPr id="1148" name="Shape 1146"/>
          <p:cNvSpPr/>
          <p:nvPr/>
        </p:nvSpPr>
        <p:spPr>
          <a:xfrm>
            <a:off x="3334512" y="3635677"/>
            <a:ext cx="127407" cy="0"/>
          </a:xfrm>
          <a:prstGeom prst="line">
            <a:avLst/>
          </a:prstGeom>
          <a:noFill/>
          <a:ln w="15875">
            <a:solidFill>
              <a:srgbClr val="C44F4F">
                <a:alpha val="76000"/>
              </a:srgbClr>
            </a:solidFill>
            <a:prstDash val="dot"/>
            <a:headEnd type="none"/>
            <a:tailEnd type="none"/>
          </a:ln>
        </p:spPr>
      </p:sp>
      <p:sp>
        <p:nvSpPr>
          <p:cNvPr id="1149" name="Shape 1147"/>
          <p:cNvSpPr/>
          <p:nvPr/>
        </p:nvSpPr>
        <p:spPr>
          <a:xfrm>
            <a:off x="3459175" y="3632933"/>
            <a:ext cx="0" cy="55485"/>
          </a:xfrm>
          <a:prstGeom prst="line">
            <a:avLst/>
          </a:prstGeom>
          <a:noFill/>
          <a:ln w="15875">
            <a:solidFill>
              <a:srgbClr val="C44F4F">
                <a:alpha val="76000"/>
              </a:srgbClr>
            </a:solidFill>
            <a:prstDash val="dot"/>
            <a:headEnd type="none"/>
            <a:tailEnd type="none"/>
          </a:ln>
        </p:spPr>
      </p:sp>
      <p:sp>
        <p:nvSpPr>
          <p:cNvPr id="1150" name="Shape 1148"/>
          <p:cNvSpPr/>
          <p:nvPr/>
        </p:nvSpPr>
        <p:spPr>
          <a:xfrm>
            <a:off x="3459175" y="3685675"/>
            <a:ext cx="127407" cy="0"/>
          </a:xfrm>
          <a:prstGeom prst="line">
            <a:avLst/>
          </a:prstGeom>
          <a:noFill/>
          <a:ln w="15875">
            <a:solidFill>
              <a:srgbClr val="C44F4F">
                <a:alpha val="76000"/>
              </a:srgbClr>
            </a:solidFill>
            <a:prstDash val="dot"/>
            <a:headEnd type="none"/>
            <a:tailEnd type="none"/>
          </a:ln>
        </p:spPr>
      </p:sp>
      <p:sp>
        <p:nvSpPr>
          <p:cNvPr id="1151" name="Shape 1149"/>
          <p:cNvSpPr/>
          <p:nvPr/>
        </p:nvSpPr>
        <p:spPr>
          <a:xfrm>
            <a:off x="3583839" y="3682932"/>
            <a:ext cx="0" cy="56182"/>
          </a:xfrm>
          <a:prstGeom prst="line">
            <a:avLst/>
          </a:prstGeom>
          <a:noFill/>
          <a:ln w="15875">
            <a:solidFill>
              <a:srgbClr val="C44F4F">
                <a:alpha val="76000"/>
              </a:srgbClr>
            </a:solidFill>
            <a:prstDash val="dot"/>
            <a:headEnd type="none"/>
            <a:tailEnd type="none"/>
          </a:ln>
        </p:spPr>
      </p:sp>
      <p:sp>
        <p:nvSpPr>
          <p:cNvPr id="1152" name="Shape 1150"/>
          <p:cNvSpPr/>
          <p:nvPr/>
        </p:nvSpPr>
        <p:spPr>
          <a:xfrm>
            <a:off x="3583839" y="3736371"/>
            <a:ext cx="127406" cy="0"/>
          </a:xfrm>
          <a:prstGeom prst="line">
            <a:avLst/>
          </a:prstGeom>
          <a:noFill/>
          <a:ln w="15875">
            <a:solidFill>
              <a:srgbClr val="C44F4F">
                <a:alpha val="76000"/>
              </a:srgbClr>
            </a:solidFill>
            <a:prstDash val="dot"/>
            <a:headEnd type="none"/>
            <a:tailEnd type="none"/>
          </a:ln>
        </p:spPr>
      </p:sp>
      <p:sp>
        <p:nvSpPr>
          <p:cNvPr id="1153" name="Shape 1151"/>
          <p:cNvSpPr/>
          <p:nvPr/>
        </p:nvSpPr>
        <p:spPr>
          <a:xfrm>
            <a:off x="3708501" y="3733628"/>
            <a:ext cx="0" cy="55770"/>
          </a:xfrm>
          <a:prstGeom prst="line">
            <a:avLst/>
          </a:prstGeom>
          <a:noFill/>
          <a:ln w="15875">
            <a:solidFill>
              <a:srgbClr val="C44F4F">
                <a:alpha val="76000"/>
              </a:srgbClr>
            </a:solidFill>
            <a:prstDash val="dot"/>
            <a:headEnd type="none"/>
            <a:tailEnd type="none"/>
          </a:ln>
        </p:spPr>
      </p:sp>
      <p:sp>
        <p:nvSpPr>
          <p:cNvPr id="1154" name="Shape 1152"/>
          <p:cNvSpPr/>
          <p:nvPr/>
        </p:nvSpPr>
        <p:spPr>
          <a:xfrm>
            <a:off x="3708501" y="3786655"/>
            <a:ext cx="127407" cy="0"/>
          </a:xfrm>
          <a:prstGeom prst="line">
            <a:avLst/>
          </a:prstGeom>
          <a:noFill/>
          <a:ln w="15875">
            <a:solidFill>
              <a:srgbClr val="C44F4F">
                <a:alpha val="76000"/>
              </a:srgbClr>
            </a:solidFill>
            <a:prstDash val="dot"/>
            <a:headEnd type="none"/>
            <a:tailEnd type="none"/>
          </a:ln>
        </p:spPr>
      </p:sp>
      <p:sp>
        <p:nvSpPr>
          <p:cNvPr id="1155" name="Shape 1153"/>
          <p:cNvSpPr/>
          <p:nvPr/>
        </p:nvSpPr>
        <p:spPr>
          <a:xfrm>
            <a:off x="3833165" y="3783912"/>
            <a:ext cx="0" cy="53109"/>
          </a:xfrm>
          <a:prstGeom prst="line">
            <a:avLst/>
          </a:prstGeom>
          <a:noFill/>
          <a:ln w="15875">
            <a:solidFill>
              <a:srgbClr val="C44F4F">
                <a:alpha val="76000"/>
              </a:srgbClr>
            </a:solidFill>
            <a:prstDash val="dot"/>
            <a:headEnd type="none"/>
            <a:tailEnd type="none"/>
          </a:ln>
        </p:spPr>
      </p:sp>
      <p:sp>
        <p:nvSpPr>
          <p:cNvPr id="1156" name="Shape 1154"/>
          <p:cNvSpPr/>
          <p:nvPr/>
        </p:nvSpPr>
        <p:spPr>
          <a:xfrm>
            <a:off x="3833165" y="3834277"/>
            <a:ext cx="127407" cy="0"/>
          </a:xfrm>
          <a:prstGeom prst="line">
            <a:avLst/>
          </a:prstGeom>
          <a:noFill/>
          <a:ln w="15875">
            <a:solidFill>
              <a:srgbClr val="C44F4F">
                <a:alpha val="76000"/>
              </a:srgbClr>
            </a:solidFill>
            <a:prstDash val="dot"/>
            <a:headEnd type="none"/>
            <a:tailEnd type="none"/>
          </a:ln>
        </p:spPr>
      </p:sp>
      <p:sp>
        <p:nvSpPr>
          <p:cNvPr id="1157" name="Shape 1155"/>
          <p:cNvSpPr/>
          <p:nvPr/>
        </p:nvSpPr>
        <p:spPr>
          <a:xfrm>
            <a:off x="3957828" y="3831534"/>
            <a:ext cx="0" cy="53521"/>
          </a:xfrm>
          <a:prstGeom prst="line">
            <a:avLst/>
          </a:prstGeom>
          <a:noFill/>
          <a:ln w="15875">
            <a:solidFill>
              <a:srgbClr val="C44F4F">
                <a:alpha val="76000"/>
              </a:srgbClr>
            </a:solidFill>
            <a:prstDash val="dot"/>
            <a:headEnd type="none"/>
            <a:tailEnd type="none"/>
          </a:ln>
        </p:spPr>
      </p:sp>
      <p:sp>
        <p:nvSpPr>
          <p:cNvPr id="1158" name="Shape 1156"/>
          <p:cNvSpPr/>
          <p:nvPr/>
        </p:nvSpPr>
        <p:spPr>
          <a:xfrm>
            <a:off x="3957828" y="3882312"/>
            <a:ext cx="127406" cy="0"/>
          </a:xfrm>
          <a:prstGeom prst="line">
            <a:avLst/>
          </a:prstGeom>
          <a:noFill/>
          <a:ln w="15875">
            <a:solidFill>
              <a:srgbClr val="C44F4F">
                <a:alpha val="76000"/>
              </a:srgbClr>
            </a:solidFill>
            <a:prstDash val="dot"/>
            <a:headEnd type="none"/>
            <a:tailEnd type="none"/>
          </a:ln>
        </p:spPr>
      </p:sp>
      <p:sp>
        <p:nvSpPr>
          <p:cNvPr id="1159" name="Shape 1157"/>
          <p:cNvSpPr/>
          <p:nvPr/>
        </p:nvSpPr>
        <p:spPr>
          <a:xfrm>
            <a:off x="4082491" y="3879569"/>
            <a:ext cx="0" cy="55137"/>
          </a:xfrm>
          <a:prstGeom prst="line">
            <a:avLst/>
          </a:prstGeom>
          <a:noFill/>
          <a:ln w="15875">
            <a:solidFill>
              <a:srgbClr val="C44F4F">
                <a:alpha val="76000"/>
              </a:srgbClr>
            </a:solidFill>
            <a:prstDash val="dot"/>
            <a:headEnd type="none"/>
            <a:tailEnd type="none"/>
          </a:ln>
        </p:spPr>
      </p:sp>
      <p:sp>
        <p:nvSpPr>
          <p:cNvPr id="1160" name="Shape 1158"/>
          <p:cNvSpPr/>
          <p:nvPr/>
        </p:nvSpPr>
        <p:spPr>
          <a:xfrm>
            <a:off x="4082491" y="3931962"/>
            <a:ext cx="127407" cy="0"/>
          </a:xfrm>
          <a:prstGeom prst="line">
            <a:avLst/>
          </a:prstGeom>
          <a:noFill/>
          <a:ln w="15875">
            <a:solidFill>
              <a:srgbClr val="C44F4F">
                <a:alpha val="76000"/>
              </a:srgbClr>
            </a:solidFill>
            <a:prstDash val="dot"/>
            <a:headEnd type="none"/>
            <a:tailEnd type="none"/>
          </a:ln>
        </p:spPr>
      </p:sp>
      <p:sp>
        <p:nvSpPr>
          <p:cNvPr id="1161" name="Shape 1159"/>
          <p:cNvSpPr/>
          <p:nvPr/>
        </p:nvSpPr>
        <p:spPr>
          <a:xfrm>
            <a:off x="4207154" y="3929219"/>
            <a:ext cx="0" cy="54661"/>
          </a:xfrm>
          <a:prstGeom prst="line">
            <a:avLst/>
          </a:prstGeom>
          <a:noFill/>
          <a:ln w="15875">
            <a:solidFill>
              <a:srgbClr val="C44F4F">
                <a:alpha val="76000"/>
              </a:srgbClr>
            </a:solidFill>
            <a:prstDash val="dot"/>
            <a:headEnd type="none"/>
            <a:tailEnd type="none"/>
          </a:ln>
        </p:spPr>
      </p:sp>
      <p:sp>
        <p:nvSpPr>
          <p:cNvPr id="1162" name="Shape 1160"/>
          <p:cNvSpPr/>
          <p:nvPr/>
        </p:nvSpPr>
        <p:spPr>
          <a:xfrm>
            <a:off x="4207154" y="3981137"/>
            <a:ext cx="127407" cy="0"/>
          </a:xfrm>
          <a:prstGeom prst="line">
            <a:avLst/>
          </a:prstGeom>
          <a:noFill/>
          <a:ln w="15875">
            <a:solidFill>
              <a:srgbClr val="C44F4F">
                <a:alpha val="76000"/>
              </a:srgbClr>
            </a:solidFill>
            <a:prstDash val="dot"/>
            <a:headEnd type="none"/>
            <a:tailEnd type="none"/>
          </a:ln>
        </p:spPr>
      </p:sp>
      <p:sp>
        <p:nvSpPr>
          <p:cNvPr id="1163" name="Shape 1161"/>
          <p:cNvSpPr/>
          <p:nvPr/>
        </p:nvSpPr>
        <p:spPr>
          <a:xfrm>
            <a:off x="4331818" y="3978394"/>
            <a:ext cx="0" cy="55517"/>
          </a:xfrm>
          <a:prstGeom prst="line">
            <a:avLst/>
          </a:prstGeom>
          <a:noFill/>
          <a:ln w="15875">
            <a:solidFill>
              <a:srgbClr val="C44F4F">
                <a:alpha val="76000"/>
              </a:srgbClr>
            </a:solidFill>
            <a:prstDash val="dot"/>
            <a:headEnd type="none"/>
            <a:tailEnd type="none"/>
          </a:ln>
        </p:spPr>
      </p:sp>
      <p:sp>
        <p:nvSpPr>
          <p:cNvPr id="1164" name="Shape 1162"/>
          <p:cNvSpPr/>
          <p:nvPr/>
        </p:nvSpPr>
        <p:spPr>
          <a:xfrm>
            <a:off x="4331818" y="4031167"/>
            <a:ext cx="127406" cy="0"/>
          </a:xfrm>
          <a:prstGeom prst="line">
            <a:avLst/>
          </a:prstGeom>
          <a:noFill/>
          <a:ln w="15875">
            <a:solidFill>
              <a:srgbClr val="C44F4F">
                <a:alpha val="76000"/>
              </a:srgbClr>
            </a:solidFill>
            <a:prstDash val="dot"/>
            <a:headEnd type="none"/>
            <a:tailEnd type="none"/>
          </a:ln>
        </p:spPr>
      </p:sp>
      <p:sp>
        <p:nvSpPr>
          <p:cNvPr id="1165" name="Shape 1163"/>
          <p:cNvSpPr/>
          <p:nvPr/>
        </p:nvSpPr>
        <p:spPr>
          <a:xfrm>
            <a:off x="4456481" y="4028424"/>
            <a:ext cx="0" cy="53077"/>
          </a:xfrm>
          <a:prstGeom prst="line">
            <a:avLst/>
          </a:prstGeom>
          <a:noFill/>
          <a:ln w="15875">
            <a:solidFill>
              <a:srgbClr val="C44F4F">
                <a:alpha val="76000"/>
              </a:srgbClr>
            </a:solidFill>
            <a:prstDash val="dot"/>
            <a:headEnd type="none"/>
            <a:tailEnd type="none"/>
          </a:ln>
        </p:spPr>
      </p:sp>
      <p:sp>
        <p:nvSpPr>
          <p:cNvPr id="1166" name="Shape 1164"/>
          <p:cNvSpPr/>
          <p:nvPr/>
        </p:nvSpPr>
        <p:spPr>
          <a:xfrm>
            <a:off x="4456481" y="4078758"/>
            <a:ext cx="127407" cy="0"/>
          </a:xfrm>
          <a:prstGeom prst="line">
            <a:avLst/>
          </a:prstGeom>
          <a:noFill/>
          <a:ln w="15875">
            <a:solidFill>
              <a:srgbClr val="C44F4F">
                <a:alpha val="76000"/>
              </a:srgbClr>
            </a:solidFill>
            <a:prstDash val="dot"/>
            <a:headEnd type="none"/>
            <a:tailEnd type="none"/>
          </a:ln>
        </p:spPr>
      </p:sp>
      <p:sp>
        <p:nvSpPr>
          <p:cNvPr id="1167" name="Shape 1165"/>
          <p:cNvSpPr/>
          <p:nvPr/>
        </p:nvSpPr>
        <p:spPr>
          <a:xfrm>
            <a:off x="4581144" y="4076015"/>
            <a:ext cx="0" cy="52000"/>
          </a:xfrm>
          <a:prstGeom prst="line">
            <a:avLst/>
          </a:prstGeom>
          <a:noFill/>
          <a:ln w="15875">
            <a:solidFill>
              <a:srgbClr val="C44F4F">
                <a:alpha val="76000"/>
              </a:srgbClr>
            </a:solidFill>
            <a:prstDash val="dot"/>
            <a:headEnd type="none"/>
            <a:tailEnd type="none"/>
          </a:ln>
        </p:spPr>
      </p:sp>
      <p:sp>
        <p:nvSpPr>
          <p:cNvPr id="1168" name="Shape 1166"/>
          <p:cNvSpPr/>
          <p:nvPr/>
        </p:nvSpPr>
        <p:spPr>
          <a:xfrm>
            <a:off x="4581144" y="4125271"/>
            <a:ext cx="127407" cy="0"/>
          </a:xfrm>
          <a:prstGeom prst="line">
            <a:avLst/>
          </a:prstGeom>
          <a:noFill/>
          <a:ln w="15875">
            <a:solidFill>
              <a:srgbClr val="C44F4F">
                <a:alpha val="76000"/>
              </a:srgbClr>
            </a:solidFill>
            <a:prstDash val="dot"/>
            <a:headEnd type="none"/>
            <a:tailEnd type="none"/>
          </a:ln>
        </p:spPr>
      </p:sp>
      <p:sp>
        <p:nvSpPr>
          <p:cNvPr id="1169" name="Shape 1167"/>
          <p:cNvSpPr/>
          <p:nvPr/>
        </p:nvSpPr>
        <p:spPr>
          <a:xfrm>
            <a:off x="4705807" y="4122528"/>
            <a:ext cx="0" cy="49940"/>
          </a:xfrm>
          <a:prstGeom prst="line">
            <a:avLst/>
          </a:prstGeom>
          <a:noFill/>
          <a:ln w="15875">
            <a:solidFill>
              <a:srgbClr val="C44F4F">
                <a:alpha val="76000"/>
              </a:srgbClr>
            </a:solidFill>
            <a:prstDash val="dot"/>
            <a:headEnd type="none"/>
            <a:tailEnd type="none"/>
          </a:ln>
        </p:spPr>
      </p:sp>
      <p:sp>
        <p:nvSpPr>
          <p:cNvPr id="1170" name="Shape 1168"/>
          <p:cNvSpPr/>
          <p:nvPr/>
        </p:nvSpPr>
        <p:spPr>
          <a:xfrm>
            <a:off x="4705807" y="4169725"/>
            <a:ext cx="127406" cy="0"/>
          </a:xfrm>
          <a:prstGeom prst="line">
            <a:avLst/>
          </a:prstGeom>
          <a:noFill/>
          <a:ln w="15875">
            <a:solidFill>
              <a:srgbClr val="C44F4F">
                <a:alpha val="76000"/>
              </a:srgbClr>
            </a:solidFill>
            <a:prstDash val="dot"/>
            <a:headEnd type="none"/>
            <a:tailEnd type="none"/>
          </a:ln>
        </p:spPr>
      </p:sp>
      <p:sp>
        <p:nvSpPr>
          <p:cNvPr id="1171" name="Shape 1169"/>
          <p:cNvSpPr/>
          <p:nvPr/>
        </p:nvSpPr>
        <p:spPr>
          <a:xfrm>
            <a:off x="4830470" y="4166982"/>
            <a:ext cx="0" cy="47817"/>
          </a:xfrm>
          <a:prstGeom prst="line">
            <a:avLst/>
          </a:prstGeom>
          <a:noFill/>
          <a:ln w="15875">
            <a:solidFill>
              <a:srgbClr val="C44F4F">
                <a:alpha val="76000"/>
              </a:srgbClr>
            </a:solidFill>
            <a:prstDash val="dot"/>
            <a:headEnd type="none"/>
            <a:tailEnd type="none"/>
          </a:ln>
        </p:spPr>
      </p:sp>
      <p:sp>
        <p:nvSpPr>
          <p:cNvPr id="1172" name="Shape 1170"/>
          <p:cNvSpPr/>
          <p:nvPr/>
        </p:nvSpPr>
        <p:spPr>
          <a:xfrm>
            <a:off x="4830470" y="4212056"/>
            <a:ext cx="127407" cy="0"/>
          </a:xfrm>
          <a:prstGeom prst="line">
            <a:avLst/>
          </a:prstGeom>
          <a:noFill/>
          <a:ln w="15875">
            <a:solidFill>
              <a:srgbClr val="C44F4F">
                <a:alpha val="76000"/>
              </a:srgbClr>
            </a:solidFill>
            <a:prstDash val="dot"/>
            <a:headEnd type="none"/>
            <a:tailEnd type="none"/>
          </a:ln>
        </p:spPr>
      </p:sp>
      <p:sp>
        <p:nvSpPr>
          <p:cNvPr id="1173" name="Shape 1171"/>
          <p:cNvSpPr/>
          <p:nvPr/>
        </p:nvSpPr>
        <p:spPr>
          <a:xfrm>
            <a:off x="4955134" y="4209313"/>
            <a:ext cx="0" cy="52000"/>
          </a:xfrm>
          <a:prstGeom prst="line">
            <a:avLst/>
          </a:prstGeom>
          <a:noFill/>
          <a:ln w="15875">
            <a:solidFill>
              <a:srgbClr val="C44F4F">
                <a:alpha val="76000"/>
              </a:srgbClr>
            </a:solidFill>
            <a:prstDash val="dot"/>
            <a:headEnd type="none"/>
            <a:tailEnd type="none"/>
          </a:ln>
        </p:spPr>
      </p:sp>
      <p:sp>
        <p:nvSpPr>
          <p:cNvPr id="1174" name="Shape 1172"/>
          <p:cNvSpPr/>
          <p:nvPr/>
        </p:nvSpPr>
        <p:spPr>
          <a:xfrm>
            <a:off x="4955134" y="4258570"/>
            <a:ext cx="127407" cy="0"/>
          </a:xfrm>
          <a:prstGeom prst="line">
            <a:avLst/>
          </a:prstGeom>
          <a:noFill/>
          <a:ln w="15875">
            <a:solidFill>
              <a:srgbClr val="C44F4F">
                <a:alpha val="76000"/>
              </a:srgbClr>
            </a:solidFill>
            <a:prstDash val="dot"/>
            <a:headEnd type="none"/>
            <a:tailEnd type="none"/>
          </a:ln>
        </p:spPr>
      </p:sp>
      <p:sp>
        <p:nvSpPr>
          <p:cNvPr id="1175" name="Shape 1173"/>
          <p:cNvSpPr/>
          <p:nvPr/>
        </p:nvSpPr>
        <p:spPr>
          <a:xfrm>
            <a:off x="5079797" y="4255827"/>
            <a:ext cx="0" cy="52792"/>
          </a:xfrm>
          <a:prstGeom prst="line">
            <a:avLst/>
          </a:prstGeom>
          <a:noFill/>
          <a:ln w="15875">
            <a:solidFill>
              <a:srgbClr val="C44F4F">
                <a:alpha val="76000"/>
              </a:srgbClr>
            </a:solidFill>
            <a:prstDash val="dot"/>
            <a:headEnd type="none"/>
            <a:tailEnd type="none"/>
          </a:ln>
        </p:spPr>
      </p:sp>
      <p:sp>
        <p:nvSpPr>
          <p:cNvPr id="1176" name="Shape 1174"/>
          <p:cNvSpPr/>
          <p:nvPr/>
        </p:nvSpPr>
        <p:spPr>
          <a:xfrm>
            <a:off x="5079797" y="4305875"/>
            <a:ext cx="127406" cy="0"/>
          </a:xfrm>
          <a:prstGeom prst="line">
            <a:avLst/>
          </a:prstGeom>
          <a:noFill/>
          <a:ln w="15875">
            <a:solidFill>
              <a:srgbClr val="C44F4F">
                <a:alpha val="76000"/>
              </a:srgbClr>
            </a:solidFill>
            <a:prstDash val="dot"/>
            <a:headEnd type="none"/>
            <a:tailEnd type="none"/>
          </a:ln>
        </p:spPr>
      </p:sp>
      <p:sp>
        <p:nvSpPr>
          <p:cNvPr id="1177" name="Shape 1175"/>
          <p:cNvSpPr/>
          <p:nvPr/>
        </p:nvSpPr>
        <p:spPr>
          <a:xfrm>
            <a:off x="5204460" y="4303132"/>
            <a:ext cx="0" cy="51746"/>
          </a:xfrm>
          <a:prstGeom prst="line">
            <a:avLst/>
          </a:prstGeom>
          <a:noFill/>
          <a:ln w="15875">
            <a:solidFill>
              <a:srgbClr val="C44F4F">
                <a:alpha val="76000"/>
              </a:srgbClr>
            </a:solidFill>
            <a:prstDash val="dot"/>
            <a:headEnd type="none"/>
            <a:tailEnd type="none"/>
          </a:ln>
        </p:spPr>
      </p:sp>
      <p:sp>
        <p:nvSpPr>
          <p:cNvPr id="1178" name="Shape 1176"/>
          <p:cNvSpPr/>
          <p:nvPr/>
        </p:nvSpPr>
        <p:spPr>
          <a:xfrm>
            <a:off x="5204460" y="4352135"/>
            <a:ext cx="127407" cy="0"/>
          </a:xfrm>
          <a:prstGeom prst="line">
            <a:avLst/>
          </a:prstGeom>
          <a:noFill/>
          <a:ln w="15875">
            <a:solidFill>
              <a:srgbClr val="C44F4F">
                <a:alpha val="76000"/>
              </a:srgbClr>
            </a:solidFill>
            <a:prstDash val="dot"/>
            <a:headEnd type="none"/>
            <a:tailEnd type="none"/>
          </a:ln>
        </p:spPr>
      </p:sp>
      <p:sp>
        <p:nvSpPr>
          <p:cNvPr id="1179" name="Shape 1177"/>
          <p:cNvSpPr/>
          <p:nvPr/>
        </p:nvSpPr>
        <p:spPr>
          <a:xfrm>
            <a:off x="5329123" y="4349392"/>
            <a:ext cx="0" cy="53742"/>
          </a:xfrm>
          <a:prstGeom prst="line">
            <a:avLst/>
          </a:prstGeom>
          <a:noFill/>
          <a:ln w="15875">
            <a:solidFill>
              <a:srgbClr val="C44F4F">
                <a:alpha val="76000"/>
              </a:srgbClr>
            </a:solidFill>
            <a:prstDash val="dot"/>
            <a:headEnd type="none"/>
            <a:tailEnd type="none"/>
          </a:ln>
        </p:spPr>
      </p:sp>
      <p:sp>
        <p:nvSpPr>
          <p:cNvPr id="1180" name="Shape 1178"/>
          <p:cNvSpPr/>
          <p:nvPr/>
        </p:nvSpPr>
        <p:spPr>
          <a:xfrm>
            <a:off x="5329123" y="4400391"/>
            <a:ext cx="127407" cy="0"/>
          </a:xfrm>
          <a:prstGeom prst="line">
            <a:avLst/>
          </a:prstGeom>
          <a:noFill/>
          <a:ln w="15875">
            <a:solidFill>
              <a:srgbClr val="C44F4F">
                <a:alpha val="76000"/>
              </a:srgbClr>
            </a:solidFill>
            <a:prstDash val="dot"/>
            <a:headEnd type="none"/>
            <a:tailEnd type="none"/>
          </a:ln>
        </p:spPr>
      </p:sp>
      <p:sp>
        <p:nvSpPr>
          <p:cNvPr id="1181" name="Shape 1179"/>
          <p:cNvSpPr/>
          <p:nvPr/>
        </p:nvSpPr>
        <p:spPr>
          <a:xfrm>
            <a:off x="5453787" y="4397648"/>
            <a:ext cx="0" cy="54947"/>
          </a:xfrm>
          <a:prstGeom prst="line">
            <a:avLst/>
          </a:prstGeom>
          <a:noFill/>
          <a:ln w="15875">
            <a:solidFill>
              <a:srgbClr val="C44F4F">
                <a:alpha val="76000"/>
              </a:srgbClr>
            </a:solidFill>
            <a:prstDash val="dot"/>
            <a:headEnd type="none"/>
            <a:tailEnd type="none"/>
          </a:ln>
        </p:spPr>
      </p:sp>
      <p:sp>
        <p:nvSpPr>
          <p:cNvPr id="1182" name="Shape 1180"/>
          <p:cNvSpPr/>
          <p:nvPr/>
        </p:nvSpPr>
        <p:spPr>
          <a:xfrm>
            <a:off x="5453787" y="4449851"/>
            <a:ext cx="127406" cy="0"/>
          </a:xfrm>
          <a:prstGeom prst="line">
            <a:avLst/>
          </a:prstGeom>
          <a:noFill/>
          <a:ln w="15875">
            <a:solidFill>
              <a:srgbClr val="C44F4F">
                <a:alpha val="76000"/>
              </a:srgbClr>
            </a:solidFill>
            <a:prstDash val="dot"/>
            <a:headEnd type="none"/>
            <a:tailEnd type="none"/>
          </a:ln>
        </p:spPr>
      </p:sp>
      <p:sp>
        <p:nvSpPr>
          <p:cNvPr id="1183" name="Shape 1181"/>
          <p:cNvSpPr/>
          <p:nvPr/>
        </p:nvSpPr>
        <p:spPr>
          <a:xfrm>
            <a:off x="5578449" y="4447108"/>
            <a:ext cx="0" cy="53109"/>
          </a:xfrm>
          <a:prstGeom prst="line">
            <a:avLst/>
          </a:prstGeom>
          <a:noFill/>
          <a:ln w="15875">
            <a:solidFill>
              <a:srgbClr val="C44F4F">
                <a:alpha val="76000"/>
              </a:srgbClr>
            </a:solidFill>
            <a:prstDash val="dot"/>
            <a:headEnd type="none"/>
            <a:tailEnd type="none"/>
          </a:ln>
        </p:spPr>
      </p:sp>
      <p:sp>
        <p:nvSpPr>
          <p:cNvPr id="1184" name="Shape 1182"/>
          <p:cNvSpPr/>
          <p:nvPr/>
        </p:nvSpPr>
        <p:spPr>
          <a:xfrm>
            <a:off x="5578449" y="4497474"/>
            <a:ext cx="127407" cy="0"/>
          </a:xfrm>
          <a:prstGeom prst="line">
            <a:avLst/>
          </a:prstGeom>
          <a:noFill/>
          <a:ln w="15875">
            <a:solidFill>
              <a:srgbClr val="C44F4F">
                <a:alpha val="76000"/>
              </a:srgbClr>
            </a:solidFill>
            <a:prstDash val="dot"/>
            <a:headEnd type="none"/>
            <a:tailEnd type="none"/>
          </a:ln>
        </p:spPr>
      </p:sp>
      <p:sp>
        <p:nvSpPr>
          <p:cNvPr id="1185" name="Shape 1183"/>
          <p:cNvSpPr/>
          <p:nvPr/>
        </p:nvSpPr>
        <p:spPr>
          <a:xfrm>
            <a:off x="5703113" y="4494731"/>
            <a:ext cx="0" cy="50162"/>
          </a:xfrm>
          <a:prstGeom prst="line">
            <a:avLst/>
          </a:prstGeom>
          <a:noFill/>
          <a:ln w="15875">
            <a:solidFill>
              <a:srgbClr val="C44F4F">
                <a:alpha val="76000"/>
              </a:srgbClr>
            </a:solidFill>
            <a:prstDash val="dot"/>
            <a:headEnd type="none"/>
            <a:tailEnd type="none"/>
          </a:ln>
        </p:spPr>
      </p:sp>
      <p:sp>
        <p:nvSpPr>
          <p:cNvPr id="1186" name="Shape 1184"/>
          <p:cNvSpPr/>
          <p:nvPr/>
        </p:nvSpPr>
        <p:spPr>
          <a:xfrm>
            <a:off x="5703113" y="4542149"/>
            <a:ext cx="127407" cy="0"/>
          </a:xfrm>
          <a:prstGeom prst="line">
            <a:avLst/>
          </a:prstGeom>
          <a:noFill/>
          <a:ln w="15875">
            <a:solidFill>
              <a:srgbClr val="C44F4F">
                <a:alpha val="76000"/>
              </a:srgbClr>
            </a:solidFill>
            <a:prstDash val="dot"/>
            <a:headEnd type="none"/>
            <a:tailEnd type="none"/>
          </a:ln>
        </p:spPr>
      </p:sp>
      <p:sp>
        <p:nvSpPr>
          <p:cNvPr id="1187" name="Shape 1185"/>
          <p:cNvSpPr/>
          <p:nvPr/>
        </p:nvSpPr>
        <p:spPr>
          <a:xfrm>
            <a:off x="5827776" y="4539406"/>
            <a:ext cx="0" cy="48008"/>
          </a:xfrm>
          <a:prstGeom prst="line">
            <a:avLst/>
          </a:prstGeom>
          <a:noFill/>
          <a:ln w="15875">
            <a:solidFill>
              <a:srgbClr val="C44F4F">
                <a:alpha val="76000"/>
              </a:srgbClr>
            </a:solidFill>
            <a:prstDash val="dot"/>
            <a:headEnd type="none"/>
            <a:tailEnd type="none"/>
          </a:ln>
        </p:spPr>
      </p:sp>
      <p:sp>
        <p:nvSpPr>
          <p:cNvPr id="1188" name="Shape 1186"/>
          <p:cNvSpPr/>
          <p:nvPr/>
        </p:nvSpPr>
        <p:spPr>
          <a:xfrm>
            <a:off x="5827776" y="4584671"/>
            <a:ext cx="127406" cy="0"/>
          </a:xfrm>
          <a:prstGeom prst="line">
            <a:avLst/>
          </a:prstGeom>
          <a:noFill/>
          <a:ln w="15875">
            <a:solidFill>
              <a:srgbClr val="C44F4F">
                <a:alpha val="76000"/>
              </a:srgbClr>
            </a:solidFill>
            <a:prstDash val="dot"/>
            <a:headEnd type="none"/>
            <a:tailEnd type="none"/>
          </a:ln>
        </p:spPr>
      </p:sp>
      <p:sp>
        <p:nvSpPr>
          <p:cNvPr id="1189" name="Shape 1187"/>
          <p:cNvSpPr/>
          <p:nvPr/>
        </p:nvSpPr>
        <p:spPr>
          <a:xfrm>
            <a:off x="5952439" y="4581927"/>
            <a:ext cx="0" cy="44871"/>
          </a:xfrm>
          <a:prstGeom prst="line">
            <a:avLst/>
          </a:prstGeom>
          <a:noFill/>
          <a:ln w="15875">
            <a:solidFill>
              <a:srgbClr val="C44F4F">
                <a:alpha val="76000"/>
              </a:srgbClr>
            </a:solidFill>
            <a:prstDash val="dot"/>
            <a:headEnd type="none"/>
            <a:tailEnd type="none"/>
          </a:ln>
        </p:spPr>
      </p:sp>
      <p:sp>
        <p:nvSpPr>
          <p:cNvPr id="1190" name="Shape 1188"/>
          <p:cNvSpPr/>
          <p:nvPr/>
        </p:nvSpPr>
        <p:spPr>
          <a:xfrm>
            <a:off x="5952439" y="4624055"/>
            <a:ext cx="127407" cy="0"/>
          </a:xfrm>
          <a:prstGeom prst="line">
            <a:avLst/>
          </a:prstGeom>
          <a:noFill/>
          <a:ln w="15875">
            <a:solidFill>
              <a:srgbClr val="C44F4F">
                <a:alpha val="76000"/>
              </a:srgbClr>
            </a:solidFill>
            <a:prstDash val="dot"/>
            <a:headEnd type="none"/>
            <a:tailEnd type="none"/>
          </a:ln>
        </p:spPr>
      </p:sp>
      <p:sp>
        <p:nvSpPr>
          <p:cNvPr id="1191" name="Shape 1189"/>
          <p:cNvSpPr/>
          <p:nvPr/>
        </p:nvSpPr>
        <p:spPr>
          <a:xfrm>
            <a:off x="6077102" y="4621312"/>
            <a:ext cx="0" cy="46550"/>
          </a:xfrm>
          <a:prstGeom prst="line">
            <a:avLst/>
          </a:prstGeom>
          <a:noFill/>
          <a:ln w="15875">
            <a:solidFill>
              <a:srgbClr val="C44F4F">
                <a:alpha val="76000"/>
              </a:srgbClr>
            </a:solidFill>
            <a:prstDash val="dot"/>
            <a:headEnd type="none"/>
            <a:tailEnd type="none"/>
          </a:ln>
        </p:spPr>
      </p:sp>
      <p:sp>
        <p:nvSpPr>
          <p:cNvPr id="1192" name="Shape 1190"/>
          <p:cNvSpPr/>
          <p:nvPr/>
        </p:nvSpPr>
        <p:spPr>
          <a:xfrm>
            <a:off x="6077102" y="4665119"/>
            <a:ext cx="127407" cy="0"/>
          </a:xfrm>
          <a:prstGeom prst="line">
            <a:avLst/>
          </a:prstGeom>
          <a:noFill/>
          <a:ln w="15875">
            <a:solidFill>
              <a:srgbClr val="C44F4F">
                <a:alpha val="76000"/>
              </a:srgbClr>
            </a:solidFill>
            <a:prstDash val="dot"/>
            <a:headEnd type="none"/>
            <a:tailEnd type="none"/>
          </a:ln>
        </p:spPr>
      </p:sp>
      <p:sp>
        <p:nvSpPr>
          <p:cNvPr id="1193" name="Shape 1191"/>
          <p:cNvSpPr/>
          <p:nvPr/>
        </p:nvSpPr>
        <p:spPr>
          <a:xfrm>
            <a:off x="6201766" y="4662375"/>
            <a:ext cx="0" cy="46392"/>
          </a:xfrm>
          <a:prstGeom prst="line">
            <a:avLst/>
          </a:prstGeom>
          <a:noFill/>
          <a:ln w="15875">
            <a:solidFill>
              <a:srgbClr val="C44F4F">
                <a:alpha val="76000"/>
              </a:srgbClr>
            </a:solidFill>
            <a:prstDash val="dot"/>
            <a:headEnd type="none"/>
            <a:tailEnd type="none"/>
          </a:ln>
        </p:spPr>
      </p:sp>
      <p:sp>
        <p:nvSpPr>
          <p:cNvPr id="1194" name="Shape 1192"/>
          <p:cNvSpPr/>
          <p:nvPr/>
        </p:nvSpPr>
        <p:spPr>
          <a:xfrm>
            <a:off x="6201766" y="4706024"/>
            <a:ext cx="127406" cy="0"/>
          </a:xfrm>
          <a:prstGeom prst="line">
            <a:avLst/>
          </a:prstGeom>
          <a:noFill/>
          <a:ln w="15875">
            <a:solidFill>
              <a:srgbClr val="C44F4F">
                <a:alpha val="76000"/>
              </a:srgbClr>
            </a:solidFill>
            <a:prstDash val="dot"/>
            <a:headEnd type="none"/>
            <a:tailEnd type="none"/>
          </a:ln>
        </p:spPr>
      </p:sp>
      <p:sp>
        <p:nvSpPr>
          <p:cNvPr id="1195" name="Shape 1193"/>
          <p:cNvSpPr/>
          <p:nvPr/>
        </p:nvSpPr>
        <p:spPr>
          <a:xfrm>
            <a:off x="6326429" y="4703280"/>
            <a:ext cx="0" cy="44649"/>
          </a:xfrm>
          <a:prstGeom prst="line">
            <a:avLst/>
          </a:prstGeom>
          <a:noFill/>
          <a:ln w="15875">
            <a:solidFill>
              <a:srgbClr val="C44F4F">
                <a:alpha val="76000"/>
              </a:srgbClr>
            </a:solidFill>
            <a:prstDash val="dot"/>
            <a:headEnd type="none"/>
            <a:tailEnd type="none"/>
          </a:ln>
        </p:spPr>
      </p:sp>
      <p:sp>
        <p:nvSpPr>
          <p:cNvPr id="1196" name="Shape 1194"/>
          <p:cNvSpPr/>
          <p:nvPr/>
        </p:nvSpPr>
        <p:spPr>
          <a:xfrm>
            <a:off x="6326429" y="4745186"/>
            <a:ext cx="127407" cy="0"/>
          </a:xfrm>
          <a:prstGeom prst="line">
            <a:avLst/>
          </a:prstGeom>
          <a:noFill/>
          <a:ln w="15875">
            <a:solidFill>
              <a:srgbClr val="C44F4F">
                <a:alpha val="76000"/>
              </a:srgbClr>
            </a:solidFill>
            <a:prstDash val="dot"/>
            <a:headEnd type="none"/>
            <a:tailEnd type="none"/>
          </a:ln>
        </p:spPr>
      </p:sp>
      <p:sp>
        <p:nvSpPr>
          <p:cNvPr id="1197" name="Shape 1195"/>
          <p:cNvSpPr/>
          <p:nvPr/>
        </p:nvSpPr>
        <p:spPr>
          <a:xfrm>
            <a:off x="6451092" y="4742443"/>
            <a:ext cx="0" cy="44300"/>
          </a:xfrm>
          <a:prstGeom prst="line">
            <a:avLst/>
          </a:prstGeom>
          <a:noFill/>
          <a:ln w="15875">
            <a:solidFill>
              <a:srgbClr val="C44F4F">
                <a:alpha val="76000"/>
              </a:srgbClr>
            </a:solidFill>
            <a:prstDash val="dot"/>
            <a:headEnd type="none"/>
            <a:tailEnd type="none"/>
          </a:ln>
        </p:spPr>
      </p:sp>
      <p:sp>
        <p:nvSpPr>
          <p:cNvPr id="1198" name="Shape 1196"/>
          <p:cNvSpPr/>
          <p:nvPr/>
        </p:nvSpPr>
        <p:spPr>
          <a:xfrm>
            <a:off x="6451092" y="4784000"/>
            <a:ext cx="127407" cy="0"/>
          </a:xfrm>
          <a:prstGeom prst="line">
            <a:avLst/>
          </a:prstGeom>
          <a:noFill/>
          <a:ln w="15875">
            <a:solidFill>
              <a:srgbClr val="C44F4F">
                <a:alpha val="76000"/>
              </a:srgbClr>
            </a:solidFill>
            <a:prstDash val="dot"/>
            <a:headEnd type="none"/>
            <a:tailEnd type="none"/>
          </a:ln>
        </p:spPr>
      </p:sp>
      <p:sp>
        <p:nvSpPr>
          <p:cNvPr id="1199" name="Shape 1197"/>
          <p:cNvSpPr/>
          <p:nvPr/>
        </p:nvSpPr>
        <p:spPr>
          <a:xfrm>
            <a:off x="6575755" y="4781257"/>
            <a:ext cx="0" cy="44776"/>
          </a:xfrm>
          <a:prstGeom prst="line">
            <a:avLst/>
          </a:prstGeom>
          <a:noFill/>
          <a:ln w="15875">
            <a:solidFill>
              <a:srgbClr val="C44F4F">
                <a:alpha val="76000"/>
              </a:srgbClr>
            </a:solidFill>
            <a:prstDash val="dot"/>
            <a:headEnd type="none"/>
            <a:tailEnd type="none"/>
          </a:ln>
        </p:spPr>
      </p:sp>
      <p:sp>
        <p:nvSpPr>
          <p:cNvPr id="1200" name="Shape 1198"/>
          <p:cNvSpPr/>
          <p:nvPr/>
        </p:nvSpPr>
        <p:spPr>
          <a:xfrm>
            <a:off x="6575755" y="4823289"/>
            <a:ext cx="127406" cy="0"/>
          </a:xfrm>
          <a:prstGeom prst="line">
            <a:avLst/>
          </a:prstGeom>
          <a:noFill/>
          <a:ln w="15875">
            <a:solidFill>
              <a:srgbClr val="C44F4F">
                <a:alpha val="76000"/>
              </a:srgbClr>
            </a:solidFill>
            <a:prstDash val="dot"/>
            <a:headEnd type="none"/>
            <a:tailEnd type="none"/>
          </a:ln>
        </p:spPr>
      </p:sp>
      <p:sp>
        <p:nvSpPr>
          <p:cNvPr id="1201" name="Shape 1199"/>
          <p:cNvSpPr/>
          <p:nvPr/>
        </p:nvSpPr>
        <p:spPr>
          <a:xfrm>
            <a:off x="6700418" y="4820546"/>
            <a:ext cx="0" cy="40086"/>
          </a:xfrm>
          <a:prstGeom prst="line">
            <a:avLst/>
          </a:prstGeom>
          <a:noFill/>
          <a:ln w="15875">
            <a:solidFill>
              <a:srgbClr val="C44F4F">
                <a:alpha val="76000"/>
              </a:srgbClr>
            </a:solidFill>
            <a:prstDash val="dot"/>
            <a:headEnd type="none"/>
            <a:tailEnd type="none"/>
          </a:ln>
        </p:spPr>
      </p:sp>
      <p:sp>
        <p:nvSpPr>
          <p:cNvPr id="1202" name="Shape 1200"/>
          <p:cNvSpPr/>
          <p:nvPr/>
        </p:nvSpPr>
        <p:spPr>
          <a:xfrm>
            <a:off x="6700418" y="4857889"/>
            <a:ext cx="127407" cy="0"/>
          </a:xfrm>
          <a:prstGeom prst="line">
            <a:avLst/>
          </a:prstGeom>
          <a:noFill/>
          <a:ln w="15875">
            <a:solidFill>
              <a:srgbClr val="C44F4F">
                <a:alpha val="76000"/>
              </a:srgbClr>
            </a:solidFill>
            <a:prstDash val="dot"/>
            <a:headEnd type="none"/>
            <a:tailEnd type="none"/>
          </a:ln>
        </p:spPr>
      </p:sp>
      <p:sp>
        <p:nvSpPr>
          <p:cNvPr id="1203" name="Shape 1201"/>
          <p:cNvSpPr/>
          <p:nvPr/>
        </p:nvSpPr>
        <p:spPr>
          <a:xfrm>
            <a:off x="6825082" y="4855146"/>
            <a:ext cx="0" cy="31246"/>
          </a:xfrm>
          <a:prstGeom prst="line">
            <a:avLst/>
          </a:prstGeom>
          <a:noFill/>
          <a:ln w="15875">
            <a:solidFill>
              <a:srgbClr val="C44F4F">
                <a:alpha val="76000"/>
              </a:srgbClr>
            </a:solidFill>
            <a:prstDash val="dot"/>
            <a:headEnd type="none"/>
            <a:tailEnd type="none"/>
          </a:ln>
        </p:spPr>
      </p:sp>
      <p:sp>
        <p:nvSpPr>
          <p:cNvPr id="1204" name="Shape 1202"/>
          <p:cNvSpPr/>
          <p:nvPr/>
        </p:nvSpPr>
        <p:spPr>
          <a:xfrm>
            <a:off x="6825082" y="4883649"/>
            <a:ext cx="127407" cy="0"/>
          </a:xfrm>
          <a:prstGeom prst="line">
            <a:avLst/>
          </a:prstGeom>
          <a:noFill/>
          <a:ln w="15875">
            <a:solidFill>
              <a:srgbClr val="C44F4F">
                <a:alpha val="76000"/>
              </a:srgbClr>
            </a:solidFill>
            <a:prstDash val="dot"/>
            <a:headEnd type="none"/>
            <a:tailEnd type="none"/>
          </a:ln>
        </p:spPr>
      </p:sp>
      <p:sp>
        <p:nvSpPr>
          <p:cNvPr id="1205" name="Shape 1203"/>
          <p:cNvSpPr/>
          <p:nvPr/>
        </p:nvSpPr>
        <p:spPr>
          <a:xfrm>
            <a:off x="6949745" y="4880906"/>
            <a:ext cx="0" cy="16228"/>
          </a:xfrm>
          <a:prstGeom prst="line">
            <a:avLst/>
          </a:prstGeom>
          <a:noFill/>
          <a:ln w="15875">
            <a:solidFill>
              <a:srgbClr val="C44F4F">
                <a:alpha val="76000"/>
              </a:srgbClr>
            </a:solidFill>
            <a:prstDash val="dot"/>
            <a:headEnd type="none"/>
            <a:tailEnd type="none"/>
          </a:ln>
        </p:spPr>
      </p:sp>
      <p:sp>
        <p:nvSpPr>
          <p:cNvPr id="1206" name="Shape 1204"/>
          <p:cNvSpPr/>
          <p:nvPr/>
        </p:nvSpPr>
        <p:spPr>
          <a:xfrm>
            <a:off x="6949745" y="4894390"/>
            <a:ext cx="127406" cy="0"/>
          </a:xfrm>
          <a:prstGeom prst="line">
            <a:avLst/>
          </a:prstGeom>
          <a:noFill/>
          <a:ln w="15875">
            <a:solidFill>
              <a:srgbClr val="C44F4F">
                <a:alpha val="76000"/>
              </a:srgbClr>
            </a:solidFill>
            <a:prstDash val="dot"/>
            <a:headEnd type="none"/>
            <a:tailEnd type="none"/>
          </a:ln>
        </p:spPr>
      </p:sp>
      <p:sp>
        <p:nvSpPr>
          <p:cNvPr id="1207" name="Shape 1205"/>
          <p:cNvSpPr/>
          <p:nvPr/>
        </p:nvSpPr>
        <p:spPr>
          <a:xfrm>
            <a:off x="7074408" y="4891647"/>
            <a:ext cx="0" cy="6722"/>
          </a:xfrm>
          <a:prstGeom prst="line">
            <a:avLst/>
          </a:prstGeom>
          <a:noFill/>
          <a:ln w="15875">
            <a:solidFill>
              <a:srgbClr val="C44F4F">
                <a:alpha val="76000"/>
              </a:srgbClr>
            </a:solidFill>
            <a:prstDash val="dot"/>
            <a:headEnd type="none"/>
            <a:tailEnd type="none"/>
          </a:ln>
        </p:spPr>
      </p:sp>
      <p:sp>
        <p:nvSpPr>
          <p:cNvPr id="1208" name="Shape 1206"/>
          <p:cNvSpPr/>
          <p:nvPr/>
        </p:nvSpPr>
        <p:spPr>
          <a:xfrm>
            <a:off x="7074408" y="4895626"/>
            <a:ext cx="127407" cy="0"/>
          </a:xfrm>
          <a:prstGeom prst="line">
            <a:avLst/>
          </a:prstGeom>
          <a:noFill/>
          <a:ln w="15875">
            <a:solidFill>
              <a:srgbClr val="C44F4F">
                <a:alpha val="76000"/>
              </a:srgbClr>
            </a:solidFill>
            <a:prstDash val="dot"/>
            <a:headEnd type="none"/>
            <a:tailEnd type="none"/>
          </a:ln>
        </p:spPr>
      </p:sp>
      <p:sp>
        <p:nvSpPr>
          <p:cNvPr id="1209" name="Shape 1207"/>
          <p:cNvSpPr/>
          <p:nvPr/>
        </p:nvSpPr>
        <p:spPr>
          <a:xfrm>
            <a:off x="7199071" y="4887528"/>
            <a:ext cx="0" cy="10841"/>
          </a:xfrm>
          <a:prstGeom prst="line">
            <a:avLst/>
          </a:prstGeom>
          <a:noFill/>
          <a:ln w="15875">
            <a:solidFill>
              <a:srgbClr val="C44F4F">
                <a:alpha val="76000"/>
              </a:srgbClr>
            </a:solidFill>
            <a:prstDash val="dot"/>
            <a:headEnd type="none"/>
            <a:tailEnd type="none"/>
          </a:ln>
        </p:spPr>
      </p:sp>
      <p:sp>
        <p:nvSpPr>
          <p:cNvPr id="1210" name="Shape 1208"/>
          <p:cNvSpPr/>
          <p:nvPr/>
        </p:nvSpPr>
        <p:spPr>
          <a:xfrm>
            <a:off x="7199071" y="4890271"/>
            <a:ext cx="127407" cy="0"/>
          </a:xfrm>
          <a:prstGeom prst="line">
            <a:avLst/>
          </a:prstGeom>
          <a:noFill/>
          <a:ln w="15875">
            <a:solidFill>
              <a:srgbClr val="C44F4F">
                <a:alpha val="76000"/>
              </a:srgbClr>
            </a:solidFill>
            <a:prstDash val="dot"/>
            <a:headEnd type="none"/>
            <a:tailEnd type="none"/>
          </a:ln>
        </p:spPr>
      </p:sp>
      <p:sp>
        <p:nvSpPr>
          <p:cNvPr id="1211" name="Shape 1209"/>
          <p:cNvSpPr/>
          <p:nvPr/>
        </p:nvSpPr>
        <p:spPr>
          <a:xfrm>
            <a:off x="7323735" y="4874030"/>
            <a:ext cx="0" cy="18984"/>
          </a:xfrm>
          <a:prstGeom prst="line">
            <a:avLst/>
          </a:prstGeom>
          <a:noFill/>
          <a:ln w="15875">
            <a:solidFill>
              <a:srgbClr val="C44F4F">
                <a:alpha val="76000"/>
              </a:srgbClr>
            </a:solidFill>
            <a:prstDash val="dot"/>
            <a:headEnd type="none"/>
            <a:tailEnd type="none"/>
          </a:ln>
        </p:spPr>
      </p:sp>
      <p:sp>
        <p:nvSpPr>
          <p:cNvPr id="1212" name="Shape 1210"/>
          <p:cNvSpPr/>
          <p:nvPr/>
        </p:nvSpPr>
        <p:spPr>
          <a:xfrm>
            <a:off x="7323735" y="4876774"/>
            <a:ext cx="127406" cy="0"/>
          </a:xfrm>
          <a:prstGeom prst="line">
            <a:avLst/>
          </a:prstGeom>
          <a:noFill/>
          <a:ln w="15875">
            <a:solidFill>
              <a:srgbClr val="C44F4F">
                <a:alpha val="76000"/>
              </a:srgbClr>
            </a:solidFill>
            <a:prstDash val="dot"/>
            <a:headEnd type="none"/>
            <a:tailEnd type="none"/>
          </a:ln>
        </p:spPr>
      </p:sp>
      <p:sp>
        <p:nvSpPr>
          <p:cNvPr id="1213" name="Shape 1211"/>
          <p:cNvSpPr/>
          <p:nvPr/>
        </p:nvSpPr>
        <p:spPr>
          <a:xfrm>
            <a:off x="7448397" y="4858663"/>
            <a:ext cx="0" cy="20854"/>
          </a:xfrm>
          <a:prstGeom prst="line">
            <a:avLst/>
          </a:prstGeom>
          <a:noFill/>
          <a:ln w="15875">
            <a:solidFill>
              <a:srgbClr val="C44F4F">
                <a:alpha val="76000"/>
              </a:srgbClr>
            </a:solidFill>
            <a:prstDash val="dot"/>
            <a:headEnd type="none"/>
            <a:tailEnd type="none"/>
          </a:ln>
        </p:spPr>
      </p:sp>
      <p:sp>
        <p:nvSpPr>
          <p:cNvPr id="1214" name="Shape 1212"/>
          <p:cNvSpPr/>
          <p:nvPr/>
        </p:nvSpPr>
        <p:spPr>
          <a:xfrm>
            <a:off x="7448397" y="4861406"/>
            <a:ext cx="127407" cy="0"/>
          </a:xfrm>
          <a:prstGeom prst="line">
            <a:avLst/>
          </a:prstGeom>
          <a:noFill/>
          <a:ln w="15875">
            <a:solidFill>
              <a:srgbClr val="C44F4F">
                <a:alpha val="76000"/>
              </a:srgbClr>
            </a:solidFill>
            <a:prstDash val="dot"/>
            <a:headEnd type="none"/>
            <a:tailEnd type="none"/>
          </a:ln>
        </p:spPr>
      </p:sp>
      <p:sp>
        <p:nvSpPr>
          <p:cNvPr id="1215" name="Shape 1213"/>
          <p:cNvSpPr/>
          <p:nvPr/>
        </p:nvSpPr>
        <p:spPr>
          <a:xfrm>
            <a:off x="7573061" y="4842187"/>
            <a:ext cx="0" cy="21963"/>
          </a:xfrm>
          <a:prstGeom prst="line">
            <a:avLst/>
          </a:prstGeom>
          <a:noFill/>
          <a:ln w="15875">
            <a:solidFill>
              <a:srgbClr val="C44F4F">
                <a:alpha val="76000"/>
              </a:srgbClr>
            </a:solidFill>
            <a:prstDash val="dot"/>
            <a:headEnd type="none"/>
            <a:tailEnd type="none"/>
          </a:ln>
        </p:spPr>
      </p:sp>
      <p:sp>
        <p:nvSpPr>
          <p:cNvPr id="1216" name="Shape 1214"/>
          <p:cNvSpPr/>
          <p:nvPr/>
        </p:nvSpPr>
        <p:spPr>
          <a:xfrm>
            <a:off x="7573061" y="4844930"/>
            <a:ext cx="127407" cy="0"/>
          </a:xfrm>
          <a:prstGeom prst="line">
            <a:avLst/>
          </a:prstGeom>
          <a:noFill/>
          <a:ln w="15875">
            <a:solidFill>
              <a:srgbClr val="C44F4F">
                <a:alpha val="76000"/>
              </a:srgbClr>
            </a:solidFill>
            <a:prstDash val="dot"/>
            <a:headEnd type="none"/>
            <a:tailEnd type="none"/>
          </a:ln>
        </p:spPr>
      </p:sp>
      <p:sp>
        <p:nvSpPr>
          <p:cNvPr id="1217" name="Shape 1215"/>
          <p:cNvSpPr/>
          <p:nvPr/>
        </p:nvSpPr>
        <p:spPr>
          <a:xfrm>
            <a:off x="7697724" y="4835533"/>
            <a:ext cx="0" cy="12140"/>
          </a:xfrm>
          <a:prstGeom prst="line">
            <a:avLst/>
          </a:prstGeom>
          <a:noFill/>
          <a:ln w="15875">
            <a:solidFill>
              <a:srgbClr val="C44F4F">
                <a:alpha val="76000"/>
              </a:srgbClr>
            </a:solidFill>
            <a:prstDash val="dot"/>
            <a:headEnd type="none"/>
            <a:tailEnd type="none"/>
          </a:ln>
        </p:spPr>
      </p:sp>
      <p:sp>
        <p:nvSpPr>
          <p:cNvPr id="1218" name="Shape 1216"/>
          <p:cNvSpPr/>
          <p:nvPr/>
        </p:nvSpPr>
        <p:spPr>
          <a:xfrm>
            <a:off x="7697724" y="4838276"/>
            <a:ext cx="127406" cy="0"/>
          </a:xfrm>
          <a:prstGeom prst="line">
            <a:avLst/>
          </a:prstGeom>
          <a:noFill/>
          <a:ln w="15875">
            <a:solidFill>
              <a:srgbClr val="C44F4F">
                <a:alpha val="76000"/>
              </a:srgbClr>
            </a:solidFill>
            <a:prstDash val="dot"/>
            <a:headEnd type="none"/>
            <a:tailEnd type="none"/>
          </a:ln>
        </p:spPr>
      </p:sp>
      <p:sp>
        <p:nvSpPr>
          <p:cNvPr id="1219" name="Shape 1217"/>
          <p:cNvSpPr/>
          <p:nvPr/>
        </p:nvSpPr>
        <p:spPr>
          <a:xfrm>
            <a:off x="7822387" y="4832048"/>
            <a:ext cx="0" cy="8972"/>
          </a:xfrm>
          <a:prstGeom prst="line">
            <a:avLst/>
          </a:prstGeom>
          <a:noFill/>
          <a:ln w="15875">
            <a:solidFill>
              <a:srgbClr val="C44F4F">
                <a:alpha val="76000"/>
              </a:srgbClr>
            </a:solidFill>
            <a:prstDash val="dot"/>
            <a:headEnd type="none"/>
            <a:tailEnd type="none"/>
          </a:ln>
        </p:spPr>
      </p:sp>
      <p:sp>
        <p:nvSpPr>
          <p:cNvPr id="1220" name="Shape 1218"/>
          <p:cNvSpPr/>
          <p:nvPr/>
        </p:nvSpPr>
        <p:spPr>
          <a:xfrm>
            <a:off x="7822387" y="4834791"/>
            <a:ext cx="127407" cy="0"/>
          </a:xfrm>
          <a:prstGeom prst="line">
            <a:avLst/>
          </a:prstGeom>
          <a:noFill/>
          <a:ln w="15875">
            <a:solidFill>
              <a:srgbClr val="C44F4F">
                <a:alpha val="76000"/>
              </a:srgbClr>
            </a:solidFill>
            <a:prstDash val="dot"/>
            <a:headEnd type="none"/>
            <a:tailEnd type="none"/>
          </a:ln>
        </p:spPr>
      </p:sp>
      <p:sp>
        <p:nvSpPr>
          <p:cNvPr id="1221" name="Shape 1219"/>
          <p:cNvSpPr/>
          <p:nvPr/>
        </p:nvSpPr>
        <p:spPr>
          <a:xfrm>
            <a:off x="7947050" y="4827834"/>
            <a:ext cx="0" cy="9700"/>
          </a:xfrm>
          <a:prstGeom prst="line">
            <a:avLst/>
          </a:prstGeom>
          <a:noFill/>
          <a:ln w="15875">
            <a:solidFill>
              <a:srgbClr val="C44F4F">
                <a:alpha val="76000"/>
              </a:srgbClr>
            </a:solidFill>
            <a:prstDash val="dot"/>
            <a:headEnd type="none"/>
            <a:tailEnd type="none"/>
          </a:ln>
        </p:spPr>
      </p:sp>
      <p:sp>
        <p:nvSpPr>
          <p:cNvPr id="1222" name="Shape 1220"/>
          <p:cNvSpPr/>
          <p:nvPr/>
        </p:nvSpPr>
        <p:spPr>
          <a:xfrm>
            <a:off x="7947050" y="4830577"/>
            <a:ext cx="127407" cy="0"/>
          </a:xfrm>
          <a:prstGeom prst="line">
            <a:avLst/>
          </a:prstGeom>
          <a:noFill/>
          <a:ln w="15875">
            <a:solidFill>
              <a:srgbClr val="C44F4F">
                <a:alpha val="76000"/>
              </a:srgbClr>
            </a:solidFill>
            <a:prstDash val="dot"/>
            <a:headEnd type="none"/>
            <a:tailEnd type="none"/>
          </a:ln>
        </p:spPr>
      </p:sp>
      <p:sp>
        <p:nvSpPr>
          <p:cNvPr id="1223" name="Shape 1221"/>
          <p:cNvSpPr/>
          <p:nvPr/>
        </p:nvSpPr>
        <p:spPr>
          <a:xfrm>
            <a:off x="8071714" y="4825362"/>
            <a:ext cx="0" cy="7958"/>
          </a:xfrm>
          <a:prstGeom prst="line">
            <a:avLst/>
          </a:prstGeom>
          <a:noFill/>
          <a:ln w="15875">
            <a:solidFill>
              <a:srgbClr val="C44F4F">
                <a:alpha val="76000"/>
              </a:srgbClr>
            </a:solidFill>
            <a:prstDash val="dot"/>
            <a:headEnd type="none"/>
            <a:tailEnd type="none"/>
          </a:ln>
        </p:spPr>
      </p:sp>
      <p:sp>
        <p:nvSpPr>
          <p:cNvPr id="1224" name="Shape 1222"/>
          <p:cNvSpPr/>
          <p:nvPr/>
        </p:nvSpPr>
        <p:spPr>
          <a:xfrm>
            <a:off x="8071714" y="4828106"/>
            <a:ext cx="127406" cy="0"/>
          </a:xfrm>
          <a:prstGeom prst="line">
            <a:avLst/>
          </a:prstGeom>
          <a:noFill/>
          <a:ln w="15875">
            <a:solidFill>
              <a:srgbClr val="C44F4F">
                <a:alpha val="76000"/>
              </a:srgbClr>
            </a:solidFill>
            <a:prstDash val="dot"/>
            <a:headEnd type="none"/>
            <a:tailEnd type="none"/>
          </a:ln>
        </p:spPr>
      </p:sp>
      <p:sp>
        <p:nvSpPr>
          <p:cNvPr id="1225" name="Shape 1223"/>
          <p:cNvSpPr/>
          <p:nvPr/>
        </p:nvSpPr>
        <p:spPr>
          <a:xfrm>
            <a:off x="8196377" y="4820831"/>
            <a:ext cx="0" cy="10017"/>
          </a:xfrm>
          <a:prstGeom prst="line">
            <a:avLst/>
          </a:prstGeom>
          <a:noFill/>
          <a:ln w="15875">
            <a:solidFill>
              <a:srgbClr val="C44F4F">
                <a:alpha val="76000"/>
              </a:srgbClr>
            </a:solidFill>
            <a:prstDash val="dot"/>
            <a:headEnd type="none"/>
            <a:tailEnd type="none"/>
          </a:ln>
        </p:spPr>
      </p:sp>
      <p:sp>
        <p:nvSpPr>
          <p:cNvPr id="1226" name="Shape 1224"/>
          <p:cNvSpPr/>
          <p:nvPr/>
        </p:nvSpPr>
        <p:spPr>
          <a:xfrm>
            <a:off x="8196377" y="4823575"/>
            <a:ext cx="127407" cy="0"/>
          </a:xfrm>
          <a:prstGeom prst="line">
            <a:avLst/>
          </a:prstGeom>
          <a:noFill/>
          <a:ln w="15875">
            <a:solidFill>
              <a:srgbClr val="C44F4F">
                <a:alpha val="76000"/>
              </a:srgbClr>
            </a:solidFill>
            <a:prstDash val="dot"/>
            <a:headEnd type="none"/>
            <a:tailEnd type="none"/>
          </a:ln>
        </p:spPr>
      </p:sp>
      <p:sp>
        <p:nvSpPr>
          <p:cNvPr id="1227" name="Shape 1225"/>
          <p:cNvSpPr/>
          <p:nvPr/>
        </p:nvSpPr>
        <p:spPr>
          <a:xfrm>
            <a:off x="8321040" y="4818772"/>
            <a:ext cx="0" cy="7546"/>
          </a:xfrm>
          <a:prstGeom prst="line">
            <a:avLst/>
          </a:prstGeom>
          <a:noFill/>
          <a:ln w="15875">
            <a:solidFill>
              <a:srgbClr val="C44F4F">
                <a:alpha val="76000"/>
              </a:srgbClr>
            </a:solidFill>
            <a:prstDash val="dot"/>
            <a:headEnd type="none"/>
            <a:tailEnd type="none"/>
          </a:ln>
        </p:spPr>
      </p:sp>
      <p:sp>
        <p:nvSpPr>
          <p:cNvPr id="1228" name="Shape 1226"/>
          <p:cNvSpPr/>
          <p:nvPr/>
        </p:nvSpPr>
        <p:spPr>
          <a:xfrm>
            <a:off x="841248" y="2236124"/>
            <a:ext cx="127407" cy="0"/>
          </a:xfrm>
          <a:prstGeom prst="line">
            <a:avLst/>
          </a:prstGeom>
          <a:noFill/>
          <a:ln w="15875">
            <a:solidFill>
              <a:srgbClr val="2F7F93">
                <a:alpha val="76000"/>
              </a:srgbClr>
            </a:solidFill>
            <a:prstDash val="dot"/>
            <a:headEnd type="none"/>
            <a:tailEnd type="none"/>
          </a:ln>
        </p:spPr>
      </p:sp>
      <p:sp>
        <p:nvSpPr>
          <p:cNvPr id="1229" name="Shape 1227"/>
          <p:cNvSpPr/>
          <p:nvPr/>
        </p:nvSpPr>
        <p:spPr>
          <a:xfrm>
            <a:off x="965911" y="2233380"/>
            <a:ext cx="0" cy="88308"/>
          </a:xfrm>
          <a:prstGeom prst="line">
            <a:avLst/>
          </a:prstGeom>
          <a:noFill/>
          <a:ln w="15875">
            <a:solidFill>
              <a:srgbClr val="2F7F93">
                <a:alpha val="76000"/>
              </a:srgbClr>
            </a:solidFill>
            <a:prstDash val="dot"/>
            <a:headEnd type="none"/>
            <a:tailEnd type="none"/>
          </a:ln>
        </p:spPr>
      </p:sp>
      <p:sp>
        <p:nvSpPr>
          <p:cNvPr id="1230" name="Shape 1228"/>
          <p:cNvSpPr/>
          <p:nvPr/>
        </p:nvSpPr>
        <p:spPr>
          <a:xfrm>
            <a:off x="965911" y="2318945"/>
            <a:ext cx="127406" cy="0"/>
          </a:xfrm>
          <a:prstGeom prst="line">
            <a:avLst/>
          </a:prstGeom>
          <a:noFill/>
          <a:ln w="15875">
            <a:solidFill>
              <a:srgbClr val="2F7F93">
                <a:alpha val="76000"/>
              </a:srgbClr>
            </a:solidFill>
            <a:prstDash val="dot"/>
            <a:headEnd type="none"/>
            <a:tailEnd type="none"/>
          </a:ln>
        </p:spPr>
      </p:sp>
      <p:sp>
        <p:nvSpPr>
          <p:cNvPr id="1231" name="Shape 1229"/>
          <p:cNvSpPr/>
          <p:nvPr/>
        </p:nvSpPr>
        <p:spPr>
          <a:xfrm>
            <a:off x="1090574" y="2316202"/>
            <a:ext cx="0" cy="345112"/>
          </a:xfrm>
          <a:prstGeom prst="line">
            <a:avLst/>
          </a:prstGeom>
          <a:noFill/>
          <a:ln w="15875">
            <a:solidFill>
              <a:srgbClr val="2F7F93">
                <a:alpha val="76000"/>
              </a:srgbClr>
            </a:solidFill>
            <a:prstDash val="dot"/>
            <a:headEnd type="none"/>
            <a:tailEnd type="none"/>
          </a:ln>
        </p:spPr>
      </p:sp>
      <p:sp>
        <p:nvSpPr>
          <p:cNvPr id="1232" name="Shape 1230"/>
          <p:cNvSpPr/>
          <p:nvPr/>
        </p:nvSpPr>
        <p:spPr>
          <a:xfrm>
            <a:off x="1090574" y="2658571"/>
            <a:ext cx="127407" cy="0"/>
          </a:xfrm>
          <a:prstGeom prst="line">
            <a:avLst/>
          </a:prstGeom>
          <a:noFill/>
          <a:ln w="15875">
            <a:solidFill>
              <a:srgbClr val="2F7F93">
                <a:alpha val="76000"/>
              </a:srgbClr>
            </a:solidFill>
            <a:prstDash val="dot"/>
            <a:headEnd type="none"/>
            <a:tailEnd type="none"/>
          </a:ln>
        </p:spPr>
      </p:sp>
      <p:sp>
        <p:nvSpPr>
          <p:cNvPr id="1233" name="Shape 1231"/>
          <p:cNvSpPr/>
          <p:nvPr/>
        </p:nvSpPr>
        <p:spPr>
          <a:xfrm>
            <a:off x="1215238" y="2655827"/>
            <a:ext cx="0" cy="414497"/>
          </a:xfrm>
          <a:prstGeom prst="line">
            <a:avLst/>
          </a:prstGeom>
          <a:noFill/>
          <a:ln w="15875">
            <a:solidFill>
              <a:srgbClr val="2F7F93">
                <a:alpha val="76000"/>
              </a:srgbClr>
            </a:solidFill>
            <a:prstDash val="dot"/>
            <a:headEnd type="none"/>
            <a:tailEnd type="none"/>
          </a:ln>
        </p:spPr>
      </p:sp>
      <p:sp>
        <p:nvSpPr>
          <p:cNvPr id="1234" name="Shape 1232"/>
          <p:cNvSpPr/>
          <p:nvPr/>
        </p:nvSpPr>
        <p:spPr>
          <a:xfrm>
            <a:off x="1215238" y="3067581"/>
            <a:ext cx="127407" cy="0"/>
          </a:xfrm>
          <a:prstGeom prst="line">
            <a:avLst/>
          </a:prstGeom>
          <a:noFill/>
          <a:ln w="15875">
            <a:solidFill>
              <a:srgbClr val="2F7F93">
                <a:alpha val="76000"/>
              </a:srgbClr>
            </a:solidFill>
            <a:prstDash val="dot"/>
            <a:headEnd type="none"/>
            <a:tailEnd type="none"/>
          </a:ln>
        </p:spPr>
      </p:sp>
      <p:sp>
        <p:nvSpPr>
          <p:cNvPr id="1235" name="Shape 1233"/>
          <p:cNvSpPr/>
          <p:nvPr/>
        </p:nvSpPr>
        <p:spPr>
          <a:xfrm>
            <a:off x="1339901" y="3064838"/>
            <a:ext cx="0" cy="398569"/>
          </a:xfrm>
          <a:prstGeom prst="line">
            <a:avLst/>
          </a:prstGeom>
          <a:noFill/>
          <a:ln w="15875">
            <a:solidFill>
              <a:srgbClr val="2F7F93">
                <a:alpha val="76000"/>
              </a:srgbClr>
            </a:solidFill>
            <a:prstDash val="dot"/>
            <a:headEnd type="none"/>
            <a:tailEnd type="none"/>
          </a:ln>
        </p:spPr>
      </p:sp>
      <p:sp>
        <p:nvSpPr>
          <p:cNvPr id="1236" name="Shape 1234"/>
          <p:cNvSpPr/>
          <p:nvPr/>
        </p:nvSpPr>
        <p:spPr>
          <a:xfrm>
            <a:off x="1339901" y="3460664"/>
            <a:ext cx="127406" cy="0"/>
          </a:xfrm>
          <a:prstGeom prst="line">
            <a:avLst/>
          </a:prstGeom>
          <a:noFill/>
          <a:ln w="15875">
            <a:solidFill>
              <a:srgbClr val="2F7F93">
                <a:alpha val="76000"/>
              </a:srgbClr>
            </a:solidFill>
            <a:prstDash val="dot"/>
            <a:headEnd type="none"/>
            <a:tailEnd type="none"/>
          </a:ln>
        </p:spPr>
      </p:sp>
      <p:sp>
        <p:nvSpPr>
          <p:cNvPr id="1237" name="Shape 1235"/>
          <p:cNvSpPr/>
          <p:nvPr/>
        </p:nvSpPr>
        <p:spPr>
          <a:xfrm>
            <a:off x="1464564" y="3457921"/>
            <a:ext cx="0" cy="337670"/>
          </a:xfrm>
          <a:prstGeom prst="line">
            <a:avLst/>
          </a:prstGeom>
          <a:noFill/>
          <a:ln w="15875">
            <a:solidFill>
              <a:srgbClr val="2F7F93">
                <a:alpha val="76000"/>
              </a:srgbClr>
            </a:solidFill>
            <a:prstDash val="dot"/>
            <a:headEnd type="none"/>
            <a:tailEnd type="none"/>
          </a:ln>
        </p:spPr>
      </p:sp>
      <p:sp>
        <p:nvSpPr>
          <p:cNvPr id="1238" name="Shape 1236"/>
          <p:cNvSpPr/>
          <p:nvPr/>
        </p:nvSpPr>
        <p:spPr>
          <a:xfrm>
            <a:off x="1464564" y="3792847"/>
            <a:ext cx="127407" cy="0"/>
          </a:xfrm>
          <a:prstGeom prst="line">
            <a:avLst/>
          </a:prstGeom>
          <a:noFill/>
          <a:ln w="15875">
            <a:solidFill>
              <a:srgbClr val="2F7F93">
                <a:alpha val="76000"/>
              </a:srgbClr>
            </a:solidFill>
            <a:prstDash val="dot"/>
            <a:headEnd type="none"/>
            <a:tailEnd type="none"/>
          </a:ln>
        </p:spPr>
      </p:sp>
      <p:sp>
        <p:nvSpPr>
          <p:cNvPr id="1239" name="Shape 1237"/>
          <p:cNvSpPr/>
          <p:nvPr/>
        </p:nvSpPr>
        <p:spPr>
          <a:xfrm>
            <a:off x="1589227" y="3790104"/>
            <a:ext cx="0" cy="244307"/>
          </a:xfrm>
          <a:prstGeom prst="line">
            <a:avLst/>
          </a:prstGeom>
          <a:noFill/>
          <a:ln w="15875">
            <a:solidFill>
              <a:srgbClr val="2F7F93">
                <a:alpha val="76000"/>
              </a:srgbClr>
            </a:solidFill>
            <a:prstDash val="dot"/>
            <a:headEnd type="none"/>
            <a:tailEnd type="none"/>
          </a:ln>
        </p:spPr>
      </p:sp>
      <p:sp>
        <p:nvSpPr>
          <p:cNvPr id="1240" name="Shape 1238"/>
          <p:cNvSpPr/>
          <p:nvPr/>
        </p:nvSpPr>
        <p:spPr>
          <a:xfrm>
            <a:off x="1589227" y="4031668"/>
            <a:ext cx="127407" cy="0"/>
          </a:xfrm>
          <a:prstGeom prst="line">
            <a:avLst/>
          </a:prstGeom>
          <a:noFill/>
          <a:ln w="15875">
            <a:solidFill>
              <a:srgbClr val="2F7F93">
                <a:alpha val="76000"/>
              </a:srgbClr>
            </a:solidFill>
            <a:prstDash val="dot"/>
            <a:headEnd type="none"/>
            <a:tailEnd type="none"/>
          </a:ln>
        </p:spPr>
      </p:sp>
      <p:sp>
        <p:nvSpPr>
          <p:cNvPr id="1241" name="Shape 1239"/>
          <p:cNvSpPr/>
          <p:nvPr/>
        </p:nvSpPr>
        <p:spPr>
          <a:xfrm>
            <a:off x="1713891" y="4028925"/>
            <a:ext cx="0" cy="142258"/>
          </a:xfrm>
          <a:prstGeom prst="line">
            <a:avLst/>
          </a:prstGeom>
          <a:noFill/>
          <a:ln w="15875">
            <a:solidFill>
              <a:srgbClr val="2F7F93">
                <a:alpha val="76000"/>
              </a:srgbClr>
            </a:solidFill>
            <a:prstDash val="dot"/>
            <a:headEnd type="none"/>
            <a:tailEnd type="none"/>
          </a:ln>
        </p:spPr>
      </p:sp>
      <p:sp>
        <p:nvSpPr>
          <p:cNvPr id="1242" name="Shape 1240"/>
          <p:cNvSpPr/>
          <p:nvPr/>
        </p:nvSpPr>
        <p:spPr>
          <a:xfrm>
            <a:off x="1713891" y="4168440"/>
            <a:ext cx="127406" cy="0"/>
          </a:xfrm>
          <a:prstGeom prst="line">
            <a:avLst/>
          </a:prstGeom>
          <a:noFill/>
          <a:ln w="15875">
            <a:solidFill>
              <a:srgbClr val="2F7F93">
                <a:alpha val="76000"/>
              </a:srgbClr>
            </a:solidFill>
            <a:prstDash val="dot"/>
            <a:headEnd type="none"/>
            <a:tailEnd type="none"/>
          </a:ln>
        </p:spPr>
      </p:sp>
      <p:sp>
        <p:nvSpPr>
          <p:cNvPr id="1243" name="Shape 1241"/>
          <p:cNvSpPr/>
          <p:nvPr/>
        </p:nvSpPr>
        <p:spPr>
          <a:xfrm>
            <a:off x="1838553" y="4165696"/>
            <a:ext cx="0" cy="29754"/>
          </a:xfrm>
          <a:prstGeom prst="line">
            <a:avLst/>
          </a:prstGeom>
          <a:noFill/>
          <a:ln w="15875">
            <a:solidFill>
              <a:srgbClr val="2F7F93">
                <a:alpha val="76000"/>
              </a:srgbClr>
            </a:solidFill>
            <a:prstDash val="dot"/>
            <a:headEnd type="none"/>
            <a:tailEnd type="none"/>
          </a:ln>
        </p:spPr>
      </p:sp>
      <p:sp>
        <p:nvSpPr>
          <p:cNvPr id="1244" name="Shape 1242"/>
          <p:cNvSpPr/>
          <p:nvPr/>
        </p:nvSpPr>
        <p:spPr>
          <a:xfrm>
            <a:off x="1838553" y="4192707"/>
            <a:ext cx="127407" cy="0"/>
          </a:xfrm>
          <a:prstGeom prst="line">
            <a:avLst/>
          </a:prstGeom>
          <a:noFill/>
          <a:ln w="15875">
            <a:solidFill>
              <a:srgbClr val="2F7F93">
                <a:alpha val="76000"/>
              </a:srgbClr>
            </a:solidFill>
            <a:prstDash val="dot"/>
            <a:headEnd type="none"/>
            <a:tailEnd type="none"/>
          </a:ln>
        </p:spPr>
      </p:sp>
      <p:sp>
        <p:nvSpPr>
          <p:cNvPr id="1245" name="Shape 1243"/>
          <p:cNvSpPr/>
          <p:nvPr/>
        </p:nvSpPr>
        <p:spPr>
          <a:xfrm>
            <a:off x="1963217" y="4189964"/>
            <a:ext cx="0" cy="6413"/>
          </a:xfrm>
          <a:prstGeom prst="line">
            <a:avLst/>
          </a:prstGeom>
          <a:noFill/>
          <a:ln w="15875">
            <a:solidFill>
              <a:srgbClr val="2F7F93">
                <a:alpha val="76000"/>
              </a:srgbClr>
            </a:solidFill>
            <a:prstDash val="dot"/>
            <a:headEnd type="none"/>
            <a:tailEnd type="none"/>
          </a:ln>
        </p:spPr>
      </p:sp>
      <p:sp>
        <p:nvSpPr>
          <p:cNvPr id="1246" name="Shape 1244"/>
          <p:cNvSpPr/>
          <p:nvPr/>
        </p:nvSpPr>
        <p:spPr>
          <a:xfrm>
            <a:off x="1963217" y="4193633"/>
            <a:ext cx="127407" cy="0"/>
          </a:xfrm>
          <a:prstGeom prst="line">
            <a:avLst/>
          </a:prstGeom>
          <a:noFill/>
          <a:ln w="15875">
            <a:solidFill>
              <a:srgbClr val="2F7F93">
                <a:alpha val="76000"/>
              </a:srgbClr>
            </a:solidFill>
            <a:prstDash val="dot"/>
            <a:headEnd type="none"/>
            <a:tailEnd type="none"/>
          </a:ln>
        </p:spPr>
      </p:sp>
      <p:sp>
        <p:nvSpPr>
          <p:cNvPr id="1247" name="Shape 1245"/>
          <p:cNvSpPr/>
          <p:nvPr/>
        </p:nvSpPr>
        <p:spPr>
          <a:xfrm>
            <a:off x="2087880" y="4177859"/>
            <a:ext cx="0" cy="18518"/>
          </a:xfrm>
          <a:prstGeom prst="line">
            <a:avLst/>
          </a:prstGeom>
          <a:noFill/>
          <a:ln w="15875">
            <a:solidFill>
              <a:srgbClr val="2F7F93">
                <a:alpha val="76000"/>
              </a:srgbClr>
            </a:solidFill>
            <a:prstDash val="dot"/>
            <a:headEnd type="none"/>
            <a:tailEnd type="none"/>
          </a:ln>
        </p:spPr>
      </p:sp>
      <p:sp>
        <p:nvSpPr>
          <p:cNvPr id="1248" name="Shape 1246"/>
          <p:cNvSpPr/>
          <p:nvPr/>
        </p:nvSpPr>
        <p:spPr>
          <a:xfrm>
            <a:off x="2087880" y="4180602"/>
            <a:ext cx="127406" cy="0"/>
          </a:xfrm>
          <a:prstGeom prst="line">
            <a:avLst/>
          </a:prstGeom>
          <a:noFill/>
          <a:ln w="15875">
            <a:solidFill>
              <a:srgbClr val="2F7F93">
                <a:alpha val="76000"/>
              </a:srgbClr>
            </a:solidFill>
            <a:prstDash val="dot"/>
            <a:headEnd type="none"/>
            <a:tailEnd type="none"/>
          </a:ln>
        </p:spPr>
      </p:sp>
      <p:sp>
        <p:nvSpPr>
          <p:cNvPr id="1249" name="Shape 1247"/>
          <p:cNvSpPr/>
          <p:nvPr/>
        </p:nvSpPr>
        <p:spPr>
          <a:xfrm>
            <a:off x="2212543" y="4154287"/>
            <a:ext cx="0" cy="29059"/>
          </a:xfrm>
          <a:prstGeom prst="line">
            <a:avLst/>
          </a:prstGeom>
          <a:noFill/>
          <a:ln w="15875">
            <a:solidFill>
              <a:srgbClr val="2F7F93">
                <a:alpha val="76000"/>
              </a:srgbClr>
            </a:solidFill>
            <a:prstDash val="dot"/>
            <a:headEnd type="none"/>
            <a:tailEnd type="none"/>
          </a:ln>
        </p:spPr>
      </p:sp>
      <p:sp>
        <p:nvSpPr>
          <p:cNvPr id="1250" name="Shape 1248"/>
          <p:cNvSpPr/>
          <p:nvPr/>
        </p:nvSpPr>
        <p:spPr>
          <a:xfrm>
            <a:off x="2212543" y="4157030"/>
            <a:ext cx="127407" cy="0"/>
          </a:xfrm>
          <a:prstGeom prst="line">
            <a:avLst/>
          </a:prstGeom>
          <a:noFill/>
          <a:ln w="15875">
            <a:solidFill>
              <a:srgbClr val="2F7F93">
                <a:alpha val="76000"/>
              </a:srgbClr>
            </a:solidFill>
            <a:prstDash val="dot"/>
            <a:headEnd type="none"/>
            <a:tailEnd type="none"/>
          </a:ln>
        </p:spPr>
      </p:sp>
      <p:sp>
        <p:nvSpPr>
          <p:cNvPr id="1251" name="Shape 1249"/>
          <p:cNvSpPr/>
          <p:nvPr/>
        </p:nvSpPr>
        <p:spPr>
          <a:xfrm>
            <a:off x="2337206" y="4134074"/>
            <a:ext cx="0" cy="25699"/>
          </a:xfrm>
          <a:prstGeom prst="line">
            <a:avLst/>
          </a:prstGeom>
          <a:noFill/>
          <a:ln w="15875">
            <a:solidFill>
              <a:srgbClr val="2F7F93">
                <a:alpha val="76000"/>
              </a:srgbClr>
            </a:solidFill>
            <a:prstDash val="dot"/>
            <a:headEnd type="none"/>
            <a:tailEnd type="none"/>
          </a:ln>
        </p:spPr>
      </p:sp>
      <p:sp>
        <p:nvSpPr>
          <p:cNvPr id="1252" name="Shape 1250"/>
          <p:cNvSpPr/>
          <p:nvPr/>
        </p:nvSpPr>
        <p:spPr>
          <a:xfrm>
            <a:off x="2337206" y="4136817"/>
            <a:ext cx="127407" cy="0"/>
          </a:xfrm>
          <a:prstGeom prst="line">
            <a:avLst/>
          </a:prstGeom>
          <a:noFill/>
          <a:ln w="15875">
            <a:solidFill>
              <a:srgbClr val="2F7F93">
                <a:alpha val="76000"/>
              </a:srgbClr>
            </a:solidFill>
            <a:prstDash val="dot"/>
            <a:headEnd type="none"/>
            <a:tailEnd type="none"/>
          </a:ln>
        </p:spPr>
      </p:sp>
      <p:sp>
        <p:nvSpPr>
          <p:cNvPr id="1253" name="Shape 1251"/>
          <p:cNvSpPr/>
          <p:nvPr/>
        </p:nvSpPr>
        <p:spPr>
          <a:xfrm>
            <a:off x="2461870" y="4116119"/>
            <a:ext cx="0" cy="23441"/>
          </a:xfrm>
          <a:prstGeom prst="line">
            <a:avLst/>
          </a:prstGeom>
          <a:noFill/>
          <a:ln w="15875">
            <a:solidFill>
              <a:srgbClr val="2F7F93">
                <a:alpha val="76000"/>
              </a:srgbClr>
            </a:solidFill>
            <a:prstDash val="dot"/>
            <a:headEnd type="none"/>
            <a:tailEnd type="none"/>
          </a:ln>
        </p:spPr>
      </p:sp>
      <p:sp>
        <p:nvSpPr>
          <p:cNvPr id="1254" name="Shape 1252"/>
          <p:cNvSpPr/>
          <p:nvPr/>
        </p:nvSpPr>
        <p:spPr>
          <a:xfrm>
            <a:off x="2461870" y="4118863"/>
            <a:ext cx="127406" cy="0"/>
          </a:xfrm>
          <a:prstGeom prst="line">
            <a:avLst/>
          </a:prstGeom>
          <a:noFill/>
          <a:ln w="15875">
            <a:solidFill>
              <a:srgbClr val="2F7F93">
                <a:alpha val="76000"/>
              </a:srgbClr>
            </a:solidFill>
            <a:prstDash val="dot"/>
            <a:headEnd type="none"/>
            <a:tailEnd type="none"/>
          </a:ln>
        </p:spPr>
      </p:sp>
      <p:sp>
        <p:nvSpPr>
          <p:cNvPr id="1255" name="Shape 1253"/>
          <p:cNvSpPr/>
          <p:nvPr/>
        </p:nvSpPr>
        <p:spPr>
          <a:xfrm>
            <a:off x="2586533" y="4115830"/>
            <a:ext cx="0" cy="5776"/>
          </a:xfrm>
          <a:prstGeom prst="line">
            <a:avLst/>
          </a:prstGeom>
          <a:noFill/>
          <a:ln w="15875">
            <a:solidFill>
              <a:srgbClr val="2F7F93">
                <a:alpha val="76000"/>
              </a:srgbClr>
            </a:solidFill>
            <a:prstDash val="dot"/>
            <a:headEnd type="none"/>
            <a:tailEnd type="none"/>
          </a:ln>
        </p:spPr>
      </p:sp>
      <p:sp>
        <p:nvSpPr>
          <p:cNvPr id="1256" name="Shape 1254"/>
          <p:cNvSpPr/>
          <p:nvPr/>
        </p:nvSpPr>
        <p:spPr>
          <a:xfrm>
            <a:off x="2586533" y="4118573"/>
            <a:ext cx="127407" cy="0"/>
          </a:xfrm>
          <a:prstGeom prst="line">
            <a:avLst/>
          </a:prstGeom>
          <a:noFill/>
          <a:ln w="15875">
            <a:solidFill>
              <a:srgbClr val="2F7F93">
                <a:alpha val="76000"/>
              </a:srgbClr>
            </a:solidFill>
            <a:prstDash val="dot"/>
            <a:headEnd type="none"/>
            <a:tailEnd type="none"/>
          </a:ln>
        </p:spPr>
      </p:sp>
      <p:sp>
        <p:nvSpPr>
          <p:cNvPr id="1257" name="Shape 1255"/>
          <p:cNvSpPr/>
          <p:nvPr/>
        </p:nvSpPr>
        <p:spPr>
          <a:xfrm>
            <a:off x="2711196" y="4115830"/>
            <a:ext cx="0" cy="41019"/>
          </a:xfrm>
          <a:prstGeom prst="line">
            <a:avLst/>
          </a:prstGeom>
          <a:noFill/>
          <a:ln w="15875">
            <a:solidFill>
              <a:srgbClr val="2F7F93">
                <a:alpha val="76000"/>
              </a:srgbClr>
            </a:solidFill>
            <a:prstDash val="dot"/>
            <a:headEnd type="none"/>
            <a:tailEnd type="none"/>
          </a:ln>
        </p:spPr>
      </p:sp>
      <p:sp>
        <p:nvSpPr>
          <p:cNvPr id="1258" name="Shape 1256"/>
          <p:cNvSpPr/>
          <p:nvPr/>
        </p:nvSpPr>
        <p:spPr>
          <a:xfrm>
            <a:off x="2711196" y="4154105"/>
            <a:ext cx="127407" cy="0"/>
          </a:xfrm>
          <a:prstGeom prst="line">
            <a:avLst/>
          </a:prstGeom>
          <a:noFill/>
          <a:ln w="15875">
            <a:solidFill>
              <a:srgbClr val="2F7F93">
                <a:alpha val="76000"/>
              </a:srgbClr>
            </a:solidFill>
            <a:prstDash val="dot"/>
            <a:headEnd type="none"/>
            <a:tailEnd type="none"/>
          </a:ln>
        </p:spPr>
      </p:sp>
      <p:sp>
        <p:nvSpPr>
          <p:cNvPr id="1259" name="Shape 1257"/>
          <p:cNvSpPr/>
          <p:nvPr/>
        </p:nvSpPr>
        <p:spPr>
          <a:xfrm>
            <a:off x="2835859" y="4131989"/>
            <a:ext cx="0" cy="24860"/>
          </a:xfrm>
          <a:prstGeom prst="line">
            <a:avLst/>
          </a:prstGeom>
          <a:noFill/>
          <a:ln w="15875">
            <a:solidFill>
              <a:srgbClr val="2F7F93">
                <a:alpha val="76000"/>
              </a:srgbClr>
            </a:solidFill>
            <a:prstDash val="dot"/>
            <a:headEnd type="none"/>
            <a:tailEnd type="none"/>
          </a:ln>
        </p:spPr>
      </p:sp>
      <p:sp>
        <p:nvSpPr>
          <p:cNvPr id="1260" name="Shape 1258"/>
          <p:cNvSpPr/>
          <p:nvPr/>
        </p:nvSpPr>
        <p:spPr>
          <a:xfrm>
            <a:off x="2835859" y="4134732"/>
            <a:ext cx="127406" cy="0"/>
          </a:xfrm>
          <a:prstGeom prst="line">
            <a:avLst/>
          </a:prstGeom>
          <a:noFill/>
          <a:ln w="15875">
            <a:solidFill>
              <a:srgbClr val="2F7F93">
                <a:alpha val="76000"/>
              </a:srgbClr>
            </a:solidFill>
            <a:prstDash val="dot"/>
            <a:headEnd type="none"/>
            <a:tailEnd type="none"/>
          </a:ln>
        </p:spPr>
      </p:sp>
      <p:sp>
        <p:nvSpPr>
          <p:cNvPr id="1261" name="Shape 1259"/>
          <p:cNvSpPr/>
          <p:nvPr/>
        </p:nvSpPr>
        <p:spPr>
          <a:xfrm>
            <a:off x="2960522" y="4131989"/>
            <a:ext cx="0" cy="11597"/>
          </a:xfrm>
          <a:prstGeom prst="line">
            <a:avLst/>
          </a:prstGeom>
          <a:noFill/>
          <a:ln w="15875">
            <a:solidFill>
              <a:srgbClr val="2F7F93">
                <a:alpha val="76000"/>
              </a:srgbClr>
            </a:solidFill>
            <a:prstDash val="dot"/>
            <a:headEnd type="none"/>
            <a:tailEnd type="none"/>
          </a:ln>
        </p:spPr>
      </p:sp>
      <p:sp>
        <p:nvSpPr>
          <p:cNvPr id="1262" name="Shape 1260"/>
          <p:cNvSpPr/>
          <p:nvPr/>
        </p:nvSpPr>
        <p:spPr>
          <a:xfrm>
            <a:off x="2960522" y="4140842"/>
            <a:ext cx="127407" cy="0"/>
          </a:xfrm>
          <a:prstGeom prst="line">
            <a:avLst/>
          </a:prstGeom>
          <a:noFill/>
          <a:ln w="15875">
            <a:solidFill>
              <a:srgbClr val="2F7F93">
                <a:alpha val="76000"/>
              </a:srgbClr>
            </a:solidFill>
            <a:prstDash val="dot"/>
            <a:headEnd type="none"/>
            <a:tailEnd type="none"/>
          </a:ln>
        </p:spPr>
      </p:sp>
      <p:sp>
        <p:nvSpPr>
          <p:cNvPr id="1263" name="Shape 1261"/>
          <p:cNvSpPr/>
          <p:nvPr/>
        </p:nvSpPr>
        <p:spPr>
          <a:xfrm>
            <a:off x="3085186" y="4138099"/>
            <a:ext cx="0" cy="18373"/>
          </a:xfrm>
          <a:prstGeom prst="line">
            <a:avLst/>
          </a:prstGeom>
          <a:noFill/>
          <a:ln w="15875">
            <a:solidFill>
              <a:srgbClr val="2F7F93">
                <a:alpha val="76000"/>
              </a:srgbClr>
            </a:solidFill>
            <a:prstDash val="dot"/>
            <a:headEnd type="none"/>
            <a:tailEnd type="none"/>
          </a:ln>
        </p:spPr>
      </p:sp>
      <p:sp>
        <p:nvSpPr>
          <p:cNvPr id="1264" name="Shape 1262"/>
          <p:cNvSpPr/>
          <p:nvPr/>
        </p:nvSpPr>
        <p:spPr>
          <a:xfrm>
            <a:off x="3085186" y="4153729"/>
            <a:ext cx="127407" cy="0"/>
          </a:xfrm>
          <a:prstGeom prst="line">
            <a:avLst/>
          </a:prstGeom>
          <a:noFill/>
          <a:ln w="15875">
            <a:solidFill>
              <a:srgbClr val="2F7F93">
                <a:alpha val="76000"/>
              </a:srgbClr>
            </a:solidFill>
            <a:prstDash val="dot"/>
            <a:headEnd type="none"/>
            <a:tailEnd type="none"/>
          </a:ln>
        </p:spPr>
      </p:sp>
      <p:sp>
        <p:nvSpPr>
          <p:cNvPr id="1265" name="Shape 1263"/>
          <p:cNvSpPr/>
          <p:nvPr/>
        </p:nvSpPr>
        <p:spPr>
          <a:xfrm>
            <a:off x="3209849" y="4150985"/>
            <a:ext cx="0" cy="29667"/>
          </a:xfrm>
          <a:prstGeom prst="line">
            <a:avLst/>
          </a:prstGeom>
          <a:noFill/>
          <a:ln w="15875">
            <a:solidFill>
              <a:srgbClr val="2F7F93">
                <a:alpha val="76000"/>
              </a:srgbClr>
            </a:solidFill>
            <a:prstDash val="dot"/>
            <a:headEnd type="none"/>
            <a:tailEnd type="none"/>
          </a:ln>
        </p:spPr>
      </p:sp>
      <p:sp>
        <p:nvSpPr>
          <p:cNvPr id="1266" name="Shape 1264"/>
          <p:cNvSpPr/>
          <p:nvPr/>
        </p:nvSpPr>
        <p:spPr>
          <a:xfrm>
            <a:off x="3209849" y="4177909"/>
            <a:ext cx="127406" cy="0"/>
          </a:xfrm>
          <a:prstGeom prst="line">
            <a:avLst/>
          </a:prstGeom>
          <a:noFill/>
          <a:ln w="15875">
            <a:solidFill>
              <a:srgbClr val="2F7F93">
                <a:alpha val="76000"/>
              </a:srgbClr>
            </a:solidFill>
            <a:prstDash val="dot"/>
            <a:headEnd type="none"/>
            <a:tailEnd type="none"/>
          </a:ln>
        </p:spPr>
      </p:sp>
      <p:sp>
        <p:nvSpPr>
          <p:cNvPr id="1267" name="Shape 1265"/>
          <p:cNvSpPr/>
          <p:nvPr/>
        </p:nvSpPr>
        <p:spPr>
          <a:xfrm>
            <a:off x="3334512" y="4175166"/>
            <a:ext cx="0" cy="35690"/>
          </a:xfrm>
          <a:prstGeom prst="line">
            <a:avLst/>
          </a:prstGeom>
          <a:noFill/>
          <a:ln w="15875">
            <a:solidFill>
              <a:srgbClr val="2F7F93">
                <a:alpha val="76000"/>
              </a:srgbClr>
            </a:solidFill>
            <a:prstDash val="dot"/>
            <a:headEnd type="none"/>
            <a:tailEnd type="none"/>
          </a:ln>
        </p:spPr>
      </p:sp>
      <p:sp>
        <p:nvSpPr>
          <p:cNvPr id="1268" name="Shape 1266"/>
          <p:cNvSpPr/>
          <p:nvPr/>
        </p:nvSpPr>
        <p:spPr>
          <a:xfrm>
            <a:off x="3334512" y="4208113"/>
            <a:ext cx="127407" cy="0"/>
          </a:xfrm>
          <a:prstGeom prst="line">
            <a:avLst/>
          </a:prstGeom>
          <a:noFill/>
          <a:ln w="15875">
            <a:solidFill>
              <a:srgbClr val="2F7F93">
                <a:alpha val="76000"/>
              </a:srgbClr>
            </a:solidFill>
            <a:prstDash val="dot"/>
            <a:headEnd type="none"/>
            <a:tailEnd type="none"/>
          </a:ln>
        </p:spPr>
      </p:sp>
      <p:sp>
        <p:nvSpPr>
          <p:cNvPr id="1269" name="Shape 1267"/>
          <p:cNvSpPr/>
          <p:nvPr/>
        </p:nvSpPr>
        <p:spPr>
          <a:xfrm>
            <a:off x="3459175" y="4205370"/>
            <a:ext cx="0" cy="31433"/>
          </a:xfrm>
          <a:prstGeom prst="line">
            <a:avLst/>
          </a:prstGeom>
          <a:noFill/>
          <a:ln w="15875">
            <a:solidFill>
              <a:srgbClr val="2F7F93">
                <a:alpha val="76000"/>
              </a:srgbClr>
            </a:solidFill>
            <a:prstDash val="dot"/>
            <a:headEnd type="none"/>
            <a:tailEnd type="none"/>
          </a:ln>
        </p:spPr>
      </p:sp>
      <p:sp>
        <p:nvSpPr>
          <p:cNvPr id="1270" name="Shape 1268"/>
          <p:cNvSpPr/>
          <p:nvPr/>
        </p:nvSpPr>
        <p:spPr>
          <a:xfrm>
            <a:off x="3459175" y="4234060"/>
            <a:ext cx="127407" cy="0"/>
          </a:xfrm>
          <a:prstGeom prst="line">
            <a:avLst/>
          </a:prstGeom>
          <a:noFill/>
          <a:ln w="15875">
            <a:solidFill>
              <a:srgbClr val="2F7F93">
                <a:alpha val="76000"/>
              </a:srgbClr>
            </a:solidFill>
            <a:prstDash val="dot"/>
            <a:headEnd type="none"/>
            <a:tailEnd type="none"/>
          </a:ln>
        </p:spPr>
      </p:sp>
      <p:sp>
        <p:nvSpPr>
          <p:cNvPr id="1271" name="Shape 1269"/>
          <p:cNvSpPr/>
          <p:nvPr/>
        </p:nvSpPr>
        <p:spPr>
          <a:xfrm>
            <a:off x="3583839" y="4231316"/>
            <a:ext cx="0" cy="32823"/>
          </a:xfrm>
          <a:prstGeom prst="line">
            <a:avLst/>
          </a:prstGeom>
          <a:noFill/>
          <a:ln w="15875">
            <a:solidFill>
              <a:srgbClr val="2F7F93">
                <a:alpha val="76000"/>
              </a:srgbClr>
            </a:solidFill>
            <a:prstDash val="dot"/>
            <a:headEnd type="none"/>
            <a:tailEnd type="none"/>
          </a:ln>
        </p:spPr>
      </p:sp>
      <p:sp>
        <p:nvSpPr>
          <p:cNvPr id="1272" name="Shape 1270"/>
          <p:cNvSpPr/>
          <p:nvPr/>
        </p:nvSpPr>
        <p:spPr>
          <a:xfrm>
            <a:off x="3583839" y="4261396"/>
            <a:ext cx="127406" cy="0"/>
          </a:xfrm>
          <a:prstGeom prst="line">
            <a:avLst/>
          </a:prstGeom>
          <a:noFill/>
          <a:ln w="15875">
            <a:solidFill>
              <a:srgbClr val="2F7F93">
                <a:alpha val="76000"/>
              </a:srgbClr>
            </a:solidFill>
            <a:prstDash val="dot"/>
            <a:headEnd type="none"/>
            <a:tailEnd type="none"/>
          </a:ln>
        </p:spPr>
      </p:sp>
      <p:sp>
        <p:nvSpPr>
          <p:cNvPr id="1273" name="Shape 1271"/>
          <p:cNvSpPr/>
          <p:nvPr/>
        </p:nvSpPr>
        <p:spPr>
          <a:xfrm>
            <a:off x="3708501" y="4258653"/>
            <a:ext cx="0" cy="30275"/>
          </a:xfrm>
          <a:prstGeom prst="line">
            <a:avLst/>
          </a:prstGeom>
          <a:noFill/>
          <a:ln w="15875">
            <a:solidFill>
              <a:srgbClr val="2F7F93">
                <a:alpha val="76000"/>
              </a:srgbClr>
            </a:solidFill>
            <a:prstDash val="dot"/>
            <a:headEnd type="none"/>
            <a:tailEnd type="none"/>
          </a:ln>
        </p:spPr>
      </p:sp>
      <p:sp>
        <p:nvSpPr>
          <p:cNvPr id="1274" name="Shape 1272"/>
          <p:cNvSpPr/>
          <p:nvPr/>
        </p:nvSpPr>
        <p:spPr>
          <a:xfrm>
            <a:off x="3708501" y="4286185"/>
            <a:ext cx="127407" cy="0"/>
          </a:xfrm>
          <a:prstGeom prst="line">
            <a:avLst/>
          </a:prstGeom>
          <a:noFill/>
          <a:ln w="15875">
            <a:solidFill>
              <a:srgbClr val="2F7F93">
                <a:alpha val="76000"/>
              </a:srgbClr>
            </a:solidFill>
            <a:prstDash val="dot"/>
            <a:headEnd type="none"/>
            <a:tailEnd type="none"/>
          </a:ln>
        </p:spPr>
      </p:sp>
      <p:sp>
        <p:nvSpPr>
          <p:cNvPr id="1275" name="Shape 1273"/>
          <p:cNvSpPr/>
          <p:nvPr/>
        </p:nvSpPr>
        <p:spPr>
          <a:xfrm>
            <a:off x="3833165" y="4283442"/>
            <a:ext cx="0" cy="24223"/>
          </a:xfrm>
          <a:prstGeom prst="line">
            <a:avLst/>
          </a:prstGeom>
          <a:noFill/>
          <a:ln w="15875">
            <a:solidFill>
              <a:srgbClr val="2F7F93">
                <a:alpha val="76000"/>
              </a:srgbClr>
            </a:solidFill>
            <a:prstDash val="dot"/>
            <a:headEnd type="none"/>
            <a:tailEnd type="none"/>
          </a:ln>
        </p:spPr>
      </p:sp>
      <p:sp>
        <p:nvSpPr>
          <p:cNvPr id="1276" name="Shape 1274"/>
          <p:cNvSpPr/>
          <p:nvPr/>
        </p:nvSpPr>
        <p:spPr>
          <a:xfrm>
            <a:off x="3833165" y="4304921"/>
            <a:ext cx="127407" cy="0"/>
          </a:xfrm>
          <a:prstGeom prst="line">
            <a:avLst/>
          </a:prstGeom>
          <a:noFill/>
          <a:ln w="15875">
            <a:solidFill>
              <a:srgbClr val="2F7F93">
                <a:alpha val="76000"/>
              </a:srgbClr>
            </a:solidFill>
            <a:prstDash val="dot"/>
            <a:headEnd type="none"/>
            <a:tailEnd type="none"/>
          </a:ln>
        </p:spPr>
      </p:sp>
      <p:sp>
        <p:nvSpPr>
          <p:cNvPr id="1277" name="Shape 1275"/>
          <p:cNvSpPr/>
          <p:nvPr/>
        </p:nvSpPr>
        <p:spPr>
          <a:xfrm>
            <a:off x="3957828" y="4302178"/>
            <a:ext cx="0" cy="25410"/>
          </a:xfrm>
          <a:prstGeom prst="line">
            <a:avLst/>
          </a:prstGeom>
          <a:noFill/>
          <a:ln w="15875">
            <a:solidFill>
              <a:srgbClr val="2F7F93">
                <a:alpha val="76000"/>
              </a:srgbClr>
            </a:solidFill>
            <a:prstDash val="dot"/>
            <a:headEnd type="none"/>
            <a:tailEnd type="none"/>
          </a:ln>
        </p:spPr>
      </p:sp>
      <p:sp>
        <p:nvSpPr>
          <p:cNvPr id="1278" name="Shape 1276"/>
          <p:cNvSpPr/>
          <p:nvPr/>
        </p:nvSpPr>
        <p:spPr>
          <a:xfrm>
            <a:off x="3957828" y="4324845"/>
            <a:ext cx="127406" cy="0"/>
          </a:xfrm>
          <a:prstGeom prst="line">
            <a:avLst/>
          </a:prstGeom>
          <a:noFill/>
          <a:ln w="15875">
            <a:solidFill>
              <a:srgbClr val="2F7F93">
                <a:alpha val="76000"/>
              </a:srgbClr>
            </a:solidFill>
            <a:prstDash val="dot"/>
            <a:headEnd type="none"/>
            <a:tailEnd type="none"/>
          </a:ln>
        </p:spPr>
      </p:sp>
      <p:sp>
        <p:nvSpPr>
          <p:cNvPr id="1279" name="Shape 1277"/>
          <p:cNvSpPr/>
          <p:nvPr/>
        </p:nvSpPr>
        <p:spPr>
          <a:xfrm>
            <a:off x="4082491" y="4322101"/>
            <a:ext cx="0" cy="24309"/>
          </a:xfrm>
          <a:prstGeom prst="line">
            <a:avLst/>
          </a:prstGeom>
          <a:noFill/>
          <a:ln w="15875">
            <a:solidFill>
              <a:srgbClr val="2F7F93">
                <a:alpha val="76000"/>
              </a:srgbClr>
            </a:solidFill>
            <a:prstDash val="dot"/>
            <a:headEnd type="none"/>
            <a:tailEnd type="none"/>
          </a:ln>
        </p:spPr>
      </p:sp>
      <p:sp>
        <p:nvSpPr>
          <p:cNvPr id="1280" name="Shape 1278"/>
          <p:cNvSpPr/>
          <p:nvPr/>
        </p:nvSpPr>
        <p:spPr>
          <a:xfrm>
            <a:off x="4082491" y="4343668"/>
            <a:ext cx="127407" cy="0"/>
          </a:xfrm>
          <a:prstGeom prst="line">
            <a:avLst/>
          </a:prstGeom>
          <a:noFill/>
          <a:ln w="15875">
            <a:solidFill>
              <a:srgbClr val="2F7F93">
                <a:alpha val="76000"/>
              </a:srgbClr>
            </a:solidFill>
            <a:prstDash val="dot"/>
            <a:headEnd type="none"/>
            <a:tailEnd type="none"/>
          </a:ln>
        </p:spPr>
      </p:sp>
      <p:sp>
        <p:nvSpPr>
          <p:cNvPr id="1281" name="Shape 1279"/>
          <p:cNvSpPr/>
          <p:nvPr/>
        </p:nvSpPr>
        <p:spPr>
          <a:xfrm>
            <a:off x="4207154" y="4340924"/>
            <a:ext cx="0" cy="20110"/>
          </a:xfrm>
          <a:prstGeom prst="line">
            <a:avLst/>
          </a:prstGeom>
          <a:noFill/>
          <a:ln w="15875">
            <a:solidFill>
              <a:srgbClr val="2F7F93">
                <a:alpha val="76000"/>
              </a:srgbClr>
            </a:solidFill>
            <a:prstDash val="dot"/>
            <a:headEnd type="none"/>
            <a:tailEnd type="none"/>
          </a:ln>
        </p:spPr>
      </p:sp>
      <p:sp>
        <p:nvSpPr>
          <p:cNvPr id="1282" name="Shape 1280"/>
          <p:cNvSpPr/>
          <p:nvPr/>
        </p:nvSpPr>
        <p:spPr>
          <a:xfrm>
            <a:off x="4207154" y="4358292"/>
            <a:ext cx="127407" cy="0"/>
          </a:xfrm>
          <a:prstGeom prst="line">
            <a:avLst/>
          </a:prstGeom>
          <a:noFill/>
          <a:ln w="15875">
            <a:solidFill>
              <a:srgbClr val="2F7F93">
                <a:alpha val="76000"/>
              </a:srgbClr>
            </a:solidFill>
            <a:prstDash val="dot"/>
            <a:headEnd type="none"/>
            <a:tailEnd type="none"/>
          </a:ln>
        </p:spPr>
      </p:sp>
      <p:sp>
        <p:nvSpPr>
          <p:cNvPr id="1283" name="Shape 1281"/>
          <p:cNvSpPr/>
          <p:nvPr/>
        </p:nvSpPr>
        <p:spPr>
          <a:xfrm>
            <a:off x="4331818" y="4355548"/>
            <a:ext cx="0" cy="20139"/>
          </a:xfrm>
          <a:prstGeom prst="line">
            <a:avLst/>
          </a:prstGeom>
          <a:noFill/>
          <a:ln w="15875">
            <a:solidFill>
              <a:srgbClr val="2F7F93">
                <a:alpha val="76000"/>
              </a:srgbClr>
            </a:solidFill>
            <a:prstDash val="dot"/>
            <a:headEnd type="none"/>
            <a:tailEnd type="none"/>
          </a:ln>
        </p:spPr>
      </p:sp>
      <p:sp>
        <p:nvSpPr>
          <p:cNvPr id="1284" name="Shape 1282"/>
          <p:cNvSpPr/>
          <p:nvPr/>
        </p:nvSpPr>
        <p:spPr>
          <a:xfrm>
            <a:off x="4331818" y="4372945"/>
            <a:ext cx="127406" cy="0"/>
          </a:xfrm>
          <a:prstGeom prst="line">
            <a:avLst/>
          </a:prstGeom>
          <a:noFill/>
          <a:ln w="15875">
            <a:solidFill>
              <a:srgbClr val="2F7F93">
                <a:alpha val="76000"/>
              </a:srgbClr>
            </a:solidFill>
            <a:prstDash val="dot"/>
            <a:headEnd type="none"/>
            <a:tailEnd type="none"/>
          </a:ln>
        </p:spPr>
      </p:sp>
      <p:sp>
        <p:nvSpPr>
          <p:cNvPr id="1285" name="Shape 1283"/>
          <p:cNvSpPr/>
          <p:nvPr/>
        </p:nvSpPr>
        <p:spPr>
          <a:xfrm>
            <a:off x="4456481" y="4370201"/>
            <a:ext cx="0" cy="15969"/>
          </a:xfrm>
          <a:prstGeom prst="line">
            <a:avLst/>
          </a:prstGeom>
          <a:noFill/>
          <a:ln w="15875">
            <a:solidFill>
              <a:srgbClr val="2F7F93">
                <a:alpha val="76000"/>
              </a:srgbClr>
            </a:solidFill>
            <a:prstDash val="dot"/>
            <a:headEnd type="none"/>
            <a:tailEnd type="none"/>
          </a:ln>
        </p:spPr>
      </p:sp>
      <p:sp>
        <p:nvSpPr>
          <p:cNvPr id="1286" name="Shape 1284"/>
          <p:cNvSpPr/>
          <p:nvPr/>
        </p:nvSpPr>
        <p:spPr>
          <a:xfrm>
            <a:off x="4456481" y="4383428"/>
            <a:ext cx="127407" cy="0"/>
          </a:xfrm>
          <a:prstGeom prst="line">
            <a:avLst/>
          </a:prstGeom>
          <a:noFill/>
          <a:ln w="15875">
            <a:solidFill>
              <a:srgbClr val="2F7F93">
                <a:alpha val="76000"/>
              </a:srgbClr>
            </a:solidFill>
            <a:prstDash val="dot"/>
            <a:headEnd type="none"/>
            <a:tailEnd type="none"/>
          </a:ln>
        </p:spPr>
      </p:sp>
      <p:sp>
        <p:nvSpPr>
          <p:cNvPr id="1287" name="Shape 1285"/>
          <p:cNvSpPr/>
          <p:nvPr/>
        </p:nvSpPr>
        <p:spPr>
          <a:xfrm>
            <a:off x="4581144" y="4380684"/>
            <a:ext cx="0" cy="17099"/>
          </a:xfrm>
          <a:prstGeom prst="line">
            <a:avLst/>
          </a:prstGeom>
          <a:noFill/>
          <a:ln w="15875">
            <a:solidFill>
              <a:srgbClr val="2F7F93">
                <a:alpha val="76000"/>
              </a:srgbClr>
            </a:solidFill>
            <a:prstDash val="dot"/>
            <a:headEnd type="none"/>
            <a:tailEnd type="none"/>
          </a:ln>
        </p:spPr>
      </p:sp>
      <p:sp>
        <p:nvSpPr>
          <p:cNvPr id="1288" name="Shape 1286"/>
          <p:cNvSpPr/>
          <p:nvPr/>
        </p:nvSpPr>
        <p:spPr>
          <a:xfrm>
            <a:off x="4581144" y="4395040"/>
            <a:ext cx="127407" cy="0"/>
          </a:xfrm>
          <a:prstGeom prst="line">
            <a:avLst/>
          </a:prstGeom>
          <a:noFill/>
          <a:ln w="15875">
            <a:solidFill>
              <a:srgbClr val="2F7F93">
                <a:alpha val="76000"/>
              </a:srgbClr>
            </a:solidFill>
            <a:prstDash val="dot"/>
            <a:headEnd type="none"/>
            <a:tailEnd type="none"/>
          </a:ln>
        </p:spPr>
      </p:sp>
      <p:sp>
        <p:nvSpPr>
          <p:cNvPr id="1289" name="Shape 1287"/>
          <p:cNvSpPr/>
          <p:nvPr/>
        </p:nvSpPr>
        <p:spPr>
          <a:xfrm>
            <a:off x="4705807" y="4392297"/>
            <a:ext cx="0" cy="18576"/>
          </a:xfrm>
          <a:prstGeom prst="line">
            <a:avLst/>
          </a:prstGeom>
          <a:noFill/>
          <a:ln w="15875">
            <a:solidFill>
              <a:srgbClr val="2F7F93">
                <a:alpha val="76000"/>
              </a:srgbClr>
            </a:solidFill>
            <a:prstDash val="dot"/>
            <a:headEnd type="none"/>
            <a:tailEnd type="none"/>
          </a:ln>
        </p:spPr>
      </p:sp>
      <p:sp>
        <p:nvSpPr>
          <p:cNvPr id="1290" name="Shape 1288"/>
          <p:cNvSpPr/>
          <p:nvPr/>
        </p:nvSpPr>
        <p:spPr>
          <a:xfrm>
            <a:off x="4705807" y="4408129"/>
            <a:ext cx="127406" cy="0"/>
          </a:xfrm>
          <a:prstGeom prst="line">
            <a:avLst/>
          </a:prstGeom>
          <a:noFill/>
          <a:ln w="15875">
            <a:solidFill>
              <a:srgbClr val="2F7F93">
                <a:alpha val="76000"/>
              </a:srgbClr>
            </a:solidFill>
            <a:prstDash val="dot"/>
            <a:headEnd type="none"/>
            <a:tailEnd type="none"/>
          </a:ln>
        </p:spPr>
      </p:sp>
      <p:sp>
        <p:nvSpPr>
          <p:cNvPr id="1291" name="Shape 1289"/>
          <p:cNvSpPr/>
          <p:nvPr/>
        </p:nvSpPr>
        <p:spPr>
          <a:xfrm>
            <a:off x="4830470" y="4405386"/>
            <a:ext cx="0" cy="21153"/>
          </a:xfrm>
          <a:prstGeom prst="line">
            <a:avLst/>
          </a:prstGeom>
          <a:noFill/>
          <a:ln w="15875">
            <a:solidFill>
              <a:srgbClr val="2F7F93">
                <a:alpha val="76000"/>
              </a:srgbClr>
            </a:solidFill>
            <a:prstDash val="dot"/>
            <a:headEnd type="none"/>
            <a:tailEnd type="none"/>
          </a:ln>
        </p:spPr>
      </p:sp>
      <p:sp>
        <p:nvSpPr>
          <p:cNvPr id="1292" name="Shape 1290"/>
          <p:cNvSpPr/>
          <p:nvPr/>
        </p:nvSpPr>
        <p:spPr>
          <a:xfrm>
            <a:off x="4830470" y="4423796"/>
            <a:ext cx="127407" cy="0"/>
          </a:xfrm>
          <a:prstGeom prst="line">
            <a:avLst/>
          </a:prstGeom>
          <a:noFill/>
          <a:ln w="15875">
            <a:solidFill>
              <a:srgbClr val="2F7F93">
                <a:alpha val="76000"/>
              </a:srgbClr>
            </a:solidFill>
            <a:prstDash val="dot"/>
            <a:headEnd type="none"/>
            <a:tailEnd type="none"/>
          </a:ln>
        </p:spPr>
      </p:sp>
      <p:sp>
        <p:nvSpPr>
          <p:cNvPr id="1293" name="Shape 1291"/>
          <p:cNvSpPr/>
          <p:nvPr/>
        </p:nvSpPr>
        <p:spPr>
          <a:xfrm>
            <a:off x="4955134" y="4421053"/>
            <a:ext cx="0" cy="34271"/>
          </a:xfrm>
          <a:prstGeom prst="line">
            <a:avLst/>
          </a:prstGeom>
          <a:noFill/>
          <a:ln w="15875">
            <a:solidFill>
              <a:srgbClr val="2F7F93">
                <a:alpha val="76000"/>
              </a:srgbClr>
            </a:solidFill>
            <a:prstDash val="dot"/>
            <a:headEnd type="none"/>
            <a:tailEnd type="none"/>
          </a:ln>
        </p:spPr>
      </p:sp>
      <p:sp>
        <p:nvSpPr>
          <p:cNvPr id="1294" name="Shape 1292"/>
          <p:cNvSpPr/>
          <p:nvPr/>
        </p:nvSpPr>
        <p:spPr>
          <a:xfrm>
            <a:off x="4955134" y="4452581"/>
            <a:ext cx="127407" cy="0"/>
          </a:xfrm>
          <a:prstGeom prst="line">
            <a:avLst/>
          </a:prstGeom>
          <a:noFill/>
          <a:ln w="15875">
            <a:solidFill>
              <a:srgbClr val="2F7F93">
                <a:alpha val="76000"/>
              </a:srgbClr>
            </a:solidFill>
            <a:prstDash val="dot"/>
            <a:headEnd type="none"/>
            <a:tailEnd type="none"/>
          </a:ln>
        </p:spPr>
      </p:sp>
      <p:sp>
        <p:nvSpPr>
          <p:cNvPr id="1295" name="Shape 1293"/>
          <p:cNvSpPr/>
          <p:nvPr/>
        </p:nvSpPr>
        <p:spPr>
          <a:xfrm>
            <a:off x="5079797" y="4449837"/>
            <a:ext cx="0" cy="34097"/>
          </a:xfrm>
          <a:prstGeom prst="line">
            <a:avLst/>
          </a:prstGeom>
          <a:noFill/>
          <a:ln w="15875">
            <a:solidFill>
              <a:srgbClr val="2F7F93">
                <a:alpha val="76000"/>
              </a:srgbClr>
            </a:solidFill>
            <a:prstDash val="dot"/>
            <a:headEnd type="none"/>
            <a:tailEnd type="none"/>
          </a:ln>
        </p:spPr>
      </p:sp>
      <p:sp>
        <p:nvSpPr>
          <p:cNvPr id="1296" name="Shape 1294"/>
          <p:cNvSpPr/>
          <p:nvPr/>
        </p:nvSpPr>
        <p:spPr>
          <a:xfrm>
            <a:off x="5079797" y="4481192"/>
            <a:ext cx="127406" cy="0"/>
          </a:xfrm>
          <a:prstGeom prst="line">
            <a:avLst/>
          </a:prstGeom>
          <a:noFill/>
          <a:ln w="15875">
            <a:solidFill>
              <a:srgbClr val="2F7F93">
                <a:alpha val="76000"/>
              </a:srgbClr>
            </a:solidFill>
            <a:prstDash val="dot"/>
            <a:headEnd type="none"/>
            <a:tailEnd type="none"/>
          </a:ln>
        </p:spPr>
      </p:sp>
      <p:sp>
        <p:nvSpPr>
          <p:cNvPr id="1297" name="Shape 1295"/>
          <p:cNvSpPr/>
          <p:nvPr/>
        </p:nvSpPr>
        <p:spPr>
          <a:xfrm>
            <a:off x="5204460" y="4478448"/>
            <a:ext cx="0" cy="29203"/>
          </a:xfrm>
          <a:prstGeom prst="line">
            <a:avLst/>
          </a:prstGeom>
          <a:noFill/>
          <a:ln w="15875">
            <a:solidFill>
              <a:srgbClr val="2F7F93">
                <a:alpha val="76000"/>
              </a:srgbClr>
            </a:solidFill>
            <a:prstDash val="dot"/>
            <a:headEnd type="none"/>
            <a:tailEnd type="none"/>
          </a:ln>
        </p:spPr>
      </p:sp>
      <p:sp>
        <p:nvSpPr>
          <p:cNvPr id="1298" name="Shape 1296"/>
          <p:cNvSpPr/>
          <p:nvPr/>
        </p:nvSpPr>
        <p:spPr>
          <a:xfrm>
            <a:off x="5204460" y="4504909"/>
            <a:ext cx="127407" cy="0"/>
          </a:xfrm>
          <a:prstGeom prst="line">
            <a:avLst/>
          </a:prstGeom>
          <a:noFill/>
          <a:ln w="15875">
            <a:solidFill>
              <a:srgbClr val="2F7F93">
                <a:alpha val="76000"/>
              </a:srgbClr>
            </a:solidFill>
            <a:prstDash val="dot"/>
            <a:headEnd type="none"/>
            <a:tailEnd type="none"/>
          </a:ln>
        </p:spPr>
      </p:sp>
      <p:sp>
        <p:nvSpPr>
          <p:cNvPr id="1299" name="Shape 1297"/>
          <p:cNvSpPr/>
          <p:nvPr/>
        </p:nvSpPr>
        <p:spPr>
          <a:xfrm>
            <a:off x="5329123" y="4502165"/>
            <a:ext cx="0" cy="31781"/>
          </a:xfrm>
          <a:prstGeom prst="line">
            <a:avLst/>
          </a:prstGeom>
          <a:noFill/>
          <a:ln w="15875">
            <a:solidFill>
              <a:srgbClr val="2F7F93">
                <a:alpha val="76000"/>
              </a:srgbClr>
            </a:solidFill>
            <a:prstDash val="dot"/>
            <a:headEnd type="none"/>
            <a:tailEnd type="none"/>
          </a:ln>
        </p:spPr>
      </p:sp>
      <p:sp>
        <p:nvSpPr>
          <p:cNvPr id="1300" name="Shape 1298"/>
          <p:cNvSpPr/>
          <p:nvPr/>
        </p:nvSpPr>
        <p:spPr>
          <a:xfrm>
            <a:off x="5329123" y="4531203"/>
            <a:ext cx="127407" cy="0"/>
          </a:xfrm>
          <a:prstGeom prst="line">
            <a:avLst/>
          </a:prstGeom>
          <a:noFill/>
          <a:ln w="15875">
            <a:solidFill>
              <a:srgbClr val="2F7F93">
                <a:alpha val="76000"/>
              </a:srgbClr>
            </a:solidFill>
            <a:prstDash val="dot"/>
            <a:headEnd type="none"/>
            <a:tailEnd type="none"/>
          </a:ln>
        </p:spPr>
      </p:sp>
      <p:sp>
        <p:nvSpPr>
          <p:cNvPr id="1301" name="Shape 1299"/>
          <p:cNvSpPr/>
          <p:nvPr/>
        </p:nvSpPr>
        <p:spPr>
          <a:xfrm>
            <a:off x="5453787" y="4528460"/>
            <a:ext cx="0" cy="31694"/>
          </a:xfrm>
          <a:prstGeom prst="line">
            <a:avLst/>
          </a:prstGeom>
          <a:noFill/>
          <a:ln w="15875">
            <a:solidFill>
              <a:srgbClr val="2F7F93">
                <a:alpha val="76000"/>
              </a:srgbClr>
            </a:solidFill>
            <a:prstDash val="dot"/>
            <a:headEnd type="none"/>
            <a:tailEnd type="none"/>
          </a:ln>
        </p:spPr>
      </p:sp>
      <p:sp>
        <p:nvSpPr>
          <p:cNvPr id="1302" name="Shape 1300"/>
          <p:cNvSpPr/>
          <p:nvPr/>
        </p:nvSpPr>
        <p:spPr>
          <a:xfrm>
            <a:off x="5453787" y="4557411"/>
            <a:ext cx="127406" cy="0"/>
          </a:xfrm>
          <a:prstGeom prst="line">
            <a:avLst/>
          </a:prstGeom>
          <a:noFill/>
          <a:ln w="15875">
            <a:solidFill>
              <a:srgbClr val="2F7F93">
                <a:alpha val="76000"/>
              </a:srgbClr>
            </a:solidFill>
            <a:prstDash val="dot"/>
            <a:headEnd type="none"/>
            <a:tailEnd type="none"/>
          </a:ln>
        </p:spPr>
      </p:sp>
      <p:sp>
        <p:nvSpPr>
          <p:cNvPr id="1303" name="Shape 1301"/>
          <p:cNvSpPr/>
          <p:nvPr/>
        </p:nvSpPr>
        <p:spPr>
          <a:xfrm>
            <a:off x="5578449" y="4554667"/>
            <a:ext cx="0" cy="30622"/>
          </a:xfrm>
          <a:prstGeom prst="line">
            <a:avLst/>
          </a:prstGeom>
          <a:noFill/>
          <a:ln w="15875">
            <a:solidFill>
              <a:srgbClr val="2F7F93">
                <a:alpha val="76000"/>
              </a:srgbClr>
            </a:solidFill>
            <a:prstDash val="dot"/>
            <a:headEnd type="none"/>
            <a:tailEnd type="none"/>
          </a:ln>
        </p:spPr>
      </p:sp>
      <p:sp>
        <p:nvSpPr>
          <p:cNvPr id="1304" name="Shape 1302"/>
          <p:cNvSpPr/>
          <p:nvPr/>
        </p:nvSpPr>
        <p:spPr>
          <a:xfrm>
            <a:off x="5578449" y="4582547"/>
            <a:ext cx="127407" cy="0"/>
          </a:xfrm>
          <a:prstGeom prst="line">
            <a:avLst/>
          </a:prstGeom>
          <a:noFill/>
          <a:ln w="15875">
            <a:solidFill>
              <a:srgbClr val="2F7F93">
                <a:alpha val="76000"/>
              </a:srgbClr>
            </a:solidFill>
            <a:prstDash val="dot"/>
            <a:headEnd type="none"/>
            <a:tailEnd type="none"/>
          </a:ln>
        </p:spPr>
      </p:sp>
      <p:sp>
        <p:nvSpPr>
          <p:cNvPr id="1305" name="Shape 1303"/>
          <p:cNvSpPr/>
          <p:nvPr/>
        </p:nvSpPr>
        <p:spPr>
          <a:xfrm>
            <a:off x="5703113" y="4579803"/>
            <a:ext cx="0" cy="27756"/>
          </a:xfrm>
          <a:prstGeom prst="line">
            <a:avLst/>
          </a:prstGeom>
          <a:noFill/>
          <a:ln w="15875">
            <a:solidFill>
              <a:srgbClr val="2F7F93">
                <a:alpha val="76000"/>
              </a:srgbClr>
            </a:solidFill>
            <a:prstDash val="dot"/>
            <a:headEnd type="none"/>
            <a:tailEnd type="none"/>
          </a:ln>
        </p:spPr>
      </p:sp>
      <p:sp>
        <p:nvSpPr>
          <p:cNvPr id="1306" name="Shape 1304"/>
          <p:cNvSpPr/>
          <p:nvPr/>
        </p:nvSpPr>
        <p:spPr>
          <a:xfrm>
            <a:off x="5703113" y="4604816"/>
            <a:ext cx="127407" cy="0"/>
          </a:xfrm>
          <a:prstGeom prst="line">
            <a:avLst/>
          </a:prstGeom>
          <a:noFill/>
          <a:ln w="15875">
            <a:solidFill>
              <a:srgbClr val="2F7F93">
                <a:alpha val="76000"/>
              </a:srgbClr>
            </a:solidFill>
            <a:prstDash val="dot"/>
            <a:headEnd type="none"/>
            <a:tailEnd type="none"/>
          </a:ln>
        </p:spPr>
      </p:sp>
      <p:sp>
        <p:nvSpPr>
          <p:cNvPr id="1307" name="Shape 1305"/>
          <p:cNvSpPr/>
          <p:nvPr/>
        </p:nvSpPr>
        <p:spPr>
          <a:xfrm>
            <a:off x="5827776" y="4602072"/>
            <a:ext cx="0" cy="29406"/>
          </a:xfrm>
          <a:prstGeom prst="line">
            <a:avLst/>
          </a:prstGeom>
          <a:noFill/>
          <a:ln w="15875">
            <a:solidFill>
              <a:srgbClr val="2F7F93">
                <a:alpha val="76000"/>
              </a:srgbClr>
            </a:solidFill>
            <a:prstDash val="dot"/>
            <a:headEnd type="none"/>
            <a:tailEnd type="none"/>
          </a:ln>
        </p:spPr>
      </p:sp>
      <p:sp>
        <p:nvSpPr>
          <p:cNvPr id="1308" name="Shape 1306"/>
          <p:cNvSpPr/>
          <p:nvPr/>
        </p:nvSpPr>
        <p:spPr>
          <a:xfrm>
            <a:off x="5827776" y="4628735"/>
            <a:ext cx="127406" cy="0"/>
          </a:xfrm>
          <a:prstGeom prst="line">
            <a:avLst/>
          </a:prstGeom>
          <a:noFill/>
          <a:ln w="15875">
            <a:solidFill>
              <a:srgbClr val="2F7F93">
                <a:alpha val="76000"/>
              </a:srgbClr>
            </a:solidFill>
            <a:prstDash val="dot"/>
            <a:headEnd type="none"/>
            <a:tailEnd type="none"/>
          </a:ln>
        </p:spPr>
      </p:sp>
      <p:sp>
        <p:nvSpPr>
          <p:cNvPr id="1309" name="Shape 1307"/>
          <p:cNvSpPr/>
          <p:nvPr/>
        </p:nvSpPr>
        <p:spPr>
          <a:xfrm>
            <a:off x="5952439" y="4625992"/>
            <a:ext cx="0" cy="29059"/>
          </a:xfrm>
          <a:prstGeom prst="line">
            <a:avLst/>
          </a:prstGeom>
          <a:noFill/>
          <a:ln w="15875">
            <a:solidFill>
              <a:srgbClr val="2F7F93">
                <a:alpha val="76000"/>
              </a:srgbClr>
            </a:solidFill>
            <a:prstDash val="dot"/>
            <a:headEnd type="none"/>
            <a:tailEnd type="none"/>
          </a:ln>
        </p:spPr>
      </p:sp>
      <p:sp>
        <p:nvSpPr>
          <p:cNvPr id="1310" name="Shape 1308"/>
          <p:cNvSpPr/>
          <p:nvPr/>
        </p:nvSpPr>
        <p:spPr>
          <a:xfrm>
            <a:off x="5952439" y="4652308"/>
            <a:ext cx="127407" cy="0"/>
          </a:xfrm>
          <a:prstGeom prst="line">
            <a:avLst/>
          </a:prstGeom>
          <a:noFill/>
          <a:ln w="15875">
            <a:solidFill>
              <a:srgbClr val="2F7F93">
                <a:alpha val="76000"/>
              </a:srgbClr>
            </a:solidFill>
            <a:prstDash val="dot"/>
            <a:headEnd type="none"/>
            <a:tailEnd type="none"/>
          </a:ln>
        </p:spPr>
      </p:sp>
      <p:sp>
        <p:nvSpPr>
          <p:cNvPr id="1311" name="Shape 1309"/>
          <p:cNvSpPr/>
          <p:nvPr/>
        </p:nvSpPr>
        <p:spPr>
          <a:xfrm>
            <a:off x="6077102" y="4649564"/>
            <a:ext cx="0" cy="37109"/>
          </a:xfrm>
          <a:prstGeom prst="line">
            <a:avLst/>
          </a:prstGeom>
          <a:noFill/>
          <a:ln w="15875">
            <a:solidFill>
              <a:srgbClr val="2F7F93">
                <a:alpha val="76000"/>
              </a:srgbClr>
            </a:solidFill>
            <a:prstDash val="dot"/>
            <a:headEnd type="none"/>
            <a:tailEnd type="none"/>
          </a:ln>
        </p:spPr>
      </p:sp>
      <p:sp>
        <p:nvSpPr>
          <p:cNvPr id="1312" name="Shape 1310"/>
          <p:cNvSpPr/>
          <p:nvPr/>
        </p:nvSpPr>
        <p:spPr>
          <a:xfrm>
            <a:off x="6077102" y="4683930"/>
            <a:ext cx="127407" cy="0"/>
          </a:xfrm>
          <a:prstGeom prst="line">
            <a:avLst/>
          </a:prstGeom>
          <a:noFill/>
          <a:ln w="15875">
            <a:solidFill>
              <a:srgbClr val="2F7F93">
                <a:alpha val="76000"/>
              </a:srgbClr>
            </a:solidFill>
            <a:prstDash val="dot"/>
            <a:headEnd type="none"/>
            <a:tailEnd type="none"/>
          </a:ln>
        </p:spPr>
      </p:sp>
      <p:sp>
        <p:nvSpPr>
          <p:cNvPr id="1313" name="Shape 1311"/>
          <p:cNvSpPr/>
          <p:nvPr/>
        </p:nvSpPr>
        <p:spPr>
          <a:xfrm>
            <a:off x="6201766" y="4681187"/>
            <a:ext cx="0" cy="36820"/>
          </a:xfrm>
          <a:prstGeom prst="line">
            <a:avLst/>
          </a:prstGeom>
          <a:noFill/>
          <a:ln w="15875">
            <a:solidFill>
              <a:srgbClr val="2F7F93">
                <a:alpha val="76000"/>
              </a:srgbClr>
            </a:solidFill>
            <a:prstDash val="dot"/>
            <a:headEnd type="none"/>
            <a:tailEnd type="none"/>
          </a:ln>
        </p:spPr>
      </p:sp>
      <p:sp>
        <p:nvSpPr>
          <p:cNvPr id="1314" name="Shape 1312"/>
          <p:cNvSpPr/>
          <p:nvPr/>
        </p:nvSpPr>
        <p:spPr>
          <a:xfrm>
            <a:off x="6201766" y="4715263"/>
            <a:ext cx="127406" cy="0"/>
          </a:xfrm>
          <a:prstGeom prst="line">
            <a:avLst/>
          </a:prstGeom>
          <a:noFill/>
          <a:ln w="15875">
            <a:solidFill>
              <a:srgbClr val="2F7F93">
                <a:alpha val="76000"/>
              </a:srgbClr>
            </a:solidFill>
            <a:prstDash val="dot"/>
            <a:headEnd type="none"/>
            <a:tailEnd type="none"/>
          </a:ln>
        </p:spPr>
      </p:sp>
      <p:sp>
        <p:nvSpPr>
          <p:cNvPr id="1315" name="Shape 1313"/>
          <p:cNvSpPr/>
          <p:nvPr/>
        </p:nvSpPr>
        <p:spPr>
          <a:xfrm>
            <a:off x="6326429" y="4712520"/>
            <a:ext cx="0" cy="31723"/>
          </a:xfrm>
          <a:prstGeom prst="line">
            <a:avLst/>
          </a:prstGeom>
          <a:noFill/>
          <a:ln w="15875">
            <a:solidFill>
              <a:srgbClr val="2F7F93">
                <a:alpha val="76000"/>
              </a:srgbClr>
            </a:solidFill>
            <a:prstDash val="dot"/>
            <a:headEnd type="none"/>
            <a:tailEnd type="none"/>
          </a:ln>
        </p:spPr>
      </p:sp>
      <p:sp>
        <p:nvSpPr>
          <p:cNvPr id="1316" name="Shape 1314"/>
          <p:cNvSpPr/>
          <p:nvPr/>
        </p:nvSpPr>
        <p:spPr>
          <a:xfrm>
            <a:off x="6326429" y="4741500"/>
            <a:ext cx="127407" cy="0"/>
          </a:xfrm>
          <a:prstGeom prst="line">
            <a:avLst/>
          </a:prstGeom>
          <a:noFill/>
          <a:ln w="15875">
            <a:solidFill>
              <a:srgbClr val="2F7F93">
                <a:alpha val="76000"/>
              </a:srgbClr>
            </a:solidFill>
            <a:prstDash val="dot"/>
            <a:headEnd type="none"/>
            <a:tailEnd type="none"/>
          </a:ln>
        </p:spPr>
      </p:sp>
      <p:sp>
        <p:nvSpPr>
          <p:cNvPr id="1317" name="Shape 1315"/>
          <p:cNvSpPr/>
          <p:nvPr/>
        </p:nvSpPr>
        <p:spPr>
          <a:xfrm>
            <a:off x="6451092" y="4738757"/>
            <a:ext cx="0" cy="30970"/>
          </a:xfrm>
          <a:prstGeom prst="line">
            <a:avLst/>
          </a:prstGeom>
          <a:noFill/>
          <a:ln w="15875">
            <a:solidFill>
              <a:srgbClr val="2F7F93">
                <a:alpha val="76000"/>
              </a:srgbClr>
            </a:solidFill>
            <a:prstDash val="dot"/>
            <a:headEnd type="none"/>
            <a:tailEnd type="none"/>
          </a:ln>
        </p:spPr>
      </p:sp>
      <p:sp>
        <p:nvSpPr>
          <p:cNvPr id="1318" name="Shape 1316"/>
          <p:cNvSpPr/>
          <p:nvPr/>
        </p:nvSpPr>
        <p:spPr>
          <a:xfrm>
            <a:off x="6451092" y="4766983"/>
            <a:ext cx="127407" cy="0"/>
          </a:xfrm>
          <a:prstGeom prst="line">
            <a:avLst/>
          </a:prstGeom>
          <a:noFill/>
          <a:ln w="15875">
            <a:solidFill>
              <a:srgbClr val="2F7F93">
                <a:alpha val="76000"/>
              </a:srgbClr>
            </a:solidFill>
            <a:prstDash val="dot"/>
            <a:headEnd type="none"/>
            <a:tailEnd type="none"/>
          </a:ln>
        </p:spPr>
      </p:sp>
      <p:sp>
        <p:nvSpPr>
          <p:cNvPr id="1319" name="Shape 1317"/>
          <p:cNvSpPr/>
          <p:nvPr/>
        </p:nvSpPr>
        <p:spPr>
          <a:xfrm>
            <a:off x="6575755" y="4764240"/>
            <a:ext cx="0" cy="32302"/>
          </a:xfrm>
          <a:prstGeom prst="line">
            <a:avLst/>
          </a:prstGeom>
          <a:noFill/>
          <a:ln w="15875">
            <a:solidFill>
              <a:srgbClr val="2F7F93">
                <a:alpha val="76000"/>
              </a:srgbClr>
            </a:solidFill>
            <a:prstDash val="dot"/>
            <a:headEnd type="none"/>
            <a:tailEnd type="none"/>
          </a:ln>
        </p:spPr>
      </p:sp>
      <p:sp>
        <p:nvSpPr>
          <p:cNvPr id="1320" name="Shape 1318"/>
          <p:cNvSpPr/>
          <p:nvPr/>
        </p:nvSpPr>
        <p:spPr>
          <a:xfrm>
            <a:off x="6575755" y="4793799"/>
            <a:ext cx="127406" cy="0"/>
          </a:xfrm>
          <a:prstGeom prst="line">
            <a:avLst/>
          </a:prstGeom>
          <a:noFill/>
          <a:ln w="15875">
            <a:solidFill>
              <a:srgbClr val="2F7F93">
                <a:alpha val="76000"/>
              </a:srgbClr>
            </a:solidFill>
            <a:prstDash val="dot"/>
            <a:headEnd type="none"/>
            <a:tailEnd type="none"/>
          </a:ln>
        </p:spPr>
      </p:sp>
      <p:sp>
        <p:nvSpPr>
          <p:cNvPr id="1321" name="Shape 1319"/>
          <p:cNvSpPr/>
          <p:nvPr/>
        </p:nvSpPr>
        <p:spPr>
          <a:xfrm>
            <a:off x="6700418" y="4791056"/>
            <a:ext cx="0" cy="25902"/>
          </a:xfrm>
          <a:prstGeom prst="line">
            <a:avLst/>
          </a:prstGeom>
          <a:noFill/>
          <a:ln w="15875">
            <a:solidFill>
              <a:srgbClr val="2F7F93">
                <a:alpha val="76000"/>
              </a:srgbClr>
            </a:solidFill>
            <a:prstDash val="dot"/>
            <a:headEnd type="none"/>
            <a:tailEnd type="none"/>
          </a:ln>
        </p:spPr>
      </p:sp>
      <p:sp>
        <p:nvSpPr>
          <p:cNvPr id="1322" name="Shape 1320"/>
          <p:cNvSpPr/>
          <p:nvPr/>
        </p:nvSpPr>
        <p:spPr>
          <a:xfrm>
            <a:off x="6700418" y="4814215"/>
            <a:ext cx="127407" cy="0"/>
          </a:xfrm>
          <a:prstGeom prst="line">
            <a:avLst/>
          </a:prstGeom>
          <a:noFill/>
          <a:ln w="15875">
            <a:solidFill>
              <a:srgbClr val="2F7F93">
                <a:alpha val="76000"/>
              </a:srgbClr>
            </a:solidFill>
            <a:prstDash val="dot"/>
            <a:headEnd type="none"/>
            <a:tailEnd type="none"/>
          </a:ln>
        </p:spPr>
      </p:sp>
      <p:sp>
        <p:nvSpPr>
          <p:cNvPr id="1323" name="Shape 1321"/>
          <p:cNvSpPr/>
          <p:nvPr/>
        </p:nvSpPr>
        <p:spPr>
          <a:xfrm>
            <a:off x="6825082" y="4811472"/>
            <a:ext cx="0" cy="29117"/>
          </a:xfrm>
          <a:prstGeom prst="line">
            <a:avLst/>
          </a:prstGeom>
          <a:noFill/>
          <a:ln w="15875">
            <a:solidFill>
              <a:srgbClr val="2F7F93">
                <a:alpha val="76000"/>
              </a:srgbClr>
            </a:solidFill>
            <a:prstDash val="dot"/>
            <a:headEnd type="none"/>
            <a:tailEnd type="none"/>
          </a:ln>
        </p:spPr>
      </p:sp>
      <p:sp>
        <p:nvSpPr>
          <p:cNvPr id="1324" name="Shape 1322"/>
          <p:cNvSpPr/>
          <p:nvPr/>
        </p:nvSpPr>
        <p:spPr>
          <a:xfrm>
            <a:off x="6825082" y="4837845"/>
            <a:ext cx="127407" cy="0"/>
          </a:xfrm>
          <a:prstGeom prst="line">
            <a:avLst/>
          </a:prstGeom>
          <a:noFill/>
          <a:ln w="15875">
            <a:solidFill>
              <a:srgbClr val="2F7F93">
                <a:alpha val="76000"/>
              </a:srgbClr>
            </a:solidFill>
            <a:prstDash val="dot"/>
            <a:headEnd type="none"/>
            <a:tailEnd type="none"/>
          </a:ln>
        </p:spPr>
      </p:sp>
      <p:sp>
        <p:nvSpPr>
          <p:cNvPr id="1325" name="Shape 1323"/>
          <p:cNvSpPr/>
          <p:nvPr/>
        </p:nvSpPr>
        <p:spPr>
          <a:xfrm>
            <a:off x="6949745" y="4835102"/>
            <a:ext cx="0" cy="24975"/>
          </a:xfrm>
          <a:prstGeom prst="line">
            <a:avLst/>
          </a:prstGeom>
          <a:noFill/>
          <a:ln w="15875">
            <a:solidFill>
              <a:srgbClr val="2F7F93">
                <a:alpha val="76000"/>
              </a:srgbClr>
            </a:solidFill>
            <a:prstDash val="dot"/>
            <a:headEnd type="none"/>
            <a:tailEnd type="none"/>
          </a:ln>
        </p:spPr>
      </p:sp>
      <p:sp>
        <p:nvSpPr>
          <p:cNvPr id="1326" name="Shape 1324"/>
          <p:cNvSpPr/>
          <p:nvPr/>
        </p:nvSpPr>
        <p:spPr>
          <a:xfrm>
            <a:off x="6949745" y="4857334"/>
            <a:ext cx="127406" cy="0"/>
          </a:xfrm>
          <a:prstGeom prst="line">
            <a:avLst/>
          </a:prstGeom>
          <a:noFill/>
          <a:ln w="15875">
            <a:solidFill>
              <a:srgbClr val="2F7F93">
                <a:alpha val="76000"/>
              </a:srgbClr>
            </a:solidFill>
            <a:prstDash val="dot"/>
            <a:headEnd type="none"/>
            <a:tailEnd type="none"/>
          </a:ln>
        </p:spPr>
      </p:sp>
      <p:sp>
        <p:nvSpPr>
          <p:cNvPr id="1327" name="Shape 1325"/>
          <p:cNvSpPr/>
          <p:nvPr/>
        </p:nvSpPr>
        <p:spPr>
          <a:xfrm>
            <a:off x="7074408" y="4854591"/>
            <a:ext cx="0" cy="24252"/>
          </a:xfrm>
          <a:prstGeom prst="line">
            <a:avLst/>
          </a:prstGeom>
          <a:noFill/>
          <a:ln w="15875">
            <a:solidFill>
              <a:srgbClr val="2F7F93">
                <a:alpha val="76000"/>
              </a:srgbClr>
            </a:solidFill>
            <a:prstDash val="dot"/>
            <a:headEnd type="none"/>
            <a:tailEnd type="none"/>
          </a:ln>
        </p:spPr>
      </p:sp>
      <p:sp>
        <p:nvSpPr>
          <p:cNvPr id="1328" name="Shape 1326"/>
          <p:cNvSpPr/>
          <p:nvPr/>
        </p:nvSpPr>
        <p:spPr>
          <a:xfrm>
            <a:off x="7074408" y="4876099"/>
            <a:ext cx="127407" cy="0"/>
          </a:xfrm>
          <a:prstGeom prst="line">
            <a:avLst/>
          </a:prstGeom>
          <a:noFill/>
          <a:ln w="15875">
            <a:solidFill>
              <a:srgbClr val="2F7F93">
                <a:alpha val="76000"/>
              </a:srgbClr>
            </a:solidFill>
            <a:prstDash val="dot"/>
            <a:headEnd type="none"/>
            <a:tailEnd type="none"/>
          </a:ln>
        </p:spPr>
      </p:sp>
      <p:sp>
        <p:nvSpPr>
          <p:cNvPr id="1329" name="Shape 1327"/>
          <p:cNvSpPr/>
          <p:nvPr/>
        </p:nvSpPr>
        <p:spPr>
          <a:xfrm>
            <a:off x="7199071" y="4873356"/>
            <a:ext cx="0" cy="21993"/>
          </a:xfrm>
          <a:prstGeom prst="line">
            <a:avLst/>
          </a:prstGeom>
          <a:noFill/>
          <a:ln w="15875">
            <a:solidFill>
              <a:srgbClr val="2F7F93">
                <a:alpha val="76000"/>
              </a:srgbClr>
            </a:solidFill>
            <a:prstDash val="dot"/>
            <a:headEnd type="none"/>
            <a:tailEnd type="none"/>
          </a:ln>
        </p:spPr>
      </p:sp>
      <p:sp>
        <p:nvSpPr>
          <p:cNvPr id="1330" name="Shape 1328"/>
          <p:cNvSpPr/>
          <p:nvPr/>
        </p:nvSpPr>
        <p:spPr>
          <a:xfrm>
            <a:off x="7199071" y="4892606"/>
            <a:ext cx="127407" cy="0"/>
          </a:xfrm>
          <a:prstGeom prst="line">
            <a:avLst/>
          </a:prstGeom>
          <a:noFill/>
          <a:ln w="15875">
            <a:solidFill>
              <a:srgbClr val="2F7F93">
                <a:alpha val="76000"/>
              </a:srgbClr>
            </a:solidFill>
            <a:prstDash val="dot"/>
            <a:headEnd type="none"/>
            <a:tailEnd type="none"/>
          </a:ln>
        </p:spPr>
      </p:sp>
      <p:sp>
        <p:nvSpPr>
          <p:cNvPr id="1331" name="Shape 1329"/>
          <p:cNvSpPr/>
          <p:nvPr/>
        </p:nvSpPr>
        <p:spPr>
          <a:xfrm>
            <a:off x="7323735" y="4889862"/>
            <a:ext cx="0" cy="8006"/>
          </a:xfrm>
          <a:prstGeom prst="line">
            <a:avLst/>
          </a:prstGeom>
          <a:noFill/>
          <a:ln w="15875">
            <a:solidFill>
              <a:srgbClr val="2F7F93">
                <a:alpha val="76000"/>
              </a:srgbClr>
            </a:solidFill>
            <a:prstDash val="dot"/>
            <a:headEnd type="none"/>
            <a:tailEnd type="none"/>
          </a:ln>
        </p:spPr>
      </p:sp>
      <p:sp>
        <p:nvSpPr>
          <p:cNvPr id="1332" name="Shape 1330"/>
          <p:cNvSpPr/>
          <p:nvPr/>
        </p:nvSpPr>
        <p:spPr>
          <a:xfrm>
            <a:off x="7323735" y="4895125"/>
            <a:ext cx="127406" cy="0"/>
          </a:xfrm>
          <a:prstGeom prst="line">
            <a:avLst/>
          </a:prstGeom>
          <a:noFill/>
          <a:ln w="15875">
            <a:solidFill>
              <a:srgbClr val="2F7F93">
                <a:alpha val="76000"/>
              </a:srgbClr>
            </a:solidFill>
            <a:prstDash val="dot"/>
            <a:headEnd type="none"/>
            <a:tailEnd type="none"/>
          </a:ln>
        </p:spPr>
      </p:sp>
      <p:sp>
        <p:nvSpPr>
          <p:cNvPr id="1333" name="Shape 1331"/>
          <p:cNvSpPr/>
          <p:nvPr/>
        </p:nvSpPr>
        <p:spPr>
          <a:xfrm>
            <a:off x="7448397" y="4887198"/>
            <a:ext cx="0" cy="10670"/>
          </a:xfrm>
          <a:prstGeom prst="line">
            <a:avLst/>
          </a:prstGeom>
          <a:noFill/>
          <a:ln w="15875">
            <a:solidFill>
              <a:srgbClr val="2F7F93">
                <a:alpha val="76000"/>
              </a:srgbClr>
            </a:solidFill>
            <a:prstDash val="dot"/>
            <a:headEnd type="none"/>
            <a:tailEnd type="none"/>
          </a:ln>
        </p:spPr>
      </p:sp>
      <p:sp>
        <p:nvSpPr>
          <p:cNvPr id="1334" name="Shape 1332"/>
          <p:cNvSpPr/>
          <p:nvPr/>
        </p:nvSpPr>
        <p:spPr>
          <a:xfrm>
            <a:off x="7448397" y="4889941"/>
            <a:ext cx="127407" cy="0"/>
          </a:xfrm>
          <a:prstGeom prst="line">
            <a:avLst/>
          </a:prstGeom>
          <a:noFill/>
          <a:ln w="15875">
            <a:solidFill>
              <a:srgbClr val="2F7F93">
                <a:alpha val="76000"/>
              </a:srgbClr>
            </a:solidFill>
            <a:prstDash val="dot"/>
            <a:headEnd type="none"/>
            <a:tailEnd type="none"/>
          </a:ln>
        </p:spPr>
      </p:sp>
      <p:sp>
        <p:nvSpPr>
          <p:cNvPr id="1335" name="Shape 1333"/>
          <p:cNvSpPr/>
          <p:nvPr/>
        </p:nvSpPr>
        <p:spPr>
          <a:xfrm>
            <a:off x="7573061" y="4873298"/>
            <a:ext cx="0" cy="19386"/>
          </a:xfrm>
          <a:prstGeom prst="line">
            <a:avLst/>
          </a:prstGeom>
          <a:noFill/>
          <a:ln w="15875">
            <a:solidFill>
              <a:srgbClr val="2F7F93">
                <a:alpha val="76000"/>
              </a:srgbClr>
            </a:solidFill>
            <a:prstDash val="dot"/>
            <a:headEnd type="none"/>
            <a:tailEnd type="none"/>
          </a:ln>
        </p:spPr>
      </p:sp>
      <p:sp>
        <p:nvSpPr>
          <p:cNvPr id="1336" name="Shape 1334"/>
          <p:cNvSpPr/>
          <p:nvPr/>
        </p:nvSpPr>
        <p:spPr>
          <a:xfrm>
            <a:off x="7573061" y="4876041"/>
            <a:ext cx="127407" cy="0"/>
          </a:xfrm>
          <a:prstGeom prst="line">
            <a:avLst/>
          </a:prstGeom>
          <a:noFill/>
          <a:ln w="15875">
            <a:solidFill>
              <a:srgbClr val="2F7F93">
                <a:alpha val="76000"/>
              </a:srgbClr>
            </a:solidFill>
            <a:prstDash val="dot"/>
            <a:headEnd type="none"/>
            <a:tailEnd type="none"/>
          </a:ln>
        </p:spPr>
      </p:sp>
      <p:sp>
        <p:nvSpPr>
          <p:cNvPr id="1337" name="Shape 1335"/>
          <p:cNvSpPr/>
          <p:nvPr/>
        </p:nvSpPr>
        <p:spPr>
          <a:xfrm>
            <a:off x="7697724" y="4873298"/>
            <a:ext cx="0" cy="5805"/>
          </a:xfrm>
          <a:prstGeom prst="line">
            <a:avLst/>
          </a:prstGeom>
          <a:noFill/>
          <a:ln w="15875">
            <a:solidFill>
              <a:srgbClr val="2F7F93">
                <a:alpha val="76000"/>
              </a:srgbClr>
            </a:solidFill>
            <a:prstDash val="dot"/>
            <a:headEnd type="none"/>
            <a:tailEnd type="none"/>
          </a:ln>
        </p:spPr>
      </p:sp>
      <p:sp>
        <p:nvSpPr>
          <p:cNvPr id="1338" name="Shape 1336"/>
          <p:cNvSpPr/>
          <p:nvPr/>
        </p:nvSpPr>
        <p:spPr>
          <a:xfrm>
            <a:off x="7697724" y="4876360"/>
            <a:ext cx="127406" cy="0"/>
          </a:xfrm>
          <a:prstGeom prst="line">
            <a:avLst/>
          </a:prstGeom>
          <a:noFill/>
          <a:ln w="15875">
            <a:solidFill>
              <a:srgbClr val="2F7F93">
                <a:alpha val="76000"/>
              </a:srgbClr>
            </a:solidFill>
            <a:prstDash val="dot"/>
            <a:headEnd type="none"/>
            <a:tailEnd type="none"/>
          </a:ln>
        </p:spPr>
      </p:sp>
      <p:sp>
        <p:nvSpPr>
          <p:cNvPr id="1339" name="Shape 1337"/>
          <p:cNvSpPr/>
          <p:nvPr/>
        </p:nvSpPr>
        <p:spPr>
          <a:xfrm>
            <a:off x="7822387" y="4873617"/>
            <a:ext cx="0" cy="9280"/>
          </a:xfrm>
          <a:prstGeom prst="line">
            <a:avLst/>
          </a:prstGeom>
          <a:noFill/>
          <a:ln w="15875">
            <a:solidFill>
              <a:srgbClr val="2F7F93">
                <a:alpha val="76000"/>
              </a:srgbClr>
            </a:solidFill>
            <a:prstDash val="dot"/>
            <a:headEnd type="none"/>
            <a:tailEnd type="none"/>
          </a:ln>
        </p:spPr>
      </p:sp>
      <p:sp>
        <p:nvSpPr>
          <p:cNvPr id="1340" name="Shape 1338"/>
          <p:cNvSpPr/>
          <p:nvPr/>
        </p:nvSpPr>
        <p:spPr>
          <a:xfrm>
            <a:off x="7822387" y="4880153"/>
            <a:ext cx="127407" cy="0"/>
          </a:xfrm>
          <a:prstGeom prst="line">
            <a:avLst/>
          </a:prstGeom>
          <a:noFill/>
          <a:ln w="15875">
            <a:solidFill>
              <a:srgbClr val="2F7F93">
                <a:alpha val="76000"/>
              </a:srgbClr>
            </a:solidFill>
            <a:prstDash val="dot"/>
            <a:headEnd type="none"/>
            <a:tailEnd type="none"/>
          </a:ln>
        </p:spPr>
      </p:sp>
      <p:sp>
        <p:nvSpPr>
          <p:cNvPr id="1341" name="Shape 1339"/>
          <p:cNvSpPr/>
          <p:nvPr/>
        </p:nvSpPr>
        <p:spPr>
          <a:xfrm>
            <a:off x="7947050" y="4877150"/>
            <a:ext cx="0" cy="5747"/>
          </a:xfrm>
          <a:prstGeom prst="line">
            <a:avLst/>
          </a:prstGeom>
          <a:noFill/>
          <a:ln w="15875">
            <a:solidFill>
              <a:srgbClr val="2F7F93">
                <a:alpha val="76000"/>
              </a:srgbClr>
            </a:solidFill>
            <a:prstDash val="dot"/>
            <a:headEnd type="none"/>
            <a:tailEnd type="none"/>
          </a:ln>
        </p:spPr>
      </p:sp>
      <p:sp>
        <p:nvSpPr>
          <p:cNvPr id="1342" name="Shape 1340"/>
          <p:cNvSpPr/>
          <p:nvPr/>
        </p:nvSpPr>
        <p:spPr>
          <a:xfrm>
            <a:off x="7947050" y="4879893"/>
            <a:ext cx="127407" cy="0"/>
          </a:xfrm>
          <a:prstGeom prst="line">
            <a:avLst/>
          </a:prstGeom>
          <a:noFill/>
          <a:ln w="15875">
            <a:solidFill>
              <a:srgbClr val="2F7F93">
                <a:alpha val="76000"/>
              </a:srgbClr>
            </a:solidFill>
            <a:prstDash val="dot"/>
            <a:headEnd type="none"/>
            <a:tailEnd type="none"/>
          </a:ln>
        </p:spPr>
      </p:sp>
      <p:sp>
        <p:nvSpPr>
          <p:cNvPr id="1343" name="Shape 1341"/>
          <p:cNvSpPr/>
          <p:nvPr/>
        </p:nvSpPr>
        <p:spPr>
          <a:xfrm>
            <a:off x="8071714" y="4877150"/>
            <a:ext cx="0" cy="6847"/>
          </a:xfrm>
          <a:prstGeom prst="line">
            <a:avLst/>
          </a:prstGeom>
          <a:noFill/>
          <a:ln w="15875">
            <a:solidFill>
              <a:srgbClr val="2F7F93">
                <a:alpha val="76000"/>
              </a:srgbClr>
            </a:solidFill>
            <a:prstDash val="dot"/>
            <a:headEnd type="none"/>
            <a:tailEnd type="none"/>
          </a:ln>
        </p:spPr>
      </p:sp>
      <p:sp>
        <p:nvSpPr>
          <p:cNvPr id="1344" name="Shape 1342"/>
          <p:cNvSpPr/>
          <p:nvPr/>
        </p:nvSpPr>
        <p:spPr>
          <a:xfrm>
            <a:off x="8071714" y="4881254"/>
            <a:ext cx="127406" cy="0"/>
          </a:xfrm>
          <a:prstGeom prst="line">
            <a:avLst/>
          </a:prstGeom>
          <a:noFill/>
          <a:ln w="15875">
            <a:solidFill>
              <a:srgbClr val="2F7F93">
                <a:alpha val="76000"/>
              </a:srgbClr>
            </a:solidFill>
            <a:prstDash val="dot"/>
            <a:headEnd type="none"/>
            <a:tailEnd type="none"/>
          </a:ln>
        </p:spPr>
      </p:sp>
      <p:sp>
        <p:nvSpPr>
          <p:cNvPr id="1345" name="Shape 1343"/>
          <p:cNvSpPr/>
          <p:nvPr/>
        </p:nvSpPr>
        <p:spPr>
          <a:xfrm>
            <a:off x="8196377" y="4873674"/>
            <a:ext cx="0" cy="10322"/>
          </a:xfrm>
          <a:prstGeom prst="line">
            <a:avLst/>
          </a:prstGeom>
          <a:noFill/>
          <a:ln w="15875">
            <a:solidFill>
              <a:srgbClr val="2F7F93">
                <a:alpha val="76000"/>
              </a:srgbClr>
            </a:solidFill>
            <a:prstDash val="dot"/>
            <a:headEnd type="none"/>
            <a:tailEnd type="none"/>
          </a:ln>
        </p:spPr>
      </p:sp>
      <p:sp>
        <p:nvSpPr>
          <p:cNvPr id="1346" name="Shape 1344"/>
          <p:cNvSpPr/>
          <p:nvPr/>
        </p:nvSpPr>
        <p:spPr>
          <a:xfrm>
            <a:off x="8196377" y="4876418"/>
            <a:ext cx="127407" cy="0"/>
          </a:xfrm>
          <a:prstGeom prst="line">
            <a:avLst/>
          </a:prstGeom>
          <a:noFill/>
          <a:ln w="15875">
            <a:solidFill>
              <a:srgbClr val="2F7F93">
                <a:alpha val="76000"/>
              </a:srgbClr>
            </a:solidFill>
            <a:prstDash val="dot"/>
            <a:headEnd type="none"/>
            <a:tailEnd type="none"/>
          </a:ln>
        </p:spPr>
      </p:sp>
      <p:sp>
        <p:nvSpPr>
          <p:cNvPr id="1347" name="Shape 1345"/>
          <p:cNvSpPr/>
          <p:nvPr/>
        </p:nvSpPr>
        <p:spPr>
          <a:xfrm>
            <a:off x="8321040" y="4872053"/>
            <a:ext cx="0" cy="7108"/>
          </a:xfrm>
          <a:prstGeom prst="line">
            <a:avLst/>
          </a:prstGeom>
          <a:noFill/>
          <a:ln w="15875">
            <a:solidFill>
              <a:srgbClr val="2F7F93">
                <a:alpha val="76000"/>
              </a:srgbClr>
            </a:solidFill>
            <a:prstDash val="dot"/>
            <a:headEnd type="none"/>
            <a:tailEnd type="none"/>
          </a:ln>
        </p:spPr>
      </p:sp>
      <p:sp>
        <p:nvSpPr>
          <p:cNvPr id="1348" name="Shape 1346"/>
          <p:cNvSpPr/>
          <p:nvPr/>
        </p:nvSpPr>
        <p:spPr>
          <a:xfrm>
            <a:off x="841248" y="2424399"/>
            <a:ext cx="127407" cy="0"/>
          </a:xfrm>
          <a:prstGeom prst="line">
            <a:avLst/>
          </a:prstGeom>
          <a:noFill/>
          <a:ln w="15875">
            <a:solidFill>
              <a:srgbClr val="D87932">
                <a:alpha val="76000"/>
              </a:srgbClr>
            </a:solidFill>
            <a:prstDash val="dot"/>
            <a:headEnd type="none"/>
            <a:tailEnd type="none"/>
          </a:ln>
        </p:spPr>
      </p:sp>
      <p:sp>
        <p:nvSpPr>
          <p:cNvPr id="1349" name="Shape 1347"/>
          <p:cNvSpPr/>
          <p:nvPr/>
        </p:nvSpPr>
        <p:spPr>
          <a:xfrm>
            <a:off x="965911" y="2421656"/>
            <a:ext cx="0" cy="544775"/>
          </a:xfrm>
          <a:prstGeom prst="line">
            <a:avLst/>
          </a:prstGeom>
          <a:noFill/>
          <a:ln w="15875">
            <a:solidFill>
              <a:srgbClr val="D87932">
                <a:alpha val="76000"/>
              </a:srgbClr>
            </a:solidFill>
            <a:prstDash val="dot"/>
            <a:headEnd type="none"/>
            <a:tailEnd type="none"/>
          </a:ln>
        </p:spPr>
      </p:sp>
      <p:sp>
        <p:nvSpPr>
          <p:cNvPr id="1350" name="Shape 1348"/>
          <p:cNvSpPr/>
          <p:nvPr/>
        </p:nvSpPr>
        <p:spPr>
          <a:xfrm>
            <a:off x="965911" y="2963688"/>
            <a:ext cx="127406" cy="0"/>
          </a:xfrm>
          <a:prstGeom prst="line">
            <a:avLst/>
          </a:prstGeom>
          <a:noFill/>
          <a:ln w="15875">
            <a:solidFill>
              <a:srgbClr val="D87932">
                <a:alpha val="76000"/>
              </a:srgbClr>
            </a:solidFill>
            <a:prstDash val="dot"/>
            <a:headEnd type="none"/>
            <a:tailEnd type="none"/>
          </a:ln>
        </p:spPr>
      </p:sp>
      <p:sp>
        <p:nvSpPr>
          <p:cNvPr id="1351" name="Shape 1349"/>
          <p:cNvSpPr/>
          <p:nvPr/>
        </p:nvSpPr>
        <p:spPr>
          <a:xfrm>
            <a:off x="1090574" y="2960945"/>
            <a:ext cx="0" cy="346888"/>
          </a:xfrm>
          <a:prstGeom prst="line">
            <a:avLst/>
          </a:prstGeom>
          <a:noFill/>
          <a:ln w="15875">
            <a:solidFill>
              <a:srgbClr val="D87932">
                <a:alpha val="76000"/>
              </a:srgbClr>
            </a:solidFill>
            <a:prstDash val="dot"/>
            <a:headEnd type="none"/>
            <a:tailEnd type="none"/>
          </a:ln>
        </p:spPr>
      </p:sp>
      <p:sp>
        <p:nvSpPr>
          <p:cNvPr id="1352" name="Shape 1350"/>
          <p:cNvSpPr/>
          <p:nvPr/>
        </p:nvSpPr>
        <p:spPr>
          <a:xfrm>
            <a:off x="1090574" y="3305089"/>
            <a:ext cx="127407" cy="0"/>
          </a:xfrm>
          <a:prstGeom prst="line">
            <a:avLst/>
          </a:prstGeom>
          <a:noFill/>
          <a:ln w="15875">
            <a:solidFill>
              <a:srgbClr val="D87932">
                <a:alpha val="76000"/>
              </a:srgbClr>
            </a:solidFill>
            <a:prstDash val="dot"/>
            <a:headEnd type="none"/>
            <a:tailEnd type="none"/>
          </a:ln>
        </p:spPr>
      </p:sp>
      <p:sp>
        <p:nvSpPr>
          <p:cNvPr id="1353" name="Shape 1351"/>
          <p:cNvSpPr/>
          <p:nvPr/>
        </p:nvSpPr>
        <p:spPr>
          <a:xfrm>
            <a:off x="1215238" y="3302346"/>
            <a:ext cx="0" cy="438234"/>
          </a:xfrm>
          <a:prstGeom prst="line">
            <a:avLst/>
          </a:prstGeom>
          <a:noFill/>
          <a:ln w="15875">
            <a:solidFill>
              <a:srgbClr val="D87932">
                <a:alpha val="76000"/>
              </a:srgbClr>
            </a:solidFill>
            <a:prstDash val="dot"/>
            <a:headEnd type="none"/>
            <a:tailEnd type="none"/>
          </a:ln>
        </p:spPr>
      </p:sp>
      <p:sp>
        <p:nvSpPr>
          <p:cNvPr id="1354" name="Shape 1352"/>
          <p:cNvSpPr/>
          <p:nvPr/>
        </p:nvSpPr>
        <p:spPr>
          <a:xfrm>
            <a:off x="1215238" y="3737836"/>
            <a:ext cx="127407" cy="0"/>
          </a:xfrm>
          <a:prstGeom prst="line">
            <a:avLst/>
          </a:prstGeom>
          <a:noFill/>
          <a:ln w="15875">
            <a:solidFill>
              <a:srgbClr val="D87932">
                <a:alpha val="76000"/>
              </a:srgbClr>
            </a:solidFill>
            <a:prstDash val="dot"/>
            <a:headEnd type="none"/>
            <a:tailEnd type="none"/>
          </a:ln>
        </p:spPr>
      </p:sp>
      <p:sp>
        <p:nvSpPr>
          <p:cNvPr id="1355" name="Shape 1353"/>
          <p:cNvSpPr/>
          <p:nvPr/>
        </p:nvSpPr>
        <p:spPr>
          <a:xfrm>
            <a:off x="1339901" y="3735093"/>
            <a:ext cx="0" cy="490880"/>
          </a:xfrm>
          <a:prstGeom prst="line">
            <a:avLst/>
          </a:prstGeom>
          <a:noFill/>
          <a:ln w="15875">
            <a:solidFill>
              <a:srgbClr val="D87932">
                <a:alpha val="76000"/>
              </a:srgbClr>
            </a:solidFill>
            <a:prstDash val="dot"/>
            <a:headEnd type="none"/>
            <a:tailEnd type="none"/>
          </a:ln>
        </p:spPr>
      </p:sp>
      <p:sp>
        <p:nvSpPr>
          <p:cNvPr id="1356" name="Shape 1354"/>
          <p:cNvSpPr/>
          <p:nvPr/>
        </p:nvSpPr>
        <p:spPr>
          <a:xfrm>
            <a:off x="1339901" y="4223230"/>
            <a:ext cx="127406" cy="0"/>
          </a:xfrm>
          <a:prstGeom prst="line">
            <a:avLst/>
          </a:prstGeom>
          <a:noFill/>
          <a:ln w="15875">
            <a:solidFill>
              <a:srgbClr val="D87932">
                <a:alpha val="76000"/>
              </a:srgbClr>
            </a:solidFill>
            <a:prstDash val="dot"/>
            <a:headEnd type="none"/>
            <a:tailEnd type="none"/>
          </a:ln>
        </p:spPr>
      </p:sp>
      <p:sp>
        <p:nvSpPr>
          <p:cNvPr id="1357" name="Shape 1355"/>
          <p:cNvSpPr/>
          <p:nvPr/>
        </p:nvSpPr>
        <p:spPr>
          <a:xfrm>
            <a:off x="1464564" y="4220487"/>
            <a:ext cx="0" cy="322340"/>
          </a:xfrm>
          <a:prstGeom prst="line">
            <a:avLst/>
          </a:prstGeom>
          <a:noFill/>
          <a:ln w="15875">
            <a:solidFill>
              <a:srgbClr val="D87932">
                <a:alpha val="76000"/>
              </a:srgbClr>
            </a:solidFill>
            <a:prstDash val="dot"/>
            <a:headEnd type="none"/>
            <a:tailEnd type="none"/>
          </a:ln>
        </p:spPr>
      </p:sp>
      <p:sp>
        <p:nvSpPr>
          <p:cNvPr id="1358" name="Shape 1356"/>
          <p:cNvSpPr/>
          <p:nvPr/>
        </p:nvSpPr>
        <p:spPr>
          <a:xfrm>
            <a:off x="1464564" y="4540084"/>
            <a:ext cx="127407" cy="0"/>
          </a:xfrm>
          <a:prstGeom prst="line">
            <a:avLst/>
          </a:prstGeom>
          <a:noFill/>
          <a:ln w="15875">
            <a:solidFill>
              <a:srgbClr val="D87932">
                <a:alpha val="76000"/>
              </a:srgbClr>
            </a:solidFill>
            <a:prstDash val="dot"/>
            <a:headEnd type="none"/>
            <a:tailEnd type="none"/>
          </a:ln>
        </p:spPr>
      </p:sp>
      <p:sp>
        <p:nvSpPr>
          <p:cNvPr id="1359" name="Shape 1357"/>
          <p:cNvSpPr/>
          <p:nvPr/>
        </p:nvSpPr>
        <p:spPr>
          <a:xfrm>
            <a:off x="1589227" y="4537340"/>
            <a:ext cx="0" cy="301800"/>
          </a:xfrm>
          <a:prstGeom prst="line">
            <a:avLst/>
          </a:prstGeom>
          <a:noFill/>
          <a:ln w="15875">
            <a:solidFill>
              <a:srgbClr val="D87932">
                <a:alpha val="76000"/>
              </a:srgbClr>
            </a:solidFill>
            <a:prstDash val="dot"/>
            <a:headEnd type="none"/>
            <a:tailEnd type="none"/>
          </a:ln>
        </p:spPr>
      </p:sp>
      <p:sp>
        <p:nvSpPr>
          <p:cNvPr id="1360" name="Shape 1358"/>
          <p:cNvSpPr/>
          <p:nvPr/>
        </p:nvSpPr>
        <p:spPr>
          <a:xfrm>
            <a:off x="1589227" y="4836398"/>
            <a:ext cx="127407" cy="0"/>
          </a:xfrm>
          <a:prstGeom prst="line">
            <a:avLst/>
          </a:prstGeom>
          <a:noFill/>
          <a:ln w="15875">
            <a:solidFill>
              <a:srgbClr val="D87932">
                <a:alpha val="76000"/>
              </a:srgbClr>
            </a:solidFill>
            <a:prstDash val="dot"/>
            <a:headEnd type="none"/>
            <a:tailEnd type="none"/>
          </a:ln>
        </p:spPr>
      </p:sp>
      <p:sp>
        <p:nvSpPr>
          <p:cNvPr id="1361" name="Shape 1359"/>
          <p:cNvSpPr/>
          <p:nvPr/>
        </p:nvSpPr>
        <p:spPr>
          <a:xfrm>
            <a:off x="1713891" y="4729510"/>
            <a:ext cx="0" cy="109631"/>
          </a:xfrm>
          <a:prstGeom prst="line">
            <a:avLst/>
          </a:prstGeom>
          <a:noFill/>
          <a:ln w="15875">
            <a:solidFill>
              <a:srgbClr val="D87932">
                <a:alpha val="76000"/>
              </a:srgbClr>
            </a:solidFill>
            <a:prstDash val="dot"/>
            <a:headEnd type="none"/>
            <a:tailEnd type="none"/>
          </a:ln>
        </p:spPr>
      </p:sp>
      <p:sp>
        <p:nvSpPr>
          <p:cNvPr id="1362" name="Shape 1360"/>
          <p:cNvSpPr/>
          <p:nvPr/>
        </p:nvSpPr>
        <p:spPr>
          <a:xfrm>
            <a:off x="1713891" y="4732253"/>
            <a:ext cx="127406" cy="0"/>
          </a:xfrm>
          <a:prstGeom prst="line">
            <a:avLst/>
          </a:prstGeom>
          <a:noFill/>
          <a:ln w="15875">
            <a:solidFill>
              <a:srgbClr val="D87932">
                <a:alpha val="76000"/>
              </a:srgbClr>
            </a:solidFill>
            <a:prstDash val="dot"/>
            <a:headEnd type="none"/>
            <a:tailEnd type="none"/>
          </a:ln>
        </p:spPr>
      </p:sp>
      <p:sp>
        <p:nvSpPr>
          <p:cNvPr id="1363" name="Shape 1361"/>
          <p:cNvSpPr/>
          <p:nvPr/>
        </p:nvSpPr>
        <p:spPr>
          <a:xfrm>
            <a:off x="1838553" y="4639709"/>
            <a:ext cx="0" cy="95287"/>
          </a:xfrm>
          <a:prstGeom prst="line">
            <a:avLst/>
          </a:prstGeom>
          <a:noFill/>
          <a:ln w="15875">
            <a:solidFill>
              <a:srgbClr val="D87932">
                <a:alpha val="76000"/>
              </a:srgbClr>
            </a:solidFill>
            <a:prstDash val="dot"/>
            <a:headEnd type="none"/>
            <a:tailEnd type="none"/>
          </a:ln>
        </p:spPr>
      </p:sp>
      <p:sp>
        <p:nvSpPr>
          <p:cNvPr id="1364" name="Shape 1362"/>
          <p:cNvSpPr/>
          <p:nvPr/>
        </p:nvSpPr>
        <p:spPr>
          <a:xfrm>
            <a:off x="1838553" y="4642452"/>
            <a:ext cx="127407" cy="0"/>
          </a:xfrm>
          <a:prstGeom prst="line">
            <a:avLst/>
          </a:prstGeom>
          <a:noFill/>
          <a:ln w="15875">
            <a:solidFill>
              <a:srgbClr val="D87932">
                <a:alpha val="76000"/>
              </a:srgbClr>
            </a:solidFill>
            <a:prstDash val="dot"/>
            <a:headEnd type="none"/>
            <a:tailEnd type="none"/>
          </a:ln>
        </p:spPr>
      </p:sp>
      <p:sp>
        <p:nvSpPr>
          <p:cNvPr id="1365" name="Shape 1363"/>
          <p:cNvSpPr/>
          <p:nvPr/>
        </p:nvSpPr>
        <p:spPr>
          <a:xfrm>
            <a:off x="1963217" y="4444620"/>
            <a:ext cx="0" cy="200575"/>
          </a:xfrm>
          <a:prstGeom prst="line">
            <a:avLst/>
          </a:prstGeom>
          <a:noFill/>
          <a:ln w="15875">
            <a:solidFill>
              <a:srgbClr val="D87932">
                <a:alpha val="76000"/>
              </a:srgbClr>
            </a:solidFill>
            <a:prstDash val="dot"/>
            <a:headEnd type="none"/>
            <a:tailEnd type="none"/>
          </a:ln>
        </p:spPr>
      </p:sp>
      <p:sp>
        <p:nvSpPr>
          <p:cNvPr id="1366" name="Shape 1364"/>
          <p:cNvSpPr/>
          <p:nvPr/>
        </p:nvSpPr>
        <p:spPr>
          <a:xfrm>
            <a:off x="1963217" y="4447363"/>
            <a:ext cx="127407" cy="0"/>
          </a:xfrm>
          <a:prstGeom prst="line">
            <a:avLst/>
          </a:prstGeom>
          <a:noFill/>
          <a:ln w="15875">
            <a:solidFill>
              <a:srgbClr val="D87932">
                <a:alpha val="76000"/>
              </a:srgbClr>
            </a:solidFill>
            <a:prstDash val="dot"/>
            <a:headEnd type="none"/>
            <a:tailEnd type="none"/>
          </a:ln>
        </p:spPr>
      </p:sp>
      <p:sp>
        <p:nvSpPr>
          <p:cNvPr id="1367" name="Shape 1365"/>
          <p:cNvSpPr/>
          <p:nvPr/>
        </p:nvSpPr>
        <p:spPr>
          <a:xfrm>
            <a:off x="2087880" y="4180618"/>
            <a:ext cx="0" cy="269489"/>
          </a:xfrm>
          <a:prstGeom prst="line">
            <a:avLst/>
          </a:prstGeom>
          <a:noFill/>
          <a:ln w="15875">
            <a:solidFill>
              <a:srgbClr val="D87932">
                <a:alpha val="76000"/>
              </a:srgbClr>
            </a:solidFill>
            <a:prstDash val="dot"/>
            <a:headEnd type="none"/>
            <a:tailEnd type="none"/>
          </a:ln>
        </p:spPr>
      </p:sp>
      <p:sp>
        <p:nvSpPr>
          <p:cNvPr id="1368" name="Shape 1366"/>
          <p:cNvSpPr/>
          <p:nvPr/>
        </p:nvSpPr>
        <p:spPr>
          <a:xfrm>
            <a:off x="2087880" y="4183361"/>
            <a:ext cx="127406" cy="0"/>
          </a:xfrm>
          <a:prstGeom prst="line">
            <a:avLst/>
          </a:prstGeom>
          <a:noFill/>
          <a:ln w="15875">
            <a:solidFill>
              <a:srgbClr val="D87932">
                <a:alpha val="76000"/>
              </a:srgbClr>
            </a:solidFill>
            <a:prstDash val="dot"/>
            <a:headEnd type="none"/>
            <a:tailEnd type="none"/>
          </a:ln>
        </p:spPr>
      </p:sp>
      <p:sp>
        <p:nvSpPr>
          <p:cNvPr id="1369" name="Shape 1367"/>
          <p:cNvSpPr/>
          <p:nvPr/>
        </p:nvSpPr>
        <p:spPr>
          <a:xfrm>
            <a:off x="2212543" y="3929832"/>
            <a:ext cx="0" cy="256272"/>
          </a:xfrm>
          <a:prstGeom prst="line">
            <a:avLst/>
          </a:prstGeom>
          <a:noFill/>
          <a:ln w="15875">
            <a:solidFill>
              <a:srgbClr val="D87932">
                <a:alpha val="76000"/>
              </a:srgbClr>
            </a:solidFill>
            <a:prstDash val="dot"/>
            <a:headEnd type="none"/>
            <a:tailEnd type="none"/>
          </a:ln>
        </p:spPr>
      </p:sp>
      <p:sp>
        <p:nvSpPr>
          <p:cNvPr id="1370" name="Shape 1368"/>
          <p:cNvSpPr/>
          <p:nvPr/>
        </p:nvSpPr>
        <p:spPr>
          <a:xfrm>
            <a:off x="2212543" y="3932575"/>
            <a:ext cx="127407" cy="0"/>
          </a:xfrm>
          <a:prstGeom prst="line">
            <a:avLst/>
          </a:prstGeom>
          <a:noFill/>
          <a:ln w="15875">
            <a:solidFill>
              <a:srgbClr val="D87932">
                <a:alpha val="76000"/>
              </a:srgbClr>
            </a:solidFill>
            <a:prstDash val="dot"/>
            <a:headEnd type="none"/>
            <a:tailEnd type="none"/>
          </a:ln>
        </p:spPr>
      </p:sp>
      <p:sp>
        <p:nvSpPr>
          <p:cNvPr id="1371" name="Shape 1369"/>
          <p:cNvSpPr/>
          <p:nvPr/>
        </p:nvSpPr>
        <p:spPr>
          <a:xfrm>
            <a:off x="2337206" y="3661421"/>
            <a:ext cx="0" cy="273897"/>
          </a:xfrm>
          <a:prstGeom prst="line">
            <a:avLst/>
          </a:prstGeom>
          <a:noFill/>
          <a:ln w="15875">
            <a:solidFill>
              <a:srgbClr val="D87932">
                <a:alpha val="76000"/>
              </a:srgbClr>
            </a:solidFill>
            <a:prstDash val="dot"/>
            <a:headEnd type="none"/>
            <a:tailEnd type="none"/>
          </a:ln>
        </p:spPr>
      </p:sp>
      <p:sp>
        <p:nvSpPr>
          <p:cNvPr id="1372" name="Shape 1370"/>
          <p:cNvSpPr/>
          <p:nvPr/>
        </p:nvSpPr>
        <p:spPr>
          <a:xfrm>
            <a:off x="2337206" y="3664165"/>
            <a:ext cx="127407" cy="0"/>
          </a:xfrm>
          <a:prstGeom prst="line">
            <a:avLst/>
          </a:prstGeom>
          <a:noFill/>
          <a:ln w="15875">
            <a:solidFill>
              <a:srgbClr val="D87932">
                <a:alpha val="76000"/>
              </a:srgbClr>
            </a:solidFill>
            <a:prstDash val="dot"/>
            <a:headEnd type="none"/>
            <a:tailEnd type="none"/>
          </a:ln>
        </p:spPr>
      </p:sp>
      <p:sp>
        <p:nvSpPr>
          <p:cNvPr id="1373" name="Shape 1371"/>
          <p:cNvSpPr/>
          <p:nvPr/>
        </p:nvSpPr>
        <p:spPr>
          <a:xfrm>
            <a:off x="2461870" y="3420365"/>
            <a:ext cx="0" cy="246543"/>
          </a:xfrm>
          <a:prstGeom prst="line">
            <a:avLst/>
          </a:prstGeom>
          <a:noFill/>
          <a:ln w="15875">
            <a:solidFill>
              <a:srgbClr val="D87932">
                <a:alpha val="76000"/>
              </a:srgbClr>
            </a:solidFill>
            <a:prstDash val="dot"/>
            <a:headEnd type="none"/>
            <a:tailEnd type="none"/>
          </a:ln>
        </p:spPr>
      </p:sp>
      <p:sp>
        <p:nvSpPr>
          <p:cNvPr id="1374" name="Shape 1372"/>
          <p:cNvSpPr/>
          <p:nvPr/>
        </p:nvSpPr>
        <p:spPr>
          <a:xfrm>
            <a:off x="2461870" y="3423108"/>
            <a:ext cx="127406" cy="0"/>
          </a:xfrm>
          <a:prstGeom prst="line">
            <a:avLst/>
          </a:prstGeom>
          <a:noFill/>
          <a:ln w="15875">
            <a:solidFill>
              <a:srgbClr val="D87932">
                <a:alpha val="76000"/>
              </a:srgbClr>
            </a:solidFill>
            <a:prstDash val="dot"/>
            <a:headEnd type="none"/>
            <a:tailEnd type="none"/>
          </a:ln>
        </p:spPr>
      </p:sp>
      <p:sp>
        <p:nvSpPr>
          <p:cNvPr id="1375" name="Shape 1373"/>
          <p:cNvSpPr/>
          <p:nvPr/>
        </p:nvSpPr>
        <p:spPr>
          <a:xfrm>
            <a:off x="2586533" y="3420365"/>
            <a:ext cx="0" cy="36359"/>
          </a:xfrm>
          <a:prstGeom prst="line">
            <a:avLst/>
          </a:prstGeom>
          <a:noFill/>
          <a:ln w="15875">
            <a:solidFill>
              <a:srgbClr val="D87932">
                <a:alpha val="76000"/>
              </a:srgbClr>
            </a:solidFill>
            <a:prstDash val="dot"/>
            <a:headEnd type="none"/>
            <a:tailEnd type="none"/>
          </a:ln>
        </p:spPr>
      </p:sp>
      <p:sp>
        <p:nvSpPr>
          <p:cNvPr id="1376" name="Shape 1374"/>
          <p:cNvSpPr/>
          <p:nvPr/>
        </p:nvSpPr>
        <p:spPr>
          <a:xfrm>
            <a:off x="2586533" y="3453981"/>
            <a:ext cx="127407" cy="0"/>
          </a:xfrm>
          <a:prstGeom prst="line">
            <a:avLst/>
          </a:prstGeom>
          <a:noFill/>
          <a:ln w="15875">
            <a:solidFill>
              <a:srgbClr val="D87932">
                <a:alpha val="76000"/>
              </a:srgbClr>
            </a:solidFill>
            <a:prstDash val="dot"/>
            <a:headEnd type="none"/>
            <a:tailEnd type="none"/>
          </a:ln>
        </p:spPr>
      </p:sp>
      <p:sp>
        <p:nvSpPr>
          <p:cNvPr id="1377" name="Shape 1375"/>
          <p:cNvSpPr/>
          <p:nvPr/>
        </p:nvSpPr>
        <p:spPr>
          <a:xfrm>
            <a:off x="2711196" y="3107588"/>
            <a:ext cx="0" cy="349136"/>
          </a:xfrm>
          <a:prstGeom prst="line">
            <a:avLst/>
          </a:prstGeom>
          <a:noFill/>
          <a:ln w="15875">
            <a:solidFill>
              <a:srgbClr val="D87932">
                <a:alpha val="76000"/>
              </a:srgbClr>
            </a:solidFill>
            <a:prstDash val="dot"/>
            <a:headEnd type="none"/>
            <a:tailEnd type="none"/>
          </a:ln>
        </p:spPr>
      </p:sp>
      <p:sp>
        <p:nvSpPr>
          <p:cNvPr id="1378" name="Shape 1376"/>
          <p:cNvSpPr/>
          <p:nvPr/>
        </p:nvSpPr>
        <p:spPr>
          <a:xfrm>
            <a:off x="2711196" y="3110331"/>
            <a:ext cx="127407" cy="0"/>
          </a:xfrm>
          <a:prstGeom prst="line">
            <a:avLst/>
          </a:prstGeom>
          <a:noFill/>
          <a:ln w="15875">
            <a:solidFill>
              <a:srgbClr val="D87932">
                <a:alpha val="76000"/>
              </a:srgbClr>
            </a:solidFill>
            <a:prstDash val="dot"/>
            <a:headEnd type="none"/>
            <a:tailEnd type="none"/>
          </a:ln>
        </p:spPr>
      </p:sp>
      <p:sp>
        <p:nvSpPr>
          <p:cNvPr id="1379" name="Shape 1377"/>
          <p:cNvSpPr/>
          <p:nvPr/>
        </p:nvSpPr>
        <p:spPr>
          <a:xfrm>
            <a:off x="2835859" y="3107588"/>
            <a:ext cx="0" cy="26811"/>
          </a:xfrm>
          <a:prstGeom prst="line">
            <a:avLst/>
          </a:prstGeom>
          <a:noFill/>
          <a:ln w="15875">
            <a:solidFill>
              <a:srgbClr val="D87932">
                <a:alpha val="76000"/>
              </a:srgbClr>
            </a:solidFill>
            <a:prstDash val="dot"/>
            <a:headEnd type="none"/>
            <a:tailEnd type="none"/>
          </a:ln>
        </p:spPr>
      </p:sp>
      <p:sp>
        <p:nvSpPr>
          <p:cNvPr id="1380" name="Shape 1378"/>
          <p:cNvSpPr/>
          <p:nvPr/>
        </p:nvSpPr>
        <p:spPr>
          <a:xfrm>
            <a:off x="2835859" y="3131656"/>
            <a:ext cx="127406" cy="0"/>
          </a:xfrm>
          <a:prstGeom prst="line">
            <a:avLst/>
          </a:prstGeom>
          <a:noFill/>
          <a:ln w="15875">
            <a:solidFill>
              <a:srgbClr val="D87932">
                <a:alpha val="76000"/>
              </a:srgbClr>
            </a:solidFill>
            <a:prstDash val="dot"/>
            <a:headEnd type="none"/>
            <a:tailEnd type="none"/>
          </a:ln>
        </p:spPr>
      </p:sp>
      <p:sp>
        <p:nvSpPr>
          <p:cNvPr id="1381" name="Shape 1379"/>
          <p:cNvSpPr/>
          <p:nvPr/>
        </p:nvSpPr>
        <p:spPr>
          <a:xfrm>
            <a:off x="2960522" y="3056731"/>
            <a:ext cx="0" cy="77668"/>
          </a:xfrm>
          <a:prstGeom prst="line">
            <a:avLst/>
          </a:prstGeom>
          <a:noFill/>
          <a:ln w="15875">
            <a:solidFill>
              <a:srgbClr val="D87932">
                <a:alpha val="76000"/>
              </a:srgbClr>
            </a:solidFill>
            <a:prstDash val="dot"/>
            <a:headEnd type="none"/>
            <a:tailEnd type="none"/>
          </a:ln>
        </p:spPr>
      </p:sp>
      <p:sp>
        <p:nvSpPr>
          <p:cNvPr id="1382" name="Shape 1380"/>
          <p:cNvSpPr/>
          <p:nvPr/>
        </p:nvSpPr>
        <p:spPr>
          <a:xfrm>
            <a:off x="2960522" y="3059475"/>
            <a:ext cx="127407" cy="0"/>
          </a:xfrm>
          <a:prstGeom prst="line">
            <a:avLst/>
          </a:prstGeom>
          <a:noFill/>
          <a:ln w="15875">
            <a:solidFill>
              <a:srgbClr val="D87932">
                <a:alpha val="76000"/>
              </a:srgbClr>
            </a:solidFill>
            <a:prstDash val="dot"/>
            <a:headEnd type="none"/>
            <a:tailEnd type="none"/>
          </a:ln>
        </p:spPr>
      </p:sp>
      <p:sp>
        <p:nvSpPr>
          <p:cNvPr id="1383" name="Shape 1381"/>
          <p:cNvSpPr/>
          <p:nvPr/>
        </p:nvSpPr>
        <p:spPr>
          <a:xfrm>
            <a:off x="3085186" y="3056731"/>
            <a:ext cx="0" cy="18796"/>
          </a:xfrm>
          <a:prstGeom prst="line">
            <a:avLst/>
          </a:prstGeom>
          <a:noFill/>
          <a:ln w="15875">
            <a:solidFill>
              <a:srgbClr val="D87932">
                <a:alpha val="76000"/>
              </a:srgbClr>
            </a:solidFill>
            <a:prstDash val="dot"/>
            <a:headEnd type="none"/>
            <a:tailEnd type="none"/>
          </a:ln>
        </p:spPr>
      </p:sp>
      <p:sp>
        <p:nvSpPr>
          <p:cNvPr id="1384" name="Shape 1382"/>
          <p:cNvSpPr/>
          <p:nvPr/>
        </p:nvSpPr>
        <p:spPr>
          <a:xfrm>
            <a:off x="3085186" y="3072784"/>
            <a:ext cx="127407" cy="0"/>
          </a:xfrm>
          <a:prstGeom prst="line">
            <a:avLst/>
          </a:prstGeom>
          <a:noFill/>
          <a:ln w="15875">
            <a:solidFill>
              <a:srgbClr val="D87932">
                <a:alpha val="76000"/>
              </a:srgbClr>
            </a:solidFill>
            <a:prstDash val="dot"/>
            <a:headEnd type="none"/>
            <a:tailEnd type="none"/>
          </a:ln>
        </p:spPr>
      </p:sp>
      <p:sp>
        <p:nvSpPr>
          <p:cNvPr id="1385" name="Shape 1383"/>
          <p:cNvSpPr/>
          <p:nvPr/>
        </p:nvSpPr>
        <p:spPr>
          <a:xfrm>
            <a:off x="3209849" y="3070041"/>
            <a:ext cx="0" cy="8353"/>
          </a:xfrm>
          <a:prstGeom prst="line">
            <a:avLst/>
          </a:prstGeom>
          <a:noFill/>
          <a:ln w="15875">
            <a:solidFill>
              <a:srgbClr val="D87932">
                <a:alpha val="76000"/>
              </a:srgbClr>
            </a:solidFill>
            <a:prstDash val="dot"/>
            <a:headEnd type="none"/>
            <a:tailEnd type="none"/>
          </a:ln>
        </p:spPr>
      </p:sp>
      <p:sp>
        <p:nvSpPr>
          <p:cNvPr id="1386" name="Shape 1384"/>
          <p:cNvSpPr/>
          <p:nvPr/>
        </p:nvSpPr>
        <p:spPr>
          <a:xfrm>
            <a:off x="3209849" y="3075651"/>
            <a:ext cx="127406" cy="0"/>
          </a:xfrm>
          <a:prstGeom prst="line">
            <a:avLst/>
          </a:prstGeom>
          <a:noFill/>
          <a:ln w="15875">
            <a:solidFill>
              <a:srgbClr val="D87932">
                <a:alpha val="76000"/>
              </a:srgbClr>
            </a:solidFill>
            <a:prstDash val="dot"/>
            <a:headEnd type="none"/>
            <a:tailEnd type="none"/>
          </a:ln>
        </p:spPr>
      </p:sp>
      <p:sp>
        <p:nvSpPr>
          <p:cNvPr id="1387" name="Shape 1385"/>
          <p:cNvSpPr/>
          <p:nvPr/>
        </p:nvSpPr>
        <p:spPr>
          <a:xfrm>
            <a:off x="3334512" y="3020628"/>
            <a:ext cx="0" cy="57766"/>
          </a:xfrm>
          <a:prstGeom prst="line">
            <a:avLst/>
          </a:prstGeom>
          <a:noFill/>
          <a:ln w="15875">
            <a:solidFill>
              <a:srgbClr val="D87932">
                <a:alpha val="76000"/>
              </a:srgbClr>
            </a:solidFill>
            <a:prstDash val="dot"/>
            <a:headEnd type="none"/>
            <a:tailEnd type="none"/>
          </a:ln>
        </p:spPr>
      </p:sp>
      <p:sp>
        <p:nvSpPr>
          <p:cNvPr id="1388" name="Shape 1386"/>
          <p:cNvSpPr/>
          <p:nvPr/>
        </p:nvSpPr>
        <p:spPr>
          <a:xfrm>
            <a:off x="3334512" y="3023371"/>
            <a:ext cx="127407" cy="0"/>
          </a:xfrm>
          <a:prstGeom prst="line">
            <a:avLst/>
          </a:prstGeom>
          <a:noFill/>
          <a:ln w="15875">
            <a:solidFill>
              <a:srgbClr val="D87932">
                <a:alpha val="76000"/>
              </a:srgbClr>
            </a:solidFill>
            <a:prstDash val="dot"/>
            <a:headEnd type="none"/>
            <a:tailEnd type="none"/>
          </a:ln>
        </p:spPr>
      </p:sp>
      <p:sp>
        <p:nvSpPr>
          <p:cNvPr id="1389" name="Shape 1387"/>
          <p:cNvSpPr/>
          <p:nvPr/>
        </p:nvSpPr>
        <p:spPr>
          <a:xfrm>
            <a:off x="3459175" y="2994576"/>
            <a:ext cx="0" cy="31539"/>
          </a:xfrm>
          <a:prstGeom prst="line">
            <a:avLst/>
          </a:prstGeom>
          <a:noFill/>
          <a:ln w="15875">
            <a:solidFill>
              <a:srgbClr val="D87932">
                <a:alpha val="76000"/>
              </a:srgbClr>
            </a:solidFill>
            <a:prstDash val="dot"/>
            <a:headEnd type="none"/>
            <a:tailEnd type="none"/>
          </a:ln>
        </p:spPr>
      </p:sp>
      <p:sp>
        <p:nvSpPr>
          <p:cNvPr id="1390" name="Shape 1388"/>
          <p:cNvSpPr/>
          <p:nvPr/>
        </p:nvSpPr>
        <p:spPr>
          <a:xfrm>
            <a:off x="3459175" y="2997319"/>
            <a:ext cx="127407" cy="0"/>
          </a:xfrm>
          <a:prstGeom prst="line">
            <a:avLst/>
          </a:prstGeom>
          <a:noFill/>
          <a:ln w="15875">
            <a:solidFill>
              <a:srgbClr val="D87932">
                <a:alpha val="76000"/>
              </a:srgbClr>
            </a:solidFill>
            <a:prstDash val="dot"/>
            <a:headEnd type="none"/>
            <a:tailEnd type="none"/>
          </a:ln>
        </p:spPr>
      </p:sp>
      <p:sp>
        <p:nvSpPr>
          <p:cNvPr id="1391" name="Shape 1389"/>
          <p:cNvSpPr/>
          <p:nvPr/>
        </p:nvSpPr>
        <p:spPr>
          <a:xfrm>
            <a:off x="3583839" y="2970566"/>
            <a:ext cx="0" cy="29496"/>
          </a:xfrm>
          <a:prstGeom prst="line">
            <a:avLst/>
          </a:prstGeom>
          <a:noFill/>
          <a:ln w="15875">
            <a:solidFill>
              <a:srgbClr val="D87932">
                <a:alpha val="76000"/>
              </a:srgbClr>
            </a:solidFill>
            <a:prstDash val="dot"/>
            <a:headEnd type="none"/>
            <a:tailEnd type="none"/>
          </a:ln>
        </p:spPr>
      </p:sp>
      <p:sp>
        <p:nvSpPr>
          <p:cNvPr id="1392" name="Shape 1390"/>
          <p:cNvSpPr/>
          <p:nvPr/>
        </p:nvSpPr>
        <p:spPr>
          <a:xfrm>
            <a:off x="3583839" y="2973309"/>
            <a:ext cx="127406" cy="0"/>
          </a:xfrm>
          <a:prstGeom prst="line">
            <a:avLst/>
          </a:prstGeom>
          <a:noFill/>
          <a:ln w="15875">
            <a:solidFill>
              <a:srgbClr val="D87932">
                <a:alpha val="76000"/>
              </a:srgbClr>
            </a:solidFill>
            <a:prstDash val="dot"/>
            <a:headEnd type="none"/>
            <a:tailEnd type="none"/>
          </a:ln>
        </p:spPr>
      </p:sp>
      <p:sp>
        <p:nvSpPr>
          <p:cNvPr id="1393" name="Shape 1391"/>
          <p:cNvSpPr/>
          <p:nvPr/>
        </p:nvSpPr>
        <p:spPr>
          <a:xfrm>
            <a:off x="3708501" y="2917711"/>
            <a:ext cx="0" cy="58341"/>
          </a:xfrm>
          <a:prstGeom prst="line">
            <a:avLst/>
          </a:prstGeom>
          <a:noFill/>
          <a:ln w="15875">
            <a:solidFill>
              <a:srgbClr val="D87932">
                <a:alpha val="76000"/>
              </a:srgbClr>
            </a:solidFill>
            <a:prstDash val="dot"/>
            <a:headEnd type="none"/>
            <a:tailEnd type="none"/>
          </a:ln>
        </p:spPr>
      </p:sp>
      <p:sp>
        <p:nvSpPr>
          <p:cNvPr id="1394" name="Shape 1392"/>
          <p:cNvSpPr/>
          <p:nvPr/>
        </p:nvSpPr>
        <p:spPr>
          <a:xfrm>
            <a:off x="3708501" y="2920454"/>
            <a:ext cx="127407" cy="0"/>
          </a:xfrm>
          <a:prstGeom prst="line">
            <a:avLst/>
          </a:prstGeom>
          <a:noFill/>
          <a:ln w="15875">
            <a:solidFill>
              <a:srgbClr val="D87932">
                <a:alpha val="76000"/>
              </a:srgbClr>
            </a:solidFill>
            <a:prstDash val="dot"/>
            <a:headEnd type="none"/>
            <a:tailEnd type="none"/>
          </a:ln>
        </p:spPr>
      </p:sp>
      <p:sp>
        <p:nvSpPr>
          <p:cNvPr id="1395" name="Shape 1393"/>
          <p:cNvSpPr/>
          <p:nvPr/>
        </p:nvSpPr>
        <p:spPr>
          <a:xfrm>
            <a:off x="3833165" y="2917711"/>
            <a:ext cx="0" cy="39275"/>
          </a:xfrm>
          <a:prstGeom prst="line">
            <a:avLst/>
          </a:prstGeom>
          <a:noFill/>
          <a:ln w="15875">
            <a:solidFill>
              <a:srgbClr val="D87932">
                <a:alpha val="76000"/>
              </a:srgbClr>
            </a:solidFill>
            <a:prstDash val="dot"/>
            <a:headEnd type="none"/>
            <a:tailEnd type="none"/>
          </a:ln>
        </p:spPr>
      </p:sp>
      <p:sp>
        <p:nvSpPr>
          <p:cNvPr id="1396" name="Shape 1394"/>
          <p:cNvSpPr/>
          <p:nvPr/>
        </p:nvSpPr>
        <p:spPr>
          <a:xfrm>
            <a:off x="3833165" y="2954243"/>
            <a:ext cx="127407" cy="0"/>
          </a:xfrm>
          <a:prstGeom prst="line">
            <a:avLst/>
          </a:prstGeom>
          <a:noFill/>
          <a:ln w="15875">
            <a:solidFill>
              <a:srgbClr val="D87932">
                <a:alpha val="76000"/>
              </a:srgbClr>
            </a:solidFill>
            <a:prstDash val="dot"/>
            <a:headEnd type="none"/>
            <a:tailEnd type="none"/>
          </a:ln>
        </p:spPr>
      </p:sp>
      <p:sp>
        <p:nvSpPr>
          <p:cNvPr id="1397" name="Shape 1395"/>
          <p:cNvSpPr/>
          <p:nvPr/>
        </p:nvSpPr>
        <p:spPr>
          <a:xfrm>
            <a:off x="3957828" y="2949985"/>
            <a:ext cx="0" cy="7001"/>
          </a:xfrm>
          <a:prstGeom prst="line">
            <a:avLst/>
          </a:prstGeom>
          <a:noFill/>
          <a:ln w="15875">
            <a:solidFill>
              <a:srgbClr val="D87932">
                <a:alpha val="76000"/>
              </a:srgbClr>
            </a:solidFill>
            <a:prstDash val="dot"/>
            <a:headEnd type="none"/>
            <a:tailEnd type="none"/>
          </a:ln>
        </p:spPr>
      </p:sp>
      <p:sp>
        <p:nvSpPr>
          <p:cNvPr id="1398" name="Shape 1396"/>
          <p:cNvSpPr/>
          <p:nvPr/>
        </p:nvSpPr>
        <p:spPr>
          <a:xfrm>
            <a:off x="3957828" y="2952728"/>
            <a:ext cx="127406" cy="0"/>
          </a:xfrm>
          <a:prstGeom prst="line">
            <a:avLst/>
          </a:prstGeom>
          <a:noFill/>
          <a:ln w="15875">
            <a:solidFill>
              <a:srgbClr val="D87932">
                <a:alpha val="76000"/>
              </a:srgbClr>
            </a:solidFill>
            <a:prstDash val="dot"/>
            <a:headEnd type="none"/>
            <a:tailEnd type="none"/>
          </a:ln>
        </p:spPr>
      </p:sp>
      <p:sp>
        <p:nvSpPr>
          <p:cNvPr id="1399" name="Shape 1397"/>
          <p:cNvSpPr/>
          <p:nvPr/>
        </p:nvSpPr>
        <p:spPr>
          <a:xfrm>
            <a:off x="4082491" y="2911673"/>
            <a:ext cx="0" cy="43799"/>
          </a:xfrm>
          <a:prstGeom prst="line">
            <a:avLst/>
          </a:prstGeom>
          <a:noFill/>
          <a:ln w="15875">
            <a:solidFill>
              <a:srgbClr val="D87932">
                <a:alpha val="76000"/>
              </a:srgbClr>
            </a:solidFill>
            <a:prstDash val="dot"/>
            <a:headEnd type="none"/>
            <a:tailEnd type="none"/>
          </a:ln>
        </p:spPr>
      </p:sp>
      <p:sp>
        <p:nvSpPr>
          <p:cNvPr id="1400" name="Shape 1398"/>
          <p:cNvSpPr/>
          <p:nvPr/>
        </p:nvSpPr>
        <p:spPr>
          <a:xfrm>
            <a:off x="4082491" y="2914416"/>
            <a:ext cx="127407" cy="0"/>
          </a:xfrm>
          <a:prstGeom prst="line">
            <a:avLst/>
          </a:prstGeom>
          <a:noFill/>
          <a:ln w="15875">
            <a:solidFill>
              <a:srgbClr val="D87932">
                <a:alpha val="76000"/>
              </a:srgbClr>
            </a:solidFill>
            <a:prstDash val="dot"/>
            <a:headEnd type="none"/>
            <a:tailEnd type="none"/>
          </a:ln>
        </p:spPr>
      </p:sp>
      <p:sp>
        <p:nvSpPr>
          <p:cNvPr id="1401" name="Shape 1399"/>
          <p:cNvSpPr/>
          <p:nvPr/>
        </p:nvSpPr>
        <p:spPr>
          <a:xfrm>
            <a:off x="4207154" y="2870222"/>
            <a:ext cx="0" cy="46938"/>
          </a:xfrm>
          <a:prstGeom prst="line">
            <a:avLst/>
          </a:prstGeom>
          <a:noFill/>
          <a:ln w="15875">
            <a:solidFill>
              <a:srgbClr val="D87932">
                <a:alpha val="76000"/>
              </a:srgbClr>
            </a:solidFill>
            <a:prstDash val="dot"/>
            <a:headEnd type="none"/>
            <a:tailEnd type="none"/>
          </a:ln>
        </p:spPr>
      </p:sp>
      <p:sp>
        <p:nvSpPr>
          <p:cNvPr id="1402" name="Shape 1400"/>
          <p:cNvSpPr/>
          <p:nvPr/>
        </p:nvSpPr>
        <p:spPr>
          <a:xfrm>
            <a:off x="4207154" y="2872965"/>
            <a:ext cx="127407" cy="0"/>
          </a:xfrm>
          <a:prstGeom prst="line">
            <a:avLst/>
          </a:prstGeom>
          <a:noFill/>
          <a:ln w="15875">
            <a:solidFill>
              <a:srgbClr val="D87932">
                <a:alpha val="76000"/>
              </a:srgbClr>
            </a:solidFill>
            <a:prstDash val="dot"/>
            <a:headEnd type="none"/>
            <a:tailEnd type="none"/>
          </a:ln>
        </p:spPr>
      </p:sp>
      <p:sp>
        <p:nvSpPr>
          <p:cNvPr id="1403" name="Shape 1401"/>
          <p:cNvSpPr/>
          <p:nvPr/>
        </p:nvSpPr>
        <p:spPr>
          <a:xfrm>
            <a:off x="4331818" y="2792043"/>
            <a:ext cx="0" cy="83665"/>
          </a:xfrm>
          <a:prstGeom prst="line">
            <a:avLst/>
          </a:prstGeom>
          <a:noFill/>
          <a:ln w="15875">
            <a:solidFill>
              <a:srgbClr val="D87932">
                <a:alpha val="76000"/>
              </a:srgbClr>
            </a:solidFill>
            <a:prstDash val="dot"/>
            <a:headEnd type="none"/>
            <a:tailEnd type="none"/>
          </a:ln>
        </p:spPr>
      </p:sp>
      <p:sp>
        <p:nvSpPr>
          <p:cNvPr id="1404" name="Shape 1402"/>
          <p:cNvSpPr/>
          <p:nvPr/>
        </p:nvSpPr>
        <p:spPr>
          <a:xfrm>
            <a:off x="4331818" y="2794786"/>
            <a:ext cx="127406" cy="0"/>
          </a:xfrm>
          <a:prstGeom prst="line">
            <a:avLst/>
          </a:prstGeom>
          <a:noFill/>
          <a:ln w="15875">
            <a:solidFill>
              <a:srgbClr val="D87932">
                <a:alpha val="76000"/>
              </a:srgbClr>
            </a:solidFill>
            <a:prstDash val="dot"/>
            <a:headEnd type="none"/>
            <a:tailEnd type="none"/>
          </a:ln>
        </p:spPr>
      </p:sp>
      <p:sp>
        <p:nvSpPr>
          <p:cNvPr id="1405" name="Shape 1403"/>
          <p:cNvSpPr/>
          <p:nvPr/>
        </p:nvSpPr>
        <p:spPr>
          <a:xfrm>
            <a:off x="4456481" y="2772645"/>
            <a:ext cx="0" cy="24884"/>
          </a:xfrm>
          <a:prstGeom prst="line">
            <a:avLst/>
          </a:prstGeom>
          <a:noFill/>
          <a:ln w="15875">
            <a:solidFill>
              <a:srgbClr val="D87932">
                <a:alpha val="76000"/>
              </a:srgbClr>
            </a:solidFill>
            <a:prstDash val="dot"/>
            <a:headEnd type="none"/>
            <a:tailEnd type="none"/>
          </a:ln>
        </p:spPr>
      </p:sp>
      <p:sp>
        <p:nvSpPr>
          <p:cNvPr id="1406" name="Shape 1404"/>
          <p:cNvSpPr/>
          <p:nvPr/>
        </p:nvSpPr>
        <p:spPr>
          <a:xfrm>
            <a:off x="4456481" y="2775388"/>
            <a:ext cx="127407" cy="0"/>
          </a:xfrm>
          <a:prstGeom prst="line">
            <a:avLst/>
          </a:prstGeom>
          <a:noFill/>
          <a:ln w="15875">
            <a:solidFill>
              <a:srgbClr val="D87932">
                <a:alpha val="76000"/>
              </a:srgbClr>
            </a:solidFill>
            <a:prstDash val="dot"/>
            <a:headEnd type="none"/>
            <a:tailEnd type="none"/>
          </a:ln>
        </p:spPr>
      </p:sp>
      <p:sp>
        <p:nvSpPr>
          <p:cNvPr id="1407" name="Shape 1405"/>
          <p:cNvSpPr/>
          <p:nvPr/>
        </p:nvSpPr>
        <p:spPr>
          <a:xfrm>
            <a:off x="4581144" y="2761925"/>
            <a:ext cx="0" cy="16206"/>
          </a:xfrm>
          <a:prstGeom prst="line">
            <a:avLst/>
          </a:prstGeom>
          <a:noFill/>
          <a:ln w="15875">
            <a:solidFill>
              <a:srgbClr val="D87932">
                <a:alpha val="76000"/>
              </a:srgbClr>
            </a:solidFill>
            <a:prstDash val="dot"/>
            <a:headEnd type="none"/>
            <a:tailEnd type="none"/>
          </a:ln>
        </p:spPr>
      </p:sp>
      <p:sp>
        <p:nvSpPr>
          <p:cNvPr id="1408" name="Shape 1406"/>
          <p:cNvSpPr/>
          <p:nvPr/>
        </p:nvSpPr>
        <p:spPr>
          <a:xfrm>
            <a:off x="4581144" y="2764669"/>
            <a:ext cx="127407" cy="0"/>
          </a:xfrm>
          <a:prstGeom prst="line">
            <a:avLst/>
          </a:prstGeom>
          <a:noFill/>
          <a:ln w="15875">
            <a:solidFill>
              <a:srgbClr val="D87932">
                <a:alpha val="76000"/>
              </a:srgbClr>
            </a:solidFill>
            <a:prstDash val="dot"/>
            <a:headEnd type="none"/>
            <a:tailEnd type="none"/>
          </a:ln>
        </p:spPr>
      </p:sp>
      <p:sp>
        <p:nvSpPr>
          <p:cNvPr id="1409" name="Shape 1407"/>
          <p:cNvSpPr/>
          <p:nvPr/>
        </p:nvSpPr>
        <p:spPr>
          <a:xfrm>
            <a:off x="4705807" y="2761925"/>
            <a:ext cx="0" cy="70155"/>
          </a:xfrm>
          <a:prstGeom prst="line">
            <a:avLst/>
          </a:prstGeom>
          <a:noFill/>
          <a:ln w="15875">
            <a:solidFill>
              <a:srgbClr val="D87932">
                <a:alpha val="76000"/>
              </a:srgbClr>
            </a:solidFill>
            <a:prstDash val="dot"/>
            <a:headEnd type="none"/>
            <a:tailEnd type="none"/>
          </a:ln>
        </p:spPr>
      </p:sp>
      <p:sp>
        <p:nvSpPr>
          <p:cNvPr id="1410" name="Shape 1408"/>
          <p:cNvSpPr/>
          <p:nvPr/>
        </p:nvSpPr>
        <p:spPr>
          <a:xfrm>
            <a:off x="4705807" y="2829338"/>
            <a:ext cx="127406" cy="0"/>
          </a:xfrm>
          <a:prstGeom prst="line">
            <a:avLst/>
          </a:prstGeom>
          <a:noFill/>
          <a:ln w="15875">
            <a:solidFill>
              <a:srgbClr val="D87932">
                <a:alpha val="76000"/>
              </a:srgbClr>
            </a:solidFill>
            <a:prstDash val="dot"/>
            <a:headEnd type="none"/>
            <a:tailEnd type="none"/>
          </a:ln>
        </p:spPr>
      </p:sp>
      <p:sp>
        <p:nvSpPr>
          <p:cNvPr id="1411" name="Shape 1409"/>
          <p:cNvSpPr/>
          <p:nvPr/>
        </p:nvSpPr>
        <p:spPr>
          <a:xfrm>
            <a:off x="4830470" y="2826594"/>
            <a:ext cx="0" cy="105571"/>
          </a:xfrm>
          <a:prstGeom prst="line">
            <a:avLst/>
          </a:prstGeom>
          <a:noFill/>
          <a:ln w="15875">
            <a:solidFill>
              <a:srgbClr val="D87932">
                <a:alpha val="76000"/>
              </a:srgbClr>
            </a:solidFill>
            <a:prstDash val="dot"/>
            <a:headEnd type="none"/>
            <a:tailEnd type="none"/>
          </a:ln>
        </p:spPr>
      </p:sp>
      <p:sp>
        <p:nvSpPr>
          <p:cNvPr id="1412" name="Shape 1410"/>
          <p:cNvSpPr/>
          <p:nvPr/>
        </p:nvSpPr>
        <p:spPr>
          <a:xfrm>
            <a:off x="4830470" y="2929422"/>
            <a:ext cx="127407" cy="0"/>
          </a:xfrm>
          <a:prstGeom prst="line">
            <a:avLst/>
          </a:prstGeom>
          <a:noFill/>
          <a:ln w="15875">
            <a:solidFill>
              <a:srgbClr val="D87932">
                <a:alpha val="76000"/>
              </a:srgbClr>
            </a:solidFill>
            <a:prstDash val="dot"/>
            <a:headEnd type="none"/>
            <a:tailEnd type="none"/>
          </a:ln>
        </p:spPr>
      </p:sp>
      <p:sp>
        <p:nvSpPr>
          <p:cNvPr id="1413" name="Shape 1411"/>
          <p:cNvSpPr/>
          <p:nvPr/>
        </p:nvSpPr>
        <p:spPr>
          <a:xfrm>
            <a:off x="4955134" y="2905725"/>
            <a:ext cx="0" cy="26440"/>
          </a:xfrm>
          <a:prstGeom prst="line">
            <a:avLst/>
          </a:prstGeom>
          <a:noFill/>
          <a:ln w="15875">
            <a:solidFill>
              <a:srgbClr val="D87932">
                <a:alpha val="76000"/>
              </a:srgbClr>
            </a:solidFill>
            <a:prstDash val="dot"/>
            <a:headEnd type="none"/>
            <a:tailEnd type="none"/>
          </a:ln>
        </p:spPr>
      </p:sp>
      <p:sp>
        <p:nvSpPr>
          <p:cNvPr id="1414" name="Shape 1412"/>
          <p:cNvSpPr/>
          <p:nvPr/>
        </p:nvSpPr>
        <p:spPr>
          <a:xfrm>
            <a:off x="4955134" y="2908469"/>
            <a:ext cx="127407" cy="0"/>
          </a:xfrm>
          <a:prstGeom prst="line">
            <a:avLst/>
          </a:prstGeom>
          <a:noFill/>
          <a:ln w="15875">
            <a:solidFill>
              <a:srgbClr val="D87932">
                <a:alpha val="76000"/>
              </a:srgbClr>
            </a:solidFill>
            <a:prstDash val="dot"/>
            <a:headEnd type="none"/>
            <a:tailEnd type="none"/>
          </a:ln>
        </p:spPr>
      </p:sp>
      <p:sp>
        <p:nvSpPr>
          <p:cNvPr id="1415" name="Shape 1413"/>
          <p:cNvSpPr/>
          <p:nvPr/>
        </p:nvSpPr>
        <p:spPr>
          <a:xfrm>
            <a:off x="5079797" y="2835780"/>
            <a:ext cx="0" cy="75432"/>
          </a:xfrm>
          <a:prstGeom prst="line">
            <a:avLst/>
          </a:prstGeom>
          <a:noFill/>
          <a:ln w="15875">
            <a:solidFill>
              <a:srgbClr val="D87932">
                <a:alpha val="76000"/>
              </a:srgbClr>
            </a:solidFill>
            <a:prstDash val="dot"/>
            <a:headEnd type="none"/>
            <a:tailEnd type="none"/>
          </a:ln>
        </p:spPr>
      </p:sp>
      <p:sp>
        <p:nvSpPr>
          <p:cNvPr id="1416" name="Shape 1414"/>
          <p:cNvSpPr/>
          <p:nvPr/>
        </p:nvSpPr>
        <p:spPr>
          <a:xfrm>
            <a:off x="5079797" y="2838523"/>
            <a:ext cx="127406" cy="0"/>
          </a:xfrm>
          <a:prstGeom prst="line">
            <a:avLst/>
          </a:prstGeom>
          <a:noFill/>
          <a:ln w="15875">
            <a:solidFill>
              <a:srgbClr val="D87932">
                <a:alpha val="76000"/>
              </a:srgbClr>
            </a:solidFill>
            <a:prstDash val="dot"/>
            <a:headEnd type="none"/>
            <a:tailEnd type="none"/>
          </a:ln>
        </p:spPr>
      </p:sp>
      <p:sp>
        <p:nvSpPr>
          <p:cNvPr id="1417" name="Shape 1415"/>
          <p:cNvSpPr/>
          <p:nvPr/>
        </p:nvSpPr>
        <p:spPr>
          <a:xfrm>
            <a:off x="5204460" y="2783279"/>
            <a:ext cx="0" cy="57987"/>
          </a:xfrm>
          <a:prstGeom prst="line">
            <a:avLst/>
          </a:prstGeom>
          <a:noFill/>
          <a:ln w="15875">
            <a:solidFill>
              <a:srgbClr val="D87932">
                <a:alpha val="76000"/>
              </a:srgbClr>
            </a:solidFill>
            <a:prstDash val="dot"/>
            <a:headEnd type="none"/>
            <a:tailEnd type="none"/>
          </a:ln>
        </p:spPr>
      </p:sp>
      <p:sp>
        <p:nvSpPr>
          <p:cNvPr id="1418" name="Shape 1416"/>
          <p:cNvSpPr/>
          <p:nvPr/>
        </p:nvSpPr>
        <p:spPr>
          <a:xfrm>
            <a:off x="5204460" y="2786022"/>
            <a:ext cx="127407" cy="0"/>
          </a:xfrm>
          <a:prstGeom prst="line">
            <a:avLst/>
          </a:prstGeom>
          <a:noFill/>
          <a:ln w="15875">
            <a:solidFill>
              <a:srgbClr val="D87932">
                <a:alpha val="76000"/>
              </a:srgbClr>
            </a:solidFill>
            <a:prstDash val="dot"/>
            <a:headEnd type="none"/>
            <a:tailEnd type="none"/>
          </a:ln>
        </p:spPr>
      </p:sp>
      <p:sp>
        <p:nvSpPr>
          <p:cNvPr id="1419" name="Shape 1417"/>
          <p:cNvSpPr/>
          <p:nvPr/>
        </p:nvSpPr>
        <p:spPr>
          <a:xfrm>
            <a:off x="5329123" y="2648518"/>
            <a:ext cx="0" cy="140248"/>
          </a:xfrm>
          <a:prstGeom prst="line">
            <a:avLst/>
          </a:prstGeom>
          <a:noFill/>
          <a:ln w="15875">
            <a:solidFill>
              <a:srgbClr val="D87932">
                <a:alpha val="76000"/>
              </a:srgbClr>
            </a:solidFill>
            <a:prstDash val="dot"/>
            <a:headEnd type="none"/>
            <a:tailEnd type="none"/>
          </a:ln>
        </p:spPr>
      </p:sp>
      <p:sp>
        <p:nvSpPr>
          <p:cNvPr id="1420" name="Shape 1418"/>
          <p:cNvSpPr/>
          <p:nvPr/>
        </p:nvSpPr>
        <p:spPr>
          <a:xfrm>
            <a:off x="5329123" y="2651261"/>
            <a:ext cx="127407" cy="0"/>
          </a:xfrm>
          <a:prstGeom prst="line">
            <a:avLst/>
          </a:prstGeom>
          <a:noFill/>
          <a:ln w="15875">
            <a:solidFill>
              <a:srgbClr val="D87932">
                <a:alpha val="76000"/>
              </a:srgbClr>
            </a:solidFill>
            <a:prstDash val="dot"/>
            <a:headEnd type="none"/>
            <a:tailEnd type="none"/>
          </a:ln>
        </p:spPr>
      </p:sp>
      <p:sp>
        <p:nvSpPr>
          <p:cNvPr id="1421" name="Shape 1419"/>
          <p:cNvSpPr/>
          <p:nvPr/>
        </p:nvSpPr>
        <p:spPr>
          <a:xfrm>
            <a:off x="5453787" y="2459671"/>
            <a:ext cx="0" cy="194333"/>
          </a:xfrm>
          <a:prstGeom prst="line">
            <a:avLst/>
          </a:prstGeom>
          <a:noFill/>
          <a:ln w="15875">
            <a:solidFill>
              <a:srgbClr val="D87932">
                <a:alpha val="76000"/>
              </a:srgbClr>
            </a:solidFill>
            <a:prstDash val="dot"/>
            <a:headEnd type="none"/>
            <a:tailEnd type="none"/>
          </a:ln>
        </p:spPr>
      </p:sp>
      <p:sp>
        <p:nvSpPr>
          <p:cNvPr id="1422" name="Shape 1420"/>
          <p:cNvSpPr/>
          <p:nvPr/>
        </p:nvSpPr>
        <p:spPr>
          <a:xfrm>
            <a:off x="5453787" y="2462414"/>
            <a:ext cx="127406" cy="0"/>
          </a:xfrm>
          <a:prstGeom prst="line">
            <a:avLst/>
          </a:prstGeom>
          <a:noFill/>
          <a:ln w="15875">
            <a:solidFill>
              <a:srgbClr val="D87932">
                <a:alpha val="76000"/>
              </a:srgbClr>
            </a:solidFill>
            <a:prstDash val="dot"/>
            <a:headEnd type="none"/>
            <a:tailEnd type="none"/>
          </a:ln>
        </p:spPr>
      </p:sp>
      <p:sp>
        <p:nvSpPr>
          <p:cNvPr id="1423" name="Shape 1421"/>
          <p:cNvSpPr/>
          <p:nvPr/>
        </p:nvSpPr>
        <p:spPr>
          <a:xfrm>
            <a:off x="5578449" y="2295232"/>
            <a:ext cx="0" cy="169925"/>
          </a:xfrm>
          <a:prstGeom prst="line">
            <a:avLst/>
          </a:prstGeom>
          <a:noFill/>
          <a:ln w="15875">
            <a:solidFill>
              <a:srgbClr val="D87932">
                <a:alpha val="76000"/>
              </a:srgbClr>
            </a:solidFill>
            <a:prstDash val="dot"/>
            <a:headEnd type="none"/>
            <a:tailEnd type="none"/>
          </a:ln>
        </p:spPr>
      </p:sp>
      <p:sp>
        <p:nvSpPr>
          <p:cNvPr id="1424" name="Shape 1422"/>
          <p:cNvSpPr/>
          <p:nvPr/>
        </p:nvSpPr>
        <p:spPr>
          <a:xfrm>
            <a:off x="5578449" y="2297975"/>
            <a:ext cx="127407" cy="0"/>
          </a:xfrm>
          <a:prstGeom prst="line">
            <a:avLst/>
          </a:prstGeom>
          <a:noFill/>
          <a:ln w="15875">
            <a:solidFill>
              <a:srgbClr val="D87932">
                <a:alpha val="76000"/>
              </a:srgbClr>
            </a:solidFill>
            <a:prstDash val="dot"/>
            <a:headEnd type="none"/>
            <a:tailEnd type="none"/>
          </a:ln>
        </p:spPr>
      </p:sp>
      <p:sp>
        <p:nvSpPr>
          <p:cNvPr id="1425" name="Shape 1423"/>
          <p:cNvSpPr/>
          <p:nvPr/>
        </p:nvSpPr>
        <p:spPr>
          <a:xfrm>
            <a:off x="5703113" y="2246369"/>
            <a:ext cx="0" cy="54350"/>
          </a:xfrm>
          <a:prstGeom prst="line">
            <a:avLst/>
          </a:prstGeom>
          <a:noFill/>
          <a:ln w="15875">
            <a:solidFill>
              <a:srgbClr val="D87932">
                <a:alpha val="76000"/>
              </a:srgbClr>
            </a:solidFill>
            <a:prstDash val="dot"/>
            <a:headEnd type="none"/>
            <a:tailEnd type="none"/>
          </a:ln>
        </p:spPr>
      </p:sp>
      <p:sp>
        <p:nvSpPr>
          <p:cNvPr id="1426" name="Shape 1424"/>
          <p:cNvSpPr/>
          <p:nvPr/>
        </p:nvSpPr>
        <p:spPr>
          <a:xfrm>
            <a:off x="5703113" y="2249112"/>
            <a:ext cx="127407" cy="0"/>
          </a:xfrm>
          <a:prstGeom prst="line">
            <a:avLst/>
          </a:prstGeom>
          <a:noFill/>
          <a:ln w="15875">
            <a:solidFill>
              <a:srgbClr val="D87932">
                <a:alpha val="76000"/>
              </a:srgbClr>
            </a:solidFill>
            <a:prstDash val="dot"/>
            <a:headEnd type="none"/>
            <a:tailEnd type="none"/>
          </a:ln>
        </p:spPr>
      </p:sp>
      <p:sp>
        <p:nvSpPr>
          <p:cNvPr id="1427" name="Shape 1425"/>
          <p:cNvSpPr/>
          <p:nvPr/>
        </p:nvSpPr>
        <p:spPr>
          <a:xfrm>
            <a:off x="5827776" y="2246369"/>
            <a:ext cx="0" cy="12136"/>
          </a:xfrm>
          <a:prstGeom prst="line">
            <a:avLst/>
          </a:prstGeom>
          <a:noFill/>
          <a:ln w="15875">
            <a:solidFill>
              <a:srgbClr val="D87932">
                <a:alpha val="76000"/>
              </a:srgbClr>
            </a:solidFill>
            <a:prstDash val="dot"/>
            <a:headEnd type="none"/>
            <a:tailEnd type="none"/>
          </a:ln>
        </p:spPr>
      </p:sp>
      <p:sp>
        <p:nvSpPr>
          <p:cNvPr id="1428" name="Shape 1426"/>
          <p:cNvSpPr/>
          <p:nvPr/>
        </p:nvSpPr>
        <p:spPr>
          <a:xfrm>
            <a:off x="5827776" y="2255762"/>
            <a:ext cx="127406" cy="0"/>
          </a:xfrm>
          <a:prstGeom prst="line">
            <a:avLst/>
          </a:prstGeom>
          <a:noFill/>
          <a:ln w="15875">
            <a:solidFill>
              <a:srgbClr val="D87932">
                <a:alpha val="76000"/>
              </a:srgbClr>
            </a:solidFill>
            <a:prstDash val="dot"/>
            <a:headEnd type="none"/>
            <a:tailEnd type="none"/>
          </a:ln>
        </p:spPr>
      </p:sp>
      <p:sp>
        <p:nvSpPr>
          <p:cNvPr id="1429" name="Shape 1427"/>
          <p:cNvSpPr/>
          <p:nvPr/>
        </p:nvSpPr>
        <p:spPr>
          <a:xfrm>
            <a:off x="5952439" y="2253019"/>
            <a:ext cx="0" cy="104293"/>
          </a:xfrm>
          <a:prstGeom prst="line">
            <a:avLst/>
          </a:prstGeom>
          <a:noFill/>
          <a:ln w="15875">
            <a:solidFill>
              <a:srgbClr val="D87932">
                <a:alpha val="76000"/>
              </a:srgbClr>
            </a:solidFill>
            <a:prstDash val="dot"/>
            <a:headEnd type="none"/>
            <a:tailEnd type="none"/>
          </a:ln>
        </p:spPr>
      </p:sp>
      <p:sp>
        <p:nvSpPr>
          <p:cNvPr id="1430" name="Shape 1428"/>
          <p:cNvSpPr/>
          <p:nvPr/>
        </p:nvSpPr>
        <p:spPr>
          <a:xfrm>
            <a:off x="5952439" y="2354569"/>
            <a:ext cx="127407" cy="0"/>
          </a:xfrm>
          <a:prstGeom prst="line">
            <a:avLst/>
          </a:prstGeom>
          <a:noFill/>
          <a:ln w="15875">
            <a:solidFill>
              <a:srgbClr val="D87932">
                <a:alpha val="76000"/>
              </a:srgbClr>
            </a:solidFill>
            <a:prstDash val="dot"/>
            <a:headEnd type="none"/>
            <a:tailEnd type="none"/>
          </a:ln>
        </p:spPr>
      </p:sp>
      <p:sp>
        <p:nvSpPr>
          <p:cNvPr id="1431" name="Shape 1429"/>
          <p:cNvSpPr/>
          <p:nvPr/>
        </p:nvSpPr>
        <p:spPr>
          <a:xfrm>
            <a:off x="6077102" y="2351826"/>
            <a:ext cx="0" cy="49582"/>
          </a:xfrm>
          <a:prstGeom prst="line">
            <a:avLst/>
          </a:prstGeom>
          <a:noFill/>
          <a:ln w="15875">
            <a:solidFill>
              <a:srgbClr val="D87932">
                <a:alpha val="76000"/>
              </a:srgbClr>
            </a:solidFill>
            <a:prstDash val="dot"/>
            <a:headEnd type="none"/>
            <a:tailEnd type="none"/>
          </a:ln>
        </p:spPr>
      </p:sp>
      <p:sp>
        <p:nvSpPr>
          <p:cNvPr id="1432" name="Shape 1430"/>
          <p:cNvSpPr/>
          <p:nvPr/>
        </p:nvSpPr>
        <p:spPr>
          <a:xfrm>
            <a:off x="6077102" y="2398665"/>
            <a:ext cx="127407" cy="0"/>
          </a:xfrm>
          <a:prstGeom prst="line">
            <a:avLst/>
          </a:prstGeom>
          <a:noFill/>
          <a:ln w="15875">
            <a:solidFill>
              <a:srgbClr val="D87932">
                <a:alpha val="76000"/>
              </a:srgbClr>
            </a:solidFill>
            <a:prstDash val="dot"/>
            <a:headEnd type="none"/>
            <a:tailEnd type="none"/>
          </a:ln>
        </p:spPr>
      </p:sp>
      <p:sp>
        <p:nvSpPr>
          <p:cNvPr id="1433" name="Shape 1431"/>
          <p:cNvSpPr/>
          <p:nvPr/>
        </p:nvSpPr>
        <p:spPr>
          <a:xfrm>
            <a:off x="6201766" y="2395922"/>
            <a:ext cx="0" cy="11658"/>
          </a:xfrm>
          <a:prstGeom prst="line">
            <a:avLst/>
          </a:prstGeom>
          <a:noFill/>
          <a:ln w="15875">
            <a:solidFill>
              <a:srgbClr val="D87932">
                <a:alpha val="76000"/>
              </a:srgbClr>
            </a:solidFill>
            <a:prstDash val="dot"/>
            <a:headEnd type="none"/>
            <a:tailEnd type="none"/>
          </a:ln>
        </p:spPr>
      </p:sp>
      <p:sp>
        <p:nvSpPr>
          <p:cNvPr id="1434" name="Shape 1432"/>
          <p:cNvSpPr/>
          <p:nvPr/>
        </p:nvSpPr>
        <p:spPr>
          <a:xfrm>
            <a:off x="6201766" y="2404836"/>
            <a:ext cx="127406" cy="0"/>
          </a:xfrm>
          <a:prstGeom prst="line">
            <a:avLst/>
          </a:prstGeom>
          <a:noFill/>
          <a:ln w="15875">
            <a:solidFill>
              <a:srgbClr val="D87932">
                <a:alpha val="76000"/>
              </a:srgbClr>
            </a:solidFill>
            <a:prstDash val="dot"/>
            <a:headEnd type="none"/>
            <a:tailEnd type="none"/>
          </a:ln>
        </p:spPr>
      </p:sp>
      <p:sp>
        <p:nvSpPr>
          <p:cNvPr id="1435" name="Shape 1433"/>
          <p:cNvSpPr/>
          <p:nvPr/>
        </p:nvSpPr>
        <p:spPr>
          <a:xfrm>
            <a:off x="6326429" y="2402093"/>
            <a:ext cx="0" cy="70338"/>
          </a:xfrm>
          <a:prstGeom prst="line">
            <a:avLst/>
          </a:prstGeom>
          <a:noFill/>
          <a:ln w="15875">
            <a:solidFill>
              <a:srgbClr val="D87932">
                <a:alpha val="76000"/>
              </a:srgbClr>
            </a:solidFill>
            <a:prstDash val="dot"/>
            <a:headEnd type="none"/>
            <a:tailEnd type="none"/>
          </a:ln>
        </p:spPr>
      </p:sp>
      <p:sp>
        <p:nvSpPr>
          <p:cNvPr id="1436" name="Shape 1434"/>
          <p:cNvSpPr/>
          <p:nvPr/>
        </p:nvSpPr>
        <p:spPr>
          <a:xfrm>
            <a:off x="6326429" y="2469688"/>
            <a:ext cx="127407" cy="0"/>
          </a:xfrm>
          <a:prstGeom prst="line">
            <a:avLst/>
          </a:prstGeom>
          <a:noFill/>
          <a:ln w="15875">
            <a:solidFill>
              <a:srgbClr val="D87932">
                <a:alpha val="76000"/>
              </a:srgbClr>
            </a:solidFill>
            <a:prstDash val="dot"/>
            <a:headEnd type="none"/>
            <a:tailEnd type="none"/>
          </a:ln>
        </p:spPr>
      </p:sp>
      <p:sp>
        <p:nvSpPr>
          <p:cNvPr id="1437" name="Shape 1435"/>
          <p:cNvSpPr/>
          <p:nvPr/>
        </p:nvSpPr>
        <p:spPr>
          <a:xfrm>
            <a:off x="6451092" y="2466945"/>
            <a:ext cx="0" cy="55295"/>
          </a:xfrm>
          <a:prstGeom prst="line">
            <a:avLst/>
          </a:prstGeom>
          <a:noFill/>
          <a:ln w="15875">
            <a:solidFill>
              <a:srgbClr val="D87932">
                <a:alpha val="76000"/>
              </a:srgbClr>
            </a:solidFill>
            <a:prstDash val="dot"/>
            <a:headEnd type="none"/>
            <a:tailEnd type="none"/>
          </a:ln>
        </p:spPr>
      </p:sp>
      <p:sp>
        <p:nvSpPr>
          <p:cNvPr id="1438" name="Shape 1436"/>
          <p:cNvSpPr/>
          <p:nvPr/>
        </p:nvSpPr>
        <p:spPr>
          <a:xfrm>
            <a:off x="6451092" y="2519497"/>
            <a:ext cx="127407" cy="0"/>
          </a:xfrm>
          <a:prstGeom prst="line">
            <a:avLst/>
          </a:prstGeom>
          <a:noFill/>
          <a:ln w="15875">
            <a:solidFill>
              <a:srgbClr val="D87932">
                <a:alpha val="76000"/>
              </a:srgbClr>
            </a:solidFill>
            <a:prstDash val="dot"/>
            <a:headEnd type="none"/>
            <a:tailEnd type="none"/>
          </a:ln>
        </p:spPr>
      </p:sp>
      <p:sp>
        <p:nvSpPr>
          <p:cNvPr id="1439" name="Shape 1437"/>
          <p:cNvSpPr/>
          <p:nvPr/>
        </p:nvSpPr>
        <p:spPr>
          <a:xfrm>
            <a:off x="6575755" y="2516754"/>
            <a:ext cx="0" cy="19311"/>
          </a:xfrm>
          <a:prstGeom prst="line">
            <a:avLst/>
          </a:prstGeom>
          <a:noFill/>
          <a:ln w="15875">
            <a:solidFill>
              <a:srgbClr val="D87932">
                <a:alpha val="76000"/>
              </a:srgbClr>
            </a:solidFill>
            <a:prstDash val="dot"/>
            <a:headEnd type="none"/>
            <a:tailEnd type="none"/>
          </a:ln>
        </p:spPr>
      </p:sp>
      <p:sp>
        <p:nvSpPr>
          <p:cNvPr id="1440" name="Shape 1438"/>
          <p:cNvSpPr/>
          <p:nvPr/>
        </p:nvSpPr>
        <p:spPr>
          <a:xfrm>
            <a:off x="6575755" y="2533322"/>
            <a:ext cx="127406" cy="0"/>
          </a:xfrm>
          <a:prstGeom prst="line">
            <a:avLst/>
          </a:prstGeom>
          <a:noFill/>
          <a:ln w="15875">
            <a:solidFill>
              <a:srgbClr val="D87932">
                <a:alpha val="76000"/>
              </a:srgbClr>
            </a:solidFill>
            <a:prstDash val="dot"/>
            <a:headEnd type="none"/>
            <a:tailEnd type="none"/>
          </a:ln>
        </p:spPr>
      </p:sp>
      <p:sp>
        <p:nvSpPr>
          <p:cNvPr id="1441" name="Shape 1439"/>
          <p:cNvSpPr/>
          <p:nvPr/>
        </p:nvSpPr>
        <p:spPr>
          <a:xfrm>
            <a:off x="6700418" y="2530579"/>
            <a:ext cx="0" cy="75660"/>
          </a:xfrm>
          <a:prstGeom prst="line">
            <a:avLst/>
          </a:prstGeom>
          <a:noFill/>
          <a:ln w="15875">
            <a:solidFill>
              <a:srgbClr val="D87932">
                <a:alpha val="76000"/>
              </a:srgbClr>
            </a:solidFill>
            <a:prstDash val="dot"/>
            <a:headEnd type="none"/>
            <a:tailEnd type="none"/>
          </a:ln>
        </p:spPr>
      </p:sp>
      <p:sp>
        <p:nvSpPr>
          <p:cNvPr id="1442" name="Shape 1440"/>
          <p:cNvSpPr/>
          <p:nvPr/>
        </p:nvSpPr>
        <p:spPr>
          <a:xfrm>
            <a:off x="6700418" y="2603495"/>
            <a:ext cx="127407" cy="0"/>
          </a:xfrm>
          <a:prstGeom prst="line">
            <a:avLst/>
          </a:prstGeom>
          <a:noFill/>
          <a:ln w="15875">
            <a:solidFill>
              <a:srgbClr val="D87932">
                <a:alpha val="76000"/>
              </a:srgbClr>
            </a:solidFill>
            <a:prstDash val="dot"/>
            <a:headEnd type="none"/>
            <a:tailEnd type="none"/>
          </a:ln>
        </p:spPr>
      </p:sp>
      <p:sp>
        <p:nvSpPr>
          <p:cNvPr id="1443" name="Shape 1441"/>
          <p:cNvSpPr/>
          <p:nvPr/>
        </p:nvSpPr>
        <p:spPr>
          <a:xfrm>
            <a:off x="6825082" y="2594093"/>
            <a:ext cx="0" cy="12146"/>
          </a:xfrm>
          <a:prstGeom prst="line">
            <a:avLst/>
          </a:prstGeom>
          <a:noFill/>
          <a:ln w="15875">
            <a:solidFill>
              <a:srgbClr val="D87932">
                <a:alpha val="76000"/>
              </a:srgbClr>
            </a:solidFill>
            <a:prstDash val="dot"/>
            <a:headEnd type="none"/>
            <a:tailEnd type="none"/>
          </a:ln>
        </p:spPr>
      </p:sp>
      <p:sp>
        <p:nvSpPr>
          <p:cNvPr id="1444" name="Shape 1442"/>
          <p:cNvSpPr/>
          <p:nvPr/>
        </p:nvSpPr>
        <p:spPr>
          <a:xfrm>
            <a:off x="6825082" y="2596836"/>
            <a:ext cx="127407" cy="0"/>
          </a:xfrm>
          <a:prstGeom prst="line">
            <a:avLst/>
          </a:prstGeom>
          <a:noFill/>
          <a:ln w="15875">
            <a:solidFill>
              <a:srgbClr val="D87932">
                <a:alpha val="76000"/>
              </a:srgbClr>
            </a:solidFill>
            <a:prstDash val="dot"/>
            <a:headEnd type="none"/>
            <a:tailEnd type="none"/>
          </a:ln>
        </p:spPr>
      </p:sp>
      <p:sp>
        <p:nvSpPr>
          <p:cNvPr id="1445" name="Shape 1443"/>
          <p:cNvSpPr/>
          <p:nvPr/>
        </p:nvSpPr>
        <p:spPr>
          <a:xfrm>
            <a:off x="6949745" y="2558183"/>
            <a:ext cx="0" cy="41396"/>
          </a:xfrm>
          <a:prstGeom prst="line">
            <a:avLst/>
          </a:prstGeom>
          <a:noFill/>
          <a:ln w="15875">
            <a:solidFill>
              <a:srgbClr val="D87932">
                <a:alpha val="76000"/>
              </a:srgbClr>
            </a:solidFill>
            <a:prstDash val="dot"/>
            <a:headEnd type="none"/>
            <a:tailEnd type="none"/>
          </a:ln>
        </p:spPr>
      </p:sp>
      <p:sp>
        <p:nvSpPr>
          <p:cNvPr id="1446" name="Shape 1444"/>
          <p:cNvSpPr/>
          <p:nvPr/>
        </p:nvSpPr>
        <p:spPr>
          <a:xfrm>
            <a:off x="6949745" y="2560926"/>
            <a:ext cx="127406" cy="0"/>
          </a:xfrm>
          <a:prstGeom prst="line">
            <a:avLst/>
          </a:prstGeom>
          <a:noFill/>
          <a:ln w="15875">
            <a:solidFill>
              <a:srgbClr val="D87932">
                <a:alpha val="76000"/>
              </a:srgbClr>
            </a:solidFill>
            <a:prstDash val="dot"/>
            <a:headEnd type="none"/>
            <a:tailEnd type="none"/>
          </a:ln>
        </p:spPr>
      </p:sp>
      <p:sp>
        <p:nvSpPr>
          <p:cNvPr id="1447" name="Shape 1445"/>
          <p:cNvSpPr/>
          <p:nvPr/>
        </p:nvSpPr>
        <p:spPr>
          <a:xfrm>
            <a:off x="7074408" y="2473668"/>
            <a:ext cx="0" cy="90001"/>
          </a:xfrm>
          <a:prstGeom prst="line">
            <a:avLst/>
          </a:prstGeom>
          <a:noFill/>
          <a:ln w="15875">
            <a:solidFill>
              <a:srgbClr val="D87932">
                <a:alpha val="76000"/>
              </a:srgbClr>
            </a:solidFill>
            <a:prstDash val="dot"/>
            <a:headEnd type="none"/>
            <a:tailEnd type="none"/>
          </a:ln>
        </p:spPr>
      </p:sp>
      <p:sp>
        <p:nvSpPr>
          <p:cNvPr id="1448" name="Shape 1446"/>
          <p:cNvSpPr/>
          <p:nvPr/>
        </p:nvSpPr>
        <p:spPr>
          <a:xfrm>
            <a:off x="7074408" y="2476411"/>
            <a:ext cx="127407" cy="0"/>
          </a:xfrm>
          <a:prstGeom prst="line">
            <a:avLst/>
          </a:prstGeom>
          <a:noFill/>
          <a:ln w="15875">
            <a:solidFill>
              <a:srgbClr val="D87932">
                <a:alpha val="76000"/>
              </a:srgbClr>
            </a:solidFill>
            <a:prstDash val="dot"/>
            <a:headEnd type="none"/>
            <a:tailEnd type="none"/>
          </a:ln>
        </p:spPr>
      </p:sp>
      <p:sp>
        <p:nvSpPr>
          <p:cNvPr id="1449" name="Shape 1447"/>
          <p:cNvSpPr/>
          <p:nvPr/>
        </p:nvSpPr>
        <p:spPr>
          <a:xfrm>
            <a:off x="7199071" y="2355823"/>
            <a:ext cx="0" cy="123332"/>
          </a:xfrm>
          <a:prstGeom prst="line">
            <a:avLst/>
          </a:prstGeom>
          <a:noFill/>
          <a:ln w="15875">
            <a:solidFill>
              <a:srgbClr val="D87932">
                <a:alpha val="76000"/>
              </a:srgbClr>
            </a:solidFill>
            <a:prstDash val="dot"/>
            <a:headEnd type="none"/>
            <a:tailEnd type="none"/>
          </a:ln>
        </p:spPr>
      </p:sp>
      <p:sp>
        <p:nvSpPr>
          <p:cNvPr id="1450" name="Shape 1448"/>
          <p:cNvSpPr/>
          <p:nvPr/>
        </p:nvSpPr>
        <p:spPr>
          <a:xfrm>
            <a:off x="7199071" y="2358566"/>
            <a:ext cx="127407" cy="0"/>
          </a:xfrm>
          <a:prstGeom prst="line">
            <a:avLst/>
          </a:prstGeom>
          <a:noFill/>
          <a:ln w="15875">
            <a:solidFill>
              <a:srgbClr val="D87932">
                <a:alpha val="76000"/>
              </a:srgbClr>
            </a:solidFill>
            <a:prstDash val="dot"/>
            <a:headEnd type="none"/>
            <a:tailEnd type="none"/>
          </a:ln>
        </p:spPr>
      </p:sp>
      <p:sp>
        <p:nvSpPr>
          <p:cNvPr id="1451" name="Shape 1449"/>
          <p:cNvSpPr/>
          <p:nvPr/>
        </p:nvSpPr>
        <p:spPr>
          <a:xfrm>
            <a:off x="7323735" y="2310708"/>
            <a:ext cx="0" cy="50601"/>
          </a:xfrm>
          <a:prstGeom prst="line">
            <a:avLst/>
          </a:prstGeom>
          <a:noFill/>
          <a:ln w="15875">
            <a:solidFill>
              <a:srgbClr val="D87932">
                <a:alpha val="76000"/>
              </a:srgbClr>
            </a:solidFill>
            <a:prstDash val="dot"/>
            <a:headEnd type="none"/>
            <a:tailEnd type="none"/>
          </a:ln>
        </p:spPr>
      </p:sp>
      <p:sp>
        <p:nvSpPr>
          <p:cNvPr id="1452" name="Shape 1450"/>
          <p:cNvSpPr/>
          <p:nvPr/>
        </p:nvSpPr>
        <p:spPr>
          <a:xfrm>
            <a:off x="7323735" y="2313452"/>
            <a:ext cx="127406" cy="0"/>
          </a:xfrm>
          <a:prstGeom prst="line">
            <a:avLst/>
          </a:prstGeom>
          <a:noFill/>
          <a:ln w="15875">
            <a:solidFill>
              <a:srgbClr val="D87932">
                <a:alpha val="76000"/>
              </a:srgbClr>
            </a:solidFill>
            <a:prstDash val="dot"/>
            <a:headEnd type="none"/>
            <a:tailEnd type="none"/>
          </a:ln>
        </p:spPr>
      </p:sp>
      <p:sp>
        <p:nvSpPr>
          <p:cNvPr id="1453" name="Shape 1451"/>
          <p:cNvSpPr/>
          <p:nvPr/>
        </p:nvSpPr>
        <p:spPr>
          <a:xfrm>
            <a:off x="7448397" y="2310708"/>
            <a:ext cx="0" cy="112652"/>
          </a:xfrm>
          <a:prstGeom prst="line">
            <a:avLst/>
          </a:prstGeom>
          <a:noFill/>
          <a:ln w="15875">
            <a:solidFill>
              <a:srgbClr val="D87932">
                <a:alpha val="76000"/>
              </a:srgbClr>
            </a:solidFill>
            <a:prstDash val="dot"/>
            <a:headEnd type="none"/>
            <a:tailEnd type="none"/>
          </a:ln>
        </p:spPr>
      </p:sp>
      <p:sp>
        <p:nvSpPr>
          <p:cNvPr id="1454" name="Shape 1452"/>
          <p:cNvSpPr/>
          <p:nvPr/>
        </p:nvSpPr>
        <p:spPr>
          <a:xfrm>
            <a:off x="7448397" y="2420617"/>
            <a:ext cx="127407" cy="0"/>
          </a:xfrm>
          <a:prstGeom prst="line">
            <a:avLst/>
          </a:prstGeom>
          <a:noFill/>
          <a:ln w="15875">
            <a:solidFill>
              <a:srgbClr val="D87932">
                <a:alpha val="76000"/>
              </a:srgbClr>
            </a:solidFill>
            <a:prstDash val="dot"/>
            <a:headEnd type="none"/>
            <a:tailEnd type="none"/>
          </a:ln>
        </p:spPr>
      </p:sp>
      <p:sp>
        <p:nvSpPr>
          <p:cNvPr id="1455" name="Shape 1453"/>
          <p:cNvSpPr/>
          <p:nvPr/>
        </p:nvSpPr>
        <p:spPr>
          <a:xfrm>
            <a:off x="7573061" y="2417874"/>
            <a:ext cx="0" cy="263854"/>
          </a:xfrm>
          <a:prstGeom prst="line">
            <a:avLst/>
          </a:prstGeom>
          <a:noFill/>
          <a:ln w="15875">
            <a:solidFill>
              <a:srgbClr val="D87932">
                <a:alpha val="76000"/>
              </a:srgbClr>
            </a:solidFill>
            <a:prstDash val="dot"/>
            <a:headEnd type="none"/>
            <a:tailEnd type="none"/>
          </a:ln>
        </p:spPr>
      </p:sp>
      <p:sp>
        <p:nvSpPr>
          <p:cNvPr id="1456" name="Shape 1454"/>
          <p:cNvSpPr/>
          <p:nvPr/>
        </p:nvSpPr>
        <p:spPr>
          <a:xfrm>
            <a:off x="7573061" y="2678984"/>
            <a:ext cx="127407" cy="0"/>
          </a:xfrm>
          <a:prstGeom prst="line">
            <a:avLst/>
          </a:prstGeom>
          <a:noFill/>
          <a:ln w="15875">
            <a:solidFill>
              <a:srgbClr val="D87932">
                <a:alpha val="76000"/>
              </a:srgbClr>
            </a:solidFill>
            <a:prstDash val="dot"/>
            <a:headEnd type="none"/>
            <a:tailEnd type="none"/>
          </a:ln>
        </p:spPr>
      </p:sp>
      <p:sp>
        <p:nvSpPr>
          <p:cNvPr id="1457" name="Shape 1455"/>
          <p:cNvSpPr/>
          <p:nvPr/>
        </p:nvSpPr>
        <p:spPr>
          <a:xfrm>
            <a:off x="7697724" y="2676241"/>
            <a:ext cx="0" cy="185476"/>
          </a:xfrm>
          <a:prstGeom prst="line">
            <a:avLst/>
          </a:prstGeom>
          <a:noFill/>
          <a:ln w="15875">
            <a:solidFill>
              <a:srgbClr val="D87932">
                <a:alpha val="76000"/>
              </a:srgbClr>
            </a:solidFill>
            <a:prstDash val="dot"/>
            <a:headEnd type="none"/>
            <a:tailEnd type="none"/>
          </a:ln>
        </p:spPr>
      </p:sp>
      <p:sp>
        <p:nvSpPr>
          <p:cNvPr id="1458" name="Shape 1456"/>
          <p:cNvSpPr/>
          <p:nvPr/>
        </p:nvSpPr>
        <p:spPr>
          <a:xfrm>
            <a:off x="7697724" y="2858973"/>
            <a:ext cx="127406" cy="0"/>
          </a:xfrm>
          <a:prstGeom prst="line">
            <a:avLst/>
          </a:prstGeom>
          <a:noFill/>
          <a:ln w="15875">
            <a:solidFill>
              <a:srgbClr val="D87932">
                <a:alpha val="76000"/>
              </a:srgbClr>
            </a:solidFill>
            <a:prstDash val="dot"/>
            <a:headEnd type="none"/>
            <a:tailEnd type="none"/>
          </a:ln>
        </p:spPr>
      </p:sp>
      <p:sp>
        <p:nvSpPr>
          <p:cNvPr id="1459" name="Shape 1457"/>
          <p:cNvSpPr/>
          <p:nvPr/>
        </p:nvSpPr>
        <p:spPr>
          <a:xfrm>
            <a:off x="7822387" y="2856230"/>
            <a:ext cx="0" cy="67351"/>
          </a:xfrm>
          <a:prstGeom prst="line">
            <a:avLst/>
          </a:prstGeom>
          <a:noFill/>
          <a:ln w="15875">
            <a:solidFill>
              <a:srgbClr val="D87932">
                <a:alpha val="76000"/>
              </a:srgbClr>
            </a:solidFill>
            <a:prstDash val="dot"/>
            <a:headEnd type="none"/>
            <a:tailEnd type="none"/>
          </a:ln>
        </p:spPr>
      </p:sp>
      <p:sp>
        <p:nvSpPr>
          <p:cNvPr id="1460" name="Shape 1458"/>
          <p:cNvSpPr/>
          <p:nvPr/>
        </p:nvSpPr>
        <p:spPr>
          <a:xfrm>
            <a:off x="7822387" y="2920838"/>
            <a:ext cx="127407" cy="0"/>
          </a:xfrm>
          <a:prstGeom prst="line">
            <a:avLst/>
          </a:prstGeom>
          <a:noFill/>
          <a:ln w="15875">
            <a:solidFill>
              <a:srgbClr val="D87932">
                <a:alpha val="76000"/>
              </a:srgbClr>
            </a:solidFill>
            <a:prstDash val="dot"/>
            <a:headEnd type="none"/>
            <a:tailEnd type="none"/>
          </a:ln>
        </p:spPr>
      </p:sp>
      <p:sp>
        <p:nvSpPr>
          <p:cNvPr id="1461" name="Shape 1459"/>
          <p:cNvSpPr/>
          <p:nvPr/>
        </p:nvSpPr>
        <p:spPr>
          <a:xfrm>
            <a:off x="7947050" y="2918095"/>
            <a:ext cx="0" cy="64317"/>
          </a:xfrm>
          <a:prstGeom prst="line">
            <a:avLst/>
          </a:prstGeom>
          <a:noFill/>
          <a:ln w="15875">
            <a:solidFill>
              <a:srgbClr val="D87932">
                <a:alpha val="76000"/>
              </a:srgbClr>
            </a:solidFill>
            <a:prstDash val="dot"/>
            <a:headEnd type="none"/>
            <a:tailEnd type="none"/>
          </a:ln>
        </p:spPr>
      </p:sp>
      <p:sp>
        <p:nvSpPr>
          <p:cNvPr id="1462" name="Shape 1460"/>
          <p:cNvSpPr/>
          <p:nvPr/>
        </p:nvSpPr>
        <p:spPr>
          <a:xfrm>
            <a:off x="7947050" y="2979669"/>
            <a:ext cx="127407" cy="0"/>
          </a:xfrm>
          <a:prstGeom prst="line">
            <a:avLst/>
          </a:prstGeom>
          <a:noFill/>
          <a:ln w="15875">
            <a:solidFill>
              <a:srgbClr val="D87932">
                <a:alpha val="76000"/>
              </a:srgbClr>
            </a:solidFill>
            <a:prstDash val="dot"/>
            <a:headEnd type="none"/>
            <a:tailEnd type="none"/>
          </a:ln>
        </p:spPr>
      </p:sp>
      <p:sp>
        <p:nvSpPr>
          <p:cNvPr id="1463" name="Shape 1461"/>
          <p:cNvSpPr/>
          <p:nvPr/>
        </p:nvSpPr>
        <p:spPr>
          <a:xfrm>
            <a:off x="8071714" y="2961953"/>
            <a:ext cx="0" cy="20460"/>
          </a:xfrm>
          <a:prstGeom prst="line">
            <a:avLst/>
          </a:prstGeom>
          <a:noFill/>
          <a:ln w="15875">
            <a:solidFill>
              <a:srgbClr val="D87932">
                <a:alpha val="76000"/>
              </a:srgbClr>
            </a:solidFill>
            <a:prstDash val="dot"/>
            <a:headEnd type="none"/>
            <a:tailEnd type="none"/>
          </a:ln>
        </p:spPr>
      </p:sp>
      <p:sp>
        <p:nvSpPr>
          <p:cNvPr id="1464" name="Shape 1462"/>
          <p:cNvSpPr/>
          <p:nvPr/>
        </p:nvSpPr>
        <p:spPr>
          <a:xfrm>
            <a:off x="8071714" y="2964696"/>
            <a:ext cx="127406" cy="0"/>
          </a:xfrm>
          <a:prstGeom prst="line">
            <a:avLst/>
          </a:prstGeom>
          <a:noFill/>
          <a:ln w="15875">
            <a:solidFill>
              <a:srgbClr val="D87932">
                <a:alpha val="76000"/>
              </a:srgbClr>
            </a:solidFill>
            <a:prstDash val="dot"/>
            <a:headEnd type="none"/>
            <a:tailEnd type="none"/>
          </a:ln>
        </p:spPr>
      </p:sp>
      <p:sp>
        <p:nvSpPr>
          <p:cNvPr id="1465" name="Shape 1463"/>
          <p:cNvSpPr/>
          <p:nvPr/>
        </p:nvSpPr>
        <p:spPr>
          <a:xfrm>
            <a:off x="8196377" y="2913425"/>
            <a:ext cx="0" cy="54015"/>
          </a:xfrm>
          <a:prstGeom prst="line">
            <a:avLst/>
          </a:prstGeom>
          <a:noFill/>
          <a:ln w="15875">
            <a:solidFill>
              <a:srgbClr val="D87932">
                <a:alpha val="76000"/>
              </a:srgbClr>
            </a:solidFill>
            <a:prstDash val="dot"/>
            <a:headEnd type="none"/>
            <a:tailEnd type="none"/>
          </a:ln>
        </p:spPr>
      </p:sp>
      <p:sp>
        <p:nvSpPr>
          <p:cNvPr id="1466" name="Shape 1464"/>
          <p:cNvSpPr/>
          <p:nvPr/>
        </p:nvSpPr>
        <p:spPr>
          <a:xfrm>
            <a:off x="8196377" y="2916168"/>
            <a:ext cx="127407" cy="0"/>
          </a:xfrm>
          <a:prstGeom prst="line">
            <a:avLst/>
          </a:prstGeom>
          <a:noFill/>
          <a:ln w="15875">
            <a:solidFill>
              <a:srgbClr val="D87932">
                <a:alpha val="76000"/>
              </a:srgbClr>
            </a:solidFill>
            <a:prstDash val="dot"/>
            <a:headEnd type="none"/>
            <a:tailEnd type="none"/>
          </a:ln>
        </p:spPr>
      </p:sp>
      <p:sp>
        <p:nvSpPr>
          <p:cNvPr id="1467" name="Shape 1465"/>
          <p:cNvSpPr/>
          <p:nvPr/>
        </p:nvSpPr>
        <p:spPr>
          <a:xfrm>
            <a:off x="8321040" y="2787843"/>
            <a:ext cx="0" cy="131068"/>
          </a:xfrm>
          <a:prstGeom prst="line">
            <a:avLst/>
          </a:prstGeom>
          <a:noFill/>
          <a:ln w="15875">
            <a:solidFill>
              <a:srgbClr val="D87932">
                <a:alpha val="76000"/>
              </a:srgbClr>
            </a:solidFill>
            <a:prstDash val="dot"/>
            <a:headEnd type="none"/>
            <a:tailEnd type="none"/>
          </a:ln>
        </p:spPr>
      </p:sp>
      <p:sp>
        <p:nvSpPr>
          <p:cNvPr id="1468" name="Shape 1466"/>
          <p:cNvSpPr/>
          <p:nvPr/>
        </p:nvSpPr>
        <p:spPr>
          <a:xfrm>
            <a:off x="841248" y="2322905"/>
            <a:ext cx="127407" cy="0"/>
          </a:xfrm>
          <a:prstGeom prst="line">
            <a:avLst/>
          </a:prstGeom>
          <a:noFill/>
          <a:ln w="15875">
            <a:solidFill>
              <a:srgbClr val="A64E8E">
                <a:alpha val="76000"/>
              </a:srgbClr>
            </a:solidFill>
            <a:prstDash val="dot"/>
            <a:headEnd type="none"/>
            <a:tailEnd type="none"/>
          </a:ln>
        </p:spPr>
      </p:sp>
      <p:sp>
        <p:nvSpPr>
          <p:cNvPr id="1469" name="Shape 1467"/>
          <p:cNvSpPr/>
          <p:nvPr/>
        </p:nvSpPr>
        <p:spPr>
          <a:xfrm>
            <a:off x="965911" y="2320162"/>
            <a:ext cx="0" cy="5486"/>
          </a:xfrm>
          <a:prstGeom prst="line">
            <a:avLst/>
          </a:prstGeom>
          <a:noFill/>
          <a:ln w="15875">
            <a:solidFill>
              <a:srgbClr val="A64E8E">
                <a:alpha val="76000"/>
              </a:srgbClr>
            </a:solidFill>
            <a:prstDash val="dot"/>
            <a:headEnd type="none"/>
            <a:tailEnd type="none"/>
          </a:ln>
        </p:spPr>
      </p:sp>
      <p:sp>
        <p:nvSpPr>
          <p:cNvPr id="1470" name="Shape 1468"/>
          <p:cNvSpPr/>
          <p:nvPr/>
        </p:nvSpPr>
        <p:spPr>
          <a:xfrm>
            <a:off x="965911" y="2322905"/>
            <a:ext cx="127406" cy="0"/>
          </a:xfrm>
          <a:prstGeom prst="line">
            <a:avLst/>
          </a:prstGeom>
          <a:noFill/>
          <a:ln w="15875">
            <a:solidFill>
              <a:srgbClr val="A64E8E">
                <a:alpha val="76000"/>
              </a:srgbClr>
            </a:solidFill>
            <a:prstDash val="dot"/>
            <a:headEnd type="none"/>
            <a:tailEnd type="none"/>
          </a:ln>
        </p:spPr>
      </p:sp>
      <p:sp>
        <p:nvSpPr>
          <p:cNvPr id="1471" name="Shape 1469"/>
          <p:cNvSpPr/>
          <p:nvPr/>
        </p:nvSpPr>
        <p:spPr>
          <a:xfrm>
            <a:off x="1090574" y="2320162"/>
            <a:ext cx="0" cy="59121"/>
          </a:xfrm>
          <a:prstGeom prst="line">
            <a:avLst/>
          </a:prstGeom>
          <a:noFill/>
          <a:ln w="15875">
            <a:solidFill>
              <a:srgbClr val="A64E8E">
                <a:alpha val="76000"/>
              </a:srgbClr>
            </a:solidFill>
            <a:prstDash val="dot"/>
            <a:headEnd type="none"/>
            <a:tailEnd type="none"/>
          </a:ln>
        </p:spPr>
      </p:sp>
      <p:sp>
        <p:nvSpPr>
          <p:cNvPr id="1472" name="Shape 1470"/>
          <p:cNvSpPr/>
          <p:nvPr/>
        </p:nvSpPr>
        <p:spPr>
          <a:xfrm>
            <a:off x="1090574" y="2376539"/>
            <a:ext cx="127407" cy="0"/>
          </a:xfrm>
          <a:prstGeom prst="line">
            <a:avLst/>
          </a:prstGeom>
          <a:noFill/>
          <a:ln w="15875">
            <a:solidFill>
              <a:srgbClr val="A64E8E">
                <a:alpha val="76000"/>
              </a:srgbClr>
            </a:solidFill>
            <a:prstDash val="dot"/>
            <a:headEnd type="none"/>
            <a:tailEnd type="none"/>
          </a:ln>
        </p:spPr>
      </p:sp>
      <p:sp>
        <p:nvSpPr>
          <p:cNvPr id="1473" name="Shape 1471"/>
          <p:cNvSpPr/>
          <p:nvPr/>
        </p:nvSpPr>
        <p:spPr>
          <a:xfrm>
            <a:off x="1215238" y="2373796"/>
            <a:ext cx="0" cy="145902"/>
          </a:xfrm>
          <a:prstGeom prst="line">
            <a:avLst/>
          </a:prstGeom>
          <a:noFill/>
          <a:ln w="15875">
            <a:solidFill>
              <a:srgbClr val="A64E8E">
                <a:alpha val="76000"/>
              </a:srgbClr>
            </a:solidFill>
            <a:prstDash val="dot"/>
            <a:headEnd type="none"/>
            <a:tailEnd type="none"/>
          </a:ln>
        </p:spPr>
      </p:sp>
      <p:sp>
        <p:nvSpPr>
          <p:cNvPr id="1474" name="Shape 1472"/>
          <p:cNvSpPr/>
          <p:nvPr/>
        </p:nvSpPr>
        <p:spPr>
          <a:xfrm>
            <a:off x="1215238" y="2516955"/>
            <a:ext cx="127407" cy="0"/>
          </a:xfrm>
          <a:prstGeom prst="line">
            <a:avLst/>
          </a:prstGeom>
          <a:noFill/>
          <a:ln w="15875">
            <a:solidFill>
              <a:srgbClr val="A64E8E">
                <a:alpha val="76000"/>
              </a:srgbClr>
            </a:solidFill>
            <a:prstDash val="dot"/>
            <a:headEnd type="none"/>
            <a:tailEnd type="none"/>
          </a:ln>
        </p:spPr>
      </p:sp>
      <p:sp>
        <p:nvSpPr>
          <p:cNvPr id="1475" name="Shape 1473"/>
          <p:cNvSpPr/>
          <p:nvPr/>
        </p:nvSpPr>
        <p:spPr>
          <a:xfrm>
            <a:off x="1339901" y="2514211"/>
            <a:ext cx="0" cy="92268"/>
          </a:xfrm>
          <a:prstGeom prst="line">
            <a:avLst/>
          </a:prstGeom>
          <a:noFill/>
          <a:ln w="15875">
            <a:solidFill>
              <a:srgbClr val="A64E8E">
                <a:alpha val="76000"/>
              </a:srgbClr>
            </a:solidFill>
            <a:prstDash val="dot"/>
            <a:headEnd type="none"/>
            <a:tailEnd type="none"/>
          </a:ln>
        </p:spPr>
      </p:sp>
      <p:sp>
        <p:nvSpPr>
          <p:cNvPr id="1476" name="Shape 1474"/>
          <p:cNvSpPr/>
          <p:nvPr/>
        </p:nvSpPr>
        <p:spPr>
          <a:xfrm>
            <a:off x="1339901" y="2603736"/>
            <a:ext cx="127406" cy="0"/>
          </a:xfrm>
          <a:prstGeom prst="line">
            <a:avLst/>
          </a:prstGeom>
          <a:noFill/>
          <a:ln w="15875">
            <a:solidFill>
              <a:srgbClr val="A64E8E">
                <a:alpha val="76000"/>
              </a:srgbClr>
            </a:solidFill>
            <a:prstDash val="dot"/>
            <a:headEnd type="none"/>
            <a:tailEnd type="none"/>
          </a:ln>
        </p:spPr>
      </p:sp>
      <p:sp>
        <p:nvSpPr>
          <p:cNvPr id="1477" name="Shape 1475"/>
          <p:cNvSpPr/>
          <p:nvPr/>
        </p:nvSpPr>
        <p:spPr>
          <a:xfrm>
            <a:off x="1464564" y="2600993"/>
            <a:ext cx="0" cy="373100"/>
          </a:xfrm>
          <a:prstGeom prst="line">
            <a:avLst/>
          </a:prstGeom>
          <a:noFill/>
          <a:ln w="15875">
            <a:solidFill>
              <a:srgbClr val="A64E8E">
                <a:alpha val="76000"/>
              </a:srgbClr>
            </a:solidFill>
            <a:prstDash val="dot"/>
            <a:headEnd type="none"/>
            <a:tailEnd type="none"/>
          </a:ln>
        </p:spPr>
      </p:sp>
      <p:sp>
        <p:nvSpPr>
          <p:cNvPr id="1478" name="Shape 1476"/>
          <p:cNvSpPr/>
          <p:nvPr/>
        </p:nvSpPr>
        <p:spPr>
          <a:xfrm>
            <a:off x="1464564" y="2971349"/>
            <a:ext cx="127407" cy="0"/>
          </a:xfrm>
          <a:prstGeom prst="line">
            <a:avLst/>
          </a:prstGeom>
          <a:noFill/>
          <a:ln w="15875">
            <a:solidFill>
              <a:srgbClr val="A64E8E">
                <a:alpha val="76000"/>
              </a:srgbClr>
            </a:solidFill>
            <a:prstDash val="dot"/>
            <a:headEnd type="none"/>
            <a:tailEnd type="none"/>
          </a:ln>
        </p:spPr>
      </p:sp>
      <p:sp>
        <p:nvSpPr>
          <p:cNvPr id="1479" name="Shape 1477"/>
          <p:cNvSpPr/>
          <p:nvPr/>
        </p:nvSpPr>
        <p:spPr>
          <a:xfrm>
            <a:off x="1589227" y="2968606"/>
            <a:ext cx="0" cy="179050"/>
          </a:xfrm>
          <a:prstGeom prst="line">
            <a:avLst/>
          </a:prstGeom>
          <a:noFill/>
          <a:ln w="15875">
            <a:solidFill>
              <a:srgbClr val="A64E8E">
                <a:alpha val="76000"/>
              </a:srgbClr>
            </a:solidFill>
            <a:prstDash val="dot"/>
            <a:headEnd type="none"/>
            <a:tailEnd type="none"/>
          </a:ln>
        </p:spPr>
      </p:sp>
      <p:sp>
        <p:nvSpPr>
          <p:cNvPr id="1480" name="Shape 1478"/>
          <p:cNvSpPr/>
          <p:nvPr/>
        </p:nvSpPr>
        <p:spPr>
          <a:xfrm>
            <a:off x="1589227" y="3144913"/>
            <a:ext cx="127407" cy="0"/>
          </a:xfrm>
          <a:prstGeom prst="line">
            <a:avLst/>
          </a:prstGeom>
          <a:noFill/>
          <a:ln w="15875">
            <a:solidFill>
              <a:srgbClr val="A64E8E">
                <a:alpha val="76000"/>
              </a:srgbClr>
            </a:solidFill>
            <a:prstDash val="dot"/>
            <a:headEnd type="none"/>
            <a:tailEnd type="none"/>
          </a:ln>
        </p:spPr>
      </p:sp>
      <p:sp>
        <p:nvSpPr>
          <p:cNvPr id="1481" name="Shape 1479"/>
          <p:cNvSpPr/>
          <p:nvPr/>
        </p:nvSpPr>
        <p:spPr>
          <a:xfrm>
            <a:off x="1713891" y="3142169"/>
            <a:ext cx="0" cy="286318"/>
          </a:xfrm>
          <a:prstGeom prst="line">
            <a:avLst/>
          </a:prstGeom>
          <a:noFill/>
          <a:ln w="15875">
            <a:solidFill>
              <a:srgbClr val="A64E8E">
                <a:alpha val="76000"/>
              </a:srgbClr>
            </a:solidFill>
            <a:prstDash val="dot"/>
            <a:headEnd type="none"/>
            <a:tailEnd type="none"/>
          </a:ln>
        </p:spPr>
      </p:sp>
      <p:sp>
        <p:nvSpPr>
          <p:cNvPr id="1482" name="Shape 1480"/>
          <p:cNvSpPr/>
          <p:nvPr/>
        </p:nvSpPr>
        <p:spPr>
          <a:xfrm>
            <a:off x="1713891" y="3425745"/>
            <a:ext cx="127406" cy="0"/>
          </a:xfrm>
          <a:prstGeom prst="line">
            <a:avLst/>
          </a:prstGeom>
          <a:noFill/>
          <a:ln w="15875">
            <a:solidFill>
              <a:srgbClr val="A64E8E">
                <a:alpha val="76000"/>
              </a:srgbClr>
            </a:solidFill>
            <a:prstDash val="dot"/>
            <a:headEnd type="none"/>
            <a:tailEnd type="none"/>
          </a:ln>
        </p:spPr>
      </p:sp>
      <p:sp>
        <p:nvSpPr>
          <p:cNvPr id="1483" name="Shape 1481"/>
          <p:cNvSpPr/>
          <p:nvPr/>
        </p:nvSpPr>
        <p:spPr>
          <a:xfrm>
            <a:off x="1838553" y="3423001"/>
            <a:ext cx="0" cy="232683"/>
          </a:xfrm>
          <a:prstGeom prst="line">
            <a:avLst/>
          </a:prstGeom>
          <a:noFill/>
          <a:ln w="15875">
            <a:solidFill>
              <a:srgbClr val="A64E8E">
                <a:alpha val="76000"/>
              </a:srgbClr>
            </a:solidFill>
            <a:prstDash val="dot"/>
            <a:headEnd type="none"/>
            <a:tailEnd type="none"/>
          </a:ln>
        </p:spPr>
      </p:sp>
      <p:sp>
        <p:nvSpPr>
          <p:cNvPr id="1484" name="Shape 1482"/>
          <p:cNvSpPr/>
          <p:nvPr/>
        </p:nvSpPr>
        <p:spPr>
          <a:xfrm>
            <a:off x="1838553" y="3652941"/>
            <a:ext cx="127407" cy="0"/>
          </a:xfrm>
          <a:prstGeom prst="line">
            <a:avLst/>
          </a:prstGeom>
          <a:noFill/>
          <a:ln w="15875">
            <a:solidFill>
              <a:srgbClr val="A64E8E">
                <a:alpha val="76000"/>
              </a:srgbClr>
            </a:solidFill>
            <a:prstDash val="dot"/>
            <a:headEnd type="none"/>
            <a:tailEnd type="none"/>
          </a:ln>
        </p:spPr>
      </p:sp>
      <p:sp>
        <p:nvSpPr>
          <p:cNvPr id="1485" name="Shape 1483"/>
          <p:cNvSpPr/>
          <p:nvPr/>
        </p:nvSpPr>
        <p:spPr>
          <a:xfrm>
            <a:off x="1963217" y="3650198"/>
            <a:ext cx="0" cy="92269"/>
          </a:xfrm>
          <a:prstGeom prst="line">
            <a:avLst/>
          </a:prstGeom>
          <a:noFill/>
          <a:ln w="15875">
            <a:solidFill>
              <a:srgbClr val="A64E8E">
                <a:alpha val="76000"/>
              </a:srgbClr>
            </a:solidFill>
            <a:prstDash val="dot"/>
            <a:headEnd type="none"/>
            <a:tailEnd type="none"/>
          </a:ln>
        </p:spPr>
      </p:sp>
      <p:sp>
        <p:nvSpPr>
          <p:cNvPr id="1486" name="Shape 1484"/>
          <p:cNvSpPr/>
          <p:nvPr/>
        </p:nvSpPr>
        <p:spPr>
          <a:xfrm>
            <a:off x="1963217" y="3739724"/>
            <a:ext cx="127407" cy="0"/>
          </a:xfrm>
          <a:prstGeom prst="line">
            <a:avLst/>
          </a:prstGeom>
          <a:noFill/>
          <a:ln w="15875">
            <a:solidFill>
              <a:srgbClr val="A64E8E">
                <a:alpha val="76000"/>
              </a:srgbClr>
            </a:solidFill>
            <a:prstDash val="dot"/>
            <a:headEnd type="none"/>
            <a:tailEnd type="none"/>
          </a:ln>
        </p:spPr>
      </p:sp>
      <p:sp>
        <p:nvSpPr>
          <p:cNvPr id="1487" name="Shape 1485"/>
          <p:cNvSpPr/>
          <p:nvPr/>
        </p:nvSpPr>
        <p:spPr>
          <a:xfrm>
            <a:off x="2087880" y="3736980"/>
            <a:ext cx="0" cy="5486"/>
          </a:xfrm>
          <a:prstGeom prst="line">
            <a:avLst/>
          </a:prstGeom>
          <a:noFill/>
          <a:ln w="15875">
            <a:solidFill>
              <a:srgbClr val="A64E8E">
                <a:alpha val="76000"/>
              </a:srgbClr>
            </a:solidFill>
            <a:prstDash val="dot"/>
            <a:headEnd type="none"/>
            <a:tailEnd type="none"/>
          </a:ln>
        </p:spPr>
      </p:sp>
      <p:sp>
        <p:nvSpPr>
          <p:cNvPr id="1488" name="Shape 1486"/>
          <p:cNvSpPr/>
          <p:nvPr/>
        </p:nvSpPr>
        <p:spPr>
          <a:xfrm>
            <a:off x="2087880" y="3739724"/>
            <a:ext cx="127406" cy="0"/>
          </a:xfrm>
          <a:prstGeom prst="line">
            <a:avLst/>
          </a:prstGeom>
          <a:noFill/>
          <a:ln w="15875">
            <a:solidFill>
              <a:srgbClr val="A64E8E">
                <a:alpha val="76000"/>
              </a:srgbClr>
            </a:solidFill>
            <a:prstDash val="dot"/>
            <a:headEnd type="none"/>
            <a:tailEnd type="none"/>
          </a:ln>
        </p:spPr>
      </p:sp>
      <p:sp>
        <p:nvSpPr>
          <p:cNvPr id="1489" name="Shape 1487"/>
          <p:cNvSpPr/>
          <p:nvPr/>
        </p:nvSpPr>
        <p:spPr>
          <a:xfrm>
            <a:off x="2212543" y="3650198"/>
            <a:ext cx="0" cy="92269"/>
          </a:xfrm>
          <a:prstGeom prst="line">
            <a:avLst/>
          </a:prstGeom>
          <a:noFill/>
          <a:ln w="15875">
            <a:solidFill>
              <a:srgbClr val="A64E8E">
                <a:alpha val="76000"/>
              </a:srgbClr>
            </a:solidFill>
            <a:prstDash val="dot"/>
            <a:headEnd type="none"/>
            <a:tailEnd type="none"/>
          </a:ln>
        </p:spPr>
      </p:sp>
      <p:sp>
        <p:nvSpPr>
          <p:cNvPr id="1490" name="Shape 1488"/>
          <p:cNvSpPr/>
          <p:nvPr/>
        </p:nvSpPr>
        <p:spPr>
          <a:xfrm>
            <a:off x="2212543" y="3652941"/>
            <a:ext cx="127407" cy="0"/>
          </a:xfrm>
          <a:prstGeom prst="line">
            <a:avLst/>
          </a:prstGeom>
          <a:noFill/>
          <a:ln w="15875">
            <a:solidFill>
              <a:srgbClr val="A64E8E">
                <a:alpha val="76000"/>
              </a:srgbClr>
            </a:solidFill>
            <a:prstDash val="dot"/>
            <a:headEnd type="none"/>
            <a:tailEnd type="none"/>
          </a:ln>
        </p:spPr>
      </p:sp>
      <p:sp>
        <p:nvSpPr>
          <p:cNvPr id="1491" name="Shape 1489"/>
          <p:cNvSpPr/>
          <p:nvPr/>
        </p:nvSpPr>
        <p:spPr>
          <a:xfrm>
            <a:off x="2337206" y="3563417"/>
            <a:ext cx="0" cy="92268"/>
          </a:xfrm>
          <a:prstGeom prst="line">
            <a:avLst/>
          </a:prstGeom>
          <a:noFill/>
          <a:ln w="15875">
            <a:solidFill>
              <a:srgbClr val="A64E8E">
                <a:alpha val="76000"/>
              </a:srgbClr>
            </a:solidFill>
            <a:prstDash val="dot"/>
            <a:headEnd type="none"/>
            <a:tailEnd type="none"/>
          </a:ln>
        </p:spPr>
      </p:sp>
      <p:sp>
        <p:nvSpPr>
          <p:cNvPr id="1492" name="Shape 1490"/>
          <p:cNvSpPr/>
          <p:nvPr/>
        </p:nvSpPr>
        <p:spPr>
          <a:xfrm>
            <a:off x="2337206" y="3566160"/>
            <a:ext cx="127407" cy="0"/>
          </a:xfrm>
          <a:prstGeom prst="line">
            <a:avLst/>
          </a:prstGeom>
          <a:noFill/>
          <a:ln w="15875">
            <a:solidFill>
              <a:srgbClr val="A64E8E">
                <a:alpha val="76000"/>
              </a:srgbClr>
            </a:solidFill>
            <a:prstDash val="dot"/>
            <a:headEnd type="none"/>
            <a:tailEnd type="none"/>
          </a:ln>
        </p:spPr>
      </p:sp>
      <p:sp>
        <p:nvSpPr>
          <p:cNvPr id="1493" name="Shape 1491"/>
          <p:cNvSpPr/>
          <p:nvPr/>
        </p:nvSpPr>
        <p:spPr>
          <a:xfrm>
            <a:off x="2461870" y="3563417"/>
            <a:ext cx="0" cy="92268"/>
          </a:xfrm>
          <a:prstGeom prst="line">
            <a:avLst/>
          </a:prstGeom>
          <a:noFill/>
          <a:ln w="15875">
            <a:solidFill>
              <a:srgbClr val="A64E8E">
                <a:alpha val="76000"/>
              </a:srgbClr>
            </a:solidFill>
            <a:prstDash val="dot"/>
            <a:headEnd type="none"/>
            <a:tailEnd type="none"/>
          </a:ln>
        </p:spPr>
      </p:sp>
      <p:sp>
        <p:nvSpPr>
          <p:cNvPr id="1494" name="Shape 1492"/>
          <p:cNvSpPr/>
          <p:nvPr/>
        </p:nvSpPr>
        <p:spPr>
          <a:xfrm>
            <a:off x="2461870" y="3652941"/>
            <a:ext cx="127406" cy="0"/>
          </a:xfrm>
          <a:prstGeom prst="line">
            <a:avLst/>
          </a:prstGeom>
          <a:noFill/>
          <a:ln w="15875">
            <a:solidFill>
              <a:srgbClr val="A64E8E">
                <a:alpha val="76000"/>
              </a:srgbClr>
            </a:solidFill>
            <a:prstDash val="dot"/>
            <a:headEnd type="none"/>
            <a:tailEnd type="none"/>
          </a:ln>
        </p:spPr>
      </p:sp>
      <p:sp>
        <p:nvSpPr>
          <p:cNvPr id="1495" name="Shape 1493"/>
          <p:cNvSpPr/>
          <p:nvPr/>
        </p:nvSpPr>
        <p:spPr>
          <a:xfrm>
            <a:off x="2586533" y="3509783"/>
            <a:ext cx="0" cy="145902"/>
          </a:xfrm>
          <a:prstGeom prst="line">
            <a:avLst/>
          </a:prstGeom>
          <a:noFill/>
          <a:ln w="15875">
            <a:solidFill>
              <a:srgbClr val="A64E8E">
                <a:alpha val="76000"/>
              </a:srgbClr>
            </a:solidFill>
            <a:prstDash val="dot"/>
            <a:headEnd type="none"/>
            <a:tailEnd type="none"/>
          </a:ln>
        </p:spPr>
      </p:sp>
      <p:sp>
        <p:nvSpPr>
          <p:cNvPr id="1496" name="Shape 1494"/>
          <p:cNvSpPr/>
          <p:nvPr/>
        </p:nvSpPr>
        <p:spPr>
          <a:xfrm>
            <a:off x="2586533" y="3512526"/>
            <a:ext cx="127407" cy="0"/>
          </a:xfrm>
          <a:prstGeom prst="line">
            <a:avLst/>
          </a:prstGeom>
          <a:noFill/>
          <a:ln w="15875">
            <a:solidFill>
              <a:srgbClr val="A64E8E">
                <a:alpha val="76000"/>
              </a:srgbClr>
            </a:solidFill>
            <a:prstDash val="dot"/>
            <a:headEnd type="none"/>
            <a:tailEnd type="none"/>
          </a:ln>
        </p:spPr>
      </p:sp>
      <p:sp>
        <p:nvSpPr>
          <p:cNvPr id="1497" name="Shape 1495"/>
          <p:cNvSpPr/>
          <p:nvPr/>
        </p:nvSpPr>
        <p:spPr>
          <a:xfrm>
            <a:off x="2711196" y="3423001"/>
            <a:ext cx="0" cy="92268"/>
          </a:xfrm>
          <a:prstGeom prst="line">
            <a:avLst/>
          </a:prstGeom>
          <a:noFill/>
          <a:ln w="15875">
            <a:solidFill>
              <a:srgbClr val="A64E8E">
                <a:alpha val="76000"/>
              </a:srgbClr>
            </a:solidFill>
            <a:prstDash val="dot"/>
            <a:headEnd type="none"/>
            <a:tailEnd type="none"/>
          </a:ln>
        </p:spPr>
      </p:sp>
      <p:sp>
        <p:nvSpPr>
          <p:cNvPr id="1498" name="Shape 1496"/>
          <p:cNvSpPr/>
          <p:nvPr/>
        </p:nvSpPr>
        <p:spPr>
          <a:xfrm>
            <a:off x="2711196" y="3425745"/>
            <a:ext cx="127407" cy="0"/>
          </a:xfrm>
          <a:prstGeom prst="line">
            <a:avLst/>
          </a:prstGeom>
          <a:noFill/>
          <a:ln w="15875">
            <a:solidFill>
              <a:srgbClr val="A64E8E">
                <a:alpha val="76000"/>
              </a:srgbClr>
            </a:solidFill>
            <a:prstDash val="dot"/>
            <a:headEnd type="none"/>
            <a:tailEnd type="none"/>
          </a:ln>
        </p:spPr>
      </p:sp>
      <p:sp>
        <p:nvSpPr>
          <p:cNvPr id="1499" name="Shape 1497"/>
          <p:cNvSpPr/>
          <p:nvPr/>
        </p:nvSpPr>
        <p:spPr>
          <a:xfrm>
            <a:off x="2835859" y="3423001"/>
            <a:ext cx="0" cy="92268"/>
          </a:xfrm>
          <a:prstGeom prst="line">
            <a:avLst/>
          </a:prstGeom>
          <a:noFill/>
          <a:ln w="15875">
            <a:solidFill>
              <a:srgbClr val="A64E8E">
                <a:alpha val="76000"/>
              </a:srgbClr>
            </a:solidFill>
            <a:prstDash val="dot"/>
            <a:headEnd type="none"/>
            <a:tailEnd type="none"/>
          </a:ln>
        </p:spPr>
      </p:sp>
      <p:sp>
        <p:nvSpPr>
          <p:cNvPr id="1500" name="Shape 1498"/>
          <p:cNvSpPr/>
          <p:nvPr/>
        </p:nvSpPr>
        <p:spPr>
          <a:xfrm>
            <a:off x="2835859" y="3512526"/>
            <a:ext cx="127406" cy="0"/>
          </a:xfrm>
          <a:prstGeom prst="line">
            <a:avLst/>
          </a:prstGeom>
          <a:noFill/>
          <a:ln w="15875">
            <a:solidFill>
              <a:srgbClr val="A64E8E">
                <a:alpha val="76000"/>
              </a:srgbClr>
            </a:solidFill>
            <a:prstDash val="dot"/>
            <a:headEnd type="none"/>
            <a:tailEnd type="none"/>
          </a:ln>
        </p:spPr>
      </p:sp>
      <p:sp>
        <p:nvSpPr>
          <p:cNvPr id="1501" name="Shape 1499"/>
          <p:cNvSpPr/>
          <p:nvPr/>
        </p:nvSpPr>
        <p:spPr>
          <a:xfrm>
            <a:off x="2960522" y="3509783"/>
            <a:ext cx="0" cy="145902"/>
          </a:xfrm>
          <a:prstGeom prst="line">
            <a:avLst/>
          </a:prstGeom>
          <a:noFill/>
          <a:ln w="15875">
            <a:solidFill>
              <a:srgbClr val="A64E8E">
                <a:alpha val="76000"/>
              </a:srgbClr>
            </a:solidFill>
            <a:prstDash val="dot"/>
            <a:headEnd type="none"/>
            <a:tailEnd type="none"/>
          </a:ln>
        </p:spPr>
      </p:sp>
      <p:sp>
        <p:nvSpPr>
          <p:cNvPr id="1502" name="Shape 1500"/>
          <p:cNvSpPr/>
          <p:nvPr/>
        </p:nvSpPr>
        <p:spPr>
          <a:xfrm>
            <a:off x="2960522" y="3652941"/>
            <a:ext cx="127407" cy="0"/>
          </a:xfrm>
          <a:prstGeom prst="line">
            <a:avLst/>
          </a:prstGeom>
          <a:noFill/>
          <a:ln w="15875">
            <a:solidFill>
              <a:srgbClr val="A64E8E">
                <a:alpha val="76000"/>
              </a:srgbClr>
            </a:solidFill>
            <a:prstDash val="dot"/>
            <a:headEnd type="none"/>
            <a:tailEnd type="none"/>
          </a:ln>
        </p:spPr>
      </p:sp>
      <p:sp>
        <p:nvSpPr>
          <p:cNvPr id="1503" name="Shape 1501"/>
          <p:cNvSpPr/>
          <p:nvPr/>
        </p:nvSpPr>
        <p:spPr>
          <a:xfrm>
            <a:off x="3085186" y="3650198"/>
            <a:ext cx="0" cy="59121"/>
          </a:xfrm>
          <a:prstGeom prst="line">
            <a:avLst/>
          </a:prstGeom>
          <a:noFill/>
          <a:ln w="15875">
            <a:solidFill>
              <a:srgbClr val="A64E8E">
                <a:alpha val="76000"/>
              </a:srgbClr>
            </a:solidFill>
            <a:prstDash val="dot"/>
            <a:headEnd type="none"/>
            <a:tailEnd type="none"/>
          </a:ln>
        </p:spPr>
      </p:sp>
      <p:sp>
        <p:nvSpPr>
          <p:cNvPr id="1504" name="Shape 1502"/>
          <p:cNvSpPr/>
          <p:nvPr/>
        </p:nvSpPr>
        <p:spPr>
          <a:xfrm>
            <a:off x="3085186" y="3706575"/>
            <a:ext cx="127407" cy="0"/>
          </a:xfrm>
          <a:prstGeom prst="line">
            <a:avLst/>
          </a:prstGeom>
          <a:noFill/>
          <a:ln w="15875">
            <a:solidFill>
              <a:srgbClr val="A64E8E">
                <a:alpha val="76000"/>
              </a:srgbClr>
            </a:solidFill>
            <a:prstDash val="dot"/>
            <a:headEnd type="none"/>
            <a:tailEnd type="none"/>
          </a:ln>
        </p:spPr>
      </p:sp>
      <p:sp>
        <p:nvSpPr>
          <p:cNvPr id="1505" name="Shape 1503"/>
          <p:cNvSpPr/>
          <p:nvPr/>
        </p:nvSpPr>
        <p:spPr>
          <a:xfrm>
            <a:off x="3209849" y="3703832"/>
            <a:ext cx="0" cy="38635"/>
          </a:xfrm>
          <a:prstGeom prst="line">
            <a:avLst/>
          </a:prstGeom>
          <a:noFill/>
          <a:ln w="15875">
            <a:solidFill>
              <a:srgbClr val="A64E8E">
                <a:alpha val="76000"/>
              </a:srgbClr>
            </a:solidFill>
            <a:prstDash val="dot"/>
            <a:headEnd type="none"/>
            <a:tailEnd type="none"/>
          </a:ln>
        </p:spPr>
      </p:sp>
      <p:sp>
        <p:nvSpPr>
          <p:cNvPr id="1506" name="Shape 1504"/>
          <p:cNvSpPr/>
          <p:nvPr/>
        </p:nvSpPr>
        <p:spPr>
          <a:xfrm>
            <a:off x="3209849" y="3739724"/>
            <a:ext cx="127406" cy="0"/>
          </a:xfrm>
          <a:prstGeom prst="line">
            <a:avLst/>
          </a:prstGeom>
          <a:noFill/>
          <a:ln w="15875">
            <a:solidFill>
              <a:srgbClr val="A64E8E">
                <a:alpha val="76000"/>
              </a:srgbClr>
            </a:solidFill>
            <a:prstDash val="dot"/>
            <a:headEnd type="none"/>
            <a:tailEnd type="none"/>
          </a:ln>
        </p:spPr>
      </p:sp>
      <p:sp>
        <p:nvSpPr>
          <p:cNvPr id="1507" name="Shape 1505"/>
          <p:cNvSpPr/>
          <p:nvPr/>
        </p:nvSpPr>
        <p:spPr>
          <a:xfrm>
            <a:off x="3334512" y="3736980"/>
            <a:ext cx="0" cy="59121"/>
          </a:xfrm>
          <a:prstGeom prst="line">
            <a:avLst/>
          </a:prstGeom>
          <a:noFill/>
          <a:ln w="15875">
            <a:solidFill>
              <a:srgbClr val="A64E8E">
                <a:alpha val="76000"/>
              </a:srgbClr>
            </a:solidFill>
            <a:prstDash val="dot"/>
            <a:headEnd type="none"/>
            <a:tailEnd type="none"/>
          </a:ln>
        </p:spPr>
      </p:sp>
      <p:sp>
        <p:nvSpPr>
          <p:cNvPr id="1508" name="Shape 1506"/>
          <p:cNvSpPr/>
          <p:nvPr/>
        </p:nvSpPr>
        <p:spPr>
          <a:xfrm>
            <a:off x="3334512" y="3793358"/>
            <a:ext cx="127407" cy="0"/>
          </a:xfrm>
          <a:prstGeom prst="line">
            <a:avLst/>
          </a:prstGeom>
          <a:noFill/>
          <a:ln w="15875">
            <a:solidFill>
              <a:srgbClr val="A64E8E">
                <a:alpha val="76000"/>
              </a:srgbClr>
            </a:solidFill>
            <a:prstDash val="dot"/>
            <a:headEnd type="none"/>
            <a:tailEnd type="none"/>
          </a:ln>
        </p:spPr>
      </p:sp>
      <p:sp>
        <p:nvSpPr>
          <p:cNvPr id="1509" name="Shape 1507"/>
          <p:cNvSpPr/>
          <p:nvPr/>
        </p:nvSpPr>
        <p:spPr>
          <a:xfrm>
            <a:off x="3459175" y="3790615"/>
            <a:ext cx="0" cy="5486"/>
          </a:xfrm>
          <a:prstGeom prst="line">
            <a:avLst/>
          </a:prstGeom>
          <a:noFill/>
          <a:ln w="15875">
            <a:solidFill>
              <a:srgbClr val="A64E8E">
                <a:alpha val="76000"/>
              </a:srgbClr>
            </a:solidFill>
            <a:prstDash val="dot"/>
            <a:headEnd type="none"/>
            <a:tailEnd type="none"/>
          </a:ln>
        </p:spPr>
      </p:sp>
      <p:sp>
        <p:nvSpPr>
          <p:cNvPr id="1510" name="Shape 1508"/>
          <p:cNvSpPr/>
          <p:nvPr/>
        </p:nvSpPr>
        <p:spPr>
          <a:xfrm>
            <a:off x="3459175" y="3793358"/>
            <a:ext cx="127407" cy="0"/>
          </a:xfrm>
          <a:prstGeom prst="line">
            <a:avLst/>
          </a:prstGeom>
          <a:noFill/>
          <a:ln w="15875">
            <a:solidFill>
              <a:srgbClr val="A64E8E">
                <a:alpha val="76000"/>
              </a:srgbClr>
            </a:solidFill>
            <a:prstDash val="dot"/>
            <a:headEnd type="none"/>
            <a:tailEnd type="none"/>
          </a:ln>
        </p:spPr>
      </p:sp>
      <p:sp>
        <p:nvSpPr>
          <p:cNvPr id="1511" name="Shape 1509"/>
          <p:cNvSpPr/>
          <p:nvPr/>
        </p:nvSpPr>
        <p:spPr>
          <a:xfrm>
            <a:off x="3583839" y="3790615"/>
            <a:ext cx="0" cy="92268"/>
          </a:xfrm>
          <a:prstGeom prst="line">
            <a:avLst/>
          </a:prstGeom>
          <a:noFill/>
          <a:ln w="15875">
            <a:solidFill>
              <a:srgbClr val="A64E8E">
                <a:alpha val="76000"/>
              </a:srgbClr>
            </a:solidFill>
            <a:prstDash val="dot"/>
            <a:headEnd type="none"/>
            <a:tailEnd type="none"/>
          </a:ln>
        </p:spPr>
      </p:sp>
      <p:sp>
        <p:nvSpPr>
          <p:cNvPr id="1512" name="Shape 1510"/>
          <p:cNvSpPr/>
          <p:nvPr/>
        </p:nvSpPr>
        <p:spPr>
          <a:xfrm>
            <a:off x="3583839" y="3880139"/>
            <a:ext cx="127406" cy="0"/>
          </a:xfrm>
          <a:prstGeom prst="line">
            <a:avLst/>
          </a:prstGeom>
          <a:noFill/>
          <a:ln w="15875">
            <a:solidFill>
              <a:srgbClr val="A64E8E">
                <a:alpha val="76000"/>
              </a:srgbClr>
            </a:solidFill>
            <a:prstDash val="dot"/>
            <a:headEnd type="none"/>
            <a:tailEnd type="none"/>
          </a:ln>
        </p:spPr>
      </p:sp>
      <p:sp>
        <p:nvSpPr>
          <p:cNvPr id="1513" name="Shape 1511"/>
          <p:cNvSpPr/>
          <p:nvPr/>
        </p:nvSpPr>
        <p:spPr>
          <a:xfrm>
            <a:off x="3708501" y="3877396"/>
            <a:ext cx="0" cy="145902"/>
          </a:xfrm>
          <a:prstGeom prst="line">
            <a:avLst/>
          </a:prstGeom>
          <a:noFill/>
          <a:ln w="15875">
            <a:solidFill>
              <a:srgbClr val="A64E8E">
                <a:alpha val="76000"/>
              </a:srgbClr>
            </a:solidFill>
            <a:prstDash val="dot"/>
            <a:headEnd type="none"/>
            <a:tailEnd type="none"/>
          </a:ln>
        </p:spPr>
      </p:sp>
      <p:sp>
        <p:nvSpPr>
          <p:cNvPr id="1514" name="Shape 1512"/>
          <p:cNvSpPr/>
          <p:nvPr/>
        </p:nvSpPr>
        <p:spPr>
          <a:xfrm>
            <a:off x="3708501" y="4020555"/>
            <a:ext cx="127407" cy="0"/>
          </a:xfrm>
          <a:prstGeom prst="line">
            <a:avLst/>
          </a:prstGeom>
          <a:noFill/>
          <a:ln w="15875">
            <a:solidFill>
              <a:srgbClr val="A64E8E">
                <a:alpha val="76000"/>
              </a:srgbClr>
            </a:solidFill>
            <a:prstDash val="dot"/>
            <a:headEnd type="none"/>
            <a:tailEnd type="none"/>
          </a:ln>
        </p:spPr>
      </p:sp>
      <p:sp>
        <p:nvSpPr>
          <p:cNvPr id="1515" name="Shape 1513"/>
          <p:cNvSpPr/>
          <p:nvPr/>
        </p:nvSpPr>
        <p:spPr>
          <a:xfrm>
            <a:off x="3833165" y="4017811"/>
            <a:ext cx="0" cy="59121"/>
          </a:xfrm>
          <a:prstGeom prst="line">
            <a:avLst/>
          </a:prstGeom>
          <a:noFill/>
          <a:ln w="15875">
            <a:solidFill>
              <a:srgbClr val="A64E8E">
                <a:alpha val="76000"/>
              </a:srgbClr>
            </a:solidFill>
            <a:prstDash val="dot"/>
            <a:headEnd type="none"/>
            <a:tailEnd type="none"/>
          </a:ln>
        </p:spPr>
      </p:sp>
      <p:sp>
        <p:nvSpPr>
          <p:cNvPr id="1516" name="Shape 1514"/>
          <p:cNvSpPr/>
          <p:nvPr/>
        </p:nvSpPr>
        <p:spPr>
          <a:xfrm>
            <a:off x="3833165" y="4074189"/>
            <a:ext cx="127407" cy="0"/>
          </a:xfrm>
          <a:prstGeom prst="line">
            <a:avLst/>
          </a:prstGeom>
          <a:noFill/>
          <a:ln w="15875">
            <a:solidFill>
              <a:srgbClr val="A64E8E">
                <a:alpha val="76000"/>
              </a:srgbClr>
            </a:solidFill>
            <a:prstDash val="dot"/>
            <a:headEnd type="none"/>
            <a:tailEnd type="none"/>
          </a:ln>
        </p:spPr>
      </p:sp>
      <p:sp>
        <p:nvSpPr>
          <p:cNvPr id="1517" name="Shape 1515"/>
          <p:cNvSpPr/>
          <p:nvPr/>
        </p:nvSpPr>
        <p:spPr>
          <a:xfrm>
            <a:off x="3957828" y="4071445"/>
            <a:ext cx="0" cy="92268"/>
          </a:xfrm>
          <a:prstGeom prst="line">
            <a:avLst/>
          </a:prstGeom>
          <a:noFill/>
          <a:ln w="15875">
            <a:solidFill>
              <a:srgbClr val="A64E8E">
                <a:alpha val="76000"/>
              </a:srgbClr>
            </a:solidFill>
            <a:prstDash val="dot"/>
            <a:headEnd type="none"/>
            <a:tailEnd type="none"/>
          </a:ln>
        </p:spPr>
      </p:sp>
      <p:sp>
        <p:nvSpPr>
          <p:cNvPr id="1518" name="Shape 1516"/>
          <p:cNvSpPr/>
          <p:nvPr/>
        </p:nvSpPr>
        <p:spPr>
          <a:xfrm>
            <a:off x="3957828" y="4160970"/>
            <a:ext cx="127406" cy="0"/>
          </a:xfrm>
          <a:prstGeom prst="line">
            <a:avLst/>
          </a:prstGeom>
          <a:noFill/>
          <a:ln w="15875">
            <a:solidFill>
              <a:srgbClr val="A64E8E">
                <a:alpha val="76000"/>
              </a:srgbClr>
            </a:solidFill>
            <a:prstDash val="dot"/>
            <a:headEnd type="none"/>
            <a:tailEnd type="none"/>
          </a:ln>
        </p:spPr>
      </p:sp>
      <p:sp>
        <p:nvSpPr>
          <p:cNvPr id="1519" name="Shape 1517"/>
          <p:cNvSpPr/>
          <p:nvPr/>
        </p:nvSpPr>
        <p:spPr>
          <a:xfrm>
            <a:off x="4082491" y="4158227"/>
            <a:ext cx="0" cy="92269"/>
          </a:xfrm>
          <a:prstGeom prst="line">
            <a:avLst/>
          </a:prstGeom>
          <a:noFill/>
          <a:ln w="15875">
            <a:solidFill>
              <a:srgbClr val="A64E8E">
                <a:alpha val="76000"/>
              </a:srgbClr>
            </a:solidFill>
            <a:prstDash val="dot"/>
            <a:headEnd type="none"/>
            <a:tailEnd type="none"/>
          </a:ln>
        </p:spPr>
      </p:sp>
      <p:sp>
        <p:nvSpPr>
          <p:cNvPr id="1520" name="Shape 1518"/>
          <p:cNvSpPr/>
          <p:nvPr/>
        </p:nvSpPr>
        <p:spPr>
          <a:xfrm>
            <a:off x="4082491" y="4247752"/>
            <a:ext cx="127407" cy="0"/>
          </a:xfrm>
          <a:prstGeom prst="line">
            <a:avLst/>
          </a:prstGeom>
          <a:noFill/>
          <a:ln w="15875">
            <a:solidFill>
              <a:srgbClr val="A64E8E">
                <a:alpha val="76000"/>
              </a:srgbClr>
            </a:solidFill>
            <a:prstDash val="dot"/>
            <a:headEnd type="none"/>
            <a:tailEnd type="none"/>
          </a:ln>
        </p:spPr>
      </p:sp>
      <p:sp>
        <p:nvSpPr>
          <p:cNvPr id="1521" name="Shape 1519"/>
          <p:cNvSpPr/>
          <p:nvPr/>
        </p:nvSpPr>
        <p:spPr>
          <a:xfrm>
            <a:off x="4207154" y="4245009"/>
            <a:ext cx="0" cy="5486"/>
          </a:xfrm>
          <a:prstGeom prst="line">
            <a:avLst/>
          </a:prstGeom>
          <a:noFill/>
          <a:ln w="15875">
            <a:solidFill>
              <a:srgbClr val="A64E8E">
                <a:alpha val="76000"/>
              </a:srgbClr>
            </a:solidFill>
            <a:prstDash val="dot"/>
            <a:headEnd type="none"/>
            <a:tailEnd type="none"/>
          </a:ln>
        </p:spPr>
      </p:sp>
      <p:sp>
        <p:nvSpPr>
          <p:cNvPr id="1522" name="Shape 1520"/>
          <p:cNvSpPr/>
          <p:nvPr/>
        </p:nvSpPr>
        <p:spPr>
          <a:xfrm>
            <a:off x="4207154" y="4247752"/>
            <a:ext cx="127407" cy="0"/>
          </a:xfrm>
          <a:prstGeom prst="line">
            <a:avLst/>
          </a:prstGeom>
          <a:noFill/>
          <a:ln w="15875">
            <a:solidFill>
              <a:srgbClr val="A64E8E">
                <a:alpha val="76000"/>
              </a:srgbClr>
            </a:solidFill>
            <a:prstDash val="dot"/>
            <a:headEnd type="none"/>
            <a:tailEnd type="none"/>
          </a:ln>
        </p:spPr>
      </p:sp>
      <p:sp>
        <p:nvSpPr>
          <p:cNvPr id="1523" name="Shape 1521"/>
          <p:cNvSpPr/>
          <p:nvPr/>
        </p:nvSpPr>
        <p:spPr>
          <a:xfrm>
            <a:off x="4331818" y="4245009"/>
            <a:ext cx="0" cy="5486"/>
          </a:xfrm>
          <a:prstGeom prst="line">
            <a:avLst/>
          </a:prstGeom>
          <a:noFill/>
          <a:ln w="15875">
            <a:solidFill>
              <a:srgbClr val="A64E8E">
                <a:alpha val="76000"/>
              </a:srgbClr>
            </a:solidFill>
            <a:prstDash val="dot"/>
            <a:headEnd type="none"/>
            <a:tailEnd type="none"/>
          </a:ln>
        </p:spPr>
      </p:sp>
      <p:sp>
        <p:nvSpPr>
          <p:cNvPr id="1524" name="Shape 1522"/>
          <p:cNvSpPr/>
          <p:nvPr/>
        </p:nvSpPr>
        <p:spPr>
          <a:xfrm>
            <a:off x="4331818" y="4247752"/>
            <a:ext cx="127406" cy="0"/>
          </a:xfrm>
          <a:prstGeom prst="line">
            <a:avLst/>
          </a:prstGeom>
          <a:noFill/>
          <a:ln w="15875">
            <a:solidFill>
              <a:srgbClr val="A64E8E">
                <a:alpha val="76000"/>
              </a:srgbClr>
            </a:solidFill>
            <a:prstDash val="dot"/>
            <a:headEnd type="none"/>
            <a:tailEnd type="none"/>
          </a:ln>
        </p:spPr>
      </p:sp>
      <p:sp>
        <p:nvSpPr>
          <p:cNvPr id="1525" name="Shape 1523"/>
          <p:cNvSpPr/>
          <p:nvPr/>
        </p:nvSpPr>
        <p:spPr>
          <a:xfrm>
            <a:off x="4456481" y="4245009"/>
            <a:ext cx="0" cy="59121"/>
          </a:xfrm>
          <a:prstGeom prst="line">
            <a:avLst/>
          </a:prstGeom>
          <a:noFill/>
          <a:ln w="15875">
            <a:solidFill>
              <a:srgbClr val="A64E8E">
                <a:alpha val="76000"/>
              </a:srgbClr>
            </a:solidFill>
            <a:prstDash val="dot"/>
            <a:headEnd type="none"/>
            <a:tailEnd type="none"/>
          </a:ln>
        </p:spPr>
      </p:sp>
      <p:sp>
        <p:nvSpPr>
          <p:cNvPr id="1526" name="Shape 1524"/>
          <p:cNvSpPr/>
          <p:nvPr/>
        </p:nvSpPr>
        <p:spPr>
          <a:xfrm>
            <a:off x="4456481" y="4301386"/>
            <a:ext cx="127407" cy="0"/>
          </a:xfrm>
          <a:prstGeom prst="line">
            <a:avLst/>
          </a:prstGeom>
          <a:noFill/>
          <a:ln w="15875">
            <a:solidFill>
              <a:srgbClr val="A64E8E">
                <a:alpha val="76000"/>
              </a:srgbClr>
            </a:solidFill>
            <a:prstDash val="dot"/>
            <a:headEnd type="none"/>
            <a:tailEnd type="none"/>
          </a:ln>
        </p:spPr>
      </p:sp>
      <p:sp>
        <p:nvSpPr>
          <p:cNvPr id="1527" name="Shape 1525"/>
          <p:cNvSpPr/>
          <p:nvPr/>
        </p:nvSpPr>
        <p:spPr>
          <a:xfrm>
            <a:off x="4581144" y="4298643"/>
            <a:ext cx="0" cy="5486"/>
          </a:xfrm>
          <a:prstGeom prst="line">
            <a:avLst/>
          </a:prstGeom>
          <a:noFill/>
          <a:ln w="15875">
            <a:solidFill>
              <a:srgbClr val="A64E8E">
                <a:alpha val="76000"/>
              </a:srgbClr>
            </a:solidFill>
            <a:prstDash val="dot"/>
            <a:headEnd type="none"/>
            <a:tailEnd type="none"/>
          </a:ln>
        </p:spPr>
      </p:sp>
      <p:sp>
        <p:nvSpPr>
          <p:cNvPr id="1528" name="Shape 1526"/>
          <p:cNvSpPr/>
          <p:nvPr/>
        </p:nvSpPr>
        <p:spPr>
          <a:xfrm>
            <a:off x="4581144" y="4301386"/>
            <a:ext cx="127407" cy="0"/>
          </a:xfrm>
          <a:prstGeom prst="line">
            <a:avLst/>
          </a:prstGeom>
          <a:noFill/>
          <a:ln w="15875">
            <a:solidFill>
              <a:srgbClr val="A64E8E">
                <a:alpha val="76000"/>
              </a:srgbClr>
            </a:solidFill>
            <a:prstDash val="dot"/>
            <a:headEnd type="none"/>
            <a:tailEnd type="none"/>
          </a:ln>
        </p:spPr>
      </p:sp>
      <p:sp>
        <p:nvSpPr>
          <p:cNvPr id="1529" name="Shape 1527"/>
          <p:cNvSpPr/>
          <p:nvPr/>
        </p:nvSpPr>
        <p:spPr>
          <a:xfrm>
            <a:off x="4705807" y="4298643"/>
            <a:ext cx="0" cy="92268"/>
          </a:xfrm>
          <a:prstGeom prst="line">
            <a:avLst/>
          </a:prstGeom>
          <a:noFill/>
          <a:ln w="15875">
            <a:solidFill>
              <a:srgbClr val="A64E8E">
                <a:alpha val="76000"/>
              </a:srgbClr>
            </a:solidFill>
            <a:prstDash val="dot"/>
            <a:headEnd type="none"/>
            <a:tailEnd type="none"/>
          </a:ln>
        </p:spPr>
      </p:sp>
      <p:sp>
        <p:nvSpPr>
          <p:cNvPr id="1530" name="Shape 1528"/>
          <p:cNvSpPr/>
          <p:nvPr/>
        </p:nvSpPr>
        <p:spPr>
          <a:xfrm>
            <a:off x="4705807" y="4388168"/>
            <a:ext cx="127406" cy="0"/>
          </a:xfrm>
          <a:prstGeom prst="line">
            <a:avLst/>
          </a:prstGeom>
          <a:noFill/>
          <a:ln w="15875">
            <a:solidFill>
              <a:srgbClr val="A64E8E">
                <a:alpha val="76000"/>
              </a:srgbClr>
            </a:solidFill>
            <a:prstDash val="dot"/>
            <a:headEnd type="none"/>
            <a:tailEnd type="none"/>
          </a:ln>
        </p:spPr>
      </p:sp>
      <p:sp>
        <p:nvSpPr>
          <p:cNvPr id="1531" name="Shape 1529"/>
          <p:cNvSpPr/>
          <p:nvPr/>
        </p:nvSpPr>
        <p:spPr>
          <a:xfrm>
            <a:off x="4830470" y="4385425"/>
            <a:ext cx="0" cy="59121"/>
          </a:xfrm>
          <a:prstGeom prst="line">
            <a:avLst/>
          </a:prstGeom>
          <a:noFill/>
          <a:ln w="15875">
            <a:solidFill>
              <a:srgbClr val="A64E8E">
                <a:alpha val="76000"/>
              </a:srgbClr>
            </a:solidFill>
            <a:prstDash val="dot"/>
            <a:headEnd type="none"/>
            <a:tailEnd type="none"/>
          </a:ln>
        </p:spPr>
      </p:sp>
      <p:sp>
        <p:nvSpPr>
          <p:cNvPr id="1532" name="Shape 1530"/>
          <p:cNvSpPr/>
          <p:nvPr/>
        </p:nvSpPr>
        <p:spPr>
          <a:xfrm>
            <a:off x="4830470" y="4441802"/>
            <a:ext cx="127407" cy="0"/>
          </a:xfrm>
          <a:prstGeom prst="line">
            <a:avLst/>
          </a:prstGeom>
          <a:noFill/>
          <a:ln w="15875">
            <a:solidFill>
              <a:srgbClr val="A64E8E">
                <a:alpha val="76000"/>
              </a:srgbClr>
            </a:solidFill>
            <a:prstDash val="dot"/>
            <a:headEnd type="none"/>
            <a:tailEnd type="none"/>
          </a:ln>
        </p:spPr>
      </p:sp>
      <p:sp>
        <p:nvSpPr>
          <p:cNvPr id="1533" name="Shape 1531"/>
          <p:cNvSpPr/>
          <p:nvPr/>
        </p:nvSpPr>
        <p:spPr>
          <a:xfrm>
            <a:off x="4955134" y="4439059"/>
            <a:ext cx="0" cy="92268"/>
          </a:xfrm>
          <a:prstGeom prst="line">
            <a:avLst/>
          </a:prstGeom>
          <a:noFill/>
          <a:ln w="15875">
            <a:solidFill>
              <a:srgbClr val="A64E8E">
                <a:alpha val="76000"/>
              </a:srgbClr>
            </a:solidFill>
            <a:prstDash val="dot"/>
            <a:headEnd type="none"/>
            <a:tailEnd type="none"/>
          </a:ln>
        </p:spPr>
      </p:sp>
      <p:sp>
        <p:nvSpPr>
          <p:cNvPr id="1534" name="Shape 1532"/>
          <p:cNvSpPr/>
          <p:nvPr/>
        </p:nvSpPr>
        <p:spPr>
          <a:xfrm>
            <a:off x="4955134" y="4528583"/>
            <a:ext cx="127407" cy="0"/>
          </a:xfrm>
          <a:prstGeom prst="line">
            <a:avLst/>
          </a:prstGeom>
          <a:noFill/>
          <a:ln w="15875">
            <a:solidFill>
              <a:srgbClr val="A64E8E">
                <a:alpha val="76000"/>
              </a:srgbClr>
            </a:solidFill>
            <a:prstDash val="dot"/>
            <a:headEnd type="none"/>
            <a:tailEnd type="none"/>
          </a:ln>
        </p:spPr>
      </p:sp>
      <p:sp>
        <p:nvSpPr>
          <p:cNvPr id="1535" name="Shape 1533"/>
          <p:cNvSpPr/>
          <p:nvPr/>
        </p:nvSpPr>
        <p:spPr>
          <a:xfrm>
            <a:off x="5079797" y="4525840"/>
            <a:ext cx="0" cy="92269"/>
          </a:xfrm>
          <a:prstGeom prst="line">
            <a:avLst/>
          </a:prstGeom>
          <a:noFill/>
          <a:ln w="15875">
            <a:solidFill>
              <a:srgbClr val="A64E8E">
                <a:alpha val="76000"/>
              </a:srgbClr>
            </a:solidFill>
            <a:prstDash val="dot"/>
            <a:headEnd type="none"/>
            <a:tailEnd type="none"/>
          </a:ln>
        </p:spPr>
      </p:sp>
      <p:sp>
        <p:nvSpPr>
          <p:cNvPr id="1536" name="Shape 1534"/>
          <p:cNvSpPr/>
          <p:nvPr/>
        </p:nvSpPr>
        <p:spPr>
          <a:xfrm>
            <a:off x="5079797" y="4615365"/>
            <a:ext cx="127406" cy="0"/>
          </a:xfrm>
          <a:prstGeom prst="line">
            <a:avLst/>
          </a:prstGeom>
          <a:noFill/>
          <a:ln w="15875">
            <a:solidFill>
              <a:srgbClr val="A64E8E">
                <a:alpha val="76000"/>
              </a:srgbClr>
            </a:solidFill>
            <a:prstDash val="dot"/>
            <a:headEnd type="none"/>
            <a:tailEnd type="none"/>
          </a:ln>
        </p:spPr>
      </p:sp>
      <p:sp>
        <p:nvSpPr>
          <p:cNvPr id="1537" name="Shape 1535"/>
          <p:cNvSpPr/>
          <p:nvPr/>
        </p:nvSpPr>
        <p:spPr>
          <a:xfrm>
            <a:off x="5204460" y="4612622"/>
            <a:ext cx="0" cy="5486"/>
          </a:xfrm>
          <a:prstGeom prst="line">
            <a:avLst/>
          </a:prstGeom>
          <a:noFill/>
          <a:ln w="15875">
            <a:solidFill>
              <a:srgbClr val="A64E8E">
                <a:alpha val="76000"/>
              </a:srgbClr>
            </a:solidFill>
            <a:prstDash val="dot"/>
            <a:headEnd type="none"/>
            <a:tailEnd type="none"/>
          </a:ln>
        </p:spPr>
      </p:sp>
      <p:sp>
        <p:nvSpPr>
          <p:cNvPr id="1538" name="Shape 1536"/>
          <p:cNvSpPr/>
          <p:nvPr/>
        </p:nvSpPr>
        <p:spPr>
          <a:xfrm>
            <a:off x="5204460" y="4615365"/>
            <a:ext cx="127407" cy="0"/>
          </a:xfrm>
          <a:prstGeom prst="line">
            <a:avLst/>
          </a:prstGeom>
          <a:noFill/>
          <a:ln w="15875">
            <a:solidFill>
              <a:srgbClr val="A64E8E">
                <a:alpha val="76000"/>
              </a:srgbClr>
            </a:solidFill>
            <a:prstDash val="dot"/>
            <a:headEnd type="none"/>
            <a:tailEnd type="none"/>
          </a:ln>
        </p:spPr>
      </p:sp>
      <p:sp>
        <p:nvSpPr>
          <p:cNvPr id="1539" name="Shape 1537"/>
          <p:cNvSpPr/>
          <p:nvPr/>
        </p:nvSpPr>
        <p:spPr>
          <a:xfrm>
            <a:off x="5329123" y="4612622"/>
            <a:ext cx="0" cy="5486"/>
          </a:xfrm>
          <a:prstGeom prst="line">
            <a:avLst/>
          </a:prstGeom>
          <a:noFill/>
          <a:ln w="15875">
            <a:solidFill>
              <a:srgbClr val="A64E8E">
                <a:alpha val="76000"/>
              </a:srgbClr>
            </a:solidFill>
            <a:prstDash val="dot"/>
            <a:headEnd type="none"/>
            <a:tailEnd type="none"/>
          </a:ln>
        </p:spPr>
      </p:sp>
      <p:sp>
        <p:nvSpPr>
          <p:cNvPr id="1540" name="Shape 1538"/>
          <p:cNvSpPr/>
          <p:nvPr/>
        </p:nvSpPr>
        <p:spPr>
          <a:xfrm>
            <a:off x="5329123" y="4615365"/>
            <a:ext cx="127407" cy="0"/>
          </a:xfrm>
          <a:prstGeom prst="line">
            <a:avLst/>
          </a:prstGeom>
          <a:noFill/>
          <a:ln w="15875">
            <a:solidFill>
              <a:srgbClr val="A64E8E">
                <a:alpha val="76000"/>
              </a:srgbClr>
            </a:solidFill>
            <a:prstDash val="dot"/>
            <a:headEnd type="none"/>
            <a:tailEnd type="none"/>
          </a:ln>
        </p:spPr>
      </p:sp>
      <p:sp>
        <p:nvSpPr>
          <p:cNvPr id="1541" name="Shape 1539"/>
          <p:cNvSpPr/>
          <p:nvPr/>
        </p:nvSpPr>
        <p:spPr>
          <a:xfrm>
            <a:off x="5453787" y="4525840"/>
            <a:ext cx="0" cy="92269"/>
          </a:xfrm>
          <a:prstGeom prst="line">
            <a:avLst/>
          </a:prstGeom>
          <a:noFill/>
          <a:ln w="15875">
            <a:solidFill>
              <a:srgbClr val="A64E8E">
                <a:alpha val="76000"/>
              </a:srgbClr>
            </a:solidFill>
            <a:prstDash val="dot"/>
            <a:headEnd type="none"/>
            <a:tailEnd type="none"/>
          </a:ln>
        </p:spPr>
      </p:sp>
      <p:sp>
        <p:nvSpPr>
          <p:cNvPr id="1542" name="Shape 1540"/>
          <p:cNvSpPr/>
          <p:nvPr/>
        </p:nvSpPr>
        <p:spPr>
          <a:xfrm>
            <a:off x="5453787" y="4528583"/>
            <a:ext cx="127406" cy="0"/>
          </a:xfrm>
          <a:prstGeom prst="line">
            <a:avLst/>
          </a:prstGeom>
          <a:noFill/>
          <a:ln w="15875">
            <a:solidFill>
              <a:srgbClr val="A64E8E">
                <a:alpha val="76000"/>
              </a:srgbClr>
            </a:solidFill>
            <a:prstDash val="dot"/>
            <a:headEnd type="none"/>
            <a:tailEnd type="none"/>
          </a:ln>
        </p:spPr>
      </p:sp>
      <p:sp>
        <p:nvSpPr>
          <p:cNvPr id="1543" name="Shape 1541"/>
          <p:cNvSpPr/>
          <p:nvPr/>
        </p:nvSpPr>
        <p:spPr>
          <a:xfrm>
            <a:off x="5578449" y="4472206"/>
            <a:ext cx="0" cy="59121"/>
          </a:xfrm>
          <a:prstGeom prst="line">
            <a:avLst/>
          </a:prstGeom>
          <a:noFill/>
          <a:ln w="15875">
            <a:solidFill>
              <a:srgbClr val="A64E8E">
                <a:alpha val="76000"/>
              </a:srgbClr>
            </a:solidFill>
            <a:prstDash val="dot"/>
            <a:headEnd type="none"/>
            <a:tailEnd type="none"/>
          </a:ln>
        </p:spPr>
      </p:sp>
      <p:sp>
        <p:nvSpPr>
          <p:cNvPr id="1544" name="Shape 1542"/>
          <p:cNvSpPr/>
          <p:nvPr/>
        </p:nvSpPr>
        <p:spPr>
          <a:xfrm>
            <a:off x="5578449" y="4474949"/>
            <a:ext cx="127407" cy="0"/>
          </a:xfrm>
          <a:prstGeom prst="line">
            <a:avLst/>
          </a:prstGeom>
          <a:noFill/>
          <a:ln w="15875">
            <a:solidFill>
              <a:srgbClr val="A64E8E">
                <a:alpha val="76000"/>
              </a:srgbClr>
            </a:solidFill>
            <a:prstDash val="dot"/>
            <a:headEnd type="none"/>
            <a:tailEnd type="none"/>
          </a:ln>
        </p:spPr>
      </p:sp>
      <p:sp>
        <p:nvSpPr>
          <p:cNvPr id="1545" name="Shape 1543"/>
          <p:cNvSpPr/>
          <p:nvPr/>
        </p:nvSpPr>
        <p:spPr>
          <a:xfrm>
            <a:off x="5703113" y="4385425"/>
            <a:ext cx="0" cy="92268"/>
          </a:xfrm>
          <a:prstGeom prst="line">
            <a:avLst/>
          </a:prstGeom>
          <a:noFill/>
          <a:ln w="15875">
            <a:solidFill>
              <a:srgbClr val="A64E8E">
                <a:alpha val="76000"/>
              </a:srgbClr>
            </a:solidFill>
            <a:prstDash val="dot"/>
            <a:headEnd type="none"/>
            <a:tailEnd type="none"/>
          </a:ln>
        </p:spPr>
      </p:sp>
      <p:sp>
        <p:nvSpPr>
          <p:cNvPr id="1546" name="Shape 1544"/>
          <p:cNvSpPr/>
          <p:nvPr/>
        </p:nvSpPr>
        <p:spPr>
          <a:xfrm>
            <a:off x="5703113" y="4388168"/>
            <a:ext cx="127407" cy="0"/>
          </a:xfrm>
          <a:prstGeom prst="line">
            <a:avLst/>
          </a:prstGeom>
          <a:noFill/>
          <a:ln w="15875">
            <a:solidFill>
              <a:srgbClr val="A64E8E">
                <a:alpha val="76000"/>
              </a:srgbClr>
            </a:solidFill>
            <a:prstDash val="dot"/>
            <a:headEnd type="none"/>
            <a:tailEnd type="none"/>
          </a:ln>
        </p:spPr>
      </p:sp>
      <p:sp>
        <p:nvSpPr>
          <p:cNvPr id="1547" name="Shape 1545"/>
          <p:cNvSpPr/>
          <p:nvPr/>
        </p:nvSpPr>
        <p:spPr>
          <a:xfrm>
            <a:off x="5827776" y="4298643"/>
            <a:ext cx="0" cy="92268"/>
          </a:xfrm>
          <a:prstGeom prst="line">
            <a:avLst/>
          </a:prstGeom>
          <a:noFill/>
          <a:ln w="15875">
            <a:solidFill>
              <a:srgbClr val="A64E8E">
                <a:alpha val="76000"/>
              </a:srgbClr>
            </a:solidFill>
            <a:prstDash val="dot"/>
            <a:headEnd type="none"/>
            <a:tailEnd type="none"/>
          </a:ln>
        </p:spPr>
      </p:sp>
      <p:sp>
        <p:nvSpPr>
          <p:cNvPr id="1548" name="Shape 1546"/>
          <p:cNvSpPr/>
          <p:nvPr/>
        </p:nvSpPr>
        <p:spPr>
          <a:xfrm>
            <a:off x="5827776" y="4301386"/>
            <a:ext cx="127406" cy="0"/>
          </a:xfrm>
          <a:prstGeom prst="line">
            <a:avLst/>
          </a:prstGeom>
          <a:noFill/>
          <a:ln w="15875">
            <a:solidFill>
              <a:srgbClr val="A64E8E">
                <a:alpha val="76000"/>
              </a:srgbClr>
            </a:solidFill>
            <a:prstDash val="dot"/>
            <a:headEnd type="none"/>
            <a:tailEnd type="none"/>
          </a:ln>
        </p:spPr>
      </p:sp>
      <p:sp>
        <p:nvSpPr>
          <p:cNvPr id="1549" name="Shape 1547"/>
          <p:cNvSpPr/>
          <p:nvPr/>
        </p:nvSpPr>
        <p:spPr>
          <a:xfrm>
            <a:off x="5952439" y="4298643"/>
            <a:ext cx="0" cy="92268"/>
          </a:xfrm>
          <a:prstGeom prst="line">
            <a:avLst/>
          </a:prstGeom>
          <a:noFill/>
          <a:ln w="15875">
            <a:solidFill>
              <a:srgbClr val="A64E8E">
                <a:alpha val="76000"/>
              </a:srgbClr>
            </a:solidFill>
            <a:prstDash val="dot"/>
            <a:headEnd type="none"/>
            <a:tailEnd type="none"/>
          </a:ln>
        </p:spPr>
      </p:sp>
      <p:sp>
        <p:nvSpPr>
          <p:cNvPr id="1550" name="Shape 1548"/>
          <p:cNvSpPr/>
          <p:nvPr/>
        </p:nvSpPr>
        <p:spPr>
          <a:xfrm>
            <a:off x="5952439" y="4388168"/>
            <a:ext cx="127407" cy="0"/>
          </a:xfrm>
          <a:prstGeom prst="line">
            <a:avLst/>
          </a:prstGeom>
          <a:noFill/>
          <a:ln w="15875">
            <a:solidFill>
              <a:srgbClr val="A64E8E">
                <a:alpha val="76000"/>
              </a:srgbClr>
            </a:solidFill>
            <a:prstDash val="dot"/>
            <a:headEnd type="none"/>
            <a:tailEnd type="none"/>
          </a:ln>
        </p:spPr>
      </p:sp>
      <p:sp>
        <p:nvSpPr>
          <p:cNvPr id="1551" name="Shape 1549"/>
          <p:cNvSpPr/>
          <p:nvPr/>
        </p:nvSpPr>
        <p:spPr>
          <a:xfrm>
            <a:off x="6077102" y="4385425"/>
            <a:ext cx="0" cy="5486"/>
          </a:xfrm>
          <a:prstGeom prst="line">
            <a:avLst/>
          </a:prstGeom>
          <a:noFill/>
          <a:ln w="15875">
            <a:solidFill>
              <a:srgbClr val="A64E8E">
                <a:alpha val="76000"/>
              </a:srgbClr>
            </a:solidFill>
            <a:prstDash val="dot"/>
            <a:headEnd type="none"/>
            <a:tailEnd type="none"/>
          </a:ln>
        </p:spPr>
      </p:sp>
      <p:sp>
        <p:nvSpPr>
          <p:cNvPr id="1552" name="Shape 1550"/>
          <p:cNvSpPr/>
          <p:nvPr/>
        </p:nvSpPr>
        <p:spPr>
          <a:xfrm>
            <a:off x="6077102" y="4388168"/>
            <a:ext cx="127407" cy="0"/>
          </a:xfrm>
          <a:prstGeom prst="line">
            <a:avLst/>
          </a:prstGeom>
          <a:noFill/>
          <a:ln w="15875">
            <a:solidFill>
              <a:srgbClr val="A64E8E">
                <a:alpha val="76000"/>
              </a:srgbClr>
            </a:solidFill>
            <a:prstDash val="dot"/>
            <a:headEnd type="none"/>
            <a:tailEnd type="none"/>
          </a:ln>
        </p:spPr>
      </p:sp>
      <p:sp>
        <p:nvSpPr>
          <p:cNvPr id="1553" name="Shape 1551"/>
          <p:cNvSpPr/>
          <p:nvPr/>
        </p:nvSpPr>
        <p:spPr>
          <a:xfrm>
            <a:off x="6201766" y="4385425"/>
            <a:ext cx="0" cy="59121"/>
          </a:xfrm>
          <a:prstGeom prst="line">
            <a:avLst/>
          </a:prstGeom>
          <a:noFill/>
          <a:ln w="15875">
            <a:solidFill>
              <a:srgbClr val="A64E8E">
                <a:alpha val="76000"/>
              </a:srgbClr>
            </a:solidFill>
            <a:prstDash val="dot"/>
            <a:headEnd type="none"/>
            <a:tailEnd type="none"/>
          </a:ln>
        </p:spPr>
      </p:sp>
      <p:sp>
        <p:nvSpPr>
          <p:cNvPr id="1554" name="Shape 1552"/>
          <p:cNvSpPr/>
          <p:nvPr/>
        </p:nvSpPr>
        <p:spPr>
          <a:xfrm>
            <a:off x="6201766" y="4441802"/>
            <a:ext cx="127406" cy="0"/>
          </a:xfrm>
          <a:prstGeom prst="line">
            <a:avLst/>
          </a:prstGeom>
          <a:noFill/>
          <a:ln w="15875">
            <a:solidFill>
              <a:srgbClr val="A64E8E">
                <a:alpha val="76000"/>
              </a:srgbClr>
            </a:solidFill>
            <a:prstDash val="dot"/>
            <a:headEnd type="none"/>
            <a:tailEnd type="none"/>
          </a:ln>
        </p:spPr>
      </p:sp>
      <p:sp>
        <p:nvSpPr>
          <p:cNvPr id="1555" name="Shape 1553"/>
          <p:cNvSpPr/>
          <p:nvPr/>
        </p:nvSpPr>
        <p:spPr>
          <a:xfrm>
            <a:off x="6326429" y="4439059"/>
            <a:ext cx="0" cy="38634"/>
          </a:xfrm>
          <a:prstGeom prst="line">
            <a:avLst/>
          </a:prstGeom>
          <a:noFill/>
          <a:ln w="15875">
            <a:solidFill>
              <a:srgbClr val="A64E8E">
                <a:alpha val="76000"/>
              </a:srgbClr>
            </a:solidFill>
            <a:prstDash val="dot"/>
            <a:headEnd type="none"/>
            <a:tailEnd type="none"/>
          </a:ln>
        </p:spPr>
      </p:sp>
      <p:sp>
        <p:nvSpPr>
          <p:cNvPr id="1556" name="Shape 1554"/>
          <p:cNvSpPr/>
          <p:nvPr/>
        </p:nvSpPr>
        <p:spPr>
          <a:xfrm>
            <a:off x="6326429" y="4474949"/>
            <a:ext cx="127407" cy="0"/>
          </a:xfrm>
          <a:prstGeom prst="line">
            <a:avLst/>
          </a:prstGeom>
          <a:noFill/>
          <a:ln w="15875">
            <a:solidFill>
              <a:srgbClr val="A64E8E">
                <a:alpha val="76000"/>
              </a:srgbClr>
            </a:solidFill>
            <a:prstDash val="dot"/>
            <a:headEnd type="none"/>
            <a:tailEnd type="none"/>
          </a:ln>
        </p:spPr>
      </p:sp>
      <p:sp>
        <p:nvSpPr>
          <p:cNvPr id="1557" name="Shape 1555"/>
          <p:cNvSpPr/>
          <p:nvPr/>
        </p:nvSpPr>
        <p:spPr>
          <a:xfrm>
            <a:off x="6451092" y="4472206"/>
            <a:ext cx="0" cy="59121"/>
          </a:xfrm>
          <a:prstGeom prst="line">
            <a:avLst/>
          </a:prstGeom>
          <a:noFill/>
          <a:ln w="15875">
            <a:solidFill>
              <a:srgbClr val="A64E8E">
                <a:alpha val="76000"/>
              </a:srgbClr>
            </a:solidFill>
            <a:prstDash val="dot"/>
            <a:headEnd type="none"/>
            <a:tailEnd type="none"/>
          </a:ln>
        </p:spPr>
      </p:sp>
      <p:sp>
        <p:nvSpPr>
          <p:cNvPr id="1558" name="Shape 1556"/>
          <p:cNvSpPr/>
          <p:nvPr/>
        </p:nvSpPr>
        <p:spPr>
          <a:xfrm>
            <a:off x="6451092" y="4528583"/>
            <a:ext cx="127407" cy="0"/>
          </a:xfrm>
          <a:prstGeom prst="line">
            <a:avLst/>
          </a:prstGeom>
          <a:noFill/>
          <a:ln w="15875">
            <a:solidFill>
              <a:srgbClr val="A64E8E">
                <a:alpha val="76000"/>
              </a:srgbClr>
            </a:solidFill>
            <a:prstDash val="dot"/>
            <a:headEnd type="none"/>
            <a:tailEnd type="none"/>
          </a:ln>
        </p:spPr>
      </p:sp>
      <p:sp>
        <p:nvSpPr>
          <p:cNvPr id="1559" name="Shape 1557"/>
          <p:cNvSpPr/>
          <p:nvPr/>
        </p:nvSpPr>
        <p:spPr>
          <a:xfrm>
            <a:off x="6575755" y="4525840"/>
            <a:ext cx="0" cy="5486"/>
          </a:xfrm>
          <a:prstGeom prst="line">
            <a:avLst/>
          </a:prstGeom>
          <a:noFill/>
          <a:ln w="15875">
            <a:solidFill>
              <a:srgbClr val="A64E8E">
                <a:alpha val="76000"/>
              </a:srgbClr>
            </a:solidFill>
            <a:prstDash val="dot"/>
            <a:headEnd type="none"/>
            <a:tailEnd type="none"/>
          </a:ln>
        </p:spPr>
      </p:sp>
      <p:sp>
        <p:nvSpPr>
          <p:cNvPr id="1560" name="Shape 1558"/>
          <p:cNvSpPr/>
          <p:nvPr/>
        </p:nvSpPr>
        <p:spPr>
          <a:xfrm>
            <a:off x="6575755" y="4528583"/>
            <a:ext cx="127406" cy="0"/>
          </a:xfrm>
          <a:prstGeom prst="line">
            <a:avLst/>
          </a:prstGeom>
          <a:noFill/>
          <a:ln w="15875">
            <a:solidFill>
              <a:srgbClr val="A64E8E">
                <a:alpha val="76000"/>
              </a:srgbClr>
            </a:solidFill>
            <a:prstDash val="dot"/>
            <a:headEnd type="none"/>
            <a:tailEnd type="none"/>
          </a:ln>
        </p:spPr>
      </p:sp>
      <p:sp>
        <p:nvSpPr>
          <p:cNvPr id="1561" name="Shape 1559"/>
          <p:cNvSpPr/>
          <p:nvPr/>
        </p:nvSpPr>
        <p:spPr>
          <a:xfrm>
            <a:off x="6700418" y="4525840"/>
            <a:ext cx="0" cy="5486"/>
          </a:xfrm>
          <a:prstGeom prst="line">
            <a:avLst/>
          </a:prstGeom>
          <a:noFill/>
          <a:ln w="15875">
            <a:solidFill>
              <a:srgbClr val="A64E8E">
                <a:alpha val="76000"/>
              </a:srgbClr>
            </a:solidFill>
            <a:prstDash val="dot"/>
            <a:headEnd type="none"/>
            <a:tailEnd type="none"/>
          </a:ln>
        </p:spPr>
      </p:sp>
      <p:sp>
        <p:nvSpPr>
          <p:cNvPr id="1562" name="Shape 1560"/>
          <p:cNvSpPr/>
          <p:nvPr/>
        </p:nvSpPr>
        <p:spPr>
          <a:xfrm>
            <a:off x="6700418" y="4528583"/>
            <a:ext cx="127407" cy="0"/>
          </a:xfrm>
          <a:prstGeom prst="line">
            <a:avLst/>
          </a:prstGeom>
          <a:noFill/>
          <a:ln w="15875">
            <a:solidFill>
              <a:srgbClr val="A64E8E">
                <a:alpha val="76000"/>
              </a:srgbClr>
            </a:solidFill>
            <a:prstDash val="dot"/>
            <a:headEnd type="none"/>
            <a:tailEnd type="none"/>
          </a:ln>
        </p:spPr>
      </p:sp>
      <p:sp>
        <p:nvSpPr>
          <p:cNvPr id="1563" name="Shape 1561"/>
          <p:cNvSpPr/>
          <p:nvPr/>
        </p:nvSpPr>
        <p:spPr>
          <a:xfrm>
            <a:off x="6825082" y="4525840"/>
            <a:ext cx="0" cy="5486"/>
          </a:xfrm>
          <a:prstGeom prst="line">
            <a:avLst/>
          </a:prstGeom>
          <a:noFill/>
          <a:ln w="15875">
            <a:solidFill>
              <a:srgbClr val="A64E8E">
                <a:alpha val="76000"/>
              </a:srgbClr>
            </a:solidFill>
            <a:prstDash val="dot"/>
            <a:headEnd type="none"/>
            <a:tailEnd type="none"/>
          </a:ln>
        </p:spPr>
      </p:sp>
      <p:sp>
        <p:nvSpPr>
          <p:cNvPr id="1564" name="Shape 1562"/>
          <p:cNvSpPr/>
          <p:nvPr/>
        </p:nvSpPr>
        <p:spPr>
          <a:xfrm>
            <a:off x="6825082" y="4528583"/>
            <a:ext cx="127407" cy="0"/>
          </a:xfrm>
          <a:prstGeom prst="line">
            <a:avLst/>
          </a:prstGeom>
          <a:noFill/>
          <a:ln w="15875">
            <a:solidFill>
              <a:srgbClr val="A64E8E">
                <a:alpha val="76000"/>
              </a:srgbClr>
            </a:solidFill>
            <a:prstDash val="dot"/>
            <a:headEnd type="none"/>
            <a:tailEnd type="none"/>
          </a:ln>
        </p:spPr>
      </p:sp>
      <p:sp>
        <p:nvSpPr>
          <p:cNvPr id="1565" name="Shape 1563"/>
          <p:cNvSpPr/>
          <p:nvPr/>
        </p:nvSpPr>
        <p:spPr>
          <a:xfrm>
            <a:off x="6949745" y="4525840"/>
            <a:ext cx="0" cy="5486"/>
          </a:xfrm>
          <a:prstGeom prst="line">
            <a:avLst/>
          </a:prstGeom>
          <a:noFill/>
          <a:ln w="15875">
            <a:solidFill>
              <a:srgbClr val="A64E8E">
                <a:alpha val="76000"/>
              </a:srgbClr>
            </a:solidFill>
            <a:prstDash val="dot"/>
            <a:headEnd type="none"/>
            <a:tailEnd type="none"/>
          </a:ln>
        </p:spPr>
      </p:sp>
      <p:sp>
        <p:nvSpPr>
          <p:cNvPr id="1566" name="Shape 1564"/>
          <p:cNvSpPr/>
          <p:nvPr/>
        </p:nvSpPr>
        <p:spPr>
          <a:xfrm>
            <a:off x="6949745" y="4528583"/>
            <a:ext cx="127406" cy="0"/>
          </a:xfrm>
          <a:prstGeom prst="line">
            <a:avLst/>
          </a:prstGeom>
          <a:noFill/>
          <a:ln w="15875">
            <a:solidFill>
              <a:srgbClr val="A64E8E">
                <a:alpha val="76000"/>
              </a:srgbClr>
            </a:solidFill>
            <a:prstDash val="dot"/>
            <a:headEnd type="none"/>
            <a:tailEnd type="none"/>
          </a:ln>
        </p:spPr>
      </p:sp>
      <p:sp>
        <p:nvSpPr>
          <p:cNvPr id="1567" name="Shape 1565"/>
          <p:cNvSpPr/>
          <p:nvPr/>
        </p:nvSpPr>
        <p:spPr>
          <a:xfrm>
            <a:off x="7074408" y="4525840"/>
            <a:ext cx="0" cy="5486"/>
          </a:xfrm>
          <a:prstGeom prst="line">
            <a:avLst/>
          </a:prstGeom>
          <a:noFill/>
          <a:ln w="15875">
            <a:solidFill>
              <a:srgbClr val="A64E8E">
                <a:alpha val="76000"/>
              </a:srgbClr>
            </a:solidFill>
            <a:prstDash val="dot"/>
            <a:headEnd type="none"/>
            <a:tailEnd type="none"/>
          </a:ln>
        </p:spPr>
      </p:sp>
      <p:sp>
        <p:nvSpPr>
          <p:cNvPr id="1568" name="Shape 1566"/>
          <p:cNvSpPr/>
          <p:nvPr/>
        </p:nvSpPr>
        <p:spPr>
          <a:xfrm>
            <a:off x="7074408" y="4528583"/>
            <a:ext cx="127407" cy="0"/>
          </a:xfrm>
          <a:prstGeom prst="line">
            <a:avLst/>
          </a:prstGeom>
          <a:noFill/>
          <a:ln w="15875">
            <a:solidFill>
              <a:srgbClr val="A64E8E">
                <a:alpha val="76000"/>
              </a:srgbClr>
            </a:solidFill>
            <a:prstDash val="dot"/>
            <a:headEnd type="none"/>
            <a:tailEnd type="none"/>
          </a:ln>
        </p:spPr>
      </p:sp>
      <p:sp>
        <p:nvSpPr>
          <p:cNvPr id="1569" name="Shape 1567"/>
          <p:cNvSpPr/>
          <p:nvPr/>
        </p:nvSpPr>
        <p:spPr>
          <a:xfrm>
            <a:off x="7199071" y="4439059"/>
            <a:ext cx="0" cy="92268"/>
          </a:xfrm>
          <a:prstGeom prst="line">
            <a:avLst/>
          </a:prstGeom>
          <a:noFill/>
          <a:ln w="15875">
            <a:solidFill>
              <a:srgbClr val="A64E8E">
                <a:alpha val="76000"/>
              </a:srgbClr>
            </a:solidFill>
            <a:prstDash val="dot"/>
            <a:headEnd type="none"/>
            <a:tailEnd type="none"/>
          </a:ln>
        </p:spPr>
      </p:sp>
      <p:sp>
        <p:nvSpPr>
          <p:cNvPr id="1570" name="Shape 1568"/>
          <p:cNvSpPr/>
          <p:nvPr/>
        </p:nvSpPr>
        <p:spPr>
          <a:xfrm>
            <a:off x="7199071" y="4441802"/>
            <a:ext cx="127407" cy="0"/>
          </a:xfrm>
          <a:prstGeom prst="line">
            <a:avLst/>
          </a:prstGeom>
          <a:noFill/>
          <a:ln w="15875">
            <a:solidFill>
              <a:srgbClr val="A64E8E">
                <a:alpha val="76000"/>
              </a:srgbClr>
            </a:solidFill>
            <a:prstDash val="dot"/>
            <a:headEnd type="none"/>
            <a:tailEnd type="none"/>
          </a:ln>
        </p:spPr>
      </p:sp>
      <p:sp>
        <p:nvSpPr>
          <p:cNvPr id="1571" name="Shape 1569"/>
          <p:cNvSpPr/>
          <p:nvPr/>
        </p:nvSpPr>
        <p:spPr>
          <a:xfrm>
            <a:off x="7323735" y="4439059"/>
            <a:ext cx="0" cy="38634"/>
          </a:xfrm>
          <a:prstGeom prst="line">
            <a:avLst/>
          </a:prstGeom>
          <a:noFill/>
          <a:ln w="15875">
            <a:solidFill>
              <a:srgbClr val="A64E8E">
                <a:alpha val="76000"/>
              </a:srgbClr>
            </a:solidFill>
            <a:prstDash val="dot"/>
            <a:headEnd type="none"/>
            <a:tailEnd type="none"/>
          </a:ln>
        </p:spPr>
      </p:sp>
      <p:sp>
        <p:nvSpPr>
          <p:cNvPr id="1572" name="Shape 1570"/>
          <p:cNvSpPr/>
          <p:nvPr/>
        </p:nvSpPr>
        <p:spPr>
          <a:xfrm>
            <a:off x="7323735" y="4474949"/>
            <a:ext cx="127406" cy="0"/>
          </a:xfrm>
          <a:prstGeom prst="line">
            <a:avLst/>
          </a:prstGeom>
          <a:noFill/>
          <a:ln w="15875">
            <a:solidFill>
              <a:srgbClr val="A64E8E">
                <a:alpha val="76000"/>
              </a:srgbClr>
            </a:solidFill>
            <a:prstDash val="dot"/>
            <a:headEnd type="none"/>
            <a:tailEnd type="none"/>
          </a:ln>
        </p:spPr>
      </p:sp>
      <p:sp>
        <p:nvSpPr>
          <p:cNvPr id="1573" name="Shape 1571"/>
          <p:cNvSpPr/>
          <p:nvPr/>
        </p:nvSpPr>
        <p:spPr>
          <a:xfrm>
            <a:off x="7448397" y="4439059"/>
            <a:ext cx="0" cy="38634"/>
          </a:xfrm>
          <a:prstGeom prst="line">
            <a:avLst/>
          </a:prstGeom>
          <a:noFill/>
          <a:ln w="15875">
            <a:solidFill>
              <a:srgbClr val="A64E8E">
                <a:alpha val="76000"/>
              </a:srgbClr>
            </a:solidFill>
            <a:prstDash val="dot"/>
            <a:headEnd type="none"/>
            <a:tailEnd type="none"/>
          </a:ln>
        </p:spPr>
      </p:sp>
      <p:sp>
        <p:nvSpPr>
          <p:cNvPr id="1574" name="Shape 1572"/>
          <p:cNvSpPr/>
          <p:nvPr/>
        </p:nvSpPr>
        <p:spPr>
          <a:xfrm>
            <a:off x="7448397" y="4441802"/>
            <a:ext cx="127407" cy="0"/>
          </a:xfrm>
          <a:prstGeom prst="line">
            <a:avLst/>
          </a:prstGeom>
          <a:noFill/>
          <a:ln w="15875">
            <a:solidFill>
              <a:srgbClr val="A64E8E">
                <a:alpha val="76000"/>
              </a:srgbClr>
            </a:solidFill>
            <a:prstDash val="dot"/>
            <a:headEnd type="none"/>
            <a:tailEnd type="none"/>
          </a:ln>
        </p:spPr>
      </p:sp>
      <p:sp>
        <p:nvSpPr>
          <p:cNvPr id="1575" name="Shape 1573"/>
          <p:cNvSpPr/>
          <p:nvPr/>
        </p:nvSpPr>
        <p:spPr>
          <a:xfrm>
            <a:off x="7573061" y="4439059"/>
            <a:ext cx="0" cy="38634"/>
          </a:xfrm>
          <a:prstGeom prst="line">
            <a:avLst/>
          </a:prstGeom>
          <a:noFill/>
          <a:ln w="15875">
            <a:solidFill>
              <a:srgbClr val="A64E8E">
                <a:alpha val="76000"/>
              </a:srgbClr>
            </a:solidFill>
            <a:prstDash val="dot"/>
            <a:headEnd type="none"/>
            <a:tailEnd type="none"/>
          </a:ln>
        </p:spPr>
      </p:sp>
      <p:sp>
        <p:nvSpPr>
          <p:cNvPr id="1576" name="Shape 1574"/>
          <p:cNvSpPr/>
          <p:nvPr/>
        </p:nvSpPr>
        <p:spPr>
          <a:xfrm>
            <a:off x="7573061" y="4474949"/>
            <a:ext cx="127407" cy="0"/>
          </a:xfrm>
          <a:prstGeom prst="line">
            <a:avLst/>
          </a:prstGeom>
          <a:noFill/>
          <a:ln w="15875">
            <a:solidFill>
              <a:srgbClr val="A64E8E">
                <a:alpha val="76000"/>
              </a:srgbClr>
            </a:solidFill>
            <a:prstDash val="dot"/>
            <a:headEnd type="none"/>
            <a:tailEnd type="none"/>
          </a:ln>
        </p:spPr>
      </p:sp>
      <p:sp>
        <p:nvSpPr>
          <p:cNvPr id="1577" name="Shape 1575"/>
          <p:cNvSpPr/>
          <p:nvPr/>
        </p:nvSpPr>
        <p:spPr>
          <a:xfrm>
            <a:off x="7697724" y="4472206"/>
            <a:ext cx="0" cy="145903"/>
          </a:xfrm>
          <a:prstGeom prst="line">
            <a:avLst/>
          </a:prstGeom>
          <a:noFill/>
          <a:ln w="15875">
            <a:solidFill>
              <a:srgbClr val="A64E8E">
                <a:alpha val="76000"/>
              </a:srgbClr>
            </a:solidFill>
            <a:prstDash val="dot"/>
            <a:headEnd type="none"/>
            <a:tailEnd type="none"/>
          </a:ln>
        </p:spPr>
      </p:sp>
      <p:sp>
        <p:nvSpPr>
          <p:cNvPr id="1578" name="Shape 1576"/>
          <p:cNvSpPr/>
          <p:nvPr/>
        </p:nvSpPr>
        <p:spPr>
          <a:xfrm>
            <a:off x="7697724" y="4615365"/>
            <a:ext cx="127406" cy="0"/>
          </a:xfrm>
          <a:prstGeom prst="line">
            <a:avLst/>
          </a:prstGeom>
          <a:noFill/>
          <a:ln w="15875">
            <a:solidFill>
              <a:srgbClr val="A64E8E">
                <a:alpha val="76000"/>
              </a:srgbClr>
            </a:solidFill>
            <a:prstDash val="dot"/>
            <a:headEnd type="none"/>
            <a:tailEnd type="none"/>
          </a:ln>
        </p:spPr>
      </p:sp>
      <p:sp>
        <p:nvSpPr>
          <p:cNvPr id="1579" name="Shape 1577"/>
          <p:cNvSpPr/>
          <p:nvPr/>
        </p:nvSpPr>
        <p:spPr>
          <a:xfrm>
            <a:off x="7822387" y="4612622"/>
            <a:ext cx="0" cy="145902"/>
          </a:xfrm>
          <a:prstGeom prst="line">
            <a:avLst/>
          </a:prstGeom>
          <a:noFill/>
          <a:ln w="15875">
            <a:solidFill>
              <a:srgbClr val="A64E8E">
                <a:alpha val="76000"/>
              </a:srgbClr>
            </a:solidFill>
            <a:prstDash val="dot"/>
            <a:headEnd type="none"/>
            <a:tailEnd type="none"/>
          </a:ln>
        </p:spPr>
      </p:sp>
      <p:sp>
        <p:nvSpPr>
          <p:cNvPr id="1580" name="Shape 1578"/>
          <p:cNvSpPr/>
          <p:nvPr/>
        </p:nvSpPr>
        <p:spPr>
          <a:xfrm>
            <a:off x="7822387" y="4755781"/>
            <a:ext cx="127407" cy="0"/>
          </a:xfrm>
          <a:prstGeom prst="line">
            <a:avLst/>
          </a:prstGeom>
          <a:noFill/>
          <a:ln w="15875">
            <a:solidFill>
              <a:srgbClr val="A64E8E">
                <a:alpha val="76000"/>
              </a:srgbClr>
            </a:solidFill>
            <a:prstDash val="dot"/>
            <a:headEnd type="none"/>
            <a:tailEnd type="none"/>
          </a:ln>
        </p:spPr>
      </p:sp>
      <p:sp>
        <p:nvSpPr>
          <p:cNvPr id="1581" name="Shape 1579"/>
          <p:cNvSpPr/>
          <p:nvPr/>
        </p:nvSpPr>
        <p:spPr>
          <a:xfrm>
            <a:off x="7947050" y="4753038"/>
            <a:ext cx="0" cy="92268"/>
          </a:xfrm>
          <a:prstGeom prst="line">
            <a:avLst/>
          </a:prstGeom>
          <a:noFill/>
          <a:ln w="15875">
            <a:solidFill>
              <a:srgbClr val="A64E8E">
                <a:alpha val="76000"/>
              </a:srgbClr>
            </a:solidFill>
            <a:prstDash val="dot"/>
            <a:headEnd type="none"/>
            <a:tailEnd type="none"/>
          </a:ln>
        </p:spPr>
      </p:sp>
      <p:sp>
        <p:nvSpPr>
          <p:cNvPr id="1582" name="Shape 1580"/>
          <p:cNvSpPr/>
          <p:nvPr/>
        </p:nvSpPr>
        <p:spPr>
          <a:xfrm>
            <a:off x="7947050" y="4842562"/>
            <a:ext cx="127407" cy="0"/>
          </a:xfrm>
          <a:prstGeom prst="line">
            <a:avLst/>
          </a:prstGeom>
          <a:noFill/>
          <a:ln w="15875">
            <a:solidFill>
              <a:srgbClr val="A64E8E">
                <a:alpha val="76000"/>
              </a:srgbClr>
            </a:solidFill>
            <a:prstDash val="dot"/>
            <a:headEnd type="none"/>
            <a:tailEnd type="none"/>
          </a:ln>
        </p:spPr>
      </p:sp>
      <p:sp>
        <p:nvSpPr>
          <p:cNvPr id="1583" name="Shape 1581"/>
          <p:cNvSpPr/>
          <p:nvPr/>
        </p:nvSpPr>
        <p:spPr>
          <a:xfrm>
            <a:off x="8071714" y="4839819"/>
            <a:ext cx="0" cy="5486"/>
          </a:xfrm>
          <a:prstGeom prst="line">
            <a:avLst/>
          </a:prstGeom>
          <a:noFill/>
          <a:ln w="15875">
            <a:solidFill>
              <a:srgbClr val="A64E8E">
                <a:alpha val="76000"/>
              </a:srgbClr>
            </a:solidFill>
            <a:prstDash val="dot"/>
            <a:headEnd type="none"/>
            <a:tailEnd type="none"/>
          </a:ln>
        </p:spPr>
      </p:sp>
      <p:sp>
        <p:nvSpPr>
          <p:cNvPr id="1584" name="Shape 1582"/>
          <p:cNvSpPr/>
          <p:nvPr/>
        </p:nvSpPr>
        <p:spPr>
          <a:xfrm>
            <a:off x="8071714" y="4842562"/>
            <a:ext cx="127406" cy="0"/>
          </a:xfrm>
          <a:prstGeom prst="line">
            <a:avLst/>
          </a:prstGeom>
          <a:noFill/>
          <a:ln w="15875">
            <a:solidFill>
              <a:srgbClr val="A64E8E">
                <a:alpha val="76000"/>
              </a:srgbClr>
            </a:solidFill>
            <a:prstDash val="dot"/>
            <a:headEnd type="none"/>
            <a:tailEnd type="none"/>
          </a:ln>
        </p:spPr>
      </p:sp>
      <p:sp>
        <p:nvSpPr>
          <p:cNvPr id="1585" name="Shape 1583"/>
          <p:cNvSpPr/>
          <p:nvPr/>
        </p:nvSpPr>
        <p:spPr>
          <a:xfrm>
            <a:off x="8196377" y="4839819"/>
            <a:ext cx="0" cy="5486"/>
          </a:xfrm>
          <a:prstGeom prst="line">
            <a:avLst/>
          </a:prstGeom>
          <a:noFill/>
          <a:ln w="15875">
            <a:solidFill>
              <a:srgbClr val="A64E8E">
                <a:alpha val="76000"/>
              </a:srgbClr>
            </a:solidFill>
            <a:prstDash val="dot"/>
            <a:headEnd type="none"/>
            <a:tailEnd type="none"/>
          </a:ln>
        </p:spPr>
      </p:sp>
      <p:sp>
        <p:nvSpPr>
          <p:cNvPr id="1586" name="Shape 1584"/>
          <p:cNvSpPr/>
          <p:nvPr/>
        </p:nvSpPr>
        <p:spPr>
          <a:xfrm>
            <a:off x="8196377" y="4842562"/>
            <a:ext cx="127407" cy="0"/>
          </a:xfrm>
          <a:prstGeom prst="line">
            <a:avLst/>
          </a:prstGeom>
          <a:noFill/>
          <a:ln w="15875">
            <a:solidFill>
              <a:srgbClr val="A64E8E">
                <a:alpha val="76000"/>
              </a:srgbClr>
            </a:solidFill>
            <a:prstDash val="dot"/>
            <a:headEnd type="none"/>
            <a:tailEnd type="none"/>
          </a:ln>
        </p:spPr>
      </p:sp>
      <p:sp>
        <p:nvSpPr>
          <p:cNvPr id="1587" name="Shape 1585"/>
          <p:cNvSpPr/>
          <p:nvPr/>
        </p:nvSpPr>
        <p:spPr>
          <a:xfrm>
            <a:off x="8321040" y="4753038"/>
            <a:ext cx="0" cy="92268"/>
          </a:xfrm>
          <a:prstGeom prst="line">
            <a:avLst/>
          </a:prstGeom>
          <a:noFill/>
          <a:ln w="15875">
            <a:solidFill>
              <a:srgbClr val="A64E8E">
                <a:alpha val="76000"/>
              </a:srgbClr>
            </a:solidFill>
            <a:prstDash val="dot"/>
            <a:headEnd type="none"/>
            <a:tailEnd type="none"/>
          </a:ln>
        </p:spPr>
      </p:sp>
      <p:sp>
        <p:nvSpPr>
          <p:cNvPr id="1588" name="Shape 1586"/>
          <p:cNvSpPr/>
          <p:nvPr/>
        </p:nvSpPr>
        <p:spPr>
          <a:xfrm>
            <a:off x="841248" y="2236124"/>
            <a:ext cx="127407" cy="0"/>
          </a:xfrm>
          <a:prstGeom prst="line">
            <a:avLst/>
          </a:prstGeom>
          <a:noFill/>
          <a:ln w="15875">
            <a:solidFill>
              <a:srgbClr val="B48A12">
                <a:alpha val="76000"/>
              </a:srgbClr>
            </a:solidFill>
            <a:prstDash val="dot"/>
            <a:headEnd type="none"/>
            <a:tailEnd type="none"/>
          </a:ln>
        </p:spPr>
      </p:sp>
      <p:sp>
        <p:nvSpPr>
          <p:cNvPr id="1589" name="Shape 1587"/>
          <p:cNvSpPr/>
          <p:nvPr/>
        </p:nvSpPr>
        <p:spPr>
          <a:xfrm>
            <a:off x="965911" y="2233380"/>
            <a:ext cx="0" cy="274457"/>
          </a:xfrm>
          <a:prstGeom prst="line">
            <a:avLst/>
          </a:prstGeom>
          <a:noFill/>
          <a:ln w="15875">
            <a:solidFill>
              <a:srgbClr val="B48A12">
                <a:alpha val="76000"/>
              </a:srgbClr>
            </a:solidFill>
            <a:prstDash val="dot"/>
            <a:headEnd type="none"/>
            <a:tailEnd type="none"/>
          </a:ln>
        </p:spPr>
      </p:sp>
      <p:sp>
        <p:nvSpPr>
          <p:cNvPr id="1590" name="Shape 1588"/>
          <p:cNvSpPr/>
          <p:nvPr/>
        </p:nvSpPr>
        <p:spPr>
          <a:xfrm>
            <a:off x="965911" y="2505094"/>
            <a:ext cx="127406" cy="0"/>
          </a:xfrm>
          <a:prstGeom prst="line">
            <a:avLst/>
          </a:prstGeom>
          <a:noFill/>
          <a:ln w="15875">
            <a:solidFill>
              <a:srgbClr val="B48A12">
                <a:alpha val="76000"/>
              </a:srgbClr>
            </a:solidFill>
            <a:prstDash val="dot"/>
            <a:headEnd type="none"/>
            <a:tailEnd type="none"/>
          </a:ln>
        </p:spPr>
      </p:sp>
      <p:sp>
        <p:nvSpPr>
          <p:cNvPr id="1591" name="Shape 1589"/>
          <p:cNvSpPr/>
          <p:nvPr/>
        </p:nvSpPr>
        <p:spPr>
          <a:xfrm>
            <a:off x="1090574" y="2502351"/>
            <a:ext cx="0" cy="405761"/>
          </a:xfrm>
          <a:prstGeom prst="line">
            <a:avLst/>
          </a:prstGeom>
          <a:noFill/>
          <a:ln w="15875">
            <a:solidFill>
              <a:srgbClr val="B48A12">
                <a:alpha val="76000"/>
              </a:srgbClr>
            </a:solidFill>
            <a:prstDash val="dot"/>
            <a:headEnd type="none"/>
            <a:tailEnd type="none"/>
          </a:ln>
        </p:spPr>
      </p:sp>
      <p:sp>
        <p:nvSpPr>
          <p:cNvPr id="1592" name="Shape 1590"/>
          <p:cNvSpPr/>
          <p:nvPr/>
        </p:nvSpPr>
        <p:spPr>
          <a:xfrm>
            <a:off x="1090574" y="2905368"/>
            <a:ext cx="127407" cy="0"/>
          </a:xfrm>
          <a:prstGeom prst="line">
            <a:avLst/>
          </a:prstGeom>
          <a:noFill/>
          <a:ln w="15875">
            <a:solidFill>
              <a:srgbClr val="B48A12">
                <a:alpha val="76000"/>
              </a:srgbClr>
            </a:solidFill>
            <a:prstDash val="dot"/>
            <a:headEnd type="none"/>
            <a:tailEnd type="none"/>
          </a:ln>
        </p:spPr>
      </p:sp>
      <p:sp>
        <p:nvSpPr>
          <p:cNvPr id="1593" name="Shape 1591"/>
          <p:cNvSpPr/>
          <p:nvPr/>
        </p:nvSpPr>
        <p:spPr>
          <a:xfrm>
            <a:off x="1215238" y="2902625"/>
            <a:ext cx="0" cy="487387"/>
          </a:xfrm>
          <a:prstGeom prst="line">
            <a:avLst/>
          </a:prstGeom>
          <a:noFill/>
          <a:ln w="15875">
            <a:solidFill>
              <a:srgbClr val="B48A12">
                <a:alpha val="76000"/>
              </a:srgbClr>
            </a:solidFill>
            <a:prstDash val="dot"/>
            <a:headEnd type="none"/>
            <a:tailEnd type="none"/>
          </a:ln>
        </p:spPr>
      </p:sp>
      <p:sp>
        <p:nvSpPr>
          <p:cNvPr id="1594" name="Shape 1592"/>
          <p:cNvSpPr/>
          <p:nvPr/>
        </p:nvSpPr>
        <p:spPr>
          <a:xfrm>
            <a:off x="1215238" y="3387269"/>
            <a:ext cx="127407" cy="0"/>
          </a:xfrm>
          <a:prstGeom prst="line">
            <a:avLst/>
          </a:prstGeom>
          <a:noFill/>
          <a:ln w="15875">
            <a:solidFill>
              <a:srgbClr val="B48A12">
                <a:alpha val="76000"/>
              </a:srgbClr>
            </a:solidFill>
            <a:prstDash val="dot"/>
            <a:headEnd type="none"/>
            <a:tailEnd type="none"/>
          </a:ln>
        </p:spPr>
      </p:sp>
      <p:sp>
        <p:nvSpPr>
          <p:cNvPr id="1595" name="Shape 1593"/>
          <p:cNvSpPr/>
          <p:nvPr/>
        </p:nvSpPr>
        <p:spPr>
          <a:xfrm>
            <a:off x="1339901" y="3384526"/>
            <a:ext cx="0" cy="365100"/>
          </a:xfrm>
          <a:prstGeom prst="line">
            <a:avLst/>
          </a:prstGeom>
          <a:noFill/>
          <a:ln w="15875">
            <a:solidFill>
              <a:srgbClr val="B48A12">
                <a:alpha val="76000"/>
              </a:srgbClr>
            </a:solidFill>
            <a:prstDash val="dot"/>
            <a:headEnd type="none"/>
            <a:tailEnd type="none"/>
          </a:ln>
        </p:spPr>
      </p:sp>
      <p:sp>
        <p:nvSpPr>
          <p:cNvPr id="1596" name="Shape 1594"/>
          <p:cNvSpPr/>
          <p:nvPr/>
        </p:nvSpPr>
        <p:spPr>
          <a:xfrm>
            <a:off x="1339901" y="3746883"/>
            <a:ext cx="127406" cy="0"/>
          </a:xfrm>
          <a:prstGeom prst="line">
            <a:avLst/>
          </a:prstGeom>
          <a:noFill/>
          <a:ln w="15875">
            <a:solidFill>
              <a:srgbClr val="B48A12">
                <a:alpha val="76000"/>
              </a:srgbClr>
            </a:solidFill>
            <a:prstDash val="dot"/>
            <a:headEnd type="none"/>
            <a:tailEnd type="none"/>
          </a:ln>
        </p:spPr>
      </p:sp>
      <p:sp>
        <p:nvSpPr>
          <p:cNvPr id="1597" name="Shape 1595"/>
          <p:cNvSpPr/>
          <p:nvPr/>
        </p:nvSpPr>
        <p:spPr>
          <a:xfrm>
            <a:off x="1464564" y="3744140"/>
            <a:ext cx="0" cy="382325"/>
          </a:xfrm>
          <a:prstGeom prst="line">
            <a:avLst/>
          </a:prstGeom>
          <a:noFill/>
          <a:ln w="15875">
            <a:solidFill>
              <a:srgbClr val="B48A12">
                <a:alpha val="76000"/>
              </a:srgbClr>
            </a:solidFill>
            <a:prstDash val="dot"/>
            <a:headEnd type="none"/>
            <a:tailEnd type="none"/>
          </a:ln>
        </p:spPr>
      </p:sp>
      <p:sp>
        <p:nvSpPr>
          <p:cNvPr id="1598" name="Shape 1596"/>
          <p:cNvSpPr/>
          <p:nvPr/>
        </p:nvSpPr>
        <p:spPr>
          <a:xfrm>
            <a:off x="1464564" y="4123722"/>
            <a:ext cx="127407" cy="0"/>
          </a:xfrm>
          <a:prstGeom prst="line">
            <a:avLst/>
          </a:prstGeom>
          <a:noFill/>
          <a:ln w="15875">
            <a:solidFill>
              <a:srgbClr val="B48A12">
                <a:alpha val="76000"/>
              </a:srgbClr>
            </a:solidFill>
            <a:prstDash val="dot"/>
            <a:headEnd type="none"/>
            <a:tailEnd type="none"/>
          </a:ln>
        </p:spPr>
      </p:sp>
      <p:sp>
        <p:nvSpPr>
          <p:cNvPr id="1599" name="Shape 1597"/>
          <p:cNvSpPr/>
          <p:nvPr/>
        </p:nvSpPr>
        <p:spPr>
          <a:xfrm>
            <a:off x="1589227" y="4120979"/>
            <a:ext cx="0" cy="251870"/>
          </a:xfrm>
          <a:prstGeom prst="line">
            <a:avLst/>
          </a:prstGeom>
          <a:noFill/>
          <a:ln w="15875">
            <a:solidFill>
              <a:srgbClr val="B48A12">
                <a:alpha val="76000"/>
              </a:srgbClr>
            </a:solidFill>
            <a:prstDash val="dot"/>
            <a:headEnd type="none"/>
            <a:tailEnd type="none"/>
          </a:ln>
        </p:spPr>
      </p:sp>
      <p:sp>
        <p:nvSpPr>
          <p:cNvPr id="1600" name="Shape 1598"/>
          <p:cNvSpPr/>
          <p:nvPr/>
        </p:nvSpPr>
        <p:spPr>
          <a:xfrm>
            <a:off x="1589227" y="4370106"/>
            <a:ext cx="127407" cy="0"/>
          </a:xfrm>
          <a:prstGeom prst="line">
            <a:avLst/>
          </a:prstGeom>
          <a:noFill/>
          <a:ln w="15875">
            <a:solidFill>
              <a:srgbClr val="B48A12">
                <a:alpha val="76000"/>
              </a:srgbClr>
            </a:solidFill>
            <a:prstDash val="dot"/>
            <a:headEnd type="none"/>
            <a:tailEnd type="none"/>
          </a:ln>
        </p:spPr>
      </p:sp>
      <p:sp>
        <p:nvSpPr>
          <p:cNvPr id="1601" name="Shape 1599"/>
          <p:cNvSpPr/>
          <p:nvPr/>
        </p:nvSpPr>
        <p:spPr>
          <a:xfrm>
            <a:off x="1713891" y="4367363"/>
            <a:ext cx="0" cy="50286"/>
          </a:xfrm>
          <a:prstGeom prst="line">
            <a:avLst/>
          </a:prstGeom>
          <a:noFill/>
          <a:ln w="15875">
            <a:solidFill>
              <a:srgbClr val="B48A12">
                <a:alpha val="76000"/>
              </a:srgbClr>
            </a:solidFill>
            <a:prstDash val="dot"/>
            <a:headEnd type="none"/>
            <a:tailEnd type="none"/>
          </a:ln>
        </p:spPr>
      </p:sp>
      <p:sp>
        <p:nvSpPr>
          <p:cNvPr id="1602" name="Shape 1600"/>
          <p:cNvSpPr/>
          <p:nvPr/>
        </p:nvSpPr>
        <p:spPr>
          <a:xfrm>
            <a:off x="1713891" y="4414906"/>
            <a:ext cx="127406" cy="0"/>
          </a:xfrm>
          <a:prstGeom prst="line">
            <a:avLst/>
          </a:prstGeom>
          <a:noFill/>
          <a:ln w="15875">
            <a:solidFill>
              <a:srgbClr val="B48A12">
                <a:alpha val="76000"/>
              </a:srgbClr>
            </a:solidFill>
            <a:prstDash val="dot"/>
            <a:headEnd type="none"/>
            <a:tailEnd type="none"/>
          </a:ln>
        </p:spPr>
      </p:sp>
      <p:sp>
        <p:nvSpPr>
          <p:cNvPr id="1603" name="Shape 1601"/>
          <p:cNvSpPr/>
          <p:nvPr/>
        </p:nvSpPr>
        <p:spPr>
          <a:xfrm>
            <a:off x="1838553" y="4412163"/>
            <a:ext cx="0" cy="7684"/>
          </a:xfrm>
          <a:prstGeom prst="line">
            <a:avLst/>
          </a:prstGeom>
          <a:noFill/>
          <a:ln w="15875">
            <a:solidFill>
              <a:srgbClr val="B48A12">
                <a:alpha val="76000"/>
              </a:srgbClr>
            </a:solidFill>
            <a:prstDash val="dot"/>
            <a:headEnd type="none"/>
            <a:tailEnd type="none"/>
          </a:ln>
        </p:spPr>
      </p:sp>
      <p:sp>
        <p:nvSpPr>
          <p:cNvPr id="1604" name="Shape 1602"/>
          <p:cNvSpPr/>
          <p:nvPr/>
        </p:nvSpPr>
        <p:spPr>
          <a:xfrm>
            <a:off x="1838553" y="4417103"/>
            <a:ext cx="127407" cy="0"/>
          </a:xfrm>
          <a:prstGeom prst="line">
            <a:avLst/>
          </a:prstGeom>
          <a:noFill/>
          <a:ln w="15875">
            <a:solidFill>
              <a:srgbClr val="B48A12">
                <a:alpha val="76000"/>
              </a:srgbClr>
            </a:solidFill>
            <a:prstDash val="dot"/>
            <a:headEnd type="none"/>
            <a:tailEnd type="none"/>
          </a:ln>
        </p:spPr>
      </p:sp>
      <p:sp>
        <p:nvSpPr>
          <p:cNvPr id="1605" name="Shape 1603"/>
          <p:cNvSpPr/>
          <p:nvPr/>
        </p:nvSpPr>
        <p:spPr>
          <a:xfrm>
            <a:off x="1963217" y="4401373"/>
            <a:ext cx="0" cy="18474"/>
          </a:xfrm>
          <a:prstGeom prst="line">
            <a:avLst/>
          </a:prstGeom>
          <a:noFill/>
          <a:ln w="15875">
            <a:solidFill>
              <a:srgbClr val="B48A12">
                <a:alpha val="76000"/>
              </a:srgbClr>
            </a:solidFill>
            <a:prstDash val="dot"/>
            <a:headEnd type="none"/>
            <a:tailEnd type="none"/>
          </a:ln>
        </p:spPr>
      </p:sp>
      <p:sp>
        <p:nvSpPr>
          <p:cNvPr id="1606" name="Shape 1604"/>
          <p:cNvSpPr/>
          <p:nvPr/>
        </p:nvSpPr>
        <p:spPr>
          <a:xfrm>
            <a:off x="1963217" y="4404116"/>
            <a:ext cx="127407" cy="0"/>
          </a:xfrm>
          <a:prstGeom prst="line">
            <a:avLst/>
          </a:prstGeom>
          <a:noFill/>
          <a:ln w="15875">
            <a:solidFill>
              <a:srgbClr val="B48A12">
                <a:alpha val="76000"/>
              </a:srgbClr>
            </a:solidFill>
            <a:prstDash val="dot"/>
            <a:headEnd type="none"/>
            <a:tailEnd type="none"/>
          </a:ln>
        </p:spPr>
      </p:sp>
      <p:sp>
        <p:nvSpPr>
          <p:cNvPr id="1607" name="Shape 1605"/>
          <p:cNvSpPr/>
          <p:nvPr/>
        </p:nvSpPr>
        <p:spPr>
          <a:xfrm>
            <a:off x="2087880" y="4381244"/>
            <a:ext cx="0" cy="25615"/>
          </a:xfrm>
          <a:prstGeom prst="line">
            <a:avLst/>
          </a:prstGeom>
          <a:noFill/>
          <a:ln w="15875">
            <a:solidFill>
              <a:srgbClr val="B48A12">
                <a:alpha val="76000"/>
              </a:srgbClr>
            </a:solidFill>
            <a:prstDash val="dot"/>
            <a:headEnd type="none"/>
            <a:tailEnd type="none"/>
          </a:ln>
        </p:spPr>
      </p:sp>
      <p:sp>
        <p:nvSpPr>
          <p:cNvPr id="1608" name="Shape 1606"/>
          <p:cNvSpPr/>
          <p:nvPr/>
        </p:nvSpPr>
        <p:spPr>
          <a:xfrm>
            <a:off x="2087880" y="4383987"/>
            <a:ext cx="127406" cy="0"/>
          </a:xfrm>
          <a:prstGeom prst="line">
            <a:avLst/>
          </a:prstGeom>
          <a:noFill/>
          <a:ln w="15875">
            <a:solidFill>
              <a:srgbClr val="B48A12">
                <a:alpha val="76000"/>
              </a:srgbClr>
            </a:solidFill>
            <a:prstDash val="dot"/>
            <a:headEnd type="none"/>
            <a:tailEnd type="none"/>
          </a:ln>
        </p:spPr>
      </p:sp>
      <p:sp>
        <p:nvSpPr>
          <p:cNvPr id="1609" name="Shape 1607"/>
          <p:cNvSpPr/>
          <p:nvPr/>
        </p:nvSpPr>
        <p:spPr>
          <a:xfrm>
            <a:off x="2212543" y="4359016"/>
            <a:ext cx="0" cy="27715"/>
          </a:xfrm>
          <a:prstGeom prst="line">
            <a:avLst/>
          </a:prstGeom>
          <a:noFill/>
          <a:ln w="15875">
            <a:solidFill>
              <a:srgbClr val="B48A12">
                <a:alpha val="76000"/>
              </a:srgbClr>
            </a:solidFill>
            <a:prstDash val="dot"/>
            <a:headEnd type="none"/>
            <a:tailEnd type="none"/>
          </a:ln>
        </p:spPr>
      </p:sp>
      <p:sp>
        <p:nvSpPr>
          <p:cNvPr id="1610" name="Shape 1608"/>
          <p:cNvSpPr/>
          <p:nvPr/>
        </p:nvSpPr>
        <p:spPr>
          <a:xfrm>
            <a:off x="2212543" y="4361759"/>
            <a:ext cx="127407" cy="0"/>
          </a:xfrm>
          <a:prstGeom prst="line">
            <a:avLst/>
          </a:prstGeom>
          <a:noFill/>
          <a:ln w="15875">
            <a:solidFill>
              <a:srgbClr val="B48A12">
                <a:alpha val="76000"/>
              </a:srgbClr>
            </a:solidFill>
            <a:prstDash val="dot"/>
            <a:headEnd type="none"/>
            <a:tailEnd type="none"/>
          </a:ln>
        </p:spPr>
      </p:sp>
      <p:sp>
        <p:nvSpPr>
          <p:cNvPr id="1611" name="Shape 1609"/>
          <p:cNvSpPr/>
          <p:nvPr/>
        </p:nvSpPr>
        <p:spPr>
          <a:xfrm>
            <a:off x="2337206" y="4342581"/>
            <a:ext cx="0" cy="21921"/>
          </a:xfrm>
          <a:prstGeom prst="line">
            <a:avLst/>
          </a:prstGeom>
          <a:noFill/>
          <a:ln w="15875">
            <a:solidFill>
              <a:srgbClr val="B48A12">
                <a:alpha val="76000"/>
              </a:srgbClr>
            </a:solidFill>
            <a:prstDash val="dot"/>
            <a:headEnd type="none"/>
            <a:tailEnd type="none"/>
          </a:ln>
        </p:spPr>
      </p:sp>
      <p:sp>
        <p:nvSpPr>
          <p:cNvPr id="1612" name="Shape 1610"/>
          <p:cNvSpPr/>
          <p:nvPr/>
        </p:nvSpPr>
        <p:spPr>
          <a:xfrm>
            <a:off x="2337206" y="4345324"/>
            <a:ext cx="127407" cy="0"/>
          </a:xfrm>
          <a:prstGeom prst="line">
            <a:avLst/>
          </a:prstGeom>
          <a:noFill/>
          <a:ln w="15875">
            <a:solidFill>
              <a:srgbClr val="B48A12">
                <a:alpha val="76000"/>
              </a:srgbClr>
            </a:solidFill>
            <a:prstDash val="dot"/>
            <a:headEnd type="none"/>
            <a:tailEnd type="none"/>
          </a:ln>
        </p:spPr>
      </p:sp>
      <p:sp>
        <p:nvSpPr>
          <p:cNvPr id="1613" name="Shape 1611"/>
          <p:cNvSpPr/>
          <p:nvPr/>
        </p:nvSpPr>
        <p:spPr>
          <a:xfrm>
            <a:off x="2461870" y="4329754"/>
            <a:ext cx="0" cy="18313"/>
          </a:xfrm>
          <a:prstGeom prst="line">
            <a:avLst/>
          </a:prstGeom>
          <a:noFill/>
          <a:ln w="15875">
            <a:solidFill>
              <a:srgbClr val="B48A12">
                <a:alpha val="76000"/>
              </a:srgbClr>
            </a:solidFill>
            <a:prstDash val="dot"/>
            <a:headEnd type="none"/>
            <a:tailEnd type="none"/>
          </a:ln>
        </p:spPr>
      </p:sp>
      <p:sp>
        <p:nvSpPr>
          <p:cNvPr id="1614" name="Shape 1612"/>
          <p:cNvSpPr/>
          <p:nvPr/>
        </p:nvSpPr>
        <p:spPr>
          <a:xfrm>
            <a:off x="2461870" y="4332497"/>
            <a:ext cx="127406" cy="0"/>
          </a:xfrm>
          <a:prstGeom prst="line">
            <a:avLst/>
          </a:prstGeom>
          <a:noFill/>
          <a:ln w="15875">
            <a:solidFill>
              <a:srgbClr val="B48A12">
                <a:alpha val="76000"/>
              </a:srgbClr>
            </a:solidFill>
            <a:prstDash val="dot"/>
            <a:headEnd type="none"/>
            <a:tailEnd type="none"/>
          </a:ln>
        </p:spPr>
      </p:sp>
      <p:sp>
        <p:nvSpPr>
          <p:cNvPr id="1615" name="Shape 1613"/>
          <p:cNvSpPr/>
          <p:nvPr/>
        </p:nvSpPr>
        <p:spPr>
          <a:xfrm>
            <a:off x="2586533" y="4329754"/>
            <a:ext cx="0" cy="171911"/>
          </a:xfrm>
          <a:prstGeom prst="line">
            <a:avLst/>
          </a:prstGeom>
          <a:noFill/>
          <a:ln w="15875">
            <a:solidFill>
              <a:srgbClr val="B48A12">
                <a:alpha val="76000"/>
              </a:srgbClr>
            </a:solidFill>
            <a:prstDash val="dot"/>
            <a:headEnd type="none"/>
            <a:tailEnd type="none"/>
          </a:ln>
        </p:spPr>
      </p:sp>
      <p:sp>
        <p:nvSpPr>
          <p:cNvPr id="1616" name="Shape 1614"/>
          <p:cNvSpPr/>
          <p:nvPr/>
        </p:nvSpPr>
        <p:spPr>
          <a:xfrm>
            <a:off x="2586533" y="4498922"/>
            <a:ext cx="127407" cy="0"/>
          </a:xfrm>
          <a:prstGeom prst="line">
            <a:avLst/>
          </a:prstGeom>
          <a:noFill/>
          <a:ln w="15875">
            <a:solidFill>
              <a:srgbClr val="B48A12">
                <a:alpha val="76000"/>
              </a:srgbClr>
            </a:solidFill>
            <a:prstDash val="dot"/>
            <a:headEnd type="none"/>
            <a:tailEnd type="none"/>
          </a:ln>
        </p:spPr>
      </p:sp>
      <p:sp>
        <p:nvSpPr>
          <p:cNvPr id="1617" name="Shape 1615"/>
          <p:cNvSpPr/>
          <p:nvPr/>
        </p:nvSpPr>
        <p:spPr>
          <a:xfrm>
            <a:off x="2711196" y="4398656"/>
            <a:ext cx="0" cy="103009"/>
          </a:xfrm>
          <a:prstGeom prst="line">
            <a:avLst/>
          </a:prstGeom>
          <a:noFill/>
          <a:ln w="15875">
            <a:solidFill>
              <a:srgbClr val="B48A12">
                <a:alpha val="76000"/>
              </a:srgbClr>
            </a:solidFill>
            <a:prstDash val="dot"/>
            <a:headEnd type="none"/>
            <a:tailEnd type="none"/>
          </a:ln>
        </p:spPr>
      </p:sp>
      <p:sp>
        <p:nvSpPr>
          <p:cNvPr id="1618" name="Shape 1616"/>
          <p:cNvSpPr/>
          <p:nvPr/>
        </p:nvSpPr>
        <p:spPr>
          <a:xfrm>
            <a:off x="2711196" y="4401399"/>
            <a:ext cx="127407" cy="0"/>
          </a:xfrm>
          <a:prstGeom prst="line">
            <a:avLst/>
          </a:prstGeom>
          <a:noFill/>
          <a:ln w="15875">
            <a:solidFill>
              <a:srgbClr val="B48A12">
                <a:alpha val="76000"/>
              </a:srgbClr>
            </a:solidFill>
            <a:prstDash val="dot"/>
            <a:headEnd type="none"/>
            <a:tailEnd type="none"/>
          </a:ln>
        </p:spPr>
      </p:sp>
      <p:sp>
        <p:nvSpPr>
          <p:cNvPr id="1619" name="Shape 1617"/>
          <p:cNvSpPr/>
          <p:nvPr/>
        </p:nvSpPr>
        <p:spPr>
          <a:xfrm>
            <a:off x="2835859" y="4398656"/>
            <a:ext cx="0" cy="13559"/>
          </a:xfrm>
          <a:prstGeom prst="line">
            <a:avLst/>
          </a:prstGeom>
          <a:noFill/>
          <a:ln w="15875">
            <a:solidFill>
              <a:srgbClr val="B48A12">
                <a:alpha val="76000"/>
              </a:srgbClr>
            </a:solidFill>
            <a:prstDash val="dot"/>
            <a:headEnd type="none"/>
            <a:tailEnd type="none"/>
          </a:ln>
        </p:spPr>
      </p:sp>
      <p:sp>
        <p:nvSpPr>
          <p:cNvPr id="1620" name="Shape 1618"/>
          <p:cNvSpPr/>
          <p:nvPr/>
        </p:nvSpPr>
        <p:spPr>
          <a:xfrm>
            <a:off x="2835859" y="4409472"/>
            <a:ext cx="127406" cy="0"/>
          </a:xfrm>
          <a:prstGeom prst="line">
            <a:avLst/>
          </a:prstGeom>
          <a:noFill/>
          <a:ln w="15875">
            <a:solidFill>
              <a:srgbClr val="B48A12">
                <a:alpha val="76000"/>
              </a:srgbClr>
            </a:solidFill>
            <a:prstDash val="dot"/>
            <a:headEnd type="none"/>
            <a:tailEnd type="none"/>
          </a:ln>
        </p:spPr>
      </p:sp>
      <p:sp>
        <p:nvSpPr>
          <p:cNvPr id="1621" name="Shape 1619"/>
          <p:cNvSpPr/>
          <p:nvPr/>
        </p:nvSpPr>
        <p:spPr>
          <a:xfrm>
            <a:off x="2960522" y="4406729"/>
            <a:ext cx="0" cy="20846"/>
          </a:xfrm>
          <a:prstGeom prst="line">
            <a:avLst/>
          </a:prstGeom>
          <a:noFill/>
          <a:ln w="15875">
            <a:solidFill>
              <a:srgbClr val="B48A12">
                <a:alpha val="76000"/>
              </a:srgbClr>
            </a:solidFill>
            <a:prstDash val="dot"/>
            <a:headEnd type="none"/>
            <a:tailEnd type="none"/>
          </a:ln>
        </p:spPr>
      </p:sp>
      <p:sp>
        <p:nvSpPr>
          <p:cNvPr id="1622" name="Shape 1620"/>
          <p:cNvSpPr/>
          <p:nvPr/>
        </p:nvSpPr>
        <p:spPr>
          <a:xfrm>
            <a:off x="2960522" y="4424832"/>
            <a:ext cx="127407" cy="0"/>
          </a:xfrm>
          <a:prstGeom prst="line">
            <a:avLst/>
          </a:prstGeom>
          <a:noFill/>
          <a:ln w="15875">
            <a:solidFill>
              <a:srgbClr val="B48A12">
                <a:alpha val="76000"/>
              </a:srgbClr>
            </a:solidFill>
            <a:prstDash val="dot"/>
            <a:headEnd type="none"/>
            <a:tailEnd type="none"/>
          </a:ln>
        </p:spPr>
      </p:sp>
      <p:sp>
        <p:nvSpPr>
          <p:cNvPr id="1623" name="Shape 1621"/>
          <p:cNvSpPr/>
          <p:nvPr/>
        </p:nvSpPr>
        <p:spPr>
          <a:xfrm>
            <a:off x="3085186" y="4422089"/>
            <a:ext cx="0" cy="27601"/>
          </a:xfrm>
          <a:prstGeom prst="line">
            <a:avLst/>
          </a:prstGeom>
          <a:noFill/>
          <a:ln w="15875">
            <a:solidFill>
              <a:srgbClr val="B48A12">
                <a:alpha val="76000"/>
              </a:srgbClr>
            </a:solidFill>
            <a:prstDash val="dot"/>
            <a:headEnd type="none"/>
            <a:tailEnd type="none"/>
          </a:ln>
        </p:spPr>
      </p:sp>
      <p:sp>
        <p:nvSpPr>
          <p:cNvPr id="1624" name="Shape 1622"/>
          <p:cNvSpPr/>
          <p:nvPr/>
        </p:nvSpPr>
        <p:spPr>
          <a:xfrm>
            <a:off x="3085186" y="4446947"/>
            <a:ext cx="127407" cy="0"/>
          </a:xfrm>
          <a:prstGeom prst="line">
            <a:avLst/>
          </a:prstGeom>
          <a:noFill/>
          <a:ln w="15875">
            <a:solidFill>
              <a:srgbClr val="B48A12">
                <a:alpha val="76000"/>
              </a:srgbClr>
            </a:solidFill>
            <a:prstDash val="dot"/>
            <a:headEnd type="none"/>
            <a:tailEnd type="none"/>
          </a:ln>
        </p:spPr>
      </p:sp>
      <p:sp>
        <p:nvSpPr>
          <p:cNvPr id="1625" name="Shape 1623"/>
          <p:cNvSpPr/>
          <p:nvPr/>
        </p:nvSpPr>
        <p:spPr>
          <a:xfrm>
            <a:off x="3209849" y="4444203"/>
            <a:ext cx="0" cy="26637"/>
          </a:xfrm>
          <a:prstGeom prst="line">
            <a:avLst/>
          </a:prstGeom>
          <a:noFill/>
          <a:ln w="15875">
            <a:solidFill>
              <a:srgbClr val="B48A12">
                <a:alpha val="76000"/>
              </a:srgbClr>
            </a:solidFill>
            <a:prstDash val="dot"/>
            <a:headEnd type="none"/>
            <a:tailEnd type="none"/>
          </a:ln>
        </p:spPr>
      </p:sp>
      <p:sp>
        <p:nvSpPr>
          <p:cNvPr id="1626" name="Shape 1624"/>
          <p:cNvSpPr/>
          <p:nvPr/>
        </p:nvSpPr>
        <p:spPr>
          <a:xfrm>
            <a:off x="3209849" y="4468097"/>
            <a:ext cx="127406" cy="0"/>
          </a:xfrm>
          <a:prstGeom prst="line">
            <a:avLst/>
          </a:prstGeom>
          <a:noFill/>
          <a:ln w="15875">
            <a:solidFill>
              <a:srgbClr val="B48A12">
                <a:alpha val="76000"/>
              </a:srgbClr>
            </a:solidFill>
            <a:prstDash val="dot"/>
            <a:headEnd type="none"/>
            <a:tailEnd type="none"/>
          </a:ln>
        </p:spPr>
      </p:sp>
      <p:sp>
        <p:nvSpPr>
          <p:cNvPr id="1627" name="Shape 1625"/>
          <p:cNvSpPr/>
          <p:nvPr/>
        </p:nvSpPr>
        <p:spPr>
          <a:xfrm>
            <a:off x="3334512" y="4465354"/>
            <a:ext cx="0" cy="25597"/>
          </a:xfrm>
          <a:prstGeom prst="line">
            <a:avLst/>
          </a:prstGeom>
          <a:noFill/>
          <a:ln w="15875">
            <a:solidFill>
              <a:srgbClr val="B48A12">
                <a:alpha val="76000"/>
              </a:srgbClr>
            </a:solidFill>
            <a:prstDash val="dot"/>
            <a:headEnd type="none"/>
            <a:tailEnd type="none"/>
          </a:ln>
        </p:spPr>
      </p:sp>
      <p:sp>
        <p:nvSpPr>
          <p:cNvPr id="1628" name="Shape 1626"/>
          <p:cNvSpPr/>
          <p:nvPr/>
        </p:nvSpPr>
        <p:spPr>
          <a:xfrm>
            <a:off x="3334512" y="4488208"/>
            <a:ext cx="127407" cy="0"/>
          </a:xfrm>
          <a:prstGeom prst="line">
            <a:avLst/>
          </a:prstGeom>
          <a:noFill/>
          <a:ln w="15875">
            <a:solidFill>
              <a:srgbClr val="B48A12">
                <a:alpha val="76000"/>
              </a:srgbClr>
            </a:solidFill>
            <a:prstDash val="dot"/>
            <a:headEnd type="none"/>
            <a:tailEnd type="none"/>
          </a:ln>
        </p:spPr>
      </p:sp>
      <p:sp>
        <p:nvSpPr>
          <p:cNvPr id="1629" name="Shape 1627"/>
          <p:cNvSpPr/>
          <p:nvPr/>
        </p:nvSpPr>
        <p:spPr>
          <a:xfrm>
            <a:off x="3459175" y="4485465"/>
            <a:ext cx="0" cy="27213"/>
          </a:xfrm>
          <a:prstGeom prst="line">
            <a:avLst/>
          </a:prstGeom>
          <a:noFill/>
          <a:ln w="15875">
            <a:solidFill>
              <a:srgbClr val="B48A12">
                <a:alpha val="76000"/>
              </a:srgbClr>
            </a:solidFill>
            <a:prstDash val="dot"/>
            <a:headEnd type="none"/>
            <a:tailEnd type="none"/>
          </a:ln>
        </p:spPr>
      </p:sp>
      <p:sp>
        <p:nvSpPr>
          <p:cNvPr id="1630" name="Shape 1628"/>
          <p:cNvSpPr/>
          <p:nvPr/>
        </p:nvSpPr>
        <p:spPr>
          <a:xfrm>
            <a:off x="3459175" y="4509935"/>
            <a:ext cx="127407" cy="0"/>
          </a:xfrm>
          <a:prstGeom prst="line">
            <a:avLst/>
          </a:prstGeom>
          <a:noFill/>
          <a:ln w="15875">
            <a:solidFill>
              <a:srgbClr val="B48A12">
                <a:alpha val="76000"/>
              </a:srgbClr>
            </a:solidFill>
            <a:prstDash val="dot"/>
            <a:headEnd type="none"/>
            <a:tailEnd type="none"/>
          </a:ln>
        </p:spPr>
      </p:sp>
      <p:sp>
        <p:nvSpPr>
          <p:cNvPr id="1631" name="Shape 1629"/>
          <p:cNvSpPr/>
          <p:nvPr/>
        </p:nvSpPr>
        <p:spPr>
          <a:xfrm>
            <a:off x="3583839" y="4507192"/>
            <a:ext cx="0" cy="23582"/>
          </a:xfrm>
          <a:prstGeom prst="line">
            <a:avLst/>
          </a:prstGeom>
          <a:noFill/>
          <a:ln w="15875">
            <a:solidFill>
              <a:srgbClr val="B48A12">
                <a:alpha val="76000"/>
              </a:srgbClr>
            </a:solidFill>
            <a:prstDash val="dot"/>
            <a:headEnd type="none"/>
            <a:tailEnd type="none"/>
          </a:ln>
        </p:spPr>
      </p:sp>
      <p:sp>
        <p:nvSpPr>
          <p:cNvPr id="1632" name="Shape 1630"/>
          <p:cNvSpPr/>
          <p:nvPr/>
        </p:nvSpPr>
        <p:spPr>
          <a:xfrm>
            <a:off x="3583839" y="4528031"/>
            <a:ext cx="127406" cy="0"/>
          </a:xfrm>
          <a:prstGeom prst="line">
            <a:avLst/>
          </a:prstGeom>
          <a:noFill/>
          <a:ln w="15875">
            <a:solidFill>
              <a:srgbClr val="B48A12">
                <a:alpha val="76000"/>
              </a:srgbClr>
            </a:solidFill>
            <a:prstDash val="dot"/>
            <a:headEnd type="none"/>
            <a:tailEnd type="none"/>
          </a:ln>
        </p:spPr>
      </p:sp>
      <p:sp>
        <p:nvSpPr>
          <p:cNvPr id="1633" name="Shape 1631"/>
          <p:cNvSpPr/>
          <p:nvPr/>
        </p:nvSpPr>
        <p:spPr>
          <a:xfrm>
            <a:off x="3708501" y="4525288"/>
            <a:ext cx="0" cy="24602"/>
          </a:xfrm>
          <a:prstGeom prst="line">
            <a:avLst/>
          </a:prstGeom>
          <a:noFill/>
          <a:ln w="15875">
            <a:solidFill>
              <a:srgbClr val="B48A12">
                <a:alpha val="76000"/>
              </a:srgbClr>
            </a:solidFill>
            <a:prstDash val="dot"/>
            <a:headEnd type="none"/>
            <a:tailEnd type="none"/>
          </a:ln>
        </p:spPr>
      </p:sp>
      <p:sp>
        <p:nvSpPr>
          <p:cNvPr id="1634" name="Shape 1632"/>
          <p:cNvSpPr/>
          <p:nvPr/>
        </p:nvSpPr>
        <p:spPr>
          <a:xfrm>
            <a:off x="3708501" y="4547146"/>
            <a:ext cx="127407" cy="0"/>
          </a:xfrm>
          <a:prstGeom prst="line">
            <a:avLst/>
          </a:prstGeom>
          <a:noFill/>
          <a:ln w="15875">
            <a:solidFill>
              <a:srgbClr val="B48A12">
                <a:alpha val="76000"/>
              </a:srgbClr>
            </a:solidFill>
            <a:prstDash val="dot"/>
            <a:headEnd type="none"/>
            <a:tailEnd type="none"/>
          </a:ln>
        </p:spPr>
      </p:sp>
      <p:sp>
        <p:nvSpPr>
          <p:cNvPr id="1635" name="Shape 1633"/>
          <p:cNvSpPr/>
          <p:nvPr/>
        </p:nvSpPr>
        <p:spPr>
          <a:xfrm>
            <a:off x="3833165" y="4544403"/>
            <a:ext cx="0" cy="27534"/>
          </a:xfrm>
          <a:prstGeom prst="line">
            <a:avLst/>
          </a:prstGeom>
          <a:noFill/>
          <a:ln w="15875">
            <a:solidFill>
              <a:srgbClr val="B48A12">
                <a:alpha val="76000"/>
              </a:srgbClr>
            </a:solidFill>
            <a:prstDash val="dot"/>
            <a:headEnd type="none"/>
            <a:tailEnd type="none"/>
          </a:ln>
        </p:spPr>
      </p:sp>
      <p:sp>
        <p:nvSpPr>
          <p:cNvPr id="1636" name="Shape 1634"/>
          <p:cNvSpPr/>
          <p:nvPr/>
        </p:nvSpPr>
        <p:spPr>
          <a:xfrm>
            <a:off x="3833165" y="4569194"/>
            <a:ext cx="127407" cy="0"/>
          </a:xfrm>
          <a:prstGeom prst="line">
            <a:avLst/>
          </a:prstGeom>
          <a:noFill/>
          <a:ln w="15875">
            <a:solidFill>
              <a:srgbClr val="B48A12">
                <a:alpha val="76000"/>
              </a:srgbClr>
            </a:solidFill>
            <a:prstDash val="dot"/>
            <a:headEnd type="none"/>
            <a:tailEnd type="none"/>
          </a:ln>
        </p:spPr>
      </p:sp>
      <p:sp>
        <p:nvSpPr>
          <p:cNvPr id="1637" name="Shape 1635"/>
          <p:cNvSpPr/>
          <p:nvPr/>
        </p:nvSpPr>
        <p:spPr>
          <a:xfrm>
            <a:off x="3957828" y="4566450"/>
            <a:ext cx="0" cy="22787"/>
          </a:xfrm>
          <a:prstGeom prst="line">
            <a:avLst/>
          </a:prstGeom>
          <a:noFill/>
          <a:ln w="15875">
            <a:solidFill>
              <a:srgbClr val="B48A12">
                <a:alpha val="76000"/>
              </a:srgbClr>
            </a:solidFill>
            <a:prstDash val="dot"/>
            <a:headEnd type="none"/>
            <a:tailEnd type="none"/>
          </a:ln>
        </p:spPr>
      </p:sp>
      <p:sp>
        <p:nvSpPr>
          <p:cNvPr id="1638" name="Shape 1636"/>
          <p:cNvSpPr/>
          <p:nvPr/>
        </p:nvSpPr>
        <p:spPr>
          <a:xfrm>
            <a:off x="3957828" y="4586494"/>
            <a:ext cx="127406" cy="0"/>
          </a:xfrm>
          <a:prstGeom prst="line">
            <a:avLst/>
          </a:prstGeom>
          <a:noFill/>
          <a:ln w="15875">
            <a:solidFill>
              <a:srgbClr val="B48A12">
                <a:alpha val="76000"/>
              </a:srgbClr>
            </a:solidFill>
            <a:prstDash val="dot"/>
            <a:headEnd type="none"/>
            <a:tailEnd type="none"/>
          </a:ln>
        </p:spPr>
      </p:sp>
      <p:sp>
        <p:nvSpPr>
          <p:cNvPr id="1639" name="Shape 1637"/>
          <p:cNvSpPr/>
          <p:nvPr/>
        </p:nvSpPr>
        <p:spPr>
          <a:xfrm>
            <a:off x="4082491" y="4583751"/>
            <a:ext cx="0" cy="17273"/>
          </a:xfrm>
          <a:prstGeom prst="line">
            <a:avLst/>
          </a:prstGeom>
          <a:noFill/>
          <a:ln w="15875">
            <a:solidFill>
              <a:srgbClr val="B48A12">
                <a:alpha val="76000"/>
              </a:srgbClr>
            </a:solidFill>
            <a:prstDash val="dot"/>
            <a:headEnd type="none"/>
            <a:tailEnd type="none"/>
          </a:ln>
        </p:spPr>
      </p:sp>
      <p:sp>
        <p:nvSpPr>
          <p:cNvPr id="1640" name="Shape 1638"/>
          <p:cNvSpPr/>
          <p:nvPr/>
        </p:nvSpPr>
        <p:spPr>
          <a:xfrm>
            <a:off x="4082491" y="4598281"/>
            <a:ext cx="127407" cy="0"/>
          </a:xfrm>
          <a:prstGeom prst="line">
            <a:avLst/>
          </a:prstGeom>
          <a:noFill/>
          <a:ln w="15875">
            <a:solidFill>
              <a:srgbClr val="B48A12">
                <a:alpha val="76000"/>
              </a:srgbClr>
            </a:solidFill>
            <a:prstDash val="dot"/>
            <a:headEnd type="none"/>
            <a:tailEnd type="none"/>
          </a:ln>
        </p:spPr>
      </p:sp>
      <p:sp>
        <p:nvSpPr>
          <p:cNvPr id="1641" name="Shape 1639"/>
          <p:cNvSpPr/>
          <p:nvPr/>
        </p:nvSpPr>
        <p:spPr>
          <a:xfrm>
            <a:off x="4207154" y="4595538"/>
            <a:ext cx="0" cy="12474"/>
          </a:xfrm>
          <a:prstGeom prst="line">
            <a:avLst/>
          </a:prstGeom>
          <a:noFill/>
          <a:ln w="15875">
            <a:solidFill>
              <a:srgbClr val="B48A12">
                <a:alpha val="76000"/>
              </a:srgbClr>
            </a:solidFill>
            <a:prstDash val="dot"/>
            <a:headEnd type="none"/>
            <a:tailEnd type="none"/>
          </a:ln>
        </p:spPr>
      </p:sp>
      <p:sp>
        <p:nvSpPr>
          <p:cNvPr id="1642" name="Shape 1640"/>
          <p:cNvSpPr/>
          <p:nvPr/>
        </p:nvSpPr>
        <p:spPr>
          <a:xfrm>
            <a:off x="4207154" y="4605268"/>
            <a:ext cx="127407" cy="0"/>
          </a:xfrm>
          <a:prstGeom prst="line">
            <a:avLst/>
          </a:prstGeom>
          <a:noFill/>
          <a:ln w="15875">
            <a:solidFill>
              <a:srgbClr val="B48A12">
                <a:alpha val="76000"/>
              </a:srgbClr>
            </a:solidFill>
            <a:prstDash val="dot"/>
            <a:headEnd type="none"/>
            <a:tailEnd type="none"/>
          </a:ln>
        </p:spPr>
      </p:sp>
      <p:sp>
        <p:nvSpPr>
          <p:cNvPr id="1643" name="Shape 1641"/>
          <p:cNvSpPr/>
          <p:nvPr/>
        </p:nvSpPr>
        <p:spPr>
          <a:xfrm>
            <a:off x="4331818" y="4602525"/>
            <a:ext cx="0" cy="13131"/>
          </a:xfrm>
          <a:prstGeom prst="line">
            <a:avLst/>
          </a:prstGeom>
          <a:noFill/>
          <a:ln w="15875">
            <a:solidFill>
              <a:srgbClr val="B48A12">
                <a:alpha val="76000"/>
              </a:srgbClr>
            </a:solidFill>
            <a:prstDash val="dot"/>
            <a:headEnd type="none"/>
            <a:tailEnd type="none"/>
          </a:ln>
        </p:spPr>
      </p:sp>
      <p:sp>
        <p:nvSpPr>
          <p:cNvPr id="1644" name="Shape 1642"/>
          <p:cNvSpPr/>
          <p:nvPr/>
        </p:nvSpPr>
        <p:spPr>
          <a:xfrm>
            <a:off x="4331818" y="4612912"/>
            <a:ext cx="127406" cy="0"/>
          </a:xfrm>
          <a:prstGeom prst="line">
            <a:avLst/>
          </a:prstGeom>
          <a:noFill/>
          <a:ln w="15875">
            <a:solidFill>
              <a:srgbClr val="B48A12">
                <a:alpha val="76000"/>
              </a:srgbClr>
            </a:solidFill>
            <a:prstDash val="dot"/>
            <a:headEnd type="none"/>
            <a:tailEnd type="none"/>
          </a:ln>
        </p:spPr>
      </p:sp>
      <p:sp>
        <p:nvSpPr>
          <p:cNvPr id="1645" name="Shape 1643"/>
          <p:cNvSpPr/>
          <p:nvPr/>
        </p:nvSpPr>
        <p:spPr>
          <a:xfrm>
            <a:off x="4456481" y="4610169"/>
            <a:ext cx="0" cy="14420"/>
          </a:xfrm>
          <a:prstGeom prst="line">
            <a:avLst/>
          </a:prstGeom>
          <a:noFill/>
          <a:ln w="15875">
            <a:solidFill>
              <a:srgbClr val="B48A12">
                <a:alpha val="76000"/>
              </a:srgbClr>
            </a:solidFill>
            <a:prstDash val="dot"/>
            <a:headEnd type="none"/>
            <a:tailEnd type="none"/>
          </a:ln>
        </p:spPr>
      </p:sp>
      <p:sp>
        <p:nvSpPr>
          <p:cNvPr id="1646" name="Shape 1644"/>
          <p:cNvSpPr/>
          <p:nvPr/>
        </p:nvSpPr>
        <p:spPr>
          <a:xfrm>
            <a:off x="4456481" y="4621846"/>
            <a:ext cx="127407" cy="0"/>
          </a:xfrm>
          <a:prstGeom prst="line">
            <a:avLst/>
          </a:prstGeom>
          <a:noFill/>
          <a:ln w="15875">
            <a:solidFill>
              <a:srgbClr val="B48A12">
                <a:alpha val="76000"/>
              </a:srgbClr>
            </a:solidFill>
            <a:prstDash val="dot"/>
            <a:headEnd type="none"/>
            <a:tailEnd type="none"/>
          </a:ln>
        </p:spPr>
      </p:sp>
      <p:sp>
        <p:nvSpPr>
          <p:cNvPr id="1647" name="Shape 1645"/>
          <p:cNvSpPr/>
          <p:nvPr/>
        </p:nvSpPr>
        <p:spPr>
          <a:xfrm>
            <a:off x="4581144" y="4619103"/>
            <a:ext cx="0" cy="22297"/>
          </a:xfrm>
          <a:prstGeom prst="line">
            <a:avLst/>
          </a:prstGeom>
          <a:noFill/>
          <a:ln w="15875">
            <a:solidFill>
              <a:srgbClr val="B48A12">
                <a:alpha val="76000"/>
              </a:srgbClr>
            </a:solidFill>
            <a:prstDash val="dot"/>
            <a:headEnd type="none"/>
            <a:tailEnd type="none"/>
          </a:ln>
        </p:spPr>
      </p:sp>
      <p:sp>
        <p:nvSpPr>
          <p:cNvPr id="1648" name="Shape 1646"/>
          <p:cNvSpPr/>
          <p:nvPr/>
        </p:nvSpPr>
        <p:spPr>
          <a:xfrm>
            <a:off x="4581144" y="4638656"/>
            <a:ext cx="127407" cy="0"/>
          </a:xfrm>
          <a:prstGeom prst="line">
            <a:avLst/>
          </a:prstGeom>
          <a:noFill/>
          <a:ln w="15875">
            <a:solidFill>
              <a:srgbClr val="B48A12">
                <a:alpha val="76000"/>
              </a:srgbClr>
            </a:solidFill>
            <a:prstDash val="dot"/>
            <a:headEnd type="none"/>
            <a:tailEnd type="none"/>
          </a:ln>
        </p:spPr>
      </p:sp>
      <p:sp>
        <p:nvSpPr>
          <p:cNvPr id="1649" name="Shape 1647"/>
          <p:cNvSpPr/>
          <p:nvPr/>
        </p:nvSpPr>
        <p:spPr>
          <a:xfrm>
            <a:off x="4705807" y="4635913"/>
            <a:ext cx="0" cy="27540"/>
          </a:xfrm>
          <a:prstGeom prst="line">
            <a:avLst/>
          </a:prstGeom>
          <a:noFill/>
          <a:ln w="15875">
            <a:solidFill>
              <a:srgbClr val="B48A12">
                <a:alpha val="76000"/>
              </a:srgbClr>
            </a:solidFill>
            <a:prstDash val="dot"/>
            <a:headEnd type="none"/>
            <a:tailEnd type="none"/>
          </a:ln>
        </p:spPr>
      </p:sp>
      <p:sp>
        <p:nvSpPr>
          <p:cNvPr id="1650" name="Shape 1648"/>
          <p:cNvSpPr/>
          <p:nvPr/>
        </p:nvSpPr>
        <p:spPr>
          <a:xfrm>
            <a:off x="4705807" y="4660710"/>
            <a:ext cx="127406" cy="0"/>
          </a:xfrm>
          <a:prstGeom prst="line">
            <a:avLst/>
          </a:prstGeom>
          <a:noFill/>
          <a:ln w="15875">
            <a:solidFill>
              <a:srgbClr val="B48A12">
                <a:alpha val="76000"/>
              </a:srgbClr>
            </a:solidFill>
            <a:prstDash val="dot"/>
            <a:headEnd type="none"/>
            <a:tailEnd type="none"/>
          </a:ln>
        </p:spPr>
      </p:sp>
      <p:sp>
        <p:nvSpPr>
          <p:cNvPr id="1651" name="Shape 1649"/>
          <p:cNvSpPr/>
          <p:nvPr/>
        </p:nvSpPr>
        <p:spPr>
          <a:xfrm>
            <a:off x="4830470" y="4657967"/>
            <a:ext cx="0" cy="28837"/>
          </a:xfrm>
          <a:prstGeom prst="line">
            <a:avLst/>
          </a:prstGeom>
          <a:noFill/>
          <a:ln w="15875">
            <a:solidFill>
              <a:srgbClr val="B48A12">
                <a:alpha val="76000"/>
              </a:srgbClr>
            </a:solidFill>
            <a:prstDash val="dot"/>
            <a:headEnd type="none"/>
            <a:tailEnd type="none"/>
          </a:ln>
        </p:spPr>
      </p:sp>
      <p:sp>
        <p:nvSpPr>
          <p:cNvPr id="1652" name="Shape 1650"/>
          <p:cNvSpPr/>
          <p:nvPr/>
        </p:nvSpPr>
        <p:spPr>
          <a:xfrm>
            <a:off x="4830470" y="4684060"/>
            <a:ext cx="127407" cy="0"/>
          </a:xfrm>
          <a:prstGeom prst="line">
            <a:avLst/>
          </a:prstGeom>
          <a:noFill/>
          <a:ln w="15875">
            <a:solidFill>
              <a:srgbClr val="B48A12">
                <a:alpha val="76000"/>
              </a:srgbClr>
            </a:solidFill>
            <a:prstDash val="dot"/>
            <a:headEnd type="none"/>
            <a:tailEnd type="none"/>
          </a:ln>
        </p:spPr>
      </p:sp>
      <p:sp>
        <p:nvSpPr>
          <p:cNvPr id="1653" name="Shape 1651"/>
          <p:cNvSpPr/>
          <p:nvPr/>
        </p:nvSpPr>
        <p:spPr>
          <a:xfrm>
            <a:off x="4955134" y="4681317"/>
            <a:ext cx="0" cy="19524"/>
          </a:xfrm>
          <a:prstGeom prst="line">
            <a:avLst/>
          </a:prstGeom>
          <a:noFill/>
          <a:ln w="15875">
            <a:solidFill>
              <a:srgbClr val="B48A12">
                <a:alpha val="76000"/>
              </a:srgbClr>
            </a:solidFill>
            <a:prstDash val="dot"/>
            <a:headEnd type="none"/>
            <a:tailEnd type="none"/>
          </a:ln>
        </p:spPr>
      </p:sp>
      <p:sp>
        <p:nvSpPr>
          <p:cNvPr id="1654" name="Shape 1652"/>
          <p:cNvSpPr/>
          <p:nvPr/>
        </p:nvSpPr>
        <p:spPr>
          <a:xfrm>
            <a:off x="4955134" y="4698098"/>
            <a:ext cx="127407" cy="0"/>
          </a:xfrm>
          <a:prstGeom prst="line">
            <a:avLst/>
          </a:prstGeom>
          <a:noFill/>
          <a:ln w="15875">
            <a:solidFill>
              <a:srgbClr val="B48A12">
                <a:alpha val="76000"/>
              </a:srgbClr>
            </a:solidFill>
            <a:prstDash val="dot"/>
            <a:headEnd type="none"/>
            <a:tailEnd type="none"/>
          </a:ln>
        </p:spPr>
      </p:sp>
      <p:sp>
        <p:nvSpPr>
          <p:cNvPr id="1655" name="Shape 1653"/>
          <p:cNvSpPr/>
          <p:nvPr/>
        </p:nvSpPr>
        <p:spPr>
          <a:xfrm>
            <a:off x="5079797" y="4695355"/>
            <a:ext cx="0" cy="15883"/>
          </a:xfrm>
          <a:prstGeom prst="line">
            <a:avLst/>
          </a:prstGeom>
          <a:noFill/>
          <a:ln w="15875">
            <a:solidFill>
              <a:srgbClr val="B48A12">
                <a:alpha val="76000"/>
              </a:srgbClr>
            </a:solidFill>
            <a:prstDash val="dot"/>
            <a:headEnd type="none"/>
            <a:tailEnd type="none"/>
          </a:ln>
        </p:spPr>
      </p:sp>
      <p:sp>
        <p:nvSpPr>
          <p:cNvPr id="1656" name="Shape 1654"/>
          <p:cNvSpPr/>
          <p:nvPr/>
        </p:nvSpPr>
        <p:spPr>
          <a:xfrm>
            <a:off x="5079797" y="4708494"/>
            <a:ext cx="127406" cy="0"/>
          </a:xfrm>
          <a:prstGeom prst="line">
            <a:avLst/>
          </a:prstGeom>
          <a:noFill/>
          <a:ln w="15875">
            <a:solidFill>
              <a:srgbClr val="B48A12">
                <a:alpha val="76000"/>
              </a:srgbClr>
            </a:solidFill>
            <a:prstDash val="dot"/>
            <a:headEnd type="none"/>
            <a:tailEnd type="none"/>
          </a:ln>
        </p:spPr>
      </p:sp>
      <p:sp>
        <p:nvSpPr>
          <p:cNvPr id="1657" name="Shape 1655"/>
          <p:cNvSpPr/>
          <p:nvPr/>
        </p:nvSpPr>
        <p:spPr>
          <a:xfrm>
            <a:off x="5204460" y="4705751"/>
            <a:ext cx="0" cy="14478"/>
          </a:xfrm>
          <a:prstGeom prst="line">
            <a:avLst/>
          </a:prstGeom>
          <a:noFill/>
          <a:ln w="15875">
            <a:solidFill>
              <a:srgbClr val="B48A12">
                <a:alpha val="76000"/>
              </a:srgbClr>
            </a:solidFill>
            <a:prstDash val="dot"/>
            <a:headEnd type="none"/>
            <a:tailEnd type="none"/>
          </a:ln>
        </p:spPr>
      </p:sp>
      <p:sp>
        <p:nvSpPr>
          <p:cNvPr id="1658" name="Shape 1656"/>
          <p:cNvSpPr/>
          <p:nvPr/>
        </p:nvSpPr>
        <p:spPr>
          <a:xfrm>
            <a:off x="5204460" y="4717486"/>
            <a:ext cx="127407" cy="0"/>
          </a:xfrm>
          <a:prstGeom prst="line">
            <a:avLst/>
          </a:prstGeom>
          <a:noFill/>
          <a:ln w="15875">
            <a:solidFill>
              <a:srgbClr val="B48A12">
                <a:alpha val="76000"/>
              </a:srgbClr>
            </a:solidFill>
            <a:prstDash val="dot"/>
            <a:headEnd type="none"/>
            <a:tailEnd type="none"/>
          </a:ln>
        </p:spPr>
      </p:sp>
      <p:sp>
        <p:nvSpPr>
          <p:cNvPr id="1659" name="Shape 1657"/>
          <p:cNvSpPr/>
          <p:nvPr/>
        </p:nvSpPr>
        <p:spPr>
          <a:xfrm>
            <a:off x="5329123" y="4714743"/>
            <a:ext cx="0" cy="5608"/>
          </a:xfrm>
          <a:prstGeom prst="line">
            <a:avLst/>
          </a:prstGeom>
          <a:noFill/>
          <a:ln w="15875">
            <a:solidFill>
              <a:srgbClr val="B48A12">
                <a:alpha val="76000"/>
              </a:srgbClr>
            </a:solidFill>
            <a:prstDash val="dot"/>
            <a:headEnd type="none"/>
            <a:tailEnd type="none"/>
          </a:ln>
        </p:spPr>
      </p:sp>
      <p:sp>
        <p:nvSpPr>
          <p:cNvPr id="1660" name="Shape 1658"/>
          <p:cNvSpPr/>
          <p:nvPr/>
        </p:nvSpPr>
        <p:spPr>
          <a:xfrm>
            <a:off x="5329123" y="4717608"/>
            <a:ext cx="127407" cy="0"/>
          </a:xfrm>
          <a:prstGeom prst="line">
            <a:avLst/>
          </a:prstGeom>
          <a:noFill/>
          <a:ln w="15875">
            <a:solidFill>
              <a:srgbClr val="B48A12">
                <a:alpha val="76000"/>
              </a:srgbClr>
            </a:solidFill>
            <a:prstDash val="dot"/>
            <a:headEnd type="none"/>
            <a:tailEnd type="none"/>
          </a:ln>
        </p:spPr>
      </p:sp>
      <p:sp>
        <p:nvSpPr>
          <p:cNvPr id="1661" name="Shape 1659"/>
          <p:cNvSpPr/>
          <p:nvPr/>
        </p:nvSpPr>
        <p:spPr>
          <a:xfrm>
            <a:off x="5453787" y="4714865"/>
            <a:ext cx="0" cy="5537"/>
          </a:xfrm>
          <a:prstGeom prst="line">
            <a:avLst/>
          </a:prstGeom>
          <a:noFill/>
          <a:ln w="15875">
            <a:solidFill>
              <a:srgbClr val="B48A12">
                <a:alpha val="76000"/>
              </a:srgbClr>
            </a:solidFill>
            <a:prstDash val="dot"/>
            <a:headEnd type="none"/>
            <a:tailEnd type="none"/>
          </a:ln>
        </p:spPr>
      </p:sp>
      <p:sp>
        <p:nvSpPr>
          <p:cNvPr id="1662" name="Shape 1660"/>
          <p:cNvSpPr/>
          <p:nvPr/>
        </p:nvSpPr>
        <p:spPr>
          <a:xfrm>
            <a:off x="5453787" y="4717658"/>
            <a:ext cx="127406" cy="0"/>
          </a:xfrm>
          <a:prstGeom prst="line">
            <a:avLst/>
          </a:prstGeom>
          <a:noFill/>
          <a:ln w="15875">
            <a:solidFill>
              <a:srgbClr val="B48A12">
                <a:alpha val="76000"/>
              </a:srgbClr>
            </a:solidFill>
            <a:prstDash val="dot"/>
            <a:headEnd type="none"/>
            <a:tailEnd type="none"/>
          </a:ln>
        </p:spPr>
      </p:sp>
      <p:sp>
        <p:nvSpPr>
          <p:cNvPr id="1663" name="Shape 1661"/>
          <p:cNvSpPr/>
          <p:nvPr/>
        </p:nvSpPr>
        <p:spPr>
          <a:xfrm>
            <a:off x="5578449" y="4714915"/>
            <a:ext cx="0" cy="10317"/>
          </a:xfrm>
          <a:prstGeom prst="line">
            <a:avLst/>
          </a:prstGeom>
          <a:noFill/>
          <a:ln w="15875">
            <a:solidFill>
              <a:srgbClr val="B48A12">
                <a:alpha val="76000"/>
              </a:srgbClr>
            </a:solidFill>
            <a:prstDash val="dot"/>
            <a:headEnd type="none"/>
            <a:tailEnd type="none"/>
          </a:ln>
        </p:spPr>
      </p:sp>
      <p:sp>
        <p:nvSpPr>
          <p:cNvPr id="1664" name="Shape 1662"/>
          <p:cNvSpPr/>
          <p:nvPr/>
        </p:nvSpPr>
        <p:spPr>
          <a:xfrm>
            <a:off x="5578449" y="4722489"/>
            <a:ext cx="127407" cy="0"/>
          </a:xfrm>
          <a:prstGeom prst="line">
            <a:avLst/>
          </a:prstGeom>
          <a:noFill/>
          <a:ln w="15875">
            <a:solidFill>
              <a:srgbClr val="B48A12">
                <a:alpha val="76000"/>
              </a:srgbClr>
            </a:solidFill>
            <a:prstDash val="dot"/>
            <a:headEnd type="none"/>
            <a:tailEnd type="none"/>
          </a:ln>
        </p:spPr>
      </p:sp>
      <p:sp>
        <p:nvSpPr>
          <p:cNvPr id="1665" name="Shape 1663"/>
          <p:cNvSpPr/>
          <p:nvPr/>
        </p:nvSpPr>
        <p:spPr>
          <a:xfrm>
            <a:off x="5703113" y="4719745"/>
            <a:ext cx="0" cy="23344"/>
          </a:xfrm>
          <a:prstGeom prst="line">
            <a:avLst/>
          </a:prstGeom>
          <a:noFill/>
          <a:ln w="15875">
            <a:solidFill>
              <a:srgbClr val="B48A12">
                <a:alpha val="76000"/>
              </a:srgbClr>
            </a:solidFill>
            <a:prstDash val="dot"/>
            <a:headEnd type="none"/>
            <a:tailEnd type="none"/>
          </a:ln>
        </p:spPr>
      </p:sp>
      <p:sp>
        <p:nvSpPr>
          <p:cNvPr id="1666" name="Shape 1664"/>
          <p:cNvSpPr/>
          <p:nvPr/>
        </p:nvSpPr>
        <p:spPr>
          <a:xfrm>
            <a:off x="5703113" y="4740346"/>
            <a:ext cx="127407" cy="0"/>
          </a:xfrm>
          <a:prstGeom prst="line">
            <a:avLst/>
          </a:prstGeom>
          <a:noFill/>
          <a:ln w="15875">
            <a:solidFill>
              <a:srgbClr val="B48A12">
                <a:alpha val="76000"/>
              </a:srgbClr>
            </a:solidFill>
            <a:prstDash val="dot"/>
            <a:headEnd type="none"/>
            <a:tailEnd type="none"/>
          </a:ln>
        </p:spPr>
      </p:sp>
      <p:sp>
        <p:nvSpPr>
          <p:cNvPr id="1667" name="Shape 1665"/>
          <p:cNvSpPr/>
          <p:nvPr/>
        </p:nvSpPr>
        <p:spPr>
          <a:xfrm>
            <a:off x="5827776" y="4737603"/>
            <a:ext cx="0" cy="31711"/>
          </a:xfrm>
          <a:prstGeom prst="line">
            <a:avLst/>
          </a:prstGeom>
          <a:noFill/>
          <a:ln w="15875">
            <a:solidFill>
              <a:srgbClr val="B48A12">
                <a:alpha val="76000"/>
              </a:srgbClr>
            </a:solidFill>
            <a:prstDash val="dot"/>
            <a:headEnd type="none"/>
            <a:tailEnd type="none"/>
          </a:ln>
        </p:spPr>
      </p:sp>
      <p:sp>
        <p:nvSpPr>
          <p:cNvPr id="1668" name="Shape 1666"/>
          <p:cNvSpPr/>
          <p:nvPr/>
        </p:nvSpPr>
        <p:spPr>
          <a:xfrm>
            <a:off x="5827776" y="4766571"/>
            <a:ext cx="127406" cy="0"/>
          </a:xfrm>
          <a:prstGeom prst="line">
            <a:avLst/>
          </a:prstGeom>
          <a:noFill/>
          <a:ln w="15875">
            <a:solidFill>
              <a:srgbClr val="B48A12">
                <a:alpha val="76000"/>
              </a:srgbClr>
            </a:solidFill>
            <a:prstDash val="dot"/>
            <a:headEnd type="none"/>
            <a:tailEnd type="none"/>
          </a:ln>
        </p:spPr>
      </p:sp>
      <p:sp>
        <p:nvSpPr>
          <p:cNvPr id="1669" name="Shape 1667"/>
          <p:cNvSpPr/>
          <p:nvPr/>
        </p:nvSpPr>
        <p:spPr>
          <a:xfrm>
            <a:off x="5952439" y="4721472"/>
            <a:ext cx="0" cy="47841"/>
          </a:xfrm>
          <a:prstGeom prst="line">
            <a:avLst/>
          </a:prstGeom>
          <a:noFill/>
          <a:ln w="15875">
            <a:solidFill>
              <a:srgbClr val="B48A12">
                <a:alpha val="76000"/>
              </a:srgbClr>
            </a:solidFill>
            <a:prstDash val="dot"/>
            <a:headEnd type="none"/>
            <a:tailEnd type="none"/>
          </a:ln>
        </p:spPr>
      </p:sp>
      <p:sp>
        <p:nvSpPr>
          <p:cNvPr id="1670" name="Shape 1668"/>
          <p:cNvSpPr/>
          <p:nvPr/>
        </p:nvSpPr>
        <p:spPr>
          <a:xfrm>
            <a:off x="5952439" y="4724216"/>
            <a:ext cx="127407" cy="0"/>
          </a:xfrm>
          <a:prstGeom prst="line">
            <a:avLst/>
          </a:prstGeom>
          <a:noFill/>
          <a:ln w="15875">
            <a:solidFill>
              <a:srgbClr val="B48A12">
                <a:alpha val="76000"/>
              </a:srgbClr>
            </a:solidFill>
            <a:prstDash val="dot"/>
            <a:headEnd type="none"/>
            <a:tailEnd type="none"/>
          </a:ln>
        </p:spPr>
      </p:sp>
      <p:sp>
        <p:nvSpPr>
          <p:cNvPr id="1671" name="Shape 1669"/>
          <p:cNvSpPr/>
          <p:nvPr/>
        </p:nvSpPr>
        <p:spPr>
          <a:xfrm>
            <a:off x="6077102" y="4721472"/>
            <a:ext cx="0" cy="29791"/>
          </a:xfrm>
          <a:prstGeom prst="line">
            <a:avLst/>
          </a:prstGeom>
          <a:noFill/>
          <a:ln w="15875">
            <a:solidFill>
              <a:srgbClr val="B48A12">
                <a:alpha val="76000"/>
              </a:srgbClr>
            </a:solidFill>
            <a:prstDash val="dot"/>
            <a:headEnd type="none"/>
            <a:tailEnd type="none"/>
          </a:ln>
        </p:spPr>
      </p:sp>
      <p:sp>
        <p:nvSpPr>
          <p:cNvPr id="1672" name="Shape 1670"/>
          <p:cNvSpPr/>
          <p:nvPr/>
        </p:nvSpPr>
        <p:spPr>
          <a:xfrm>
            <a:off x="6077102" y="4748520"/>
            <a:ext cx="127407" cy="0"/>
          </a:xfrm>
          <a:prstGeom prst="line">
            <a:avLst/>
          </a:prstGeom>
          <a:noFill/>
          <a:ln w="15875">
            <a:solidFill>
              <a:srgbClr val="B48A12">
                <a:alpha val="76000"/>
              </a:srgbClr>
            </a:solidFill>
            <a:prstDash val="dot"/>
            <a:headEnd type="none"/>
            <a:tailEnd type="none"/>
          </a:ln>
        </p:spPr>
      </p:sp>
      <p:sp>
        <p:nvSpPr>
          <p:cNvPr id="1673" name="Shape 1671"/>
          <p:cNvSpPr/>
          <p:nvPr/>
        </p:nvSpPr>
        <p:spPr>
          <a:xfrm>
            <a:off x="6201766" y="4745777"/>
            <a:ext cx="0" cy="29356"/>
          </a:xfrm>
          <a:prstGeom prst="line">
            <a:avLst/>
          </a:prstGeom>
          <a:noFill/>
          <a:ln w="15875">
            <a:solidFill>
              <a:srgbClr val="B48A12">
                <a:alpha val="76000"/>
              </a:srgbClr>
            </a:solidFill>
            <a:prstDash val="dot"/>
            <a:headEnd type="none"/>
            <a:tailEnd type="none"/>
          </a:ln>
        </p:spPr>
      </p:sp>
      <p:sp>
        <p:nvSpPr>
          <p:cNvPr id="1674" name="Shape 1672"/>
          <p:cNvSpPr/>
          <p:nvPr/>
        </p:nvSpPr>
        <p:spPr>
          <a:xfrm>
            <a:off x="6201766" y="4772390"/>
            <a:ext cx="127406" cy="0"/>
          </a:xfrm>
          <a:prstGeom prst="line">
            <a:avLst/>
          </a:prstGeom>
          <a:noFill/>
          <a:ln w="15875">
            <a:solidFill>
              <a:srgbClr val="B48A12">
                <a:alpha val="76000"/>
              </a:srgbClr>
            </a:solidFill>
            <a:prstDash val="dot"/>
            <a:headEnd type="none"/>
            <a:tailEnd type="none"/>
          </a:ln>
        </p:spPr>
      </p:sp>
      <p:sp>
        <p:nvSpPr>
          <p:cNvPr id="1675" name="Shape 1673"/>
          <p:cNvSpPr/>
          <p:nvPr/>
        </p:nvSpPr>
        <p:spPr>
          <a:xfrm>
            <a:off x="6326429" y="4769646"/>
            <a:ext cx="0" cy="29867"/>
          </a:xfrm>
          <a:prstGeom prst="line">
            <a:avLst/>
          </a:prstGeom>
          <a:noFill/>
          <a:ln w="15875">
            <a:solidFill>
              <a:srgbClr val="B48A12">
                <a:alpha val="76000"/>
              </a:srgbClr>
            </a:solidFill>
            <a:prstDash val="dot"/>
            <a:headEnd type="none"/>
            <a:tailEnd type="none"/>
          </a:ln>
        </p:spPr>
      </p:sp>
      <p:sp>
        <p:nvSpPr>
          <p:cNvPr id="1676" name="Shape 1674"/>
          <p:cNvSpPr/>
          <p:nvPr/>
        </p:nvSpPr>
        <p:spPr>
          <a:xfrm>
            <a:off x="6326429" y="4796770"/>
            <a:ext cx="127407" cy="0"/>
          </a:xfrm>
          <a:prstGeom prst="line">
            <a:avLst/>
          </a:prstGeom>
          <a:noFill/>
          <a:ln w="15875">
            <a:solidFill>
              <a:srgbClr val="B48A12">
                <a:alpha val="76000"/>
              </a:srgbClr>
            </a:solidFill>
            <a:prstDash val="dot"/>
            <a:headEnd type="none"/>
            <a:tailEnd type="none"/>
          </a:ln>
        </p:spPr>
      </p:sp>
      <p:sp>
        <p:nvSpPr>
          <p:cNvPr id="1677" name="Shape 1675"/>
          <p:cNvSpPr/>
          <p:nvPr/>
        </p:nvSpPr>
        <p:spPr>
          <a:xfrm>
            <a:off x="6451092" y="4794027"/>
            <a:ext cx="0" cy="27411"/>
          </a:xfrm>
          <a:prstGeom prst="line">
            <a:avLst/>
          </a:prstGeom>
          <a:noFill/>
          <a:ln w="15875">
            <a:solidFill>
              <a:srgbClr val="B48A12">
                <a:alpha val="76000"/>
              </a:srgbClr>
            </a:solidFill>
            <a:prstDash val="dot"/>
            <a:headEnd type="none"/>
            <a:tailEnd type="none"/>
          </a:ln>
        </p:spPr>
      </p:sp>
      <p:sp>
        <p:nvSpPr>
          <p:cNvPr id="1678" name="Shape 1676"/>
          <p:cNvSpPr/>
          <p:nvPr/>
        </p:nvSpPr>
        <p:spPr>
          <a:xfrm>
            <a:off x="6451092" y="4818694"/>
            <a:ext cx="127407" cy="0"/>
          </a:xfrm>
          <a:prstGeom prst="line">
            <a:avLst/>
          </a:prstGeom>
          <a:noFill/>
          <a:ln w="15875">
            <a:solidFill>
              <a:srgbClr val="B48A12">
                <a:alpha val="76000"/>
              </a:srgbClr>
            </a:solidFill>
            <a:prstDash val="dot"/>
            <a:headEnd type="none"/>
            <a:tailEnd type="none"/>
          </a:ln>
        </p:spPr>
      </p:sp>
      <p:sp>
        <p:nvSpPr>
          <p:cNvPr id="1679" name="Shape 1677"/>
          <p:cNvSpPr/>
          <p:nvPr/>
        </p:nvSpPr>
        <p:spPr>
          <a:xfrm>
            <a:off x="6575755" y="4815951"/>
            <a:ext cx="0" cy="23485"/>
          </a:xfrm>
          <a:prstGeom prst="line">
            <a:avLst/>
          </a:prstGeom>
          <a:noFill/>
          <a:ln w="15875">
            <a:solidFill>
              <a:srgbClr val="B48A12">
                <a:alpha val="76000"/>
              </a:srgbClr>
            </a:solidFill>
            <a:prstDash val="dot"/>
            <a:headEnd type="none"/>
            <a:tailEnd type="none"/>
          </a:ln>
        </p:spPr>
      </p:sp>
      <p:sp>
        <p:nvSpPr>
          <p:cNvPr id="1680" name="Shape 1678"/>
          <p:cNvSpPr/>
          <p:nvPr/>
        </p:nvSpPr>
        <p:spPr>
          <a:xfrm>
            <a:off x="6575755" y="4836693"/>
            <a:ext cx="127406" cy="0"/>
          </a:xfrm>
          <a:prstGeom prst="line">
            <a:avLst/>
          </a:prstGeom>
          <a:noFill/>
          <a:ln w="15875">
            <a:solidFill>
              <a:srgbClr val="B48A12">
                <a:alpha val="76000"/>
              </a:srgbClr>
            </a:solidFill>
            <a:prstDash val="dot"/>
            <a:headEnd type="none"/>
            <a:tailEnd type="none"/>
          </a:ln>
        </p:spPr>
      </p:sp>
      <p:sp>
        <p:nvSpPr>
          <p:cNvPr id="1681" name="Shape 1679"/>
          <p:cNvSpPr/>
          <p:nvPr/>
        </p:nvSpPr>
        <p:spPr>
          <a:xfrm>
            <a:off x="6700418" y="4833950"/>
            <a:ext cx="0" cy="22436"/>
          </a:xfrm>
          <a:prstGeom prst="line">
            <a:avLst/>
          </a:prstGeom>
          <a:noFill/>
          <a:ln w="15875">
            <a:solidFill>
              <a:srgbClr val="B48A12">
                <a:alpha val="76000"/>
              </a:srgbClr>
            </a:solidFill>
            <a:prstDash val="dot"/>
            <a:headEnd type="none"/>
            <a:tailEnd type="none"/>
          </a:ln>
        </p:spPr>
      </p:sp>
      <p:sp>
        <p:nvSpPr>
          <p:cNvPr id="1682" name="Shape 1680"/>
          <p:cNvSpPr/>
          <p:nvPr/>
        </p:nvSpPr>
        <p:spPr>
          <a:xfrm>
            <a:off x="6700418" y="4853642"/>
            <a:ext cx="127407" cy="0"/>
          </a:xfrm>
          <a:prstGeom prst="line">
            <a:avLst/>
          </a:prstGeom>
          <a:noFill/>
          <a:ln w="15875">
            <a:solidFill>
              <a:srgbClr val="B48A12">
                <a:alpha val="76000"/>
              </a:srgbClr>
            </a:solidFill>
            <a:prstDash val="dot"/>
            <a:headEnd type="none"/>
            <a:tailEnd type="none"/>
          </a:ln>
        </p:spPr>
      </p:sp>
      <p:sp>
        <p:nvSpPr>
          <p:cNvPr id="1683" name="Shape 1681"/>
          <p:cNvSpPr/>
          <p:nvPr/>
        </p:nvSpPr>
        <p:spPr>
          <a:xfrm>
            <a:off x="6825082" y="4850899"/>
            <a:ext cx="0" cy="6348"/>
          </a:xfrm>
          <a:prstGeom prst="line">
            <a:avLst/>
          </a:prstGeom>
          <a:noFill/>
          <a:ln w="15875">
            <a:solidFill>
              <a:srgbClr val="B48A12">
                <a:alpha val="76000"/>
              </a:srgbClr>
            </a:solidFill>
            <a:prstDash val="dot"/>
            <a:headEnd type="none"/>
            <a:tailEnd type="none"/>
          </a:ln>
        </p:spPr>
      </p:sp>
      <p:sp>
        <p:nvSpPr>
          <p:cNvPr id="1684" name="Shape 1682"/>
          <p:cNvSpPr/>
          <p:nvPr/>
        </p:nvSpPr>
        <p:spPr>
          <a:xfrm>
            <a:off x="6825082" y="4854504"/>
            <a:ext cx="127407" cy="0"/>
          </a:xfrm>
          <a:prstGeom prst="line">
            <a:avLst/>
          </a:prstGeom>
          <a:noFill/>
          <a:ln w="15875">
            <a:solidFill>
              <a:srgbClr val="B48A12">
                <a:alpha val="76000"/>
              </a:srgbClr>
            </a:solidFill>
            <a:prstDash val="dot"/>
            <a:headEnd type="none"/>
            <a:tailEnd type="none"/>
          </a:ln>
        </p:spPr>
      </p:sp>
      <p:sp>
        <p:nvSpPr>
          <p:cNvPr id="1685" name="Shape 1683"/>
          <p:cNvSpPr/>
          <p:nvPr/>
        </p:nvSpPr>
        <p:spPr>
          <a:xfrm>
            <a:off x="6949745" y="4847633"/>
            <a:ext cx="0" cy="9614"/>
          </a:xfrm>
          <a:prstGeom prst="line">
            <a:avLst/>
          </a:prstGeom>
          <a:noFill/>
          <a:ln w="15875">
            <a:solidFill>
              <a:srgbClr val="B48A12">
                <a:alpha val="76000"/>
              </a:srgbClr>
            </a:solidFill>
            <a:prstDash val="dot"/>
            <a:headEnd type="none"/>
            <a:tailEnd type="none"/>
          </a:ln>
        </p:spPr>
      </p:sp>
      <p:sp>
        <p:nvSpPr>
          <p:cNvPr id="1686" name="Shape 1684"/>
          <p:cNvSpPr/>
          <p:nvPr/>
        </p:nvSpPr>
        <p:spPr>
          <a:xfrm>
            <a:off x="6949745" y="4850376"/>
            <a:ext cx="127406" cy="0"/>
          </a:xfrm>
          <a:prstGeom prst="line">
            <a:avLst/>
          </a:prstGeom>
          <a:noFill/>
          <a:ln w="15875">
            <a:solidFill>
              <a:srgbClr val="B48A12">
                <a:alpha val="76000"/>
              </a:srgbClr>
            </a:solidFill>
            <a:prstDash val="dot"/>
            <a:headEnd type="none"/>
            <a:tailEnd type="none"/>
          </a:ln>
        </p:spPr>
      </p:sp>
      <p:sp>
        <p:nvSpPr>
          <p:cNvPr id="1687" name="Shape 1685"/>
          <p:cNvSpPr/>
          <p:nvPr/>
        </p:nvSpPr>
        <p:spPr>
          <a:xfrm>
            <a:off x="7074408" y="4832991"/>
            <a:ext cx="0" cy="20128"/>
          </a:xfrm>
          <a:prstGeom prst="line">
            <a:avLst/>
          </a:prstGeom>
          <a:noFill/>
          <a:ln w="15875">
            <a:solidFill>
              <a:srgbClr val="B48A12">
                <a:alpha val="76000"/>
              </a:srgbClr>
            </a:solidFill>
            <a:prstDash val="dot"/>
            <a:headEnd type="none"/>
            <a:tailEnd type="none"/>
          </a:ln>
        </p:spPr>
      </p:sp>
      <p:sp>
        <p:nvSpPr>
          <p:cNvPr id="1688" name="Shape 1686"/>
          <p:cNvSpPr/>
          <p:nvPr/>
        </p:nvSpPr>
        <p:spPr>
          <a:xfrm>
            <a:off x="7074408" y="4835734"/>
            <a:ext cx="127407" cy="0"/>
          </a:xfrm>
          <a:prstGeom prst="line">
            <a:avLst/>
          </a:prstGeom>
          <a:noFill/>
          <a:ln w="15875">
            <a:solidFill>
              <a:srgbClr val="B48A12">
                <a:alpha val="76000"/>
              </a:srgbClr>
            </a:solidFill>
            <a:prstDash val="dot"/>
            <a:headEnd type="none"/>
            <a:tailEnd type="none"/>
          </a:ln>
        </p:spPr>
      </p:sp>
      <p:sp>
        <p:nvSpPr>
          <p:cNvPr id="1689" name="Shape 1687"/>
          <p:cNvSpPr/>
          <p:nvPr/>
        </p:nvSpPr>
        <p:spPr>
          <a:xfrm>
            <a:off x="7199071" y="4815474"/>
            <a:ext cx="0" cy="23003"/>
          </a:xfrm>
          <a:prstGeom prst="line">
            <a:avLst/>
          </a:prstGeom>
          <a:noFill/>
          <a:ln w="15875">
            <a:solidFill>
              <a:srgbClr val="B48A12">
                <a:alpha val="76000"/>
              </a:srgbClr>
            </a:solidFill>
            <a:prstDash val="dot"/>
            <a:headEnd type="none"/>
            <a:tailEnd type="none"/>
          </a:ln>
        </p:spPr>
      </p:sp>
      <p:sp>
        <p:nvSpPr>
          <p:cNvPr id="1690" name="Shape 1688"/>
          <p:cNvSpPr/>
          <p:nvPr/>
        </p:nvSpPr>
        <p:spPr>
          <a:xfrm>
            <a:off x="7199071" y="4818217"/>
            <a:ext cx="127407" cy="0"/>
          </a:xfrm>
          <a:prstGeom prst="line">
            <a:avLst/>
          </a:prstGeom>
          <a:noFill/>
          <a:ln w="15875">
            <a:solidFill>
              <a:srgbClr val="B48A12">
                <a:alpha val="76000"/>
              </a:srgbClr>
            </a:solidFill>
            <a:prstDash val="dot"/>
            <a:headEnd type="none"/>
            <a:tailEnd type="none"/>
          </a:ln>
        </p:spPr>
      </p:sp>
      <p:sp>
        <p:nvSpPr>
          <p:cNvPr id="1691" name="Shape 1689"/>
          <p:cNvSpPr/>
          <p:nvPr/>
        </p:nvSpPr>
        <p:spPr>
          <a:xfrm>
            <a:off x="7323735" y="4806528"/>
            <a:ext cx="0" cy="14432"/>
          </a:xfrm>
          <a:prstGeom prst="line">
            <a:avLst/>
          </a:prstGeom>
          <a:noFill/>
          <a:ln w="15875">
            <a:solidFill>
              <a:srgbClr val="B48A12">
                <a:alpha val="76000"/>
              </a:srgbClr>
            </a:solidFill>
            <a:prstDash val="dot"/>
            <a:headEnd type="none"/>
            <a:tailEnd type="none"/>
          </a:ln>
        </p:spPr>
      </p:sp>
      <p:sp>
        <p:nvSpPr>
          <p:cNvPr id="1692" name="Shape 1690"/>
          <p:cNvSpPr/>
          <p:nvPr/>
        </p:nvSpPr>
        <p:spPr>
          <a:xfrm>
            <a:off x="7323735" y="4809271"/>
            <a:ext cx="127406" cy="0"/>
          </a:xfrm>
          <a:prstGeom prst="line">
            <a:avLst/>
          </a:prstGeom>
          <a:noFill/>
          <a:ln w="15875">
            <a:solidFill>
              <a:srgbClr val="B48A12">
                <a:alpha val="76000"/>
              </a:srgbClr>
            </a:solidFill>
            <a:prstDash val="dot"/>
            <a:headEnd type="none"/>
            <a:tailEnd type="none"/>
          </a:ln>
        </p:spPr>
      </p:sp>
      <p:sp>
        <p:nvSpPr>
          <p:cNvPr id="1693" name="Shape 1691"/>
          <p:cNvSpPr/>
          <p:nvPr/>
        </p:nvSpPr>
        <p:spPr>
          <a:xfrm>
            <a:off x="7448397" y="4806429"/>
            <a:ext cx="0" cy="5586"/>
          </a:xfrm>
          <a:prstGeom prst="line">
            <a:avLst/>
          </a:prstGeom>
          <a:noFill/>
          <a:ln w="15875">
            <a:solidFill>
              <a:srgbClr val="B48A12">
                <a:alpha val="76000"/>
              </a:srgbClr>
            </a:solidFill>
            <a:prstDash val="dot"/>
            <a:headEnd type="none"/>
            <a:tailEnd type="none"/>
          </a:ln>
        </p:spPr>
      </p:sp>
      <p:sp>
        <p:nvSpPr>
          <p:cNvPr id="1694" name="Shape 1692"/>
          <p:cNvSpPr/>
          <p:nvPr/>
        </p:nvSpPr>
        <p:spPr>
          <a:xfrm>
            <a:off x="7448397" y="4809172"/>
            <a:ext cx="127407" cy="0"/>
          </a:xfrm>
          <a:prstGeom prst="line">
            <a:avLst/>
          </a:prstGeom>
          <a:noFill/>
          <a:ln w="15875">
            <a:solidFill>
              <a:srgbClr val="B48A12">
                <a:alpha val="76000"/>
              </a:srgbClr>
            </a:solidFill>
            <a:prstDash val="dot"/>
            <a:headEnd type="none"/>
            <a:tailEnd type="none"/>
          </a:ln>
        </p:spPr>
      </p:sp>
      <p:sp>
        <p:nvSpPr>
          <p:cNvPr id="1695" name="Shape 1693"/>
          <p:cNvSpPr/>
          <p:nvPr/>
        </p:nvSpPr>
        <p:spPr>
          <a:xfrm>
            <a:off x="7573061" y="4806429"/>
            <a:ext cx="0" cy="18736"/>
          </a:xfrm>
          <a:prstGeom prst="line">
            <a:avLst/>
          </a:prstGeom>
          <a:noFill/>
          <a:ln w="15875">
            <a:solidFill>
              <a:srgbClr val="B48A12">
                <a:alpha val="76000"/>
              </a:srgbClr>
            </a:solidFill>
            <a:prstDash val="dot"/>
            <a:headEnd type="none"/>
            <a:tailEnd type="none"/>
          </a:ln>
        </p:spPr>
      </p:sp>
      <p:sp>
        <p:nvSpPr>
          <p:cNvPr id="1696" name="Shape 1694"/>
          <p:cNvSpPr/>
          <p:nvPr/>
        </p:nvSpPr>
        <p:spPr>
          <a:xfrm>
            <a:off x="7573061" y="4822422"/>
            <a:ext cx="127407" cy="0"/>
          </a:xfrm>
          <a:prstGeom prst="line">
            <a:avLst/>
          </a:prstGeom>
          <a:noFill/>
          <a:ln w="15875">
            <a:solidFill>
              <a:srgbClr val="B48A12">
                <a:alpha val="76000"/>
              </a:srgbClr>
            </a:solidFill>
            <a:prstDash val="dot"/>
            <a:headEnd type="none"/>
            <a:tailEnd type="none"/>
          </a:ln>
        </p:spPr>
      </p:sp>
      <p:sp>
        <p:nvSpPr>
          <p:cNvPr id="1697" name="Shape 1695"/>
          <p:cNvSpPr/>
          <p:nvPr/>
        </p:nvSpPr>
        <p:spPr>
          <a:xfrm>
            <a:off x="7697724" y="4819679"/>
            <a:ext cx="0" cy="6967"/>
          </a:xfrm>
          <a:prstGeom prst="line">
            <a:avLst/>
          </a:prstGeom>
          <a:noFill/>
          <a:ln w="15875">
            <a:solidFill>
              <a:srgbClr val="B48A12">
                <a:alpha val="76000"/>
              </a:srgbClr>
            </a:solidFill>
            <a:prstDash val="dot"/>
            <a:headEnd type="none"/>
            <a:tailEnd type="none"/>
          </a:ln>
        </p:spPr>
      </p:sp>
      <p:sp>
        <p:nvSpPr>
          <p:cNvPr id="1698" name="Shape 1696"/>
          <p:cNvSpPr/>
          <p:nvPr/>
        </p:nvSpPr>
        <p:spPr>
          <a:xfrm>
            <a:off x="7697724" y="4823902"/>
            <a:ext cx="127406" cy="0"/>
          </a:xfrm>
          <a:prstGeom prst="line">
            <a:avLst/>
          </a:prstGeom>
          <a:noFill/>
          <a:ln w="15875">
            <a:solidFill>
              <a:srgbClr val="B48A12">
                <a:alpha val="76000"/>
              </a:srgbClr>
            </a:solidFill>
            <a:prstDash val="dot"/>
            <a:headEnd type="none"/>
            <a:tailEnd type="none"/>
          </a:ln>
        </p:spPr>
      </p:sp>
      <p:sp>
        <p:nvSpPr>
          <p:cNvPr id="1699" name="Shape 1697"/>
          <p:cNvSpPr/>
          <p:nvPr/>
        </p:nvSpPr>
        <p:spPr>
          <a:xfrm>
            <a:off x="7822387" y="4747954"/>
            <a:ext cx="0" cy="78691"/>
          </a:xfrm>
          <a:prstGeom prst="line">
            <a:avLst/>
          </a:prstGeom>
          <a:noFill/>
          <a:ln w="15875">
            <a:solidFill>
              <a:srgbClr val="B48A12">
                <a:alpha val="76000"/>
              </a:srgbClr>
            </a:solidFill>
            <a:prstDash val="dot"/>
            <a:headEnd type="none"/>
            <a:tailEnd type="none"/>
          </a:ln>
        </p:spPr>
      </p:sp>
      <p:sp>
        <p:nvSpPr>
          <p:cNvPr id="1700" name="Shape 1698"/>
          <p:cNvSpPr/>
          <p:nvPr/>
        </p:nvSpPr>
        <p:spPr>
          <a:xfrm>
            <a:off x="7822387" y="4750698"/>
            <a:ext cx="127407" cy="0"/>
          </a:xfrm>
          <a:prstGeom prst="line">
            <a:avLst/>
          </a:prstGeom>
          <a:noFill/>
          <a:ln w="15875">
            <a:solidFill>
              <a:srgbClr val="B48A12">
                <a:alpha val="76000"/>
              </a:srgbClr>
            </a:solidFill>
            <a:prstDash val="dot"/>
            <a:headEnd type="none"/>
            <a:tailEnd type="none"/>
          </a:ln>
        </p:spPr>
      </p:sp>
      <p:sp>
        <p:nvSpPr>
          <p:cNvPr id="1701" name="Shape 1699"/>
          <p:cNvSpPr/>
          <p:nvPr/>
        </p:nvSpPr>
        <p:spPr>
          <a:xfrm>
            <a:off x="7947050" y="4741059"/>
            <a:ext cx="0" cy="12382"/>
          </a:xfrm>
          <a:prstGeom prst="line">
            <a:avLst/>
          </a:prstGeom>
          <a:noFill/>
          <a:ln w="15875">
            <a:solidFill>
              <a:srgbClr val="B48A12">
                <a:alpha val="76000"/>
              </a:srgbClr>
            </a:solidFill>
            <a:prstDash val="dot"/>
            <a:headEnd type="none"/>
            <a:tailEnd type="none"/>
          </a:ln>
        </p:spPr>
      </p:sp>
      <p:sp>
        <p:nvSpPr>
          <p:cNvPr id="1702" name="Shape 1700"/>
          <p:cNvSpPr/>
          <p:nvPr/>
        </p:nvSpPr>
        <p:spPr>
          <a:xfrm>
            <a:off x="7947050" y="4743802"/>
            <a:ext cx="127407" cy="0"/>
          </a:xfrm>
          <a:prstGeom prst="line">
            <a:avLst/>
          </a:prstGeom>
          <a:noFill/>
          <a:ln w="15875">
            <a:solidFill>
              <a:srgbClr val="B48A12">
                <a:alpha val="76000"/>
              </a:srgbClr>
            </a:solidFill>
            <a:prstDash val="dot"/>
            <a:headEnd type="none"/>
            <a:tailEnd type="none"/>
          </a:ln>
        </p:spPr>
      </p:sp>
      <p:sp>
        <p:nvSpPr>
          <p:cNvPr id="1703" name="Shape 1701"/>
          <p:cNvSpPr/>
          <p:nvPr/>
        </p:nvSpPr>
        <p:spPr>
          <a:xfrm>
            <a:off x="8071714" y="4725066"/>
            <a:ext cx="0" cy="21479"/>
          </a:xfrm>
          <a:prstGeom prst="line">
            <a:avLst/>
          </a:prstGeom>
          <a:noFill/>
          <a:ln w="15875">
            <a:solidFill>
              <a:srgbClr val="B48A12">
                <a:alpha val="76000"/>
              </a:srgbClr>
            </a:solidFill>
            <a:prstDash val="dot"/>
            <a:headEnd type="none"/>
            <a:tailEnd type="none"/>
          </a:ln>
        </p:spPr>
      </p:sp>
      <p:sp>
        <p:nvSpPr>
          <p:cNvPr id="1704" name="Shape 1702"/>
          <p:cNvSpPr/>
          <p:nvPr/>
        </p:nvSpPr>
        <p:spPr>
          <a:xfrm>
            <a:off x="8071714" y="4727809"/>
            <a:ext cx="127406" cy="0"/>
          </a:xfrm>
          <a:prstGeom prst="line">
            <a:avLst/>
          </a:prstGeom>
          <a:noFill/>
          <a:ln w="15875">
            <a:solidFill>
              <a:srgbClr val="B48A12">
                <a:alpha val="76000"/>
              </a:srgbClr>
            </a:solidFill>
            <a:prstDash val="dot"/>
            <a:headEnd type="none"/>
            <a:tailEnd type="none"/>
          </a:ln>
        </p:spPr>
      </p:sp>
      <p:sp>
        <p:nvSpPr>
          <p:cNvPr id="1705" name="Shape 1703"/>
          <p:cNvSpPr/>
          <p:nvPr/>
        </p:nvSpPr>
        <p:spPr>
          <a:xfrm>
            <a:off x="8196377" y="4708578"/>
            <a:ext cx="0" cy="21974"/>
          </a:xfrm>
          <a:prstGeom prst="line">
            <a:avLst/>
          </a:prstGeom>
          <a:noFill/>
          <a:ln w="15875">
            <a:solidFill>
              <a:srgbClr val="B48A12">
                <a:alpha val="76000"/>
              </a:srgbClr>
            </a:solidFill>
            <a:prstDash val="dot"/>
            <a:headEnd type="none"/>
            <a:tailEnd type="none"/>
          </a:ln>
        </p:spPr>
      </p:sp>
      <p:sp>
        <p:nvSpPr>
          <p:cNvPr id="1706" name="Shape 1704"/>
          <p:cNvSpPr/>
          <p:nvPr/>
        </p:nvSpPr>
        <p:spPr>
          <a:xfrm>
            <a:off x="8196377" y="4711321"/>
            <a:ext cx="127407" cy="0"/>
          </a:xfrm>
          <a:prstGeom prst="line">
            <a:avLst/>
          </a:prstGeom>
          <a:noFill/>
          <a:ln w="15875">
            <a:solidFill>
              <a:srgbClr val="B48A12">
                <a:alpha val="76000"/>
              </a:srgbClr>
            </a:solidFill>
            <a:prstDash val="dot"/>
            <a:headEnd type="none"/>
            <a:tailEnd type="none"/>
          </a:ln>
        </p:spPr>
      </p:sp>
      <p:sp>
        <p:nvSpPr>
          <p:cNvPr id="1707" name="Shape 1705"/>
          <p:cNvSpPr/>
          <p:nvPr/>
        </p:nvSpPr>
        <p:spPr>
          <a:xfrm>
            <a:off x="8321040" y="4680516"/>
            <a:ext cx="0" cy="33548"/>
          </a:xfrm>
          <a:prstGeom prst="line">
            <a:avLst/>
          </a:prstGeom>
          <a:noFill/>
          <a:ln w="15875">
            <a:solidFill>
              <a:srgbClr val="B48A12">
                <a:alpha val="76000"/>
              </a:srgbClr>
            </a:solidFill>
            <a:prstDash val="dot"/>
            <a:headEnd type="none"/>
            <a:tailEnd type="none"/>
          </a:ln>
        </p:spPr>
      </p:sp>
      <p:sp>
        <p:nvSpPr>
          <p:cNvPr id="1708" name="Shape 1706"/>
          <p:cNvSpPr/>
          <p:nvPr/>
        </p:nvSpPr>
        <p:spPr>
          <a:xfrm>
            <a:off x="841248" y="2254211"/>
            <a:ext cx="127407" cy="0"/>
          </a:xfrm>
          <a:prstGeom prst="line">
            <a:avLst/>
          </a:prstGeom>
          <a:noFill/>
          <a:ln w="25400">
            <a:solidFill>
              <a:srgbClr val="5C4DB7"/>
            </a:solidFill>
            <a:prstDash val="solid"/>
            <a:headEnd type="none"/>
            <a:tailEnd type="none"/>
          </a:ln>
        </p:spPr>
      </p:sp>
      <p:sp>
        <p:nvSpPr>
          <p:cNvPr id="1709" name="Shape 1707"/>
          <p:cNvSpPr/>
          <p:nvPr/>
        </p:nvSpPr>
        <p:spPr>
          <a:xfrm>
            <a:off x="965911" y="2235633"/>
            <a:ext cx="0" cy="21320"/>
          </a:xfrm>
          <a:prstGeom prst="line">
            <a:avLst/>
          </a:prstGeom>
          <a:noFill/>
          <a:ln w="25400">
            <a:solidFill>
              <a:srgbClr val="5C4DB7"/>
            </a:solidFill>
            <a:prstDash val="solid"/>
            <a:headEnd type="none"/>
            <a:tailEnd type="none"/>
          </a:ln>
        </p:spPr>
      </p:sp>
      <p:sp>
        <p:nvSpPr>
          <p:cNvPr id="1710" name="Shape 1708"/>
          <p:cNvSpPr/>
          <p:nvPr/>
        </p:nvSpPr>
        <p:spPr>
          <a:xfrm>
            <a:off x="965911" y="2238377"/>
            <a:ext cx="127406" cy="0"/>
          </a:xfrm>
          <a:prstGeom prst="line">
            <a:avLst/>
          </a:prstGeom>
          <a:noFill/>
          <a:ln w="25400">
            <a:solidFill>
              <a:srgbClr val="5C4DB7"/>
            </a:solidFill>
            <a:prstDash val="solid"/>
            <a:headEnd type="none"/>
            <a:tailEnd type="none"/>
          </a:ln>
        </p:spPr>
      </p:sp>
      <p:sp>
        <p:nvSpPr>
          <p:cNvPr id="1711" name="Shape 1709"/>
          <p:cNvSpPr/>
          <p:nvPr/>
        </p:nvSpPr>
        <p:spPr>
          <a:xfrm>
            <a:off x="1090574" y="2235633"/>
            <a:ext cx="0" cy="14004"/>
          </a:xfrm>
          <a:prstGeom prst="line">
            <a:avLst/>
          </a:prstGeom>
          <a:noFill/>
          <a:ln w="25400">
            <a:solidFill>
              <a:srgbClr val="5C4DB7"/>
            </a:solidFill>
            <a:prstDash val="solid"/>
            <a:headEnd type="none"/>
            <a:tailEnd type="none"/>
          </a:ln>
        </p:spPr>
      </p:sp>
      <p:sp>
        <p:nvSpPr>
          <p:cNvPr id="1712" name="Shape 1710"/>
          <p:cNvSpPr/>
          <p:nvPr/>
        </p:nvSpPr>
        <p:spPr>
          <a:xfrm>
            <a:off x="1090574" y="2246894"/>
            <a:ext cx="127407" cy="0"/>
          </a:xfrm>
          <a:prstGeom prst="line">
            <a:avLst/>
          </a:prstGeom>
          <a:noFill/>
          <a:ln w="25400">
            <a:solidFill>
              <a:srgbClr val="5C4DB7"/>
            </a:solidFill>
            <a:prstDash val="solid"/>
            <a:headEnd type="none"/>
            <a:tailEnd type="none"/>
          </a:ln>
        </p:spPr>
      </p:sp>
      <p:sp>
        <p:nvSpPr>
          <p:cNvPr id="1713" name="Shape 1711"/>
          <p:cNvSpPr/>
          <p:nvPr/>
        </p:nvSpPr>
        <p:spPr>
          <a:xfrm>
            <a:off x="1215238" y="2244151"/>
            <a:ext cx="0" cy="20311"/>
          </a:xfrm>
          <a:prstGeom prst="line">
            <a:avLst/>
          </a:prstGeom>
          <a:noFill/>
          <a:ln w="25400">
            <a:solidFill>
              <a:srgbClr val="5C4DB7"/>
            </a:solidFill>
            <a:prstDash val="solid"/>
            <a:headEnd type="none"/>
            <a:tailEnd type="none"/>
          </a:ln>
        </p:spPr>
      </p:sp>
      <p:sp>
        <p:nvSpPr>
          <p:cNvPr id="1714" name="Shape 1712"/>
          <p:cNvSpPr/>
          <p:nvPr/>
        </p:nvSpPr>
        <p:spPr>
          <a:xfrm>
            <a:off x="1215238" y="2261719"/>
            <a:ext cx="127407" cy="0"/>
          </a:xfrm>
          <a:prstGeom prst="line">
            <a:avLst/>
          </a:prstGeom>
          <a:noFill/>
          <a:ln w="25400">
            <a:solidFill>
              <a:srgbClr val="5C4DB7"/>
            </a:solidFill>
            <a:prstDash val="solid"/>
            <a:headEnd type="none"/>
            <a:tailEnd type="none"/>
          </a:ln>
        </p:spPr>
      </p:sp>
      <p:sp>
        <p:nvSpPr>
          <p:cNvPr id="1715" name="Shape 1713"/>
          <p:cNvSpPr/>
          <p:nvPr/>
        </p:nvSpPr>
        <p:spPr>
          <a:xfrm>
            <a:off x="1339901" y="2258976"/>
            <a:ext cx="0" cy="26650"/>
          </a:xfrm>
          <a:prstGeom prst="line">
            <a:avLst/>
          </a:prstGeom>
          <a:noFill/>
          <a:ln w="25400">
            <a:solidFill>
              <a:srgbClr val="5C4DB7"/>
            </a:solidFill>
            <a:prstDash val="solid"/>
            <a:headEnd type="none"/>
            <a:tailEnd type="none"/>
          </a:ln>
        </p:spPr>
      </p:sp>
      <p:sp>
        <p:nvSpPr>
          <p:cNvPr id="1716" name="Shape 1714"/>
          <p:cNvSpPr/>
          <p:nvPr/>
        </p:nvSpPr>
        <p:spPr>
          <a:xfrm>
            <a:off x="1339901" y="2282883"/>
            <a:ext cx="127406" cy="0"/>
          </a:xfrm>
          <a:prstGeom prst="line">
            <a:avLst/>
          </a:prstGeom>
          <a:noFill/>
          <a:ln w="25400">
            <a:solidFill>
              <a:srgbClr val="5C4DB7"/>
            </a:solidFill>
            <a:prstDash val="solid"/>
            <a:headEnd type="none"/>
            <a:tailEnd type="none"/>
          </a:ln>
        </p:spPr>
      </p:sp>
      <p:sp>
        <p:nvSpPr>
          <p:cNvPr id="1717" name="Shape 1715"/>
          <p:cNvSpPr/>
          <p:nvPr/>
        </p:nvSpPr>
        <p:spPr>
          <a:xfrm>
            <a:off x="1464564" y="2280140"/>
            <a:ext cx="0" cy="32664"/>
          </a:xfrm>
          <a:prstGeom prst="line">
            <a:avLst/>
          </a:prstGeom>
          <a:noFill/>
          <a:ln w="25400">
            <a:solidFill>
              <a:srgbClr val="5C4DB7"/>
            </a:solidFill>
            <a:prstDash val="solid"/>
            <a:headEnd type="none"/>
            <a:tailEnd type="none"/>
          </a:ln>
        </p:spPr>
      </p:sp>
      <p:sp>
        <p:nvSpPr>
          <p:cNvPr id="1718" name="Shape 1716"/>
          <p:cNvSpPr/>
          <p:nvPr/>
        </p:nvSpPr>
        <p:spPr>
          <a:xfrm>
            <a:off x="1464564" y="2310060"/>
            <a:ext cx="127407" cy="0"/>
          </a:xfrm>
          <a:prstGeom prst="line">
            <a:avLst/>
          </a:prstGeom>
          <a:noFill/>
          <a:ln w="25400">
            <a:solidFill>
              <a:srgbClr val="5C4DB7"/>
            </a:solidFill>
            <a:prstDash val="solid"/>
            <a:headEnd type="none"/>
            <a:tailEnd type="none"/>
          </a:ln>
        </p:spPr>
      </p:sp>
      <p:sp>
        <p:nvSpPr>
          <p:cNvPr id="1719" name="Shape 1717"/>
          <p:cNvSpPr/>
          <p:nvPr/>
        </p:nvSpPr>
        <p:spPr>
          <a:xfrm>
            <a:off x="1589227" y="2307317"/>
            <a:ext cx="0" cy="37595"/>
          </a:xfrm>
          <a:prstGeom prst="line">
            <a:avLst/>
          </a:prstGeom>
          <a:noFill/>
          <a:ln w="25400">
            <a:solidFill>
              <a:srgbClr val="5C4DB7"/>
            </a:solidFill>
            <a:prstDash val="solid"/>
            <a:headEnd type="none"/>
            <a:tailEnd type="none"/>
          </a:ln>
        </p:spPr>
      </p:sp>
      <p:sp>
        <p:nvSpPr>
          <p:cNvPr id="1720" name="Shape 1718"/>
          <p:cNvSpPr/>
          <p:nvPr/>
        </p:nvSpPr>
        <p:spPr>
          <a:xfrm>
            <a:off x="1589227" y="2342169"/>
            <a:ext cx="127407" cy="0"/>
          </a:xfrm>
          <a:prstGeom prst="line">
            <a:avLst/>
          </a:prstGeom>
          <a:noFill/>
          <a:ln w="25400">
            <a:solidFill>
              <a:srgbClr val="5C4DB7"/>
            </a:solidFill>
            <a:prstDash val="solid"/>
            <a:headEnd type="none"/>
            <a:tailEnd type="none"/>
          </a:ln>
        </p:spPr>
      </p:sp>
      <p:sp>
        <p:nvSpPr>
          <p:cNvPr id="1721" name="Shape 1719"/>
          <p:cNvSpPr/>
          <p:nvPr/>
        </p:nvSpPr>
        <p:spPr>
          <a:xfrm>
            <a:off x="1713891" y="2339426"/>
            <a:ext cx="0" cy="42447"/>
          </a:xfrm>
          <a:prstGeom prst="line">
            <a:avLst/>
          </a:prstGeom>
          <a:noFill/>
          <a:ln w="25400">
            <a:solidFill>
              <a:srgbClr val="5C4DB7"/>
            </a:solidFill>
            <a:prstDash val="solid"/>
            <a:headEnd type="none"/>
            <a:tailEnd type="none"/>
          </a:ln>
        </p:spPr>
      </p:sp>
      <p:sp>
        <p:nvSpPr>
          <p:cNvPr id="1722" name="Shape 1720"/>
          <p:cNvSpPr/>
          <p:nvPr/>
        </p:nvSpPr>
        <p:spPr>
          <a:xfrm>
            <a:off x="1713891" y="2379130"/>
            <a:ext cx="127406" cy="0"/>
          </a:xfrm>
          <a:prstGeom prst="line">
            <a:avLst/>
          </a:prstGeom>
          <a:noFill/>
          <a:ln w="25400">
            <a:solidFill>
              <a:srgbClr val="5C4DB7"/>
            </a:solidFill>
            <a:prstDash val="solid"/>
            <a:headEnd type="none"/>
            <a:tailEnd type="none"/>
          </a:ln>
        </p:spPr>
      </p:sp>
      <p:sp>
        <p:nvSpPr>
          <p:cNvPr id="1723" name="Shape 1721"/>
          <p:cNvSpPr/>
          <p:nvPr/>
        </p:nvSpPr>
        <p:spPr>
          <a:xfrm>
            <a:off x="1838553" y="2376387"/>
            <a:ext cx="0" cy="46836"/>
          </a:xfrm>
          <a:prstGeom prst="line">
            <a:avLst/>
          </a:prstGeom>
          <a:noFill/>
          <a:ln w="25400">
            <a:solidFill>
              <a:srgbClr val="5C4DB7"/>
            </a:solidFill>
            <a:prstDash val="solid"/>
            <a:headEnd type="none"/>
            <a:tailEnd type="none"/>
          </a:ln>
        </p:spPr>
      </p:sp>
      <p:sp>
        <p:nvSpPr>
          <p:cNvPr id="1724" name="Shape 1722"/>
          <p:cNvSpPr/>
          <p:nvPr/>
        </p:nvSpPr>
        <p:spPr>
          <a:xfrm>
            <a:off x="1838553" y="2420479"/>
            <a:ext cx="127407" cy="0"/>
          </a:xfrm>
          <a:prstGeom prst="line">
            <a:avLst/>
          </a:prstGeom>
          <a:noFill/>
          <a:ln w="25400">
            <a:solidFill>
              <a:srgbClr val="5C4DB7"/>
            </a:solidFill>
            <a:prstDash val="solid"/>
            <a:headEnd type="none"/>
            <a:tailEnd type="none"/>
          </a:ln>
        </p:spPr>
      </p:sp>
      <p:sp>
        <p:nvSpPr>
          <p:cNvPr id="1725" name="Shape 1723"/>
          <p:cNvSpPr/>
          <p:nvPr/>
        </p:nvSpPr>
        <p:spPr>
          <a:xfrm>
            <a:off x="1963217" y="2417736"/>
            <a:ext cx="0" cy="50506"/>
          </a:xfrm>
          <a:prstGeom prst="line">
            <a:avLst/>
          </a:prstGeom>
          <a:noFill/>
          <a:ln w="25400">
            <a:solidFill>
              <a:srgbClr val="5C4DB7"/>
            </a:solidFill>
            <a:prstDash val="solid"/>
            <a:headEnd type="none"/>
            <a:tailEnd type="none"/>
          </a:ln>
        </p:spPr>
      </p:sp>
      <p:sp>
        <p:nvSpPr>
          <p:cNvPr id="1726" name="Shape 1724"/>
          <p:cNvSpPr/>
          <p:nvPr/>
        </p:nvSpPr>
        <p:spPr>
          <a:xfrm>
            <a:off x="1963217" y="2465499"/>
            <a:ext cx="127407" cy="0"/>
          </a:xfrm>
          <a:prstGeom prst="line">
            <a:avLst/>
          </a:prstGeom>
          <a:noFill/>
          <a:ln w="25400">
            <a:solidFill>
              <a:srgbClr val="5C4DB7"/>
            </a:solidFill>
            <a:prstDash val="solid"/>
            <a:headEnd type="none"/>
            <a:tailEnd type="none"/>
          </a:ln>
        </p:spPr>
      </p:sp>
      <p:sp>
        <p:nvSpPr>
          <p:cNvPr id="1727" name="Shape 1725"/>
          <p:cNvSpPr/>
          <p:nvPr/>
        </p:nvSpPr>
        <p:spPr>
          <a:xfrm>
            <a:off x="2087880" y="2462756"/>
            <a:ext cx="0" cy="54152"/>
          </a:xfrm>
          <a:prstGeom prst="line">
            <a:avLst/>
          </a:prstGeom>
          <a:noFill/>
          <a:ln w="25400">
            <a:solidFill>
              <a:srgbClr val="5C4DB7"/>
            </a:solidFill>
            <a:prstDash val="solid"/>
            <a:headEnd type="none"/>
            <a:tailEnd type="none"/>
          </a:ln>
        </p:spPr>
      </p:sp>
      <p:sp>
        <p:nvSpPr>
          <p:cNvPr id="1728" name="Shape 1726"/>
          <p:cNvSpPr/>
          <p:nvPr/>
        </p:nvSpPr>
        <p:spPr>
          <a:xfrm>
            <a:off x="2087880" y="2514165"/>
            <a:ext cx="127406" cy="0"/>
          </a:xfrm>
          <a:prstGeom prst="line">
            <a:avLst/>
          </a:prstGeom>
          <a:noFill/>
          <a:ln w="25400">
            <a:solidFill>
              <a:srgbClr val="5C4DB7"/>
            </a:solidFill>
            <a:prstDash val="solid"/>
            <a:headEnd type="none"/>
            <a:tailEnd type="none"/>
          </a:ln>
        </p:spPr>
      </p:sp>
      <p:sp>
        <p:nvSpPr>
          <p:cNvPr id="1729" name="Shape 1727"/>
          <p:cNvSpPr/>
          <p:nvPr/>
        </p:nvSpPr>
        <p:spPr>
          <a:xfrm>
            <a:off x="2212543" y="2511422"/>
            <a:ext cx="0" cy="57203"/>
          </a:xfrm>
          <a:prstGeom prst="line">
            <a:avLst/>
          </a:prstGeom>
          <a:noFill/>
          <a:ln w="25400">
            <a:solidFill>
              <a:srgbClr val="5C4DB7"/>
            </a:solidFill>
            <a:prstDash val="solid"/>
            <a:headEnd type="none"/>
            <a:tailEnd type="none"/>
          </a:ln>
        </p:spPr>
      </p:sp>
      <p:sp>
        <p:nvSpPr>
          <p:cNvPr id="1730" name="Shape 1728"/>
          <p:cNvSpPr/>
          <p:nvPr/>
        </p:nvSpPr>
        <p:spPr>
          <a:xfrm>
            <a:off x="2212543" y="2565882"/>
            <a:ext cx="127407" cy="0"/>
          </a:xfrm>
          <a:prstGeom prst="line">
            <a:avLst/>
          </a:prstGeom>
          <a:noFill/>
          <a:ln w="25400">
            <a:solidFill>
              <a:srgbClr val="5C4DB7"/>
            </a:solidFill>
            <a:prstDash val="solid"/>
            <a:headEnd type="none"/>
            <a:tailEnd type="none"/>
          </a:ln>
        </p:spPr>
      </p:sp>
      <p:sp>
        <p:nvSpPr>
          <p:cNvPr id="1731" name="Shape 1729"/>
          <p:cNvSpPr/>
          <p:nvPr/>
        </p:nvSpPr>
        <p:spPr>
          <a:xfrm>
            <a:off x="2337206" y="2563139"/>
            <a:ext cx="0" cy="59553"/>
          </a:xfrm>
          <a:prstGeom prst="line">
            <a:avLst/>
          </a:prstGeom>
          <a:noFill/>
          <a:ln w="25400">
            <a:solidFill>
              <a:srgbClr val="5C4DB7"/>
            </a:solidFill>
            <a:prstDash val="solid"/>
            <a:headEnd type="none"/>
            <a:tailEnd type="none"/>
          </a:ln>
        </p:spPr>
      </p:sp>
      <p:sp>
        <p:nvSpPr>
          <p:cNvPr id="1732" name="Shape 1730"/>
          <p:cNvSpPr/>
          <p:nvPr/>
        </p:nvSpPr>
        <p:spPr>
          <a:xfrm>
            <a:off x="2337206" y="2619948"/>
            <a:ext cx="127407" cy="0"/>
          </a:xfrm>
          <a:prstGeom prst="line">
            <a:avLst/>
          </a:prstGeom>
          <a:noFill/>
          <a:ln w="25400">
            <a:solidFill>
              <a:srgbClr val="5C4DB7"/>
            </a:solidFill>
            <a:prstDash val="solid"/>
            <a:headEnd type="none"/>
            <a:tailEnd type="none"/>
          </a:ln>
        </p:spPr>
      </p:sp>
      <p:sp>
        <p:nvSpPr>
          <p:cNvPr id="1733" name="Shape 1731"/>
          <p:cNvSpPr/>
          <p:nvPr/>
        </p:nvSpPr>
        <p:spPr>
          <a:xfrm>
            <a:off x="2461870" y="2617205"/>
            <a:ext cx="0" cy="71978"/>
          </a:xfrm>
          <a:prstGeom prst="line">
            <a:avLst/>
          </a:prstGeom>
          <a:noFill/>
          <a:ln w="25400">
            <a:solidFill>
              <a:srgbClr val="5C4DB7"/>
            </a:solidFill>
            <a:prstDash val="solid"/>
            <a:headEnd type="none"/>
            <a:tailEnd type="none"/>
          </a:ln>
        </p:spPr>
      </p:sp>
      <p:sp>
        <p:nvSpPr>
          <p:cNvPr id="1734" name="Shape 1732"/>
          <p:cNvSpPr/>
          <p:nvPr/>
        </p:nvSpPr>
        <p:spPr>
          <a:xfrm>
            <a:off x="2461870" y="2686440"/>
            <a:ext cx="127406" cy="0"/>
          </a:xfrm>
          <a:prstGeom prst="line">
            <a:avLst/>
          </a:prstGeom>
          <a:noFill/>
          <a:ln w="25400">
            <a:solidFill>
              <a:srgbClr val="5C4DB7"/>
            </a:solidFill>
            <a:prstDash val="solid"/>
            <a:headEnd type="none"/>
            <a:tailEnd type="none"/>
          </a:ln>
        </p:spPr>
      </p:sp>
      <p:sp>
        <p:nvSpPr>
          <p:cNvPr id="1735" name="Shape 1733"/>
          <p:cNvSpPr/>
          <p:nvPr/>
        </p:nvSpPr>
        <p:spPr>
          <a:xfrm>
            <a:off x="2586533" y="2683697"/>
            <a:ext cx="0" cy="63026"/>
          </a:xfrm>
          <a:prstGeom prst="line">
            <a:avLst/>
          </a:prstGeom>
          <a:noFill/>
          <a:ln w="25400">
            <a:solidFill>
              <a:srgbClr val="5C4DB7"/>
            </a:solidFill>
            <a:prstDash val="solid"/>
            <a:headEnd type="none"/>
            <a:tailEnd type="none"/>
          </a:ln>
        </p:spPr>
      </p:sp>
      <p:sp>
        <p:nvSpPr>
          <p:cNvPr id="1736" name="Shape 1734"/>
          <p:cNvSpPr/>
          <p:nvPr/>
        </p:nvSpPr>
        <p:spPr>
          <a:xfrm>
            <a:off x="2586533" y="2743980"/>
            <a:ext cx="127407" cy="0"/>
          </a:xfrm>
          <a:prstGeom prst="line">
            <a:avLst/>
          </a:prstGeom>
          <a:noFill/>
          <a:ln w="25400">
            <a:solidFill>
              <a:srgbClr val="5C4DB7"/>
            </a:solidFill>
            <a:prstDash val="solid"/>
            <a:headEnd type="none"/>
            <a:tailEnd type="none"/>
          </a:ln>
        </p:spPr>
      </p:sp>
      <p:sp>
        <p:nvSpPr>
          <p:cNvPr id="1737" name="Shape 1735"/>
          <p:cNvSpPr/>
          <p:nvPr/>
        </p:nvSpPr>
        <p:spPr>
          <a:xfrm>
            <a:off x="2711196" y="2741236"/>
            <a:ext cx="0" cy="63943"/>
          </a:xfrm>
          <a:prstGeom prst="line">
            <a:avLst/>
          </a:prstGeom>
          <a:noFill/>
          <a:ln w="25400">
            <a:solidFill>
              <a:srgbClr val="5C4DB7"/>
            </a:solidFill>
            <a:prstDash val="solid"/>
            <a:headEnd type="none"/>
            <a:tailEnd type="none"/>
          </a:ln>
        </p:spPr>
      </p:sp>
      <p:sp>
        <p:nvSpPr>
          <p:cNvPr id="1738" name="Shape 1736"/>
          <p:cNvSpPr/>
          <p:nvPr/>
        </p:nvSpPr>
        <p:spPr>
          <a:xfrm>
            <a:off x="2711196" y="2802436"/>
            <a:ext cx="127407" cy="0"/>
          </a:xfrm>
          <a:prstGeom prst="line">
            <a:avLst/>
          </a:prstGeom>
          <a:noFill/>
          <a:ln w="25400">
            <a:solidFill>
              <a:srgbClr val="5C4DB7"/>
            </a:solidFill>
            <a:prstDash val="solid"/>
            <a:headEnd type="none"/>
            <a:tailEnd type="none"/>
          </a:ln>
        </p:spPr>
      </p:sp>
      <p:sp>
        <p:nvSpPr>
          <p:cNvPr id="1739" name="Shape 1737"/>
          <p:cNvSpPr/>
          <p:nvPr/>
        </p:nvSpPr>
        <p:spPr>
          <a:xfrm>
            <a:off x="2835859" y="2799693"/>
            <a:ext cx="0" cy="64504"/>
          </a:xfrm>
          <a:prstGeom prst="line">
            <a:avLst/>
          </a:prstGeom>
          <a:noFill/>
          <a:ln w="25400">
            <a:solidFill>
              <a:srgbClr val="5C4DB7"/>
            </a:solidFill>
            <a:prstDash val="solid"/>
            <a:headEnd type="none"/>
            <a:tailEnd type="none"/>
          </a:ln>
        </p:spPr>
      </p:sp>
      <p:sp>
        <p:nvSpPr>
          <p:cNvPr id="1740" name="Shape 1738"/>
          <p:cNvSpPr/>
          <p:nvPr/>
        </p:nvSpPr>
        <p:spPr>
          <a:xfrm>
            <a:off x="2835859" y="2861454"/>
            <a:ext cx="127406" cy="0"/>
          </a:xfrm>
          <a:prstGeom prst="line">
            <a:avLst/>
          </a:prstGeom>
          <a:noFill/>
          <a:ln w="25400">
            <a:solidFill>
              <a:srgbClr val="5C4DB7"/>
            </a:solidFill>
            <a:prstDash val="solid"/>
            <a:headEnd type="none"/>
            <a:tailEnd type="none"/>
          </a:ln>
        </p:spPr>
      </p:sp>
      <p:sp>
        <p:nvSpPr>
          <p:cNvPr id="1741" name="Shape 1739"/>
          <p:cNvSpPr/>
          <p:nvPr/>
        </p:nvSpPr>
        <p:spPr>
          <a:xfrm>
            <a:off x="2960522" y="2858711"/>
            <a:ext cx="0" cy="64640"/>
          </a:xfrm>
          <a:prstGeom prst="line">
            <a:avLst/>
          </a:prstGeom>
          <a:noFill/>
          <a:ln w="25400">
            <a:solidFill>
              <a:srgbClr val="5C4DB7"/>
            </a:solidFill>
            <a:prstDash val="solid"/>
            <a:headEnd type="none"/>
            <a:tailEnd type="none"/>
          </a:ln>
        </p:spPr>
      </p:sp>
      <p:sp>
        <p:nvSpPr>
          <p:cNvPr id="1742" name="Shape 1740"/>
          <p:cNvSpPr/>
          <p:nvPr/>
        </p:nvSpPr>
        <p:spPr>
          <a:xfrm>
            <a:off x="2960522" y="2920607"/>
            <a:ext cx="127407" cy="0"/>
          </a:xfrm>
          <a:prstGeom prst="line">
            <a:avLst/>
          </a:prstGeom>
          <a:noFill/>
          <a:ln w="25400">
            <a:solidFill>
              <a:srgbClr val="5C4DB7"/>
            </a:solidFill>
            <a:prstDash val="solid"/>
            <a:headEnd type="none"/>
            <a:tailEnd type="none"/>
          </a:ln>
        </p:spPr>
      </p:sp>
      <p:sp>
        <p:nvSpPr>
          <p:cNvPr id="1743" name="Shape 1741"/>
          <p:cNvSpPr/>
          <p:nvPr/>
        </p:nvSpPr>
        <p:spPr>
          <a:xfrm>
            <a:off x="3085186" y="2917864"/>
            <a:ext cx="0" cy="64331"/>
          </a:xfrm>
          <a:prstGeom prst="line">
            <a:avLst/>
          </a:prstGeom>
          <a:noFill/>
          <a:ln w="25400">
            <a:solidFill>
              <a:srgbClr val="5C4DB7"/>
            </a:solidFill>
            <a:prstDash val="solid"/>
            <a:headEnd type="none"/>
            <a:tailEnd type="none"/>
          </a:ln>
        </p:spPr>
      </p:sp>
      <p:sp>
        <p:nvSpPr>
          <p:cNvPr id="1744" name="Shape 1742"/>
          <p:cNvSpPr/>
          <p:nvPr/>
        </p:nvSpPr>
        <p:spPr>
          <a:xfrm>
            <a:off x="3085186" y="2979451"/>
            <a:ext cx="127407" cy="0"/>
          </a:xfrm>
          <a:prstGeom prst="line">
            <a:avLst/>
          </a:prstGeom>
          <a:noFill/>
          <a:ln w="25400">
            <a:solidFill>
              <a:srgbClr val="5C4DB7"/>
            </a:solidFill>
            <a:prstDash val="solid"/>
            <a:headEnd type="none"/>
            <a:tailEnd type="none"/>
          </a:ln>
        </p:spPr>
      </p:sp>
      <p:sp>
        <p:nvSpPr>
          <p:cNvPr id="1745" name="Shape 1743"/>
          <p:cNvSpPr/>
          <p:nvPr/>
        </p:nvSpPr>
        <p:spPr>
          <a:xfrm>
            <a:off x="3209849" y="2976708"/>
            <a:ext cx="0" cy="64067"/>
          </a:xfrm>
          <a:prstGeom prst="line">
            <a:avLst/>
          </a:prstGeom>
          <a:noFill/>
          <a:ln w="25400">
            <a:solidFill>
              <a:srgbClr val="5C4DB7"/>
            </a:solidFill>
            <a:prstDash val="solid"/>
            <a:headEnd type="none"/>
            <a:tailEnd type="none"/>
          </a:ln>
        </p:spPr>
      </p:sp>
      <p:sp>
        <p:nvSpPr>
          <p:cNvPr id="1746" name="Shape 1744"/>
          <p:cNvSpPr/>
          <p:nvPr/>
        </p:nvSpPr>
        <p:spPr>
          <a:xfrm>
            <a:off x="3209849" y="3038032"/>
            <a:ext cx="127406" cy="0"/>
          </a:xfrm>
          <a:prstGeom prst="line">
            <a:avLst/>
          </a:prstGeom>
          <a:noFill/>
          <a:ln w="25400">
            <a:solidFill>
              <a:srgbClr val="5C4DB7"/>
            </a:solidFill>
            <a:prstDash val="solid"/>
            <a:headEnd type="none"/>
            <a:tailEnd type="none"/>
          </a:ln>
        </p:spPr>
      </p:sp>
      <p:sp>
        <p:nvSpPr>
          <p:cNvPr id="1747" name="Shape 1745"/>
          <p:cNvSpPr/>
          <p:nvPr/>
        </p:nvSpPr>
        <p:spPr>
          <a:xfrm>
            <a:off x="3334512" y="3035289"/>
            <a:ext cx="0" cy="63965"/>
          </a:xfrm>
          <a:prstGeom prst="line">
            <a:avLst/>
          </a:prstGeom>
          <a:noFill/>
          <a:ln w="25400">
            <a:solidFill>
              <a:srgbClr val="5C4DB7"/>
            </a:solidFill>
            <a:prstDash val="solid"/>
            <a:headEnd type="none"/>
            <a:tailEnd type="none"/>
          </a:ln>
        </p:spPr>
      </p:sp>
      <p:sp>
        <p:nvSpPr>
          <p:cNvPr id="1748" name="Shape 1746"/>
          <p:cNvSpPr/>
          <p:nvPr/>
        </p:nvSpPr>
        <p:spPr>
          <a:xfrm>
            <a:off x="3334512" y="3096510"/>
            <a:ext cx="127407" cy="0"/>
          </a:xfrm>
          <a:prstGeom prst="line">
            <a:avLst/>
          </a:prstGeom>
          <a:noFill/>
          <a:ln w="25400">
            <a:solidFill>
              <a:srgbClr val="5C4DB7"/>
            </a:solidFill>
            <a:prstDash val="solid"/>
            <a:headEnd type="none"/>
            <a:tailEnd type="none"/>
          </a:ln>
        </p:spPr>
      </p:sp>
      <p:sp>
        <p:nvSpPr>
          <p:cNvPr id="1749" name="Shape 1747"/>
          <p:cNvSpPr/>
          <p:nvPr/>
        </p:nvSpPr>
        <p:spPr>
          <a:xfrm>
            <a:off x="3459175" y="3093767"/>
            <a:ext cx="0" cy="64035"/>
          </a:xfrm>
          <a:prstGeom prst="line">
            <a:avLst/>
          </a:prstGeom>
          <a:noFill/>
          <a:ln w="25400">
            <a:solidFill>
              <a:srgbClr val="5C4DB7"/>
            </a:solidFill>
            <a:prstDash val="solid"/>
            <a:headEnd type="none"/>
            <a:tailEnd type="none"/>
          </a:ln>
        </p:spPr>
      </p:sp>
      <p:sp>
        <p:nvSpPr>
          <p:cNvPr id="1750" name="Shape 1748"/>
          <p:cNvSpPr/>
          <p:nvPr/>
        </p:nvSpPr>
        <p:spPr>
          <a:xfrm>
            <a:off x="3459175" y="3155059"/>
            <a:ext cx="127407" cy="0"/>
          </a:xfrm>
          <a:prstGeom prst="line">
            <a:avLst/>
          </a:prstGeom>
          <a:noFill/>
          <a:ln w="25400">
            <a:solidFill>
              <a:srgbClr val="5C4DB7"/>
            </a:solidFill>
            <a:prstDash val="solid"/>
            <a:headEnd type="none"/>
            <a:tailEnd type="none"/>
          </a:ln>
        </p:spPr>
      </p:sp>
      <p:sp>
        <p:nvSpPr>
          <p:cNvPr id="1751" name="Shape 1749"/>
          <p:cNvSpPr/>
          <p:nvPr/>
        </p:nvSpPr>
        <p:spPr>
          <a:xfrm>
            <a:off x="3583839" y="3152316"/>
            <a:ext cx="0" cy="63998"/>
          </a:xfrm>
          <a:prstGeom prst="line">
            <a:avLst/>
          </a:prstGeom>
          <a:noFill/>
          <a:ln w="25400">
            <a:solidFill>
              <a:srgbClr val="5C4DB7"/>
            </a:solidFill>
            <a:prstDash val="solid"/>
            <a:headEnd type="none"/>
            <a:tailEnd type="none"/>
          </a:ln>
        </p:spPr>
      </p:sp>
      <p:sp>
        <p:nvSpPr>
          <p:cNvPr id="1752" name="Shape 1750"/>
          <p:cNvSpPr/>
          <p:nvPr/>
        </p:nvSpPr>
        <p:spPr>
          <a:xfrm>
            <a:off x="3583839" y="3213570"/>
            <a:ext cx="127406" cy="0"/>
          </a:xfrm>
          <a:prstGeom prst="line">
            <a:avLst/>
          </a:prstGeom>
          <a:noFill/>
          <a:ln w="25400">
            <a:solidFill>
              <a:srgbClr val="5C4DB7"/>
            </a:solidFill>
            <a:prstDash val="solid"/>
            <a:headEnd type="none"/>
            <a:tailEnd type="none"/>
          </a:ln>
        </p:spPr>
      </p:sp>
      <p:sp>
        <p:nvSpPr>
          <p:cNvPr id="1753" name="Shape 1751"/>
          <p:cNvSpPr/>
          <p:nvPr/>
        </p:nvSpPr>
        <p:spPr>
          <a:xfrm>
            <a:off x="3708501" y="3210827"/>
            <a:ext cx="0" cy="64129"/>
          </a:xfrm>
          <a:prstGeom prst="line">
            <a:avLst/>
          </a:prstGeom>
          <a:noFill/>
          <a:ln w="25400">
            <a:solidFill>
              <a:srgbClr val="5C4DB7"/>
            </a:solidFill>
            <a:prstDash val="solid"/>
            <a:headEnd type="none"/>
            <a:tailEnd type="none"/>
          </a:ln>
        </p:spPr>
      </p:sp>
      <p:sp>
        <p:nvSpPr>
          <p:cNvPr id="1754" name="Shape 1752"/>
          <p:cNvSpPr/>
          <p:nvPr/>
        </p:nvSpPr>
        <p:spPr>
          <a:xfrm>
            <a:off x="3708501" y="3272213"/>
            <a:ext cx="127407" cy="0"/>
          </a:xfrm>
          <a:prstGeom prst="line">
            <a:avLst/>
          </a:prstGeom>
          <a:noFill/>
          <a:ln w="25400">
            <a:solidFill>
              <a:srgbClr val="5C4DB7"/>
            </a:solidFill>
            <a:prstDash val="solid"/>
            <a:headEnd type="none"/>
            <a:tailEnd type="none"/>
          </a:ln>
        </p:spPr>
      </p:sp>
      <p:sp>
        <p:nvSpPr>
          <p:cNvPr id="1755" name="Shape 1753"/>
          <p:cNvSpPr/>
          <p:nvPr/>
        </p:nvSpPr>
        <p:spPr>
          <a:xfrm>
            <a:off x="3833165" y="3269470"/>
            <a:ext cx="0" cy="63827"/>
          </a:xfrm>
          <a:prstGeom prst="line">
            <a:avLst/>
          </a:prstGeom>
          <a:noFill/>
          <a:ln w="25400">
            <a:solidFill>
              <a:srgbClr val="5C4DB7"/>
            </a:solidFill>
            <a:prstDash val="solid"/>
            <a:headEnd type="none"/>
            <a:tailEnd type="none"/>
          </a:ln>
        </p:spPr>
      </p:sp>
      <p:sp>
        <p:nvSpPr>
          <p:cNvPr id="1756" name="Shape 1754"/>
          <p:cNvSpPr/>
          <p:nvPr/>
        </p:nvSpPr>
        <p:spPr>
          <a:xfrm>
            <a:off x="3833165" y="3330553"/>
            <a:ext cx="127407" cy="0"/>
          </a:xfrm>
          <a:prstGeom prst="line">
            <a:avLst/>
          </a:prstGeom>
          <a:noFill/>
          <a:ln w="25400">
            <a:solidFill>
              <a:srgbClr val="5C4DB7"/>
            </a:solidFill>
            <a:prstDash val="solid"/>
            <a:headEnd type="none"/>
            <a:tailEnd type="none"/>
          </a:ln>
        </p:spPr>
      </p:sp>
      <p:sp>
        <p:nvSpPr>
          <p:cNvPr id="1757" name="Shape 1755"/>
          <p:cNvSpPr/>
          <p:nvPr/>
        </p:nvSpPr>
        <p:spPr>
          <a:xfrm>
            <a:off x="3957828" y="3327810"/>
            <a:ext cx="0" cy="68937"/>
          </a:xfrm>
          <a:prstGeom prst="line">
            <a:avLst/>
          </a:prstGeom>
          <a:noFill/>
          <a:ln w="25400">
            <a:solidFill>
              <a:srgbClr val="5C4DB7"/>
            </a:solidFill>
            <a:prstDash val="solid"/>
            <a:headEnd type="none"/>
            <a:tailEnd type="none"/>
          </a:ln>
        </p:spPr>
      </p:sp>
      <p:sp>
        <p:nvSpPr>
          <p:cNvPr id="1758" name="Shape 1756"/>
          <p:cNvSpPr/>
          <p:nvPr/>
        </p:nvSpPr>
        <p:spPr>
          <a:xfrm>
            <a:off x="3957828" y="3394004"/>
            <a:ext cx="127406" cy="0"/>
          </a:xfrm>
          <a:prstGeom prst="line">
            <a:avLst/>
          </a:prstGeom>
          <a:noFill/>
          <a:ln w="25400">
            <a:solidFill>
              <a:srgbClr val="5C4DB7"/>
            </a:solidFill>
            <a:prstDash val="solid"/>
            <a:headEnd type="none"/>
            <a:tailEnd type="none"/>
          </a:ln>
        </p:spPr>
      </p:sp>
      <p:sp>
        <p:nvSpPr>
          <p:cNvPr id="1759" name="Shape 1757"/>
          <p:cNvSpPr/>
          <p:nvPr/>
        </p:nvSpPr>
        <p:spPr>
          <a:xfrm>
            <a:off x="4082491" y="3391261"/>
            <a:ext cx="0" cy="63366"/>
          </a:xfrm>
          <a:prstGeom prst="line">
            <a:avLst/>
          </a:prstGeom>
          <a:noFill/>
          <a:ln w="25400">
            <a:solidFill>
              <a:srgbClr val="5C4DB7"/>
            </a:solidFill>
            <a:prstDash val="solid"/>
            <a:headEnd type="none"/>
            <a:tailEnd type="none"/>
          </a:ln>
        </p:spPr>
      </p:sp>
      <p:sp>
        <p:nvSpPr>
          <p:cNvPr id="1760" name="Shape 1758"/>
          <p:cNvSpPr/>
          <p:nvPr/>
        </p:nvSpPr>
        <p:spPr>
          <a:xfrm>
            <a:off x="4082491" y="3451883"/>
            <a:ext cx="127407" cy="0"/>
          </a:xfrm>
          <a:prstGeom prst="line">
            <a:avLst/>
          </a:prstGeom>
          <a:noFill/>
          <a:ln w="25400">
            <a:solidFill>
              <a:srgbClr val="5C4DB7"/>
            </a:solidFill>
            <a:prstDash val="solid"/>
            <a:headEnd type="none"/>
            <a:tailEnd type="none"/>
          </a:ln>
        </p:spPr>
      </p:sp>
      <p:sp>
        <p:nvSpPr>
          <p:cNvPr id="1761" name="Shape 1759"/>
          <p:cNvSpPr/>
          <p:nvPr/>
        </p:nvSpPr>
        <p:spPr>
          <a:xfrm>
            <a:off x="4207154" y="3449140"/>
            <a:ext cx="0" cy="63487"/>
          </a:xfrm>
          <a:prstGeom prst="line">
            <a:avLst/>
          </a:prstGeom>
          <a:noFill/>
          <a:ln w="25400">
            <a:solidFill>
              <a:srgbClr val="5C4DB7"/>
            </a:solidFill>
            <a:prstDash val="solid"/>
            <a:headEnd type="none"/>
            <a:tailEnd type="none"/>
          </a:ln>
        </p:spPr>
      </p:sp>
      <p:sp>
        <p:nvSpPr>
          <p:cNvPr id="1762" name="Shape 1760"/>
          <p:cNvSpPr/>
          <p:nvPr/>
        </p:nvSpPr>
        <p:spPr>
          <a:xfrm>
            <a:off x="4207154" y="3509884"/>
            <a:ext cx="127407" cy="0"/>
          </a:xfrm>
          <a:prstGeom prst="line">
            <a:avLst/>
          </a:prstGeom>
          <a:noFill/>
          <a:ln w="25400">
            <a:solidFill>
              <a:srgbClr val="5C4DB7"/>
            </a:solidFill>
            <a:prstDash val="solid"/>
            <a:headEnd type="none"/>
            <a:tailEnd type="none"/>
          </a:ln>
        </p:spPr>
      </p:sp>
      <p:sp>
        <p:nvSpPr>
          <p:cNvPr id="1763" name="Shape 1761"/>
          <p:cNvSpPr/>
          <p:nvPr/>
        </p:nvSpPr>
        <p:spPr>
          <a:xfrm>
            <a:off x="4331818" y="3507140"/>
            <a:ext cx="0" cy="63280"/>
          </a:xfrm>
          <a:prstGeom prst="line">
            <a:avLst/>
          </a:prstGeom>
          <a:noFill/>
          <a:ln w="25400">
            <a:solidFill>
              <a:srgbClr val="5C4DB7"/>
            </a:solidFill>
            <a:prstDash val="solid"/>
            <a:headEnd type="none"/>
            <a:tailEnd type="none"/>
          </a:ln>
        </p:spPr>
      </p:sp>
      <p:sp>
        <p:nvSpPr>
          <p:cNvPr id="1764" name="Shape 1762"/>
          <p:cNvSpPr/>
          <p:nvPr/>
        </p:nvSpPr>
        <p:spPr>
          <a:xfrm>
            <a:off x="4331818" y="3567677"/>
            <a:ext cx="127406" cy="0"/>
          </a:xfrm>
          <a:prstGeom prst="line">
            <a:avLst/>
          </a:prstGeom>
          <a:noFill/>
          <a:ln w="25400">
            <a:solidFill>
              <a:srgbClr val="5C4DB7"/>
            </a:solidFill>
            <a:prstDash val="solid"/>
            <a:headEnd type="none"/>
            <a:tailEnd type="none"/>
          </a:ln>
        </p:spPr>
      </p:sp>
      <p:sp>
        <p:nvSpPr>
          <p:cNvPr id="1765" name="Shape 1763"/>
          <p:cNvSpPr/>
          <p:nvPr/>
        </p:nvSpPr>
        <p:spPr>
          <a:xfrm>
            <a:off x="4456481" y="3564934"/>
            <a:ext cx="0" cy="62592"/>
          </a:xfrm>
          <a:prstGeom prst="line">
            <a:avLst/>
          </a:prstGeom>
          <a:noFill/>
          <a:ln w="25400">
            <a:solidFill>
              <a:srgbClr val="5C4DB7"/>
            </a:solidFill>
            <a:prstDash val="solid"/>
            <a:headEnd type="none"/>
            <a:tailEnd type="none"/>
          </a:ln>
        </p:spPr>
      </p:sp>
      <p:sp>
        <p:nvSpPr>
          <p:cNvPr id="1766" name="Shape 1764"/>
          <p:cNvSpPr/>
          <p:nvPr/>
        </p:nvSpPr>
        <p:spPr>
          <a:xfrm>
            <a:off x="4456481" y="3624783"/>
            <a:ext cx="127407" cy="0"/>
          </a:xfrm>
          <a:prstGeom prst="line">
            <a:avLst/>
          </a:prstGeom>
          <a:noFill/>
          <a:ln w="25400">
            <a:solidFill>
              <a:srgbClr val="5C4DB7"/>
            </a:solidFill>
            <a:prstDash val="solid"/>
            <a:headEnd type="none"/>
            <a:tailEnd type="none"/>
          </a:ln>
        </p:spPr>
      </p:sp>
      <p:sp>
        <p:nvSpPr>
          <p:cNvPr id="1767" name="Shape 1765"/>
          <p:cNvSpPr/>
          <p:nvPr/>
        </p:nvSpPr>
        <p:spPr>
          <a:xfrm>
            <a:off x="4581144" y="3622040"/>
            <a:ext cx="0" cy="61866"/>
          </a:xfrm>
          <a:prstGeom prst="line">
            <a:avLst/>
          </a:prstGeom>
          <a:noFill/>
          <a:ln w="25400">
            <a:solidFill>
              <a:srgbClr val="5C4DB7"/>
            </a:solidFill>
            <a:prstDash val="solid"/>
            <a:headEnd type="none"/>
            <a:tailEnd type="none"/>
          </a:ln>
        </p:spPr>
      </p:sp>
      <p:sp>
        <p:nvSpPr>
          <p:cNvPr id="1768" name="Shape 1766"/>
          <p:cNvSpPr/>
          <p:nvPr/>
        </p:nvSpPr>
        <p:spPr>
          <a:xfrm>
            <a:off x="4581144" y="3681163"/>
            <a:ext cx="127407" cy="0"/>
          </a:xfrm>
          <a:prstGeom prst="line">
            <a:avLst/>
          </a:prstGeom>
          <a:noFill/>
          <a:ln w="25400">
            <a:solidFill>
              <a:srgbClr val="5C4DB7"/>
            </a:solidFill>
            <a:prstDash val="solid"/>
            <a:headEnd type="none"/>
            <a:tailEnd type="none"/>
          </a:ln>
        </p:spPr>
      </p:sp>
      <p:sp>
        <p:nvSpPr>
          <p:cNvPr id="1769" name="Shape 1767"/>
          <p:cNvSpPr/>
          <p:nvPr/>
        </p:nvSpPr>
        <p:spPr>
          <a:xfrm>
            <a:off x="4705807" y="3678420"/>
            <a:ext cx="0" cy="61108"/>
          </a:xfrm>
          <a:prstGeom prst="line">
            <a:avLst/>
          </a:prstGeom>
          <a:noFill/>
          <a:ln w="25400">
            <a:solidFill>
              <a:srgbClr val="5C4DB7"/>
            </a:solidFill>
            <a:prstDash val="solid"/>
            <a:headEnd type="none"/>
            <a:tailEnd type="none"/>
          </a:ln>
        </p:spPr>
      </p:sp>
      <p:sp>
        <p:nvSpPr>
          <p:cNvPr id="1770" name="Shape 1768"/>
          <p:cNvSpPr/>
          <p:nvPr/>
        </p:nvSpPr>
        <p:spPr>
          <a:xfrm>
            <a:off x="4705807" y="3736785"/>
            <a:ext cx="127406" cy="0"/>
          </a:xfrm>
          <a:prstGeom prst="line">
            <a:avLst/>
          </a:prstGeom>
          <a:noFill/>
          <a:ln w="25400">
            <a:solidFill>
              <a:srgbClr val="5C4DB7"/>
            </a:solidFill>
            <a:prstDash val="solid"/>
            <a:headEnd type="none"/>
            <a:tailEnd type="none"/>
          </a:ln>
        </p:spPr>
      </p:sp>
      <p:sp>
        <p:nvSpPr>
          <p:cNvPr id="1771" name="Shape 1769"/>
          <p:cNvSpPr/>
          <p:nvPr/>
        </p:nvSpPr>
        <p:spPr>
          <a:xfrm>
            <a:off x="4830470" y="3734042"/>
            <a:ext cx="0" cy="60199"/>
          </a:xfrm>
          <a:prstGeom prst="line">
            <a:avLst/>
          </a:prstGeom>
          <a:noFill/>
          <a:ln w="25400">
            <a:solidFill>
              <a:srgbClr val="5C4DB7"/>
            </a:solidFill>
            <a:prstDash val="solid"/>
            <a:headEnd type="none"/>
            <a:tailEnd type="none"/>
          </a:ln>
        </p:spPr>
      </p:sp>
      <p:sp>
        <p:nvSpPr>
          <p:cNvPr id="1772" name="Shape 1770"/>
          <p:cNvSpPr/>
          <p:nvPr/>
        </p:nvSpPr>
        <p:spPr>
          <a:xfrm>
            <a:off x="4830470" y="3791498"/>
            <a:ext cx="127407" cy="0"/>
          </a:xfrm>
          <a:prstGeom prst="line">
            <a:avLst/>
          </a:prstGeom>
          <a:noFill/>
          <a:ln w="25400">
            <a:solidFill>
              <a:srgbClr val="5C4DB7"/>
            </a:solidFill>
            <a:prstDash val="solid"/>
            <a:headEnd type="none"/>
            <a:tailEnd type="none"/>
          </a:ln>
        </p:spPr>
      </p:sp>
      <p:sp>
        <p:nvSpPr>
          <p:cNvPr id="1773" name="Shape 1771"/>
          <p:cNvSpPr/>
          <p:nvPr/>
        </p:nvSpPr>
        <p:spPr>
          <a:xfrm>
            <a:off x="4955134" y="3788754"/>
            <a:ext cx="0" cy="59087"/>
          </a:xfrm>
          <a:prstGeom prst="line">
            <a:avLst/>
          </a:prstGeom>
          <a:noFill/>
          <a:ln w="25400">
            <a:solidFill>
              <a:srgbClr val="5C4DB7"/>
            </a:solidFill>
            <a:prstDash val="solid"/>
            <a:headEnd type="none"/>
            <a:tailEnd type="none"/>
          </a:ln>
        </p:spPr>
      </p:sp>
      <p:sp>
        <p:nvSpPr>
          <p:cNvPr id="1774" name="Shape 1772"/>
          <p:cNvSpPr/>
          <p:nvPr/>
        </p:nvSpPr>
        <p:spPr>
          <a:xfrm>
            <a:off x="4955134" y="3845099"/>
            <a:ext cx="127407" cy="0"/>
          </a:xfrm>
          <a:prstGeom prst="line">
            <a:avLst/>
          </a:prstGeom>
          <a:noFill/>
          <a:ln w="25400">
            <a:solidFill>
              <a:srgbClr val="5C4DB7"/>
            </a:solidFill>
            <a:prstDash val="solid"/>
            <a:headEnd type="none"/>
            <a:tailEnd type="none"/>
          </a:ln>
        </p:spPr>
      </p:sp>
      <p:sp>
        <p:nvSpPr>
          <p:cNvPr id="1775" name="Shape 1773"/>
          <p:cNvSpPr/>
          <p:nvPr/>
        </p:nvSpPr>
        <p:spPr>
          <a:xfrm>
            <a:off x="5079797" y="3842356"/>
            <a:ext cx="0" cy="58157"/>
          </a:xfrm>
          <a:prstGeom prst="line">
            <a:avLst/>
          </a:prstGeom>
          <a:noFill/>
          <a:ln w="25400">
            <a:solidFill>
              <a:srgbClr val="5C4DB7"/>
            </a:solidFill>
            <a:prstDash val="solid"/>
            <a:headEnd type="none"/>
            <a:tailEnd type="none"/>
          </a:ln>
        </p:spPr>
      </p:sp>
      <p:sp>
        <p:nvSpPr>
          <p:cNvPr id="1776" name="Shape 1774"/>
          <p:cNvSpPr/>
          <p:nvPr/>
        </p:nvSpPr>
        <p:spPr>
          <a:xfrm>
            <a:off x="5079797" y="3897769"/>
            <a:ext cx="127406" cy="0"/>
          </a:xfrm>
          <a:prstGeom prst="line">
            <a:avLst/>
          </a:prstGeom>
          <a:noFill/>
          <a:ln w="25400">
            <a:solidFill>
              <a:srgbClr val="5C4DB7"/>
            </a:solidFill>
            <a:prstDash val="solid"/>
            <a:headEnd type="none"/>
            <a:tailEnd type="none"/>
          </a:ln>
        </p:spPr>
      </p:sp>
      <p:sp>
        <p:nvSpPr>
          <p:cNvPr id="1777" name="Shape 1775"/>
          <p:cNvSpPr/>
          <p:nvPr/>
        </p:nvSpPr>
        <p:spPr>
          <a:xfrm>
            <a:off x="5204460" y="3895026"/>
            <a:ext cx="0" cy="57345"/>
          </a:xfrm>
          <a:prstGeom prst="line">
            <a:avLst/>
          </a:prstGeom>
          <a:noFill/>
          <a:ln w="25400">
            <a:solidFill>
              <a:srgbClr val="5C4DB7"/>
            </a:solidFill>
            <a:prstDash val="solid"/>
            <a:headEnd type="none"/>
            <a:tailEnd type="none"/>
          </a:ln>
        </p:spPr>
      </p:sp>
      <p:sp>
        <p:nvSpPr>
          <p:cNvPr id="1778" name="Shape 1776"/>
          <p:cNvSpPr/>
          <p:nvPr/>
        </p:nvSpPr>
        <p:spPr>
          <a:xfrm>
            <a:off x="5204460" y="3949628"/>
            <a:ext cx="127407" cy="0"/>
          </a:xfrm>
          <a:prstGeom prst="line">
            <a:avLst/>
          </a:prstGeom>
          <a:noFill/>
          <a:ln w="25400">
            <a:solidFill>
              <a:srgbClr val="5C4DB7"/>
            </a:solidFill>
            <a:prstDash val="solid"/>
            <a:headEnd type="none"/>
            <a:tailEnd type="none"/>
          </a:ln>
        </p:spPr>
      </p:sp>
      <p:sp>
        <p:nvSpPr>
          <p:cNvPr id="1779" name="Shape 1777"/>
          <p:cNvSpPr/>
          <p:nvPr/>
        </p:nvSpPr>
        <p:spPr>
          <a:xfrm>
            <a:off x="5329123" y="3946885"/>
            <a:ext cx="0" cy="56465"/>
          </a:xfrm>
          <a:prstGeom prst="line">
            <a:avLst/>
          </a:prstGeom>
          <a:noFill/>
          <a:ln w="25400">
            <a:solidFill>
              <a:srgbClr val="5C4DB7"/>
            </a:solidFill>
            <a:prstDash val="solid"/>
            <a:headEnd type="none"/>
            <a:tailEnd type="none"/>
          </a:ln>
        </p:spPr>
      </p:sp>
      <p:sp>
        <p:nvSpPr>
          <p:cNvPr id="1780" name="Shape 1778"/>
          <p:cNvSpPr/>
          <p:nvPr/>
        </p:nvSpPr>
        <p:spPr>
          <a:xfrm>
            <a:off x="5329123" y="4000606"/>
            <a:ext cx="127407" cy="0"/>
          </a:xfrm>
          <a:prstGeom prst="line">
            <a:avLst/>
          </a:prstGeom>
          <a:noFill/>
          <a:ln w="25400">
            <a:solidFill>
              <a:srgbClr val="5C4DB7"/>
            </a:solidFill>
            <a:prstDash val="solid"/>
            <a:headEnd type="none"/>
            <a:tailEnd type="none"/>
          </a:ln>
        </p:spPr>
      </p:sp>
      <p:sp>
        <p:nvSpPr>
          <p:cNvPr id="1781" name="Shape 1779"/>
          <p:cNvSpPr/>
          <p:nvPr/>
        </p:nvSpPr>
        <p:spPr>
          <a:xfrm>
            <a:off x="5453787" y="3997863"/>
            <a:ext cx="0" cy="50061"/>
          </a:xfrm>
          <a:prstGeom prst="line">
            <a:avLst/>
          </a:prstGeom>
          <a:noFill/>
          <a:ln w="25400">
            <a:solidFill>
              <a:srgbClr val="5C4DB7"/>
            </a:solidFill>
            <a:prstDash val="solid"/>
            <a:headEnd type="none"/>
            <a:tailEnd type="none"/>
          </a:ln>
        </p:spPr>
      </p:sp>
      <p:sp>
        <p:nvSpPr>
          <p:cNvPr id="1782" name="Shape 1780"/>
          <p:cNvSpPr/>
          <p:nvPr/>
        </p:nvSpPr>
        <p:spPr>
          <a:xfrm>
            <a:off x="5453787" y="4045181"/>
            <a:ext cx="127406" cy="0"/>
          </a:xfrm>
          <a:prstGeom prst="line">
            <a:avLst/>
          </a:prstGeom>
          <a:noFill/>
          <a:ln w="25400">
            <a:solidFill>
              <a:srgbClr val="5C4DB7"/>
            </a:solidFill>
            <a:prstDash val="solid"/>
            <a:headEnd type="none"/>
            <a:tailEnd type="none"/>
          </a:ln>
        </p:spPr>
      </p:sp>
      <p:sp>
        <p:nvSpPr>
          <p:cNvPr id="1783" name="Shape 1781"/>
          <p:cNvSpPr/>
          <p:nvPr/>
        </p:nvSpPr>
        <p:spPr>
          <a:xfrm>
            <a:off x="5578449" y="4042437"/>
            <a:ext cx="0" cy="55036"/>
          </a:xfrm>
          <a:prstGeom prst="line">
            <a:avLst/>
          </a:prstGeom>
          <a:noFill/>
          <a:ln w="25400">
            <a:solidFill>
              <a:srgbClr val="5C4DB7"/>
            </a:solidFill>
            <a:prstDash val="solid"/>
            <a:headEnd type="none"/>
            <a:tailEnd type="none"/>
          </a:ln>
        </p:spPr>
      </p:sp>
      <p:sp>
        <p:nvSpPr>
          <p:cNvPr id="1784" name="Shape 1782"/>
          <p:cNvSpPr/>
          <p:nvPr/>
        </p:nvSpPr>
        <p:spPr>
          <a:xfrm>
            <a:off x="5578449" y="4094730"/>
            <a:ext cx="127407" cy="0"/>
          </a:xfrm>
          <a:prstGeom prst="line">
            <a:avLst/>
          </a:prstGeom>
          <a:noFill/>
          <a:ln w="25400">
            <a:solidFill>
              <a:srgbClr val="5C4DB7"/>
            </a:solidFill>
            <a:prstDash val="solid"/>
            <a:headEnd type="none"/>
            <a:tailEnd type="none"/>
          </a:ln>
        </p:spPr>
      </p:sp>
      <p:sp>
        <p:nvSpPr>
          <p:cNvPr id="1785" name="Shape 1783"/>
          <p:cNvSpPr/>
          <p:nvPr/>
        </p:nvSpPr>
        <p:spPr>
          <a:xfrm>
            <a:off x="5703113" y="4091987"/>
            <a:ext cx="0" cy="54219"/>
          </a:xfrm>
          <a:prstGeom prst="line">
            <a:avLst/>
          </a:prstGeom>
          <a:noFill/>
          <a:ln w="25400">
            <a:solidFill>
              <a:srgbClr val="5C4DB7"/>
            </a:solidFill>
            <a:prstDash val="solid"/>
            <a:headEnd type="none"/>
            <a:tailEnd type="none"/>
          </a:ln>
        </p:spPr>
      </p:sp>
      <p:sp>
        <p:nvSpPr>
          <p:cNvPr id="1786" name="Shape 1784"/>
          <p:cNvSpPr/>
          <p:nvPr/>
        </p:nvSpPr>
        <p:spPr>
          <a:xfrm>
            <a:off x="5703113" y="4143462"/>
            <a:ext cx="127407" cy="0"/>
          </a:xfrm>
          <a:prstGeom prst="line">
            <a:avLst/>
          </a:prstGeom>
          <a:noFill/>
          <a:ln w="25400">
            <a:solidFill>
              <a:srgbClr val="5C4DB7"/>
            </a:solidFill>
            <a:prstDash val="solid"/>
            <a:headEnd type="none"/>
            <a:tailEnd type="none"/>
          </a:ln>
        </p:spPr>
      </p:sp>
      <p:sp>
        <p:nvSpPr>
          <p:cNvPr id="1787" name="Shape 1785"/>
          <p:cNvSpPr/>
          <p:nvPr/>
        </p:nvSpPr>
        <p:spPr>
          <a:xfrm>
            <a:off x="5827776" y="4140719"/>
            <a:ext cx="0" cy="53140"/>
          </a:xfrm>
          <a:prstGeom prst="line">
            <a:avLst/>
          </a:prstGeom>
          <a:noFill/>
          <a:ln w="25400">
            <a:solidFill>
              <a:srgbClr val="5C4DB7"/>
            </a:solidFill>
            <a:prstDash val="solid"/>
            <a:headEnd type="none"/>
            <a:tailEnd type="none"/>
          </a:ln>
        </p:spPr>
      </p:sp>
      <p:sp>
        <p:nvSpPr>
          <p:cNvPr id="1788" name="Shape 1786"/>
          <p:cNvSpPr/>
          <p:nvPr/>
        </p:nvSpPr>
        <p:spPr>
          <a:xfrm>
            <a:off x="5827776" y="4191116"/>
            <a:ext cx="127406" cy="0"/>
          </a:xfrm>
          <a:prstGeom prst="line">
            <a:avLst/>
          </a:prstGeom>
          <a:noFill/>
          <a:ln w="25400">
            <a:solidFill>
              <a:srgbClr val="5C4DB7"/>
            </a:solidFill>
            <a:prstDash val="solid"/>
            <a:headEnd type="none"/>
            <a:tailEnd type="none"/>
          </a:ln>
        </p:spPr>
      </p:sp>
      <p:sp>
        <p:nvSpPr>
          <p:cNvPr id="1789" name="Shape 1787"/>
          <p:cNvSpPr/>
          <p:nvPr/>
        </p:nvSpPr>
        <p:spPr>
          <a:xfrm>
            <a:off x="5952439" y="4188373"/>
            <a:ext cx="0" cy="52235"/>
          </a:xfrm>
          <a:prstGeom prst="line">
            <a:avLst/>
          </a:prstGeom>
          <a:noFill/>
          <a:ln w="25400">
            <a:solidFill>
              <a:srgbClr val="5C4DB7"/>
            </a:solidFill>
            <a:prstDash val="solid"/>
            <a:headEnd type="none"/>
            <a:tailEnd type="none"/>
          </a:ln>
        </p:spPr>
      </p:sp>
      <p:sp>
        <p:nvSpPr>
          <p:cNvPr id="1790" name="Shape 1788"/>
          <p:cNvSpPr/>
          <p:nvPr/>
        </p:nvSpPr>
        <p:spPr>
          <a:xfrm>
            <a:off x="5952439" y="4237865"/>
            <a:ext cx="127407" cy="0"/>
          </a:xfrm>
          <a:prstGeom prst="line">
            <a:avLst/>
          </a:prstGeom>
          <a:noFill/>
          <a:ln w="25400">
            <a:solidFill>
              <a:srgbClr val="5C4DB7"/>
            </a:solidFill>
            <a:prstDash val="solid"/>
            <a:headEnd type="none"/>
            <a:tailEnd type="none"/>
          </a:ln>
        </p:spPr>
      </p:sp>
      <p:sp>
        <p:nvSpPr>
          <p:cNvPr id="1791" name="Shape 1789"/>
          <p:cNvSpPr/>
          <p:nvPr/>
        </p:nvSpPr>
        <p:spPr>
          <a:xfrm>
            <a:off x="6077102" y="4235121"/>
            <a:ext cx="0" cy="51455"/>
          </a:xfrm>
          <a:prstGeom prst="line">
            <a:avLst/>
          </a:prstGeom>
          <a:noFill/>
          <a:ln w="25400">
            <a:solidFill>
              <a:srgbClr val="5C4DB7"/>
            </a:solidFill>
            <a:prstDash val="solid"/>
            <a:headEnd type="none"/>
            <a:tailEnd type="none"/>
          </a:ln>
        </p:spPr>
      </p:sp>
      <p:sp>
        <p:nvSpPr>
          <p:cNvPr id="1792" name="Shape 1790"/>
          <p:cNvSpPr/>
          <p:nvPr/>
        </p:nvSpPr>
        <p:spPr>
          <a:xfrm>
            <a:off x="6077102" y="4283833"/>
            <a:ext cx="127407" cy="0"/>
          </a:xfrm>
          <a:prstGeom prst="line">
            <a:avLst/>
          </a:prstGeom>
          <a:noFill/>
          <a:ln w="25400">
            <a:solidFill>
              <a:srgbClr val="5C4DB7"/>
            </a:solidFill>
            <a:prstDash val="solid"/>
            <a:headEnd type="none"/>
            <a:tailEnd type="none"/>
          </a:ln>
        </p:spPr>
      </p:sp>
      <p:sp>
        <p:nvSpPr>
          <p:cNvPr id="1793" name="Shape 1791"/>
          <p:cNvSpPr/>
          <p:nvPr/>
        </p:nvSpPr>
        <p:spPr>
          <a:xfrm>
            <a:off x="6201766" y="4281090"/>
            <a:ext cx="0" cy="50708"/>
          </a:xfrm>
          <a:prstGeom prst="line">
            <a:avLst/>
          </a:prstGeom>
          <a:noFill/>
          <a:ln w="25400">
            <a:solidFill>
              <a:srgbClr val="5C4DB7"/>
            </a:solidFill>
            <a:prstDash val="solid"/>
            <a:headEnd type="none"/>
            <a:tailEnd type="none"/>
          </a:ln>
        </p:spPr>
      </p:sp>
      <p:sp>
        <p:nvSpPr>
          <p:cNvPr id="1794" name="Shape 1792"/>
          <p:cNvSpPr/>
          <p:nvPr/>
        </p:nvSpPr>
        <p:spPr>
          <a:xfrm>
            <a:off x="6201766" y="4329055"/>
            <a:ext cx="127406" cy="0"/>
          </a:xfrm>
          <a:prstGeom prst="line">
            <a:avLst/>
          </a:prstGeom>
          <a:noFill/>
          <a:ln w="25400">
            <a:solidFill>
              <a:srgbClr val="5C4DB7"/>
            </a:solidFill>
            <a:prstDash val="solid"/>
            <a:headEnd type="none"/>
            <a:tailEnd type="none"/>
          </a:ln>
        </p:spPr>
      </p:sp>
      <p:sp>
        <p:nvSpPr>
          <p:cNvPr id="1795" name="Shape 1793"/>
          <p:cNvSpPr/>
          <p:nvPr/>
        </p:nvSpPr>
        <p:spPr>
          <a:xfrm>
            <a:off x="6326429" y="4326311"/>
            <a:ext cx="0" cy="50016"/>
          </a:xfrm>
          <a:prstGeom prst="line">
            <a:avLst/>
          </a:prstGeom>
          <a:noFill/>
          <a:ln w="25400">
            <a:solidFill>
              <a:srgbClr val="5C4DB7"/>
            </a:solidFill>
            <a:prstDash val="solid"/>
            <a:headEnd type="none"/>
            <a:tailEnd type="none"/>
          </a:ln>
        </p:spPr>
      </p:sp>
      <p:sp>
        <p:nvSpPr>
          <p:cNvPr id="1796" name="Shape 1794"/>
          <p:cNvSpPr/>
          <p:nvPr/>
        </p:nvSpPr>
        <p:spPr>
          <a:xfrm>
            <a:off x="6326429" y="4373585"/>
            <a:ext cx="127407" cy="0"/>
          </a:xfrm>
          <a:prstGeom prst="line">
            <a:avLst/>
          </a:prstGeom>
          <a:noFill/>
          <a:ln w="25400">
            <a:solidFill>
              <a:srgbClr val="5C4DB7"/>
            </a:solidFill>
            <a:prstDash val="solid"/>
            <a:headEnd type="none"/>
            <a:tailEnd type="none"/>
          </a:ln>
        </p:spPr>
      </p:sp>
      <p:sp>
        <p:nvSpPr>
          <p:cNvPr id="1797" name="Shape 1795"/>
          <p:cNvSpPr/>
          <p:nvPr/>
        </p:nvSpPr>
        <p:spPr>
          <a:xfrm>
            <a:off x="6451092" y="4370841"/>
            <a:ext cx="0" cy="49254"/>
          </a:xfrm>
          <a:prstGeom prst="line">
            <a:avLst/>
          </a:prstGeom>
          <a:noFill/>
          <a:ln w="25400">
            <a:solidFill>
              <a:srgbClr val="5C4DB7"/>
            </a:solidFill>
            <a:prstDash val="solid"/>
            <a:headEnd type="none"/>
            <a:tailEnd type="none"/>
          </a:ln>
        </p:spPr>
      </p:sp>
      <p:sp>
        <p:nvSpPr>
          <p:cNvPr id="1798" name="Shape 1796"/>
          <p:cNvSpPr/>
          <p:nvPr/>
        </p:nvSpPr>
        <p:spPr>
          <a:xfrm>
            <a:off x="6451092" y="4417352"/>
            <a:ext cx="127407" cy="0"/>
          </a:xfrm>
          <a:prstGeom prst="line">
            <a:avLst/>
          </a:prstGeom>
          <a:noFill/>
          <a:ln w="25400">
            <a:solidFill>
              <a:srgbClr val="5C4DB7"/>
            </a:solidFill>
            <a:prstDash val="solid"/>
            <a:headEnd type="none"/>
            <a:tailEnd type="none"/>
          </a:ln>
        </p:spPr>
      </p:sp>
      <p:sp>
        <p:nvSpPr>
          <p:cNvPr id="1799" name="Shape 1797"/>
          <p:cNvSpPr/>
          <p:nvPr/>
        </p:nvSpPr>
        <p:spPr>
          <a:xfrm>
            <a:off x="6575755" y="4414609"/>
            <a:ext cx="0" cy="48205"/>
          </a:xfrm>
          <a:prstGeom prst="line">
            <a:avLst/>
          </a:prstGeom>
          <a:noFill/>
          <a:ln w="25400">
            <a:solidFill>
              <a:srgbClr val="5C4DB7"/>
            </a:solidFill>
            <a:prstDash val="solid"/>
            <a:headEnd type="none"/>
            <a:tailEnd type="none"/>
          </a:ln>
        </p:spPr>
      </p:sp>
      <p:sp>
        <p:nvSpPr>
          <p:cNvPr id="1800" name="Shape 1798"/>
          <p:cNvSpPr/>
          <p:nvPr/>
        </p:nvSpPr>
        <p:spPr>
          <a:xfrm>
            <a:off x="6575755" y="4460071"/>
            <a:ext cx="127406" cy="0"/>
          </a:xfrm>
          <a:prstGeom prst="line">
            <a:avLst/>
          </a:prstGeom>
          <a:noFill/>
          <a:ln w="25400">
            <a:solidFill>
              <a:srgbClr val="5C4DB7"/>
            </a:solidFill>
            <a:prstDash val="solid"/>
            <a:headEnd type="none"/>
            <a:tailEnd type="none"/>
          </a:ln>
        </p:spPr>
      </p:sp>
      <p:sp>
        <p:nvSpPr>
          <p:cNvPr id="1801" name="Shape 1799"/>
          <p:cNvSpPr/>
          <p:nvPr/>
        </p:nvSpPr>
        <p:spPr>
          <a:xfrm>
            <a:off x="6700418" y="4457328"/>
            <a:ext cx="0" cy="47202"/>
          </a:xfrm>
          <a:prstGeom prst="line">
            <a:avLst/>
          </a:prstGeom>
          <a:noFill/>
          <a:ln w="25400">
            <a:solidFill>
              <a:srgbClr val="5C4DB7"/>
            </a:solidFill>
            <a:prstDash val="solid"/>
            <a:headEnd type="none"/>
            <a:tailEnd type="none"/>
          </a:ln>
        </p:spPr>
      </p:sp>
      <p:sp>
        <p:nvSpPr>
          <p:cNvPr id="1802" name="Shape 1800"/>
          <p:cNvSpPr/>
          <p:nvPr/>
        </p:nvSpPr>
        <p:spPr>
          <a:xfrm>
            <a:off x="6700418" y="4501786"/>
            <a:ext cx="127407" cy="0"/>
          </a:xfrm>
          <a:prstGeom prst="line">
            <a:avLst/>
          </a:prstGeom>
          <a:noFill/>
          <a:ln w="25400">
            <a:solidFill>
              <a:srgbClr val="5C4DB7"/>
            </a:solidFill>
            <a:prstDash val="solid"/>
            <a:headEnd type="none"/>
            <a:tailEnd type="none"/>
          </a:ln>
        </p:spPr>
      </p:sp>
      <p:sp>
        <p:nvSpPr>
          <p:cNvPr id="1803" name="Shape 1801"/>
          <p:cNvSpPr/>
          <p:nvPr/>
        </p:nvSpPr>
        <p:spPr>
          <a:xfrm>
            <a:off x="6825082" y="4499043"/>
            <a:ext cx="0" cy="46151"/>
          </a:xfrm>
          <a:prstGeom prst="line">
            <a:avLst/>
          </a:prstGeom>
          <a:noFill/>
          <a:ln w="25400">
            <a:solidFill>
              <a:srgbClr val="5C4DB7"/>
            </a:solidFill>
            <a:prstDash val="solid"/>
            <a:headEnd type="none"/>
            <a:tailEnd type="none"/>
          </a:ln>
        </p:spPr>
      </p:sp>
      <p:sp>
        <p:nvSpPr>
          <p:cNvPr id="1804" name="Shape 1802"/>
          <p:cNvSpPr/>
          <p:nvPr/>
        </p:nvSpPr>
        <p:spPr>
          <a:xfrm>
            <a:off x="6825082" y="4542451"/>
            <a:ext cx="127407" cy="0"/>
          </a:xfrm>
          <a:prstGeom prst="line">
            <a:avLst/>
          </a:prstGeom>
          <a:noFill/>
          <a:ln w="25400">
            <a:solidFill>
              <a:srgbClr val="5C4DB7"/>
            </a:solidFill>
            <a:prstDash val="solid"/>
            <a:headEnd type="none"/>
            <a:tailEnd type="none"/>
          </a:ln>
        </p:spPr>
      </p:sp>
      <p:sp>
        <p:nvSpPr>
          <p:cNvPr id="1805" name="Shape 1803"/>
          <p:cNvSpPr/>
          <p:nvPr/>
        </p:nvSpPr>
        <p:spPr>
          <a:xfrm>
            <a:off x="6949745" y="4539708"/>
            <a:ext cx="0" cy="35651"/>
          </a:xfrm>
          <a:prstGeom prst="line">
            <a:avLst/>
          </a:prstGeom>
          <a:noFill/>
          <a:ln w="25400">
            <a:solidFill>
              <a:srgbClr val="5C4DB7"/>
            </a:solidFill>
            <a:prstDash val="solid"/>
            <a:headEnd type="none"/>
            <a:tailEnd type="none"/>
          </a:ln>
        </p:spPr>
      </p:sp>
      <p:sp>
        <p:nvSpPr>
          <p:cNvPr id="1806" name="Shape 1804"/>
          <p:cNvSpPr/>
          <p:nvPr/>
        </p:nvSpPr>
        <p:spPr>
          <a:xfrm>
            <a:off x="6949745" y="4572616"/>
            <a:ext cx="127406" cy="0"/>
          </a:xfrm>
          <a:prstGeom prst="line">
            <a:avLst/>
          </a:prstGeom>
          <a:noFill/>
          <a:ln w="25400">
            <a:solidFill>
              <a:srgbClr val="5C4DB7"/>
            </a:solidFill>
            <a:prstDash val="solid"/>
            <a:headEnd type="none"/>
            <a:tailEnd type="none"/>
          </a:ln>
        </p:spPr>
      </p:sp>
      <p:sp>
        <p:nvSpPr>
          <p:cNvPr id="1807" name="Shape 1805"/>
          <p:cNvSpPr/>
          <p:nvPr/>
        </p:nvSpPr>
        <p:spPr>
          <a:xfrm>
            <a:off x="7074408" y="4569873"/>
            <a:ext cx="0" cy="44035"/>
          </a:xfrm>
          <a:prstGeom prst="line">
            <a:avLst/>
          </a:prstGeom>
          <a:noFill/>
          <a:ln w="25400">
            <a:solidFill>
              <a:srgbClr val="5C4DB7"/>
            </a:solidFill>
            <a:prstDash val="solid"/>
            <a:headEnd type="none"/>
            <a:tailEnd type="none"/>
          </a:ln>
        </p:spPr>
      </p:sp>
      <p:sp>
        <p:nvSpPr>
          <p:cNvPr id="1808" name="Shape 1806"/>
          <p:cNvSpPr/>
          <p:nvPr/>
        </p:nvSpPr>
        <p:spPr>
          <a:xfrm>
            <a:off x="7074408" y="4611164"/>
            <a:ext cx="127407" cy="0"/>
          </a:xfrm>
          <a:prstGeom prst="line">
            <a:avLst/>
          </a:prstGeom>
          <a:noFill/>
          <a:ln w="25400">
            <a:solidFill>
              <a:srgbClr val="5C4DB7"/>
            </a:solidFill>
            <a:prstDash val="solid"/>
            <a:headEnd type="none"/>
            <a:tailEnd type="none"/>
          </a:ln>
        </p:spPr>
      </p:sp>
      <p:sp>
        <p:nvSpPr>
          <p:cNvPr id="1809" name="Shape 1807"/>
          <p:cNvSpPr/>
          <p:nvPr/>
        </p:nvSpPr>
        <p:spPr>
          <a:xfrm>
            <a:off x="7199071" y="4608421"/>
            <a:ext cx="0" cy="42919"/>
          </a:xfrm>
          <a:prstGeom prst="line">
            <a:avLst/>
          </a:prstGeom>
          <a:noFill/>
          <a:ln w="25400">
            <a:solidFill>
              <a:srgbClr val="5C4DB7"/>
            </a:solidFill>
            <a:prstDash val="solid"/>
            <a:headEnd type="none"/>
            <a:tailEnd type="none"/>
          </a:ln>
        </p:spPr>
      </p:sp>
      <p:sp>
        <p:nvSpPr>
          <p:cNvPr id="1810" name="Shape 1808"/>
          <p:cNvSpPr/>
          <p:nvPr/>
        </p:nvSpPr>
        <p:spPr>
          <a:xfrm>
            <a:off x="7199071" y="4648597"/>
            <a:ext cx="127407" cy="0"/>
          </a:xfrm>
          <a:prstGeom prst="line">
            <a:avLst/>
          </a:prstGeom>
          <a:noFill/>
          <a:ln w="25400">
            <a:solidFill>
              <a:srgbClr val="5C4DB7"/>
            </a:solidFill>
            <a:prstDash val="solid"/>
            <a:headEnd type="none"/>
            <a:tailEnd type="none"/>
          </a:ln>
        </p:spPr>
      </p:sp>
      <p:sp>
        <p:nvSpPr>
          <p:cNvPr id="1811" name="Shape 1809"/>
          <p:cNvSpPr/>
          <p:nvPr/>
        </p:nvSpPr>
        <p:spPr>
          <a:xfrm>
            <a:off x="7323735" y="4645854"/>
            <a:ext cx="0" cy="41931"/>
          </a:xfrm>
          <a:prstGeom prst="line">
            <a:avLst/>
          </a:prstGeom>
          <a:noFill/>
          <a:ln w="25400">
            <a:solidFill>
              <a:srgbClr val="5C4DB7"/>
            </a:solidFill>
            <a:prstDash val="solid"/>
            <a:headEnd type="none"/>
            <a:tailEnd type="none"/>
          </a:ln>
        </p:spPr>
      </p:sp>
      <p:sp>
        <p:nvSpPr>
          <p:cNvPr id="1812" name="Shape 1810"/>
          <p:cNvSpPr/>
          <p:nvPr/>
        </p:nvSpPr>
        <p:spPr>
          <a:xfrm>
            <a:off x="7323735" y="4685042"/>
            <a:ext cx="127406" cy="0"/>
          </a:xfrm>
          <a:prstGeom prst="line">
            <a:avLst/>
          </a:prstGeom>
          <a:noFill/>
          <a:ln w="25400">
            <a:solidFill>
              <a:srgbClr val="5C4DB7"/>
            </a:solidFill>
            <a:prstDash val="solid"/>
            <a:headEnd type="none"/>
            <a:tailEnd type="none"/>
          </a:ln>
        </p:spPr>
      </p:sp>
      <p:sp>
        <p:nvSpPr>
          <p:cNvPr id="1813" name="Shape 1811"/>
          <p:cNvSpPr/>
          <p:nvPr/>
        </p:nvSpPr>
        <p:spPr>
          <a:xfrm>
            <a:off x="7448397" y="4682299"/>
            <a:ext cx="0" cy="40845"/>
          </a:xfrm>
          <a:prstGeom prst="line">
            <a:avLst/>
          </a:prstGeom>
          <a:noFill/>
          <a:ln w="25400">
            <a:solidFill>
              <a:srgbClr val="5C4DB7"/>
            </a:solidFill>
            <a:prstDash val="solid"/>
            <a:headEnd type="none"/>
            <a:tailEnd type="none"/>
          </a:ln>
        </p:spPr>
      </p:sp>
      <p:sp>
        <p:nvSpPr>
          <p:cNvPr id="1814" name="Shape 1812"/>
          <p:cNvSpPr/>
          <p:nvPr/>
        </p:nvSpPr>
        <p:spPr>
          <a:xfrm>
            <a:off x="7448397" y="4720400"/>
            <a:ext cx="127407" cy="0"/>
          </a:xfrm>
          <a:prstGeom prst="line">
            <a:avLst/>
          </a:prstGeom>
          <a:noFill/>
          <a:ln w="25400">
            <a:solidFill>
              <a:srgbClr val="5C4DB7"/>
            </a:solidFill>
            <a:prstDash val="solid"/>
            <a:headEnd type="none"/>
            <a:tailEnd type="none"/>
          </a:ln>
        </p:spPr>
      </p:sp>
      <p:sp>
        <p:nvSpPr>
          <p:cNvPr id="1815" name="Shape 1813"/>
          <p:cNvSpPr/>
          <p:nvPr/>
        </p:nvSpPr>
        <p:spPr>
          <a:xfrm>
            <a:off x="7573061" y="4717657"/>
            <a:ext cx="0" cy="39171"/>
          </a:xfrm>
          <a:prstGeom prst="line">
            <a:avLst/>
          </a:prstGeom>
          <a:noFill/>
          <a:ln w="25400">
            <a:solidFill>
              <a:srgbClr val="5C4DB7"/>
            </a:solidFill>
            <a:prstDash val="solid"/>
            <a:headEnd type="none"/>
            <a:tailEnd type="none"/>
          </a:ln>
        </p:spPr>
      </p:sp>
      <p:sp>
        <p:nvSpPr>
          <p:cNvPr id="1816" name="Shape 1814"/>
          <p:cNvSpPr/>
          <p:nvPr/>
        </p:nvSpPr>
        <p:spPr>
          <a:xfrm>
            <a:off x="7573061" y="4754085"/>
            <a:ext cx="127407" cy="0"/>
          </a:xfrm>
          <a:prstGeom prst="line">
            <a:avLst/>
          </a:prstGeom>
          <a:noFill/>
          <a:ln w="25400">
            <a:solidFill>
              <a:srgbClr val="5C4DB7"/>
            </a:solidFill>
            <a:prstDash val="solid"/>
            <a:headEnd type="none"/>
            <a:tailEnd type="none"/>
          </a:ln>
        </p:spPr>
      </p:sp>
      <p:sp>
        <p:nvSpPr>
          <p:cNvPr id="1817" name="Shape 1815"/>
          <p:cNvSpPr/>
          <p:nvPr/>
        </p:nvSpPr>
        <p:spPr>
          <a:xfrm>
            <a:off x="7697724" y="4751342"/>
            <a:ext cx="0" cy="36678"/>
          </a:xfrm>
          <a:prstGeom prst="line">
            <a:avLst/>
          </a:prstGeom>
          <a:noFill/>
          <a:ln w="25400">
            <a:solidFill>
              <a:srgbClr val="5C4DB7"/>
            </a:solidFill>
            <a:prstDash val="solid"/>
            <a:headEnd type="none"/>
            <a:tailEnd type="none"/>
          </a:ln>
        </p:spPr>
      </p:sp>
      <p:sp>
        <p:nvSpPr>
          <p:cNvPr id="1818" name="Shape 1816"/>
          <p:cNvSpPr/>
          <p:nvPr/>
        </p:nvSpPr>
        <p:spPr>
          <a:xfrm>
            <a:off x="7697724" y="4785277"/>
            <a:ext cx="127406" cy="0"/>
          </a:xfrm>
          <a:prstGeom prst="line">
            <a:avLst/>
          </a:prstGeom>
          <a:noFill/>
          <a:ln w="25400">
            <a:solidFill>
              <a:srgbClr val="5C4DB7"/>
            </a:solidFill>
            <a:prstDash val="solid"/>
            <a:headEnd type="none"/>
            <a:tailEnd type="none"/>
          </a:ln>
        </p:spPr>
      </p:sp>
      <p:sp>
        <p:nvSpPr>
          <p:cNvPr id="1819" name="Shape 1817"/>
          <p:cNvSpPr/>
          <p:nvPr/>
        </p:nvSpPr>
        <p:spPr>
          <a:xfrm>
            <a:off x="7822387" y="4782533"/>
            <a:ext cx="0" cy="33713"/>
          </a:xfrm>
          <a:prstGeom prst="line">
            <a:avLst/>
          </a:prstGeom>
          <a:noFill/>
          <a:ln w="25400">
            <a:solidFill>
              <a:srgbClr val="5C4DB7"/>
            </a:solidFill>
            <a:prstDash val="solid"/>
            <a:headEnd type="none"/>
            <a:tailEnd type="none"/>
          </a:ln>
        </p:spPr>
      </p:sp>
      <p:sp>
        <p:nvSpPr>
          <p:cNvPr id="1820" name="Shape 1818"/>
          <p:cNvSpPr/>
          <p:nvPr/>
        </p:nvSpPr>
        <p:spPr>
          <a:xfrm>
            <a:off x="7822387" y="4813503"/>
            <a:ext cx="127407" cy="0"/>
          </a:xfrm>
          <a:prstGeom prst="line">
            <a:avLst/>
          </a:prstGeom>
          <a:noFill/>
          <a:ln w="25400">
            <a:solidFill>
              <a:srgbClr val="5C4DB7"/>
            </a:solidFill>
            <a:prstDash val="solid"/>
            <a:headEnd type="none"/>
            <a:tailEnd type="none"/>
          </a:ln>
        </p:spPr>
      </p:sp>
      <p:sp>
        <p:nvSpPr>
          <p:cNvPr id="1821" name="Shape 1819"/>
          <p:cNvSpPr/>
          <p:nvPr/>
        </p:nvSpPr>
        <p:spPr>
          <a:xfrm>
            <a:off x="7947050" y="4810760"/>
            <a:ext cx="0" cy="30652"/>
          </a:xfrm>
          <a:prstGeom prst="line">
            <a:avLst/>
          </a:prstGeom>
          <a:noFill/>
          <a:ln w="25400">
            <a:solidFill>
              <a:srgbClr val="5C4DB7"/>
            </a:solidFill>
            <a:prstDash val="solid"/>
            <a:headEnd type="none"/>
            <a:tailEnd type="none"/>
          </a:ln>
        </p:spPr>
      </p:sp>
      <p:sp>
        <p:nvSpPr>
          <p:cNvPr id="1822" name="Shape 1820"/>
          <p:cNvSpPr/>
          <p:nvPr/>
        </p:nvSpPr>
        <p:spPr>
          <a:xfrm>
            <a:off x="7947050" y="4838669"/>
            <a:ext cx="127407" cy="0"/>
          </a:xfrm>
          <a:prstGeom prst="line">
            <a:avLst/>
          </a:prstGeom>
          <a:noFill/>
          <a:ln w="25400">
            <a:solidFill>
              <a:srgbClr val="5C4DB7"/>
            </a:solidFill>
            <a:prstDash val="solid"/>
            <a:headEnd type="none"/>
            <a:tailEnd type="none"/>
          </a:ln>
        </p:spPr>
      </p:sp>
      <p:sp>
        <p:nvSpPr>
          <p:cNvPr id="1823" name="Shape 1821"/>
          <p:cNvSpPr/>
          <p:nvPr/>
        </p:nvSpPr>
        <p:spPr>
          <a:xfrm>
            <a:off x="8071714" y="4835926"/>
            <a:ext cx="0" cy="27584"/>
          </a:xfrm>
          <a:prstGeom prst="line">
            <a:avLst/>
          </a:prstGeom>
          <a:noFill/>
          <a:ln w="25400">
            <a:solidFill>
              <a:srgbClr val="5C4DB7"/>
            </a:solidFill>
            <a:prstDash val="solid"/>
            <a:headEnd type="none"/>
            <a:tailEnd type="none"/>
          </a:ln>
        </p:spPr>
      </p:sp>
      <p:sp>
        <p:nvSpPr>
          <p:cNvPr id="1824" name="Shape 1822"/>
          <p:cNvSpPr/>
          <p:nvPr/>
        </p:nvSpPr>
        <p:spPr>
          <a:xfrm>
            <a:off x="8071714" y="4860766"/>
            <a:ext cx="127406" cy="0"/>
          </a:xfrm>
          <a:prstGeom prst="line">
            <a:avLst/>
          </a:prstGeom>
          <a:noFill/>
          <a:ln w="25400">
            <a:solidFill>
              <a:srgbClr val="5C4DB7"/>
            </a:solidFill>
            <a:prstDash val="solid"/>
            <a:headEnd type="none"/>
            <a:tailEnd type="none"/>
          </a:ln>
        </p:spPr>
      </p:sp>
      <p:sp>
        <p:nvSpPr>
          <p:cNvPr id="1825" name="Shape 1823"/>
          <p:cNvSpPr/>
          <p:nvPr/>
        </p:nvSpPr>
        <p:spPr>
          <a:xfrm>
            <a:off x="8196377" y="4858023"/>
            <a:ext cx="0" cy="24638"/>
          </a:xfrm>
          <a:prstGeom prst="line">
            <a:avLst/>
          </a:prstGeom>
          <a:noFill/>
          <a:ln w="25400">
            <a:solidFill>
              <a:srgbClr val="5C4DB7"/>
            </a:solidFill>
            <a:prstDash val="solid"/>
            <a:headEnd type="none"/>
            <a:tailEnd type="none"/>
          </a:ln>
        </p:spPr>
      </p:sp>
      <p:sp>
        <p:nvSpPr>
          <p:cNvPr id="1826" name="Shape 1824"/>
          <p:cNvSpPr/>
          <p:nvPr/>
        </p:nvSpPr>
        <p:spPr>
          <a:xfrm>
            <a:off x="8196377" y="4879918"/>
            <a:ext cx="127407" cy="0"/>
          </a:xfrm>
          <a:prstGeom prst="line">
            <a:avLst/>
          </a:prstGeom>
          <a:noFill/>
          <a:ln w="25400">
            <a:solidFill>
              <a:srgbClr val="5C4DB7"/>
            </a:solidFill>
            <a:prstDash val="solid"/>
            <a:headEnd type="none"/>
            <a:tailEnd type="none"/>
          </a:ln>
        </p:spPr>
      </p:sp>
      <p:sp>
        <p:nvSpPr>
          <p:cNvPr id="1827" name="Shape 1825"/>
          <p:cNvSpPr/>
          <p:nvPr/>
        </p:nvSpPr>
        <p:spPr>
          <a:xfrm>
            <a:off x="8321040" y="4877175"/>
            <a:ext cx="0" cy="21765"/>
          </a:xfrm>
          <a:prstGeom prst="line">
            <a:avLst/>
          </a:prstGeom>
          <a:noFill/>
          <a:ln w="25400">
            <a:solidFill>
              <a:srgbClr val="5C4DB7"/>
            </a:solidFill>
            <a:prstDash val="solid"/>
            <a:headEnd type="none"/>
            <a:tailEnd type="none"/>
          </a:ln>
        </p:spPr>
      </p:sp>
      <p:sp>
        <p:nvSpPr>
          <p:cNvPr id="1828" name="Shape 1826"/>
          <p:cNvSpPr/>
          <p:nvPr/>
        </p:nvSpPr>
        <p:spPr>
          <a:xfrm>
            <a:off x="868680" y="1792224"/>
            <a:ext cx="256032" cy="0"/>
          </a:xfrm>
          <a:prstGeom prst="line">
            <a:avLst/>
          </a:prstGeom>
          <a:noFill/>
          <a:ln w="27940">
            <a:solidFill>
              <a:srgbClr val="5C4DB7"/>
            </a:solidFill>
            <a:prstDash val="solid"/>
          </a:ln>
        </p:spPr>
      </p:sp>
      <p:sp>
        <p:nvSpPr>
          <p:cNvPr id="1829" name="Text 1827"/>
          <p:cNvSpPr/>
          <p:nvPr/>
        </p:nvSpPr>
        <p:spPr>
          <a:xfrm>
            <a:off x="1197864" y="1719072"/>
            <a:ext cx="1408176"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MFR</a:t>
            </a:r>
            <a:endParaRPr lang="en-US" sz="920" dirty="0"/>
          </a:p>
        </p:txBody>
      </p:sp>
      <p:sp>
        <p:nvSpPr>
          <p:cNvPr id="1830" name="Shape 1828"/>
          <p:cNvSpPr/>
          <p:nvPr/>
        </p:nvSpPr>
        <p:spPr>
          <a:xfrm>
            <a:off x="841248" y="4864808"/>
            <a:ext cx="127407" cy="0"/>
          </a:xfrm>
          <a:prstGeom prst="line">
            <a:avLst/>
          </a:prstGeom>
          <a:noFill/>
          <a:ln w="25400">
            <a:solidFill>
              <a:srgbClr val="168B83"/>
            </a:solidFill>
            <a:prstDash val="solid"/>
            <a:headEnd type="none"/>
            <a:tailEnd type="none"/>
          </a:ln>
        </p:spPr>
      </p:sp>
      <p:sp>
        <p:nvSpPr>
          <p:cNvPr id="1831" name="Shape 1829"/>
          <p:cNvSpPr/>
          <p:nvPr/>
        </p:nvSpPr>
        <p:spPr>
          <a:xfrm>
            <a:off x="965911" y="4862064"/>
            <a:ext cx="0" cy="35711"/>
          </a:xfrm>
          <a:prstGeom prst="line">
            <a:avLst/>
          </a:prstGeom>
          <a:noFill/>
          <a:ln w="25400">
            <a:solidFill>
              <a:srgbClr val="168B83"/>
            </a:solidFill>
            <a:prstDash val="solid"/>
            <a:headEnd type="none"/>
            <a:tailEnd type="none"/>
          </a:ln>
        </p:spPr>
      </p:sp>
      <p:sp>
        <p:nvSpPr>
          <p:cNvPr id="1832" name="Shape 1830"/>
          <p:cNvSpPr/>
          <p:nvPr/>
        </p:nvSpPr>
        <p:spPr>
          <a:xfrm>
            <a:off x="965911" y="4895032"/>
            <a:ext cx="127406" cy="0"/>
          </a:xfrm>
          <a:prstGeom prst="line">
            <a:avLst/>
          </a:prstGeom>
          <a:noFill/>
          <a:ln w="25400">
            <a:solidFill>
              <a:srgbClr val="168B83"/>
            </a:solidFill>
            <a:prstDash val="solid"/>
            <a:headEnd type="none"/>
            <a:tailEnd type="none"/>
          </a:ln>
        </p:spPr>
      </p:sp>
      <p:sp>
        <p:nvSpPr>
          <p:cNvPr id="1833" name="Shape 1831"/>
          <p:cNvSpPr/>
          <p:nvPr/>
        </p:nvSpPr>
        <p:spPr>
          <a:xfrm>
            <a:off x="1090574" y="4868124"/>
            <a:ext cx="0" cy="29651"/>
          </a:xfrm>
          <a:prstGeom prst="line">
            <a:avLst/>
          </a:prstGeom>
          <a:noFill/>
          <a:ln w="25400">
            <a:solidFill>
              <a:srgbClr val="168B83"/>
            </a:solidFill>
            <a:prstDash val="solid"/>
            <a:headEnd type="none"/>
            <a:tailEnd type="none"/>
          </a:ln>
        </p:spPr>
      </p:sp>
      <p:sp>
        <p:nvSpPr>
          <p:cNvPr id="1834" name="Shape 1832"/>
          <p:cNvSpPr/>
          <p:nvPr/>
        </p:nvSpPr>
        <p:spPr>
          <a:xfrm>
            <a:off x="1090574" y="4870867"/>
            <a:ext cx="127407" cy="0"/>
          </a:xfrm>
          <a:prstGeom prst="line">
            <a:avLst/>
          </a:prstGeom>
          <a:noFill/>
          <a:ln w="25400">
            <a:solidFill>
              <a:srgbClr val="168B83"/>
            </a:solidFill>
            <a:prstDash val="solid"/>
            <a:headEnd type="none"/>
            <a:tailEnd type="none"/>
          </a:ln>
        </p:spPr>
      </p:sp>
      <p:sp>
        <p:nvSpPr>
          <p:cNvPr id="1835" name="Shape 1833"/>
          <p:cNvSpPr/>
          <p:nvPr/>
        </p:nvSpPr>
        <p:spPr>
          <a:xfrm>
            <a:off x="1215238" y="4795948"/>
            <a:ext cx="0" cy="77662"/>
          </a:xfrm>
          <a:prstGeom prst="line">
            <a:avLst/>
          </a:prstGeom>
          <a:noFill/>
          <a:ln w="25400">
            <a:solidFill>
              <a:srgbClr val="168B83"/>
            </a:solidFill>
            <a:prstDash val="solid"/>
            <a:headEnd type="none"/>
            <a:tailEnd type="none"/>
          </a:ln>
        </p:spPr>
      </p:sp>
      <p:sp>
        <p:nvSpPr>
          <p:cNvPr id="1836" name="Shape 1834"/>
          <p:cNvSpPr/>
          <p:nvPr/>
        </p:nvSpPr>
        <p:spPr>
          <a:xfrm>
            <a:off x="1215238" y="4798691"/>
            <a:ext cx="127407" cy="0"/>
          </a:xfrm>
          <a:prstGeom prst="line">
            <a:avLst/>
          </a:prstGeom>
          <a:noFill/>
          <a:ln w="25400">
            <a:solidFill>
              <a:srgbClr val="168B83"/>
            </a:solidFill>
            <a:prstDash val="solid"/>
            <a:headEnd type="none"/>
            <a:tailEnd type="none"/>
          </a:ln>
        </p:spPr>
      </p:sp>
      <p:sp>
        <p:nvSpPr>
          <p:cNvPr id="1837" name="Shape 1835"/>
          <p:cNvSpPr/>
          <p:nvPr/>
        </p:nvSpPr>
        <p:spPr>
          <a:xfrm>
            <a:off x="1339901" y="4670219"/>
            <a:ext cx="0" cy="131216"/>
          </a:xfrm>
          <a:prstGeom prst="line">
            <a:avLst/>
          </a:prstGeom>
          <a:noFill/>
          <a:ln w="25400">
            <a:solidFill>
              <a:srgbClr val="168B83"/>
            </a:solidFill>
            <a:prstDash val="solid"/>
            <a:headEnd type="none"/>
            <a:tailEnd type="none"/>
          </a:ln>
        </p:spPr>
      </p:sp>
      <p:sp>
        <p:nvSpPr>
          <p:cNvPr id="1838" name="Shape 1836"/>
          <p:cNvSpPr/>
          <p:nvPr/>
        </p:nvSpPr>
        <p:spPr>
          <a:xfrm>
            <a:off x="1339901" y="4672962"/>
            <a:ext cx="127406" cy="0"/>
          </a:xfrm>
          <a:prstGeom prst="line">
            <a:avLst/>
          </a:prstGeom>
          <a:noFill/>
          <a:ln w="25400">
            <a:solidFill>
              <a:srgbClr val="168B83"/>
            </a:solidFill>
            <a:prstDash val="solid"/>
            <a:headEnd type="none"/>
            <a:tailEnd type="none"/>
          </a:ln>
        </p:spPr>
      </p:sp>
      <p:sp>
        <p:nvSpPr>
          <p:cNvPr id="1839" name="Shape 1837"/>
          <p:cNvSpPr/>
          <p:nvPr/>
        </p:nvSpPr>
        <p:spPr>
          <a:xfrm>
            <a:off x="1464564" y="4499591"/>
            <a:ext cx="0" cy="176114"/>
          </a:xfrm>
          <a:prstGeom prst="line">
            <a:avLst/>
          </a:prstGeom>
          <a:noFill/>
          <a:ln w="25400">
            <a:solidFill>
              <a:srgbClr val="168B83"/>
            </a:solidFill>
            <a:prstDash val="solid"/>
            <a:headEnd type="none"/>
            <a:tailEnd type="none"/>
          </a:ln>
        </p:spPr>
      </p:sp>
      <p:sp>
        <p:nvSpPr>
          <p:cNvPr id="1840" name="Shape 1838"/>
          <p:cNvSpPr/>
          <p:nvPr/>
        </p:nvSpPr>
        <p:spPr>
          <a:xfrm>
            <a:off x="1464564" y="4502334"/>
            <a:ext cx="127407" cy="0"/>
          </a:xfrm>
          <a:prstGeom prst="line">
            <a:avLst/>
          </a:prstGeom>
          <a:noFill/>
          <a:ln w="25400">
            <a:solidFill>
              <a:srgbClr val="168B83"/>
            </a:solidFill>
            <a:prstDash val="solid"/>
            <a:headEnd type="none"/>
            <a:tailEnd type="none"/>
          </a:ln>
        </p:spPr>
      </p:sp>
      <p:sp>
        <p:nvSpPr>
          <p:cNvPr id="1841" name="Shape 1839"/>
          <p:cNvSpPr/>
          <p:nvPr/>
        </p:nvSpPr>
        <p:spPr>
          <a:xfrm>
            <a:off x="1589227" y="4299560"/>
            <a:ext cx="0" cy="205518"/>
          </a:xfrm>
          <a:prstGeom prst="line">
            <a:avLst/>
          </a:prstGeom>
          <a:noFill/>
          <a:ln w="25400">
            <a:solidFill>
              <a:srgbClr val="168B83"/>
            </a:solidFill>
            <a:prstDash val="solid"/>
            <a:headEnd type="none"/>
            <a:tailEnd type="none"/>
          </a:ln>
        </p:spPr>
      </p:sp>
      <p:sp>
        <p:nvSpPr>
          <p:cNvPr id="1842" name="Shape 1840"/>
          <p:cNvSpPr/>
          <p:nvPr/>
        </p:nvSpPr>
        <p:spPr>
          <a:xfrm>
            <a:off x="1589227" y="4302303"/>
            <a:ext cx="127407" cy="0"/>
          </a:xfrm>
          <a:prstGeom prst="line">
            <a:avLst/>
          </a:prstGeom>
          <a:noFill/>
          <a:ln w="25400">
            <a:solidFill>
              <a:srgbClr val="168B83"/>
            </a:solidFill>
            <a:prstDash val="solid"/>
            <a:headEnd type="none"/>
            <a:tailEnd type="none"/>
          </a:ln>
        </p:spPr>
      </p:sp>
      <p:sp>
        <p:nvSpPr>
          <p:cNvPr id="1843" name="Shape 1841"/>
          <p:cNvSpPr/>
          <p:nvPr/>
        </p:nvSpPr>
        <p:spPr>
          <a:xfrm>
            <a:off x="1713891" y="4085783"/>
            <a:ext cx="0" cy="219263"/>
          </a:xfrm>
          <a:prstGeom prst="line">
            <a:avLst/>
          </a:prstGeom>
          <a:noFill/>
          <a:ln w="25400">
            <a:solidFill>
              <a:srgbClr val="168B83"/>
            </a:solidFill>
            <a:prstDash val="solid"/>
            <a:headEnd type="none"/>
            <a:tailEnd type="none"/>
          </a:ln>
        </p:spPr>
      </p:sp>
      <p:sp>
        <p:nvSpPr>
          <p:cNvPr id="1844" name="Shape 1842"/>
          <p:cNvSpPr/>
          <p:nvPr/>
        </p:nvSpPr>
        <p:spPr>
          <a:xfrm>
            <a:off x="1713891" y="4088527"/>
            <a:ext cx="127406" cy="0"/>
          </a:xfrm>
          <a:prstGeom prst="line">
            <a:avLst/>
          </a:prstGeom>
          <a:noFill/>
          <a:ln w="25400">
            <a:solidFill>
              <a:srgbClr val="168B83"/>
            </a:solidFill>
            <a:prstDash val="solid"/>
            <a:headEnd type="none"/>
            <a:tailEnd type="none"/>
          </a:ln>
        </p:spPr>
      </p:sp>
      <p:sp>
        <p:nvSpPr>
          <p:cNvPr id="1845" name="Shape 1843"/>
          <p:cNvSpPr/>
          <p:nvPr/>
        </p:nvSpPr>
        <p:spPr>
          <a:xfrm>
            <a:off x="1838553" y="3873375"/>
            <a:ext cx="0" cy="217894"/>
          </a:xfrm>
          <a:prstGeom prst="line">
            <a:avLst/>
          </a:prstGeom>
          <a:noFill/>
          <a:ln w="25400">
            <a:solidFill>
              <a:srgbClr val="168B83"/>
            </a:solidFill>
            <a:prstDash val="solid"/>
            <a:headEnd type="none"/>
            <a:tailEnd type="none"/>
          </a:ln>
        </p:spPr>
      </p:sp>
      <p:sp>
        <p:nvSpPr>
          <p:cNvPr id="1846" name="Shape 1844"/>
          <p:cNvSpPr/>
          <p:nvPr/>
        </p:nvSpPr>
        <p:spPr>
          <a:xfrm>
            <a:off x="1838553" y="3876118"/>
            <a:ext cx="127407" cy="0"/>
          </a:xfrm>
          <a:prstGeom prst="line">
            <a:avLst/>
          </a:prstGeom>
          <a:noFill/>
          <a:ln w="25400">
            <a:solidFill>
              <a:srgbClr val="168B83"/>
            </a:solidFill>
            <a:prstDash val="solid"/>
            <a:headEnd type="none"/>
            <a:tailEnd type="none"/>
          </a:ln>
        </p:spPr>
      </p:sp>
      <p:sp>
        <p:nvSpPr>
          <p:cNvPr id="1847" name="Shape 1845"/>
          <p:cNvSpPr/>
          <p:nvPr/>
        </p:nvSpPr>
        <p:spPr>
          <a:xfrm>
            <a:off x="1963217" y="3674090"/>
            <a:ext cx="0" cy="204772"/>
          </a:xfrm>
          <a:prstGeom prst="line">
            <a:avLst/>
          </a:prstGeom>
          <a:noFill/>
          <a:ln w="25400">
            <a:solidFill>
              <a:srgbClr val="168B83"/>
            </a:solidFill>
            <a:prstDash val="solid"/>
            <a:headEnd type="none"/>
            <a:tailEnd type="none"/>
          </a:ln>
        </p:spPr>
      </p:sp>
      <p:sp>
        <p:nvSpPr>
          <p:cNvPr id="1848" name="Shape 1846"/>
          <p:cNvSpPr/>
          <p:nvPr/>
        </p:nvSpPr>
        <p:spPr>
          <a:xfrm>
            <a:off x="1963217" y="3676833"/>
            <a:ext cx="127407" cy="0"/>
          </a:xfrm>
          <a:prstGeom prst="line">
            <a:avLst/>
          </a:prstGeom>
          <a:noFill/>
          <a:ln w="25400">
            <a:solidFill>
              <a:srgbClr val="168B83"/>
            </a:solidFill>
            <a:prstDash val="solid"/>
            <a:headEnd type="none"/>
            <a:tailEnd type="none"/>
          </a:ln>
        </p:spPr>
      </p:sp>
      <p:sp>
        <p:nvSpPr>
          <p:cNvPr id="1849" name="Shape 1847"/>
          <p:cNvSpPr/>
          <p:nvPr/>
        </p:nvSpPr>
        <p:spPr>
          <a:xfrm>
            <a:off x="2087880" y="3494614"/>
            <a:ext cx="0" cy="184962"/>
          </a:xfrm>
          <a:prstGeom prst="line">
            <a:avLst/>
          </a:prstGeom>
          <a:noFill/>
          <a:ln w="25400">
            <a:solidFill>
              <a:srgbClr val="168B83"/>
            </a:solidFill>
            <a:prstDash val="solid"/>
            <a:headEnd type="none"/>
            <a:tailEnd type="none"/>
          </a:ln>
        </p:spPr>
      </p:sp>
      <p:sp>
        <p:nvSpPr>
          <p:cNvPr id="1850" name="Shape 1848"/>
          <p:cNvSpPr/>
          <p:nvPr/>
        </p:nvSpPr>
        <p:spPr>
          <a:xfrm>
            <a:off x="2087880" y="3497358"/>
            <a:ext cx="127406" cy="0"/>
          </a:xfrm>
          <a:prstGeom prst="line">
            <a:avLst/>
          </a:prstGeom>
          <a:noFill/>
          <a:ln w="25400">
            <a:solidFill>
              <a:srgbClr val="168B83"/>
            </a:solidFill>
            <a:prstDash val="solid"/>
            <a:headEnd type="none"/>
            <a:tailEnd type="none"/>
          </a:ln>
        </p:spPr>
      </p:sp>
      <p:sp>
        <p:nvSpPr>
          <p:cNvPr id="1851" name="Shape 1849"/>
          <p:cNvSpPr/>
          <p:nvPr/>
        </p:nvSpPr>
        <p:spPr>
          <a:xfrm>
            <a:off x="2212543" y="3338623"/>
            <a:ext cx="0" cy="161478"/>
          </a:xfrm>
          <a:prstGeom prst="line">
            <a:avLst/>
          </a:prstGeom>
          <a:noFill/>
          <a:ln w="25400">
            <a:solidFill>
              <a:srgbClr val="168B83"/>
            </a:solidFill>
            <a:prstDash val="solid"/>
            <a:headEnd type="none"/>
            <a:tailEnd type="none"/>
          </a:ln>
        </p:spPr>
      </p:sp>
      <p:sp>
        <p:nvSpPr>
          <p:cNvPr id="1852" name="Shape 1850"/>
          <p:cNvSpPr/>
          <p:nvPr/>
        </p:nvSpPr>
        <p:spPr>
          <a:xfrm>
            <a:off x="2212543" y="3341366"/>
            <a:ext cx="127407" cy="0"/>
          </a:xfrm>
          <a:prstGeom prst="line">
            <a:avLst/>
          </a:prstGeom>
          <a:noFill/>
          <a:ln w="25400">
            <a:solidFill>
              <a:srgbClr val="168B83"/>
            </a:solidFill>
            <a:prstDash val="solid"/>
            <a:headEnd type="none"/>
            <a:tailEnd type="none"/>
          </a:ln>
        </p:spPr>
      </p:sp>
      <p:sp>
        <p:nvSpPr>
          <p:cNvPr id="1853" name="Shape 1851"/>
          <p:cNvSpPr/>
          <p:nvPr/>
        </p:nvSpPr>
        <p:spPr>
          <a:xfrm>
            <a:off x="2337206" y="3206574"/>
            <a:ext cx="0" cy="137536"/>
          </a:xfrm>
          <a:prstGeom prst="line">
            <a:avLst/>
          </a:prstGeom>
          <a:noFill/>
          <a:ln w="25400">
            <a:solidFill>
              <a:srgbClr val="168B83"/>
            </a:solidFill>
            <a:prstDash val="solid"/>
            <a:headEnd type="none"/>
            <a:tailEnd type="none"/>
          </a:ln>
        </p:spPr>
      </p:sp>
      <p:sp>
        <p:nvSpPr>
          <p:cNvPr id="1854" name="Shape 1852"/>
          <p:cNvSpPr/>
          <p:nvPr/>
        </p:nvSpPr>
        <p:spPr>
          <a:xfrm>
            <a:off x="2337206" y="3209317"/>
            <a:ext cx="127407" cy="0"/>
          </a:xfrm>
          <a:prstGeom prst="line">
            <a:avLst/>
          </a:prstGeom>
          <a:noFill/>
          <a:ln w="25400">
            <a:solidFill>
              <a:srgbClr val="168B83"/>
            </a:solidFill>
            <a:prstDash val="solid"/>
            <a:headEnd type="none"/>
            <a:tailEnd type="none"/>
          </a:ln>
        </p:spPr>
      </p:sp>
      <p:sp>
        <p:nvSpPr>
          <p:cNvPr id="1855" name="Shape 1853"/>
          <p:cNvSpPr/>
          <p:nvPr/>
        </p:nvSpPr>
        <p:spPr>
          <a:xfrm>
            <a:off x="2461870" y="3090124"/>
            <a:ext cx="0" cy="121936"/>
          </a:xfrm>
          <a:prstGeom prst="line">
            <a:avLst/>
          </a:prstGeom>
          <a:noFill/>
          <a:ln w="25400">
            <a:solidFill>
              <a:srgbClr val="168B83"/>
            </a:solidFill>
            <a:prstDash val="solid"/>
            <a:headEnd type="none"/>
            <a:tailEnd type="none"/>
          </a:ln>
        </p:spPr>
      </p:sp>
      <p:sp>
        <p:nvSpPr>
          <p:cNvPr id="1856" name="Shape 1854"/>
          <p:cNvSpPr/>
          <p:nvPr/>
        </p:nvSpPr>
        <p:spPr>
          <a:xfrm>
            <a:off x="2461870" y="3092868"/>
            <a:ext cx="127406" cy="0"/>
          </a:xfrm>
          <a:prstGeom prst="line">
            <a:avLst/>
          </a:prstGeom>
          <a:noFill/>
          <a:ln w="25400">
            <a:solidFill>
              <a:srgbClr val="168B83"/>
            </a:solidFill>
            <a:prstDash val="solid"/>
            <a:headEnd type="none"/>
            <a:tailEnd type="none"/>
          </a:ln>
        </p:spPr>
      </p:sp>
      <p:sp>
        <p:nvSpPr>
          <p:cNvPr id="1857" name="Shape 1855"/>
          <p:cNvSpPr/>
          <p:nvPr/>
        </p:nvSpPr>
        <p:spPr>
          <a:xfrm>
            <a:off x="2586533" y="2998210"/>
            <a:ext cx="0" cy="97401"/>
          </a:xfrm>
          <a:prstGeom prst="line">
            <a:avLst/>
          </a:prstGeom>
          <a:noFill/>
          <a:ln w="25400">
            <a:solidFill>
              <a:srgbClr val="168B83"/>
            </a:solidFill>
            <a:prstDash val="solid"/>
            <a:headEnd type="none"/>
            <a:tailEnd type="none"/>
          </a:ln>
        </p:spPr>
      </p:sp>
      <p:sp>
        <p:nvSpPr>
          <p:cNvPr id="1858" name="Shape 1856"/>
          <p:cNvSpPr/>
          <p:nvPr/>
        </p:nvSpPr>
        <p:spPr>
          <a:xfrm>
            <a:off x="2586533" y="3000953"/>
            <a:ext cx="127407" cy="0"/>
          </a:xfrm>
          <a:prstGeom prst="line">
            <a:avLst/>
          </a:prstGeom>
          <a:noFill/>
          <a:ln w="25400">
            <a:solidFill>
              <a:srgbClr val="168B83"/>
            </a:solidFill>
            <a:prstDash val="solid"/>
            <a:headEnd type="none"/>
            <a:tailEnd type="none"/>
          </a:ln>
        </p:spPr>
      </p:sp>
      <p:sp>
        <p:nvSpPr>
          <p:cNvPr id="1859" name="Shape 1857"/>
          <p:cNvSpPr/>
          <p:nvPr/>
        </p:nvSpPr>
        <p:spPr>
          <a:xfrm>
            <a:off x="2711196" y="2921524"/>
            <a:ext cx="0" cy="82172"/>
          </a:xfrm>
          <a:prstGeom prst="line">
            <a:avLst/>
          </a:prstGeom>
          <a:noFill/>
          <a:ln w="25400">
            <a:solidFill>
              <a:srgbClr val="168B83"/>
            </a:solidFill>
            <a:prstDash val="solid"/>
            <a:headEnd type="none"/>
            <a:tailEnd type="none"/>
          </a:ln>
        </p:spPr>
      </p:sp>
      <p:sp>
        <p:nvSpPr>
          <p:cNvPr id="1860" name="Shape 1858"/>
          <p:cNvSpPr/>
          <p:nvPr/>
        </p:nvSpPr>
        <p:spPr>
          <a:xfrm>
            <a:off x="2711196" y="2924267"/>
            <a:ext cx="127407" cy="0"/>
          </a:xfrm>
          <a:prstGeom prst="line">
            <a:avLst/>
          </a:prstGeom>
          <a:noFill/>
          <a:ln w="25400">
            <a:solidFill>
              <a:srgbClr val="168B83"/>
            </a:solidFill>
            <a:prstDash val="solid"/>
            <a:headEnd type="none"/>
            <a:tailEnd type="none"/>
          </a:ln>
        </p:spPr>
      </p:sp>
      <p:sp>
        <p:nvSpPr>
          <p:cNvPr id="1861" name="Shape 1859"/>
          <p:cNvSpPr/>
          <p:nvPr/>
        </p:nvSpPr>
        <p:spPr>
          <a:xfrm>
            <a:off x="2835859" y="2856437"/>
            <a:ext cx="0" cy="70574"/>
          </a:xfrm>
          <a:prstGeom prst="line">
            <a:avLst/>
          </a:prstGeom>
          <a:noFill/>
          <a:ln w="25400">
            <a:solidFill>
              <a:srgbClr val="168B83"/>
            </a:solidFill>
            <a:prstDash val="solid"/>
            <a:headEnd type="none"/>
            <a:tailEnd type="none"/>
          </a:ln>
        </p:spPr>
      </p:sp>
      <p:sp>
        <p:nvSpPr>
          <p:cNvPr id="1862" name="Shape 1860"/>
          <p:cNvSpPr/>
          <p:nvPr/>
        </p:nvSpPr>
        <p:spPr>
          <a:xfrm>
            <a:off x="2835859" y="2859180"/>
            <a:ext cx="127406" cy="0"/>
          </a:xfrm>
          <a:prstGeom prst="line">
            <a:avLst/>
          </a:prstGeom>
          <a:noFill/>
          <a:ln w="25400">
            <a:solidFill>
              <a:srgbClr val="168B83"/>
            </a:solidFill>
            <a:prstDash val="solid"/>
            <a:headEnd type="none"/>
            <a:tailEnd type="none"/>
          </a:ln>
        </p:spPr>
      </p:sp>
      <p:sp>
        <p:nvSpPr>
          <p:cNvPr id="1863" name="Shape 1861"/>
          <p:cNvSpPr/>
          <p:nvPr/>
        </p:nvSpPr>
        <p:spPr>
          <a:xfrm>
            <a:off x="2960522" y="2799951"/>
            <a:ext cx="0" cy="61972"/>
          </a:xfrm>
          <a:prstGeom prst="line">
            <a:avLst/>
          </a:prstGeom>
          <a:noFill/>
          <a:ln w="25400">
            <a:solidFill>
              <a:srgbClr val="168B83"/>
            </a:solidFill>
            <a:prstDash val="solid"/>
            <a:headEnd type="none"/>
            <a:tailEnd type="none"/>
          </a:ln>
        </p:spPr>
      </p:sp>
      <p:sp>
        <p:nvSpPr>
          <p:cNvPr id="1864" name="Shape 1862"/>
          <p:cNvSpPr/>
          <p:nvPr/>
        </p:nvSpPr>
        <p:spPr>
          <a:xfrm>
            <a:off x="2960522" y="2802694"/>
            <a:ext cx="127407" cy="0"/>
          </a:xfrm>
          <a:prstGeom prst="line">
            <a:avLst/>
          </a:prstGeom>
          <a:noFill/>
          <a:ln w="25400">
            <a:solidFill>
              <a:srgbClr val="168B83"/>
            </a:solidFill>
            <a:prstDash val="solid"/>
            <a:headEnd type="none"/>
            <a:tailEnd type="none"/>
          </a:ln>
        </p:spPr>
      </p:sp>
      <p:sp>
        <p:nvSpPr>
          <p:cNvPr id="1865" name="Shape 1863"/>
          <p:cNvSpPr/>
          <p:nvPr/>
        </p:nvSpPr>
        <p:spPr>
          <a:xfrm>
            <a:off x="3085186" y="2749685"/>
            <a:ext cx="0" cy="55752"/>
          </a:xfrm>
          <a:prstGeom prst="line">
            <a:avLst/>
          </a:prstGeom>
          <a:noFill/>
          <a:ln w="25400">
            <a:solidFill>
              <a:srgbClr val="168B83"/>
            </a:solidFill>
            <a:prstDash val="solid"/>
            <a:headEnd type="none"/>
            <a:tailEnd type="none"/>
          </a:ln>
        </p:spPr>
      </p:sp>
      <p:sp>
        <p:nvSpPr>
          <p:cNvPr id="1866" name="Shape 1864"/>
          <p:cNvSpPr/>
          <p:nvPr/>
        </p:nvSpPr>
        <p:spPr>
          <a:xfrm>
            <a:off x="3085186" y="2752429"/>
            <a:ext cx="127407" cy="0"/>
          </a:xfrm>
          <a:prstGeom prst="line">
            <a:avLst/>
          </a:prstGeom>
          <a:noFill/>
          <a:ln w="25400">
            <a:solidFill>
              <a:srgbClr val="168B83"/>
            </a:solidFill>
            <a:prstDash val="solid"/>
            <a:headEnd type="none"/>
            <a:tailEnd type="none"/>
          </a:ln>
        </p:spPr>
      </p:sp>
      <p:sp>
        <p:nvSpPr>
          <p:cNvPr id="1867" name="Shape 1865"/>
          <p:cNvSpPr/>
          <p:nvPr/>
        </p:nvSpPr>
        <p:spPr>
          <a:xfrm>
            <a:off x="3209849" y="2703201"/>
            <a:ext cx="0" cy="51971"/>
          </a:xfrm>
          <a:prstGeom prst="line">
            <a:avLst/>
          </a:prstGeom>
          <a:noFill/>
          <a:ln w="25400">
            <a:solidFill>
              <a:srgbClr val="168B83"/>
            </a:solidFill>
            <a:prstDash val="solid"/>
            <a:headEnd type="none"/>
            <a:tailEnd type="none"/>
          </a:ln>
        </p:spPr>
      </p:sp>
      <p:sp>
        <p:nvSpPr>
          <p:cNvPr id="1868" name="Shape 1866"/>
          <p:cNvSpPr/>
          <p:nvPr/>
        </p:nvSpPr>
        <p:spPr>
          <a:xfrm>
            <a:off x="3209849" y="2705944"/>
            <a:ext cx="127406" cy="0"/>
          </a:xfrm>
          <a:prstGeom prst="line">
            <a:avLst/>
          </a:prstGeom>
          <a:noFill/>
          <a:ln w="25400">
            <a:solidFill>
              <a:srgbClr val="168B83"/>
            </a:solidFill>
            <a:prstDash val="solid"/>
            <a:headEnd type="none"/>
            <a:tailEnd type="none"/>
          </a:ln>
        </p:spPr>
      </p:sp>
      <p:sp>
        <p:nvSpPr>
          <p:cNvPr id="1869" name="Shape 1867"/>
          <p:cNvSpPr/>
          <p:nvPr/>
        </p:nvSpPr>
        <p:spPr>
          <a:xfrm>
            <a:off x="3334512" y="2659016"/>
            <a:ext cx="0" cy="49671"/>
          </a:xfrm>
          <a:prstGeom prst="line">
            <a:avLst/>
          </a:prstGeom>
          <a:noFill/>
          <a:ln w="25400">
            <a:solidFill>
              <a:srgbClr val="168B83"/>
            </a:solidFill>
            <a:prstDash val="solid"/>
            <a:headEnd type="none"/>
            <a:tailEnd type="none"/>
          </a:ln>
        </p:spPr>
      </p:sp>
      <p:sp>
        <p:nvSpPr>
          <p:cNvPr id="1870" name="Shape 1868"/>
          <p:cNvSpPr/>
          <p:nvPr/>
        </p:nvSpPr>
        <p:spPr>
          <a:xfrm>
            <a:off x="3334512" y="2661760"/>
            <a:ext cx="127407" cy="0"/>
          </a:xfrm>
          <a:prstGeom prst="line">
            <a:avLst/>
          </a:prstGeom>
          <a:noFill/>
          <a:ln w="25400">
            <a:solidFill>
              <a:srgbClr val="168B83"/>
            </a:solidFill>
            <a:prstDash val="solid"/>
            <a:headEnd type="none"/>
            <a:tailEnd type="none"/>
          </a:ln>
        </p:spPr>
      </p:sp>
      <p:sp>
        <p:nvSpPr>
          <p:cNvPr id="1871" name="Shape 1869"/>
          <p:cNvSpPr/>
          <p:nvPr/>
        </p:nvSpPr>
        <p:spPr>
          <a:xfrm>
            <a:off x="3459175" y="2616783"/>
            <a:ext cx="0" cy="47720"/>
          </a:xfrm>
          <a:prstGeom prst="line">
            <a:avLst/>
          </a:prstGeom>
          <a:noFill/>
          <a:ln w="25400">
            <a:solidFill>
              <a:srgbClr val="168B83"/>
            </a:solidFill>
            <a:prstDash val="solid"/>
            <a:headEnd type="none"/>
            <a:tailEnd type="none"/>
          </a:ln>
        </p:spPr>
      </p:sp>
      <p:sp>
        <p:nvSpPr>
          <p:cNvPr id="1872" name="Shape 1870"/>
          <p:cNvSpPr/>
          <p:nvPr/>
        </p:nvSpPr>
        <p:spPr>
          <a:xfrm>
            <a:off x="3459175" y="2619526"/>
            <a:ext cx="127407" cy="0"/>
          </a:xfrm>
          <a:prstGeom prst="line">
            <a:avLst/>
          </a:prstGeom>
          <a:noFill/>
          <a:ln w="25400">
            <a:solidFill>
              <a:srgbClr val="168B83"/>
            </a:solidFill>
            <a:prstDash val="solid"/>
            <a:headEnd type="none"/>
            <a:tailEnd type="none"/>
          </a:ln>
        </p:spPr>
      </p:sp>
      <p:sp>
        <p:nvSpPr>
          <p:cNvPr id="1873" name="Shape 1871"/>
          <p:cNvSpPr/>
          <p:nvPr/>
        </p:nvSpPr>
        <p:spPr>
          <a:xfrm>
            <a:off x="3583839" y="2577056"/>
            <a:ext cx="0" cy="45213"/>
          </a:xfrm>
          <a:prstGeom prst="line">
            <a:avLst/>
          </a:prstGeom>
          <a:noFill/>
          <a:ln w="25400">
            <a:solidFill>
              <a:srgbClr val="168B83"/>
            </a:solidFill>
            <a:prstDash val="solid"/>
            <a:headEnd type="none"/>
            <a:tailEnd type="none"/>
          </a:ln>
        </p:spPr>
      </p:sp>
      <p:sp>
        <p:nvSpPr>
          <p:cNvPr id="1874" name="Shape 1872"/>
          <p:cNvSpPr/>
          <p:nvPr/>
        </p:nvSpPr>
        <p:spPr>
          <a:xfrm>
            <a:off x="3583839" y="2579799"/>
            <a:ext cx="127406" cy="0"/>
          </a:xfrm>
          <a:prstGeom prst="line">
            <a:avLst/>
          </a:prstGeom>
          <a:noFill/>
          <a:ln w="25400">
            <a:solidFill>
              <a:srgbClr val="168B83"/>
            </a:solidFill>
            <a:prstDash val="solid"/>
            <a:headEnd type="none"/>
            <a:tailEnd type="none"/>
          </a:ln>
        </p:spPr>
      </p:sp>
      <p:sp>
        <p:nvSpPr>
          <p:cNvPr id="1875" name="Shape 1873"/>
          <p:cNvSpPr/>
          <p:nvPr/>
        </p:nvSpPr>
        <p:spPr>
          <a:xfrm>
            <a:off x="3708501" y="2540079"/>
            <a:ext cx="0" cy="42463"/>
          </a:xfrm>
          <a:prstGeom prst="line">
            <a:avLst/>
          </a:prstGeom>
          <a:noFill/>
          <a:ln w="25400">
            <a:solidFill>
              <a:srgbClr val="168B83"/>
            </a:solidFill>
            <a:prstDash val="solid"/>
            <a:headEnd type="none"/>
            <a:tailEnd type="none"/>
          </a:ln>
        </p:spPr>
      </p:sp>
      <p:sp>
        <p:nvSpPr>
          <p:cNvPr id="1876" name="Shape 1874"/>
          <p:cNvSpPr/>
          <p:nvPr/>
        </p:nvSpPr>
        <p:spPr>
          <a:xfrm>
            <a:off x="3708501" y="2542822"/>
            <a:ext cx="127407" cy="0"/>
          </a:xfrm>
          <a:prstGeom prst="line">
            <a:avLst/>
          </a:prstGeom>
          <a:noFill/>
          <a:ln w="25400">
            <a:solidFill>
              <a:srgbClr val="168B83"/>
            </a:solidFill>
            <a:prstDash val="solid"/>
            <a:headEnd type="none"/>
            <a:tailEnd type="none"/>
          </a:ln>
        </p:spPr>
      </p:sp>
      <p:sp>
        <p:nvSpPr>
          <p:cNvPr id="1877" name="Shape 1875"/>
          <p:cNvSpPr/>
          <p:nvPr/>
        </p:nvSpPr>
        <p:spPr>
          <a:xfrm>
            <a:off x="3833165" y="2507052"/>
            <a:ext cx="0" cy="38514"/>
          </a:xfrm>
          <a:prstGeom prst="line">
            <a:avLst/>
          </a:prstGeom>
          <a:noFill/>
          <a:ln w="25400">
            <a:solidFill>
              <a:srgbClr val="168B83"/>
            </a:solidFill>
            <a:prstDash val="solid"/>
            <a:headEnd type="none"/>
            <a:tailEnd type="none"/>
          </a:ln>
        </p:spPr>
      </p:sp>
      <p:sp>
        <p:nvSpPr>
          <p:cNvPr id="1878" name="Shape 1876"/>
          <p:cNvSpPr/>
          <p:nvPr/>
        </p:nvSpPr>
        <p:spPr>
          <a:xfrm>
            <a:off x="3833165" y="2509795"/>
            <a:ext cx="127407" cy="0"/>
          </a:xfrm>
          <a:prstGeom prst="line">
            <a:avLst/>
          </a:prstGeom>
          <a:noFill/>
          <a:ln w="25400">
            <a:solidFill>
              <a:srgbClr val="168B83"/>
            </a:solidFill>
            <a:prstDash val="solid"/>
            <a:headEnd type="none"/>
            <a:tailEnd type="none"/>
          </a:ln>
        </p:spPr>
      </p:sp>
      <p:sp>
        <p:nvSpPr>
          <p:cNvPr id="1879" name="Shape 1877"/>
          <p:cNvSpPr/>
          <p:nvPr/>
        </p:nvSpPr>
        <p:spPr>
          <a:xfrm>
            <a:off x="3957828" y="2364344"/>
            <a:ext cx="0" cy="148194"/>
          </a:xfrm>
          <a:prstGeom prst="line">
            <a:avLst/>
          </a:prstGeom>
          <a:noFill/>
          <a:ln w="25400">
            <a:solidFill>
              <a:srgbClr val="168B83"/>
            </a:solidFill>
            <a:prstDash val="solid"/>
            <a:headEnd type="none"/>
            <a:tailEnd type="none"/>
          </a:ln>
        </p:spPr>
      </p:sp>
      <p:sp>
        <p:nvSpPr>
          <p:cNvPr id="1880" name="Shape 1878"/>
          <p:cNvSpPr/>
          <p:nvPr/>
        </p:nvSpPr>
        <p:spPr>
          <a:xfrm>
            <a:off x="3957828" y="2367087"/>
            <a:ext cx="127406" cy="0"/>
          </a:xfrm>
          <a:prstGeom prst="line">
            <a:avLst/>
          </a:prstGeom>
          <a:noFill/>
          <a:ln w="25400">
            <a:solidFill>
              <a:srgbClr val="168B83"/>
            </a:solidFill>
            <a:prstDash val="solid"/>
            <a:headEnd type="none"/>
            <a:tailEnd type="none"/>
          </a:ln>
        </p:spPr>
      </p:sp>
      <p:sp>
        <p:nvSpPr>
          <p:cNvPr id="1881" name="Shape 1879"/>
          <p:cNvSpPr/>
          <p:nvPr/>
        </p:nvSpPr>
        <p:spPr>
          <a:xfrm>
            <a:off x="4082491" y="2338147"/>
            <a:ext cx="0" cy="31683"/>
          </a:xfrm>
          <a:prstGeom prst="line">
            <a:avLst/>
          </a:prstGeom>
          <a:noFill/>
          <a:ln w="25400">
            <a:solidFill>
              <a:srgbClr val="168B83"/>
            </a:solidFill>
            <a:prstDash val="solid"/>
            <a:headEnd type="none"/>
            <a:tailEnd type="none"/>
          </a:ln>
        </p:spPr>
      </p:sp>
      <p:sp>
        <p:nvSpPr>
          <p:cNvPr id="1882" name="Shape 1880"/>
          <p:cNvSpPr/>
          <p:nvPr/>
        </p:nvSpPr>
        <p:spPr>
          <a:xfrm>
            <a:off x="4082491" y="2340890"/>
            <a:ext cx="127407" cy="0"/>
          </a:xfrm>
          <a:prstGeom prst="line">
            <a:avLst/>
          </a:prstGeom>
          <a:noFill/>
          <a:ln w="25400">
            <a:solidFill>
              <a:srgbClr val="168B83"/>
            </a:solidFill>
            <a:prstDash val="solid"/>
            <a:headEnd type="none"/>
            <a:tailEnd type="none"/>
          </a:ln>
        </p:spPr>
      </p:sp>
      <p:sp>
        <p:nvSpPr>
          <p:cNvPr id="1883" name="Shape 1881"/>
          <p:cNvSpPr/>
          <p:nvPr/>
        </p:nvSpPr>
        <p:spPr>
          <a:xfrm>
            <a:off x="4207154" y="2317211"/>
            <a:ext cx="0" cy="26423"/>
          </a:xfrm>
          <a:prstGeom prst="line">
            <a:avLst/>
          </a:prstGeom>
          <a:noFill/>
          <a:ln w="25400">
            <a:solidFill>
              <a:srgbClr val="168B83"/>
            </a:solidFill>
            <a:prstDash val="solid"/>
            <a:headEnd type="none"/>
            <a:tailEnd type="none"/>
          </a:ln>
        </p:spPr>
      </p:sp>
      <p:sp>
        <p:nvSpPr>
          <p:cNvPr id="1884" name="Shape 1882"/>
          <p:cNvSpPr/>
          <p:nvPr/>
        </p:nvSpPr>
        <p:spPr>
          <a:xfrm>
            <a:off x="4207154" y="2319954"/>
            <a:ext cx="127407" cy="0"/>
          </a:xfrm>
          <a:prstGeom prst="line">
            <a:avLst/>
          </a:prstGeom>
          <a:noFill/>
          <a:ln w="25400">
            <a:solidFill>
              <a:srgbClr val="168B83"/>
            </a:solidFill>
            <a:prstDash val="solid"/>
            <a:headEnd type="none"/>
            <a:tailEnd type="none"/>
          </a:ln>
        </p:spPr>
      </p:sp>
      <p:sp>
        <p:nvSpPr>
          <p:cNvPr id="1885" name="Shape 1883"/>
          <p:cNvSpPr/>
          <p:nvPr/>
        </p:nvSpPr>
        <p:spPr>
          <a:xfrm>
            <a:off x="4331818" y="2302528"/>
            <a:ext cx="0" cy="20169"/>
          </a:xfrm>
          <a:prstGeom prst="line">
            <a:avLst/>
          </a:prstGeom>
          <a:noFill/>
          <a:ln w="25400">
            <a:solidFill>
              <a:srgbClr val="168B83"/>
            </a:solidFill>
            <a:prstDash val="solid"/>
            <a:headEnd type="none"/>
            <a:tailEnd type="none"/>
          </a:ln>
        </p:spPr>
      </p:sp>
      <p:sp>
        <p:nvSpPr>
          <p:cNvPr id="1886" name="Shape 1884"/>
          <p:cNvSpPr/>
          <p:nvPr/>
        </p:nvSpPr>
        <p:spPr>
          <a:xfrm>
            <a:off x="4331818" y="2305271"/>
            <a:ext cx="127406" cy="0"/>
          </a:xfrm>
          <a:prstGeom prst="line">
            <a:avLst/>
          </a:prstGeom>
          <a:noFill/>
          <a:ln w="25400">
            <a:solidFill>
              <a:srgbClr val="168B83"/>
            </a:solidFill>
            <a:prstDash val="solid"/>
            <a:headEnd type="none"/>
            <a:tailEnd type="none"/>
          </a:ln>
        </p:spPr>
      </p:sp>
      <p:sp>
        <p:nvSpPr>
          <p:cNvPr id="1887" name="Shape 1885"/>
          <p:cNvSpPr/>
          <p:nvPr/>
        </p:nvSpPr>
        <p:spPr>
          <a:xfrm>
            <a:off x="4456481" y="2294020"/>
            <a:ext cx="0" cy="13995"/>
          </a:xfrm>
          <a:prstGeom prst="line">
            <a:avLst/>
          </a:prstGeom>
          <a:noFill/>
          <a:ln w="25400">
            <a:solidFill>
              <a:srgbClr val="168B83"/>
            </a:solidFill>
            <a:prstDash val="solid"/>
            <a:headEnd type="none"/>
            <a:tailEnd type="none"/>
          </a:ln>
        </p:spPr>
      </p:sp>
      <p:sp>
        <p:nvSpPr>
          <p:cNvPr id="1888" name="Shape 1886"/>
          <p:cNvSpPr/>
          <p:nvPr/>
        </p:nvSpPr>
        <p:spPr>
          <a:xfrm>
            <a:off x="4456481" y="2296763"/>
            <a:ext cx="127407" cy="0"/>
          </a:xfrm>
          <a:prstGeom prst="line">
            <a:avLst/>
          </a:prstGeom>
          <a:noFill/>
          <a:ln w="25400">
            <a:solidFill>
              <a:srgbClr val="168B83"/>
            </a:solidFill>
            <a:prstDash val="solid"/>
            <a:headEnd type="none"/>
            <a:tailEnd type="none"/>
          </a:ln>
        </p:spPr>
      </p:sp>
      <p:sp>
        <p:nvSpPr>
          <p:cNvPr id="1889" name="Shape 1887"/>
          <p:cNvSpPr/>
          <p:nvPr/>
        </p:nvSpPr>
        <p:spPr>
          <a:xfrm>
            <a:off x="4581144" y="2289786"/>
            <a:ext cx="0" cy="9720"/>
          </a:xfrm>
          <a:prstGeom prst="line">
            <a:avLst/>
          </a:prstGeom>
          <a:noFill/>
          <a:ln w="25400">
            <a:solidFill>
              <a:srgbClr val="168B83"/>
            </a:solidFill>
            <a:prstDash val="solid"/>
            <a:headEnd type="none"/>
            <a:tailEnd type="none"/>
          </a:ln>
        </p:spPr>
      </p:sp>
      <p:sp>
        <p:nvSpPr>
          <p:cNvPr id="1890" name="Shape 1888"/>
          <p:cNvSpPr/>
          <p:nvPr/>
        </p:nvSpPr>
        <p:spPr>
          <a:xfrm>
            <a:off x="4581144" y="2292530"/>
            <a:ext cx="127407" cy="0"/>
          </a:xfrm>
          <a:prstGeom prst="line">
            <a:avLst/>
          </a:prstGeom>
          <a:noFill/>
          <a:ln w="25400">
            <a:solidFill>
              <a:srgbClr val="168B83"/>
            </a:solidFill>
            <a:prstDash val="solid"/>
            <a:headEnd type="none"/>
            <a:tailEnd type="none"/>
          </a:ln>
        </p:spPr>
      </p:sp>
      <p:sp>
        <p:nvSpPr>
          <p:cNvPr id="1891" name="Shape 1889"/>
          <p:cNvSpPr/>
          <p:nvPr/>
        </p:nvSpPr>
        <p:spPr>
          <a:xfrm>
            <a:off x="4705807" y="2288109"/>
            <a:ext cx="0" cy="7164"/>
          </a:xfrm>
          <a:prstGeom prst="line">
            <a:avLst/>
          </a:prstGeom>
          <a:noFill/>
          <a:ln w="25400">
            <a:solidFill>
              <a:srgbClr val="168B83"/>
            </a:solidFill>
            <a:prstDash val="solid"/>
            <a:headEnd type="none"/>
            <a:tailEnd type="none"/>
          </a:ln>
        </p:spPr>
      </p:sp>
      <p:sp>
        <p:nvSpPr>
          <p:cNvPr id="1892" name="Shape 1890"/>
          <p:cNvSpPr/>
          <p:nvPr/>
        </p:nvSpPr>
        <p:spPr>
          <a:xfrm>
            <a:off x="4705807" y="2290852"/>
            <a:ext cx="127406" cy="0"/>
          </a:xfrm>
          <a:prstGeom prst="line">
            <a:avLst/>
          </a:prstGeom>
          <a:noFill/>
          <a:ln w="25400">
            <a:solidFill>
              <a:srgbClr val="168B83"/>
            </a:solidFill>
            <a:prstDash val="solid"/>
            <a:headEnd type="none"/>
            <a:tailEnd type="none"/>
          </a:ln>
        </p:spPr>
      </p:sp>
      <p:sp>
        <p:nvSpPr>
          <p:cNvPr id="1893" name="Shape 1891"/>
          <p:cNvSpPr/>
          <p:nvPr/>
        </p:nvSpPr>
        <p:spPr>
          <a:xfrm>
            <a:off x="4830470" y="2287940"/>
            <a:ext cx="0" cy="5655"/>
          </a:xfrm>
          <a:prstGeom prst="line">
            <a:avLst/>
          </a:prstGeom>
          <a:noFill/>
          <a:ln w="25400">
            <a:solidFill>
              <a:srgbClr val="168B83"/>
            </a:solidFill>
            <a:prstDash val="solid"/>
            <a:headEnd type="none"/>
            <a:tailEnd type="none"/>
          </a:ln>
        </p:spPr>
      </p:sp>
      <p:sp>
        <p:nvSpPr>
          <p:cNvPr id="1894" name="Shape 1892"/>
          <p:cNvSpPr/>
          <p:nvPr/>
        </p:nvSpPr>
        <p:spPr>
          <a:xfrm>
            <a:off x="4830470" y="2290683"/>
            <a:ext cx="127407" cy="0"/>
          </a:xfrm>
          <a:prstGeom prst="line">
            <a:avLst/>
          </a:prstGeom>
          <a:noFill/>
          <a:ln w="25400">
            <a:solidFill>
              <a:srgbClr val="168B83"/>
            </a:solidFill>
            <a:prstDash val="solid"/>
            <a:headEnd type="none"/>
            <a:tailEnd type="none"/>
          </a:ln>
        </p:spPr>
      </p:sp>
      <p:sp>
        <p:nvSpPr>
          <p:cNvPr id="1895" name="Shape 1893"/>
          <p:cNvSpPr/>
          <p:nvPr/>
        </p:nvSpPr>
        <p:spPr>
          <a:xfrm>
            <a:off x="4955134" y="2287940"/>
            <a:ext cx="0" cy="5916"/>
          </a:xfrm>
          <a:prstGeom prst="line">
            <a:avLst/>
          </a:prstGeom>
          <a:noFill/>
          <a:ln w="25400">
            <a:solidFill>
              <a:srgbClr val="168B83"/>
            </a:solidFill>
            <a:prstDash val="solid"/>
            <a:headEnd type="none"/>
            <a:tailEnd type="none"/>
          </a:ln>
        </p:spPr>
      </p:sp>
      <p:sp>
        <p:nvSpPr>
          <p:cNvPr id="1896" name="Shape 1894"/>
          <p:cNvSpPr/>
          <p:nvPr/>
        </p:nvSpPr>
        <p:spPr>
          <a:xfrm>
            <a:off x="4955134" y="2291113"/>
            <a:ext cx="127407" cy="0"/>
          </a:xfrm>
          <a:prstGeom prst="line">
            <a:avLst/>
          </a:prstGeom>
          <a:noFill/>
          <a:ln w="25400">
            <a:solidFill>
              <a:srgbClr val="168B83"/>
            </a:solidFill>
            <a:prstDash val="solid"/>
            <a:headEnd type="none"/>
            <a:tailEnd type="none"/>
          </a:ln>
        </p:spPr>
      </p:sp>
      <p:sp>
        <p:nvSpPr>
          <p:cNvPr id="1897" name="Shape 1895"/>
          <p:cNvSpPr/>
          <p:nvPr/>
        </p:nvSpPr>
        <p:spPr>
          <a:xfrm>
            <a:off x="5079797" y="2288025"/>
            <a:ext cx="0" cy="5831"/>
          </a:xfrm>
          <a:prstGeom prst="line">
            <a:avLst/>
          </a:prstGeom>
          <a:noFill/>
          <a:ln w="25400">
            <a:solidFill>
              <a:srgbClr val="168B83"/>
            </a:solidFill>
            <a:prstDash val="solid"/>
            <a:headEnd type="none"/>
            <a:tailEnd type="none"/>
          </a:ln>
        </p:spPr>
      </p:sp>
      <p:sp>
        <p:nvSpPr>
          <p:cNvPr id="1898" name="Shape 1896"/>
          <p:cNvSpPr/>
          <p:nvPr/>
        </p:nvSpPr>
        <p:spPr>
          <a:xfrm>
            <a:off x="5079797" y="2290768"/>
            <a:ext cx="127406" cy="0"/>
          </a:xfrm>
          <a:prstGeom prst="line">
            <a:avLst/>
          </a:prstGeom>
          <a:noFill/>
          <a:ln w="25400">
            <a:solidFill>
              <a:srgbClr val="168B83"/>
            </a:solidFill>
            <a:prstDash val="solid"/>
            <a:headEnd type="none"/>
            <a:tailEnd type="none"/>
          </a:ln>
        </p:spPr>
      </p:sp>
      <p:sp>
        <p:nvSpPr>
          <p:cNvPr id="1899" name="Shape 1897"/>
          <p:cNvSpPr/>
          <p:nvPr/>
        </p:nvSpPr>
        <p:spPr>
          <a:xfrm>
            <a:off x="5204460" y="2286526"/>
            <a:ext cx="0" cy="6986"/>
          </a:xfrm>
          <a:prstGeom prst="line">
            <a:avLst/>
          </a:prstGeom>
          <a:noFill/>
          <a:ln w="25400">
            <a:solidFill>
              <a:srgbClr val="168B83"/>
            </a:solidFill>
            <a:prstDash val="solid"/>
            <a:headEnd type="none"/>
            <a:tailEnd type="none"/>
          </a:ln>
        </p:spPr>
      </p:sp>
      <p:sp>
        <p:nvSpPr>
          <p:cNvPr id="1900" name="Shape 1898"/>
          <p:cNvSpPr/>
          <p:nvPr/>
        </p:nvSpPr>
        <p:spPr>
          <a:xfrm>
            <a:off x="5204460" y="2289269"/>
            <a:ext cx="127407" cy="0"/>
          </a:xfrm>
          <a:prstGeom prst="line">
            <a:avLst/>
          </a:prstGeom>
          <a:noFill/>
          <a:ln w="25400">
            <a:solidFill>
              <a:srgbClr val="168B83"/>
            </a:solidFill>
            <a:prstDash val="solid"/>
            <a:headEnd type="none"/>
            <a:tailEnd type="none"/>
          </a:ln>
        </p:spPr>
      </p:sp>
      <p:sp>
        <p:nvSpPr>
          <p:cNvPr id="1901" name="Shape 1899"/>
          <p:cNvSpPr/>
          <p:nvPr/>
        </p:nvSpPr>
        <p:spPr>
          <a:xfrm>
            <a:off x="5329123" y="2284302"/>
            <a:ext cx="0" cy="7710"/>
          </a:xfrm>
          <a:prstGeom prst="line">
            <a:avLst/>
          </a:prstGeom>
          <a:noFill/>
          <a:ln w="25400">
            <a:solidFill>
              <a:srgbClr val="168B83"/>
            </a:solidFill>
            <a:prstDash val="solid"/>
            <a:headEnd type="none"/>
            <a:tailEnd type="none"/>
          </a:ln>
        </p:spPr>
      </p:sp>
      <p:sp>
        <p:nvSpPr>
          <p:cNvPr id="1902" name="Shape 1900"/>
          <p:cNvSpPr/>
          <p:nvPr/>
        </p:nvSpPr>
        <p:spPr>
          <a:xfrm>
            <a:off x="5329123" y="2287046"/>
            <a:ext cx="127407" cy="0"/>
          </a:xfrm>
          <a:prstGeom prst="line">
            <a:avLst/>
          </a:prstGeom>
          <a:noFill/>
          <a:ln w="25400">
            <a:solidFill>
              <a:srgbClr val="168B83"/>
            </a:solidFill>
            <a:prstDash val="solid"/>
            <a:headEnd type="none"/>
            <a:tailEnd type="none"/>
          </a:ln>
        </p:spPr>
      </p:sp>
      <p:sp>
        <p:nvSpPr>
          <p:cNvPr id="1903" name="Shape 1901"/>
          <p:cNvSpPr/>
          <p:nvPr/>
        </p:nvSpPr>
        <p:spPr>
          <a:xfrm>
            <a:off x="5453787" y="2284302"/>
            <a:ext cx="0" cy="69104"/>
          </a:xfrm>
          <a:prstGeom prst="line">
            <a:avLst/>
          </a:prstGeom>
          <a:noFill/>
          <a:ln w="25400">
            <a:solidFill>
              <a:srgbClr val="168B83"/>
            </a:solidFill>
            <a:prstDash val="solid"/>
            <a:headEnd type="none"/>
            <a:tailEnd type="none"/>
          </a:ln>
        </p:spPr>
      </p:sp>
      <p:sp>
        <p:nvSpPr>
          <p:cNvPr id="1904" name="Shape 1902"/>
          <p:cNvSpPr/>
          <p:nvPr/>
        </p:nvSpPr>
        <p:spPr>
          <a:xfrm>
            <a:off x="5453787" y="2350663"/>
            <a:ext cx="127406" cy="0"/>
          </a:xfrm>
          <a:prstGeom prst="line">
            <a:avLst/>
          </a:prstGeom>
          <a:noFill/>
          <a:ln w="25400">
            <a:solidFill>
              <a:srgbClr val="168B83"/>
            </a:solidFill>
            <a:prstDash val="solid"/>
            <a:headEnd type="none"/>
            <a:tailEnd type="none"/>
          </a:ln>
        </p:spPr>
      </p:sp>
      <p:sp>
        <p:nvSpPr>
          <p:cNvPr id="1905" name="Shape 1903"/>
          <p:cNvSpPr/>
          <p:nvPr/>
        </p:nvSpPr>
        <p:spPr>
          <a:xfrm>
            <a:off x="5578449" y="2344536"/>
            <a:ext cx="0" cy="8870"/>
          </a:xfrm>
          <a:prstGeom prst="line">
            <a:avLst/>
          </a:prstGeom>
          <a:noFill/>
          <a:ln w="25400">
            <a:solidFill>
              <a:srgbClr val="168B83"/>
            </a:solidFill>
            <a:prstDash val="solid"/>
            <a:headEnd type="none"/>
            <a:tailEnd type="none"/>
          </a:ln>
        </p:spPr>
      </p:sp>
      <p:sp>
        <p:nvSpPr>
          <p:cNvPr id="1906" name="Shape 1904"/>
          <p:cNvSpPr/>
          <p:nvPr/>
        </p:nvSpPr>
        <p:spPr>
          <a:xfrm>
            <a:off x="5578449" y="2347280"/>
            <a:ext cx="127407" cy="0"/>
          </a:xfrm>
          <a:prstGeom prst="line">
            <a:avLst/>
          </a:prstGeom>
          <a:noFill/>
          <a:ln w="25400">
            <a:solidFill>
              <a:srgbClr val="168B83"/>
            </a:solidFill>
            <a:prstDash val="solid"/>
            <a:headEnd type="none"/>
            <a:tailEnd type="none"/>
          </a:ln>
        </p:spPr>
      </p:sp>
      <p:sp>
        <p:nvSpPr>
          <p:cNvPr id="1907" name="Shape 1905"/>
          <p:cNvSpPr/>
          <p:nvPr/>
        </p:nvSpPr>
        <p:spPr>
          <a:xfrm>
            <a:off x="5703113" y="2340161"/>
            <a:ext cx="0" cy="9861"/>
          </a:xfrm>
          <a:prstGeom prst="line">
            <a:avLst/>
          </a:prstGeom>
          <a:noFill/>
          <a:ln w="25400">
            <a:solidFill>
              <a:srgbClr val="168B83"/>
            </a:solidFill>
            <a:prstDash val="solid"/>
            <a:headEnd type="none"/>
            <a:tailEnd type="none"/>
          </a:ln>
        </p:spPr>
      </p:sp>
      <p:sp>
        <p:nvSpPr>
          <p:cNvPr id="1908" name="Shape 1906"/>
          <p:cNvSpPr/>
          <p:nvPr/>
        </p:nvSpPr>
        <p:spPr>
          <a:xfrm>
            <a:off x="5703113" y="2342904"/>
            <a:ext cx="127407" cy="0"/>
          </a:xfrm>
          <a:prstGeom prst="line">
            <a:avLst/>
          </a:prstGeom>
          <a:noFill/>
          <a:ln w="25400">
            <a:solidFill>
              <a:srgbClr val="168B83"/>
            </a:solidFill>
            <a:prstDash val="solid"/>
            <a:headEnd type="none"/>
            <a:tailEnd type="none"/>
          </a:ln>
        </p:spPr>
      </p:sp>
      <p:sp>
        <p:nvSpPr>
          <p:cNvPr id="1909" name="Shape 1907"/>
          <p:cNvSpPr/>
          <p:nvPr/>
        </p:nvSpPr>
        <p:spPr>
          <a:xfrm>
            <a:off x="5827776" y="2335380"/>
            <a:ext cx="0" cy="10268"/>
          </a:xfrm>
          <a:prstGeom prst="line">
            <a:avLst/>
          </a:prstGeom>
          <a:noFill/>
          <a:ln w="25400">
            <a:solidFill>
              <a:srgbClr val="168B83"/>
            </a:solidFill>
            <a:prstDash val="solid"/>
            <a:headEnd type="none"/>
            <a:tailEnd type="none"/>
          </a:ln>
        </p:spPr>
      </p:sp>
      <p:sp>
        <p:nvSpPr>
          <p:cNvPr id="1910" name="Shape 1908"/>
          <p:cNvSpPr/>
          <p:nvPr/>
        </p:nvSpPr>
        <p:spPr>
          <a:xfrm>
            <a:off x="5827776" y="2338123"/>
            <a:ext cx="127406" cy="0"/>
          </a:xfrm>
          <a:prstGeom prst="line">
            <a:avLst/>
          </a:prstGeom>
          <a:noFill/>
          <a:ln w="25400">
            <a:solidFill>
              <a:srgbClr val="168B83"/>
            </a:solidFill>
            <a:prstDash val="solid"/>
            <a:headEnd type="none"/>
            <a:tailEnd type="none"/>
          </a:ln>
        </p:spPr>
      </p:sp>
      <p:sp>
        <p:nvSpPr>
          <p:cNvPr id="1911" name="Shape 1909"/>
          <p:cNvSpPr/>
          <p:nvPr/>
        </p:nvSpPr>
        <p:spPr>
          <a:xfrm>
            <a:off x="5952439" y="2329508"/>
            <a:ext cx="0" cy="11358"/>
          </a:xfrm>
          <a:prstGeom prst="line">
            <a:avLst/>
          </a:prstGeom>
          <a:noFill/>
          <a:ln w="25400">
            <a:solidFill>
              <a:srgbClr val="168B83"/>
            </a:solidFill>
            <a:prstDash val="solid"/>
            <a:headEnd type="none"/>
            <a:tailEnd type="none"/>
          </a:ln>
        </p:spPr>
      </p:sp>
      <p:sp>
        <p:nvSpPr>
          <p:cNvPr id="1912" name="Shape 1910"/>
          <p:cNvSpPr/>
          <p:nvPr/>
        </p:nvSpPr>
        <p:spPr>
          <a:xfrm>
            <a:off x="5952439" y="2332251"/>
            <a:ext cx="127407" cy="0"/>
          </a:xfrm>
          <a:prstGeom prst="line">
            <a:avLst/>
          </a:prstGeom>
          <a:noFill/>
          <a:ln w="25400">
            <a:solidFill>
              <a:srgbClr val="168B83"/>
            </a:solidFill>
            <a:prstDash val="solid"/>
            <a:headEnd type="none"/>
            <a:tailEnd type="none"/>
          </a:ln>
        </p:spPr>
      </p:sp>
      <p:sp>
        <p:nvSpPr>
          <p:cNvPr id="1913" name="Shape 1911"/>
          <p:cNvSpPr/>
          <p:nvPr/>
        </p:nvSpPr>
        <p:spPr>
          <a:xfrm>
            <a:off x="6077102" y="2322738"/>
            <a:ext cx="0" cy="12256"/>
          </a:xfrm>
          <a:prstGeom prst="line">
            <a:avLst/>
          </a:prstGeom>
          <a:noFill/>
          <a:ln w="25400">
            <a:solidFill>
              <a:srgbClr val="168B83"/>
            </a:solidFill>
            <a:prstDash val="solid"/>
            <a:headEnd type="none"/>
            <a:tailEnd type="none"/>
          </a:ln>
        </p:spPr>
      </p:sp>
      <p:sp>
        <p:nvSpPr>
          <p:cNvPr id="1914" name="Shape 1912"/>
          <p:cNvSpPr/>
          <p:nvPr/>
        </p:nvSpPr>
        <p:spPr>
          <a:xfrm>
            <a:off x="6077102" y="2325481"/>
            <a:ext cx="127407" cy="0"/>
          </a:xfrm>
          <a:prstGeom prst="line">
            <a:avLst/>
          </a:prstGeom>
          <a:noFill/>
          <a:ln w="25400">
            <a:solidFill>
              <a:srgbClr val="168B83"/>
            </a:solidFill>
            <a:prstDash val="solid"/>
            <a:headEnd type="none"/>
            <a:tailEnd type="none"/>
          </a:ln>
        </p:spPr>
      </p:sp>
      <p:sp>
        <p:nvSpPr>
          <p:cNvPr id="1915" name="Shape 1913"/>
          <p:cNvSpPr/>
          <p:nvPr/>
        </p:nvSpPr>
        <p:spPr>
          <a:xfrm>
            <a:off x="6201766" y="2315745"/>
            <a:ext cx="0" cy="12479"/>
          </a:xfrm>
          <a:prstGeom prst="line">
            <a:avLst/>
          </a:prstGeom>
          <a:noFill/>
          <a:ln w="25400">
            <a:solidFill>
              <a:srgbClr val="168B83"/>
            </a:solidFill>
            <a:prstDash val="solid"/>
            <a:headEnd type="none"/>
            <a:tailEnd type="none"/>
          </a:ln>
        </p:spPr>
      </p:sp>
      <p:sp>
        <p:nvSpPr>
          <p:cNvPr id="1916" name="Shape 1914"/>
          <p:cNvSpPr/>
          <p:nvPr/>
        </p:nvSpPr>
        <p:spPr>
          <a:xfrm>
            <a:off x="6201766" y="2318488"/>
            <a:ext cx="127406" cy="0"/>
          </a:xfrm>
          <a:prstGeom prst="line">
            <a:avLst/>
          </a:prstGeom>
          <a:noFill/>
          <a:ln w="25400">
            <a:solidFill>
              <a:srgbClr val="168B83"/>
            </a:solidFill>
            <a:prstDash val="solid"/>
            <a:headEnd type="none"/>
            <a:tailEnd type="none"/>
          </a:ln>
        </p:spPr>
      </p:sp>
      <p:sp>
        <p:nvSpPr>
          <p:cNvPr id="1917" name="Shape 1915"/>
          <p:cNvSpPr/>
          <p:nvPr/>
        </p:nvSpPr>
        <p:spPr>
          <a:xfrm>
            <a:off x="6326429" y="2309022"/>
            <a:ext cx="0" cy="12209"/>
          </a:xfrm>
          <a:prstGeom prst="line">
            <a:avLst/>
          </a:prstGeom>
          <a:noFill/>
          <a:ln w="25400">
            <a:solidFill>
              <a:srgbClr val="168B83"/>
            </a:solidFill>
            <a:prstDash val="solid"/>
            <a:headEnd type="none"/>
            <a:tailEnd type="none"/>
          </a:ln>
        </p:spPr>
      </p:sp>
      <p:sp>
        <p:nvSpPr>
          <p:cNvPr id="1918" name="Shape 1916"/>
          <p:cNvSpPr/>
          <p:nvPr/>
        </p:nvSpPr>
        <p:spPr>
          <a:xfrm>
            <a:off x="6326429" y="2311766"/>
            <a:ext cx="127407" cy="0"/>
          </a:xfrm>
          <a:prstGeom prst="line">
            <a:avLst/>
          </a:prstGeom>
          <a:noFill/>
          <a:ln w="25400">
            <a:solidFill>
              <a:srgbClr val="168B83"/>
            </a:solidFill>
            <a:prstDash val="solid"/>
            <a:headEnd type="none"/>
            <a:tailEnd type="none"/>
          </a:ln>
        </p:spPr>
      </p:sp>
      <p:sp>
        <p:nvSpPr>
          <p:cNvPr id="1919" name="Shape 1917"/>
          <p:cNvSpPr/>
          <p:nvPr/>
        </p:nvSpPr>
        <p:spPr>
          <a:xfrm>
            <a:off x="6451092" y="2303368"/>
            <a:ext cx="0" cy="11141"/>
          </a:xfrm>
          <a:prstGeom prst="line">
            <a:avLst/>
          </a:prstGeom>
          <a:noFill/>
          <a:ln w="25400">
            <a:solidFill>
              <a:srgbClr val="168B83"/>
            </a:solidFill>
            <a:prstDash val="solid"/>
            <a:headEnd type="none"/>
            <a:tailEnd type="none"/>
          </a:ln>
        </p:spPr>
      </p:sp>
      <p:sp>
        <p:nvSpPr>
          <p:cNvPr id="1920" name="Shape 1918"/>
          <p:cNvSpPr/>
          <p:nvPr/>
        </p:nvSpPr>
        <p:spPr>
          <a:xfrm>
            <a:off x="6451092" y="2306111"/>
            <a:ext cx="127407" cy="0"/>
          </a:xfrm>
          <a:prstGeom prst="line">
            <a:avLst/>
          </a:prstGeom>
          <a:noFill/>
          <a:ln w="25400">
            <a:solidFill>
              <a:srgbClr val="168B83"/>
            </a:solidFill>
            <a:prstDash val="solid"/>
            <a:headEnd type="none"/>
            <a:tailEnd type="none"/>
          </a:ln>
        </p:spPr>
      </p:sp>
      <p:sp>
        <p:nvSpPr>
          <p:cNvPr id="1921" name="Shape 1919"/>
          <p:cNvSpPr/>
          <p:nvPr/>
        </p:nvSpPr>
        <p:spPr>
          <a:xfrm>
            <a:off x="6575755" y="2299606"/>
            <a:ext cx="0" cy="9248"/>
          </a:xfrm>
          <a:prstGeom prst="line">
            <a:avLst/>
          </a:prstGeom>
          <a:noFill/>
          <a:ln w="25400">
            <a:solidFill>
              <a:srgbClr val="168B83"/>
            </a:solidFill>
            <a:prstDash val="solid"/>
            <a:headEnd type="none"/>
            <a:tailEnd type="none"/>
          </a:ln>
        </p:spPr>
      </p:sp>
      <p:sp>
        <p:nvSpPr>
          <p:cNvPr id="1922" name="Shape 1920"/>
          <p:cNvSpPr/>
          <p:nvPr/>
        </p:nvSpPr>
        <p:spPr>
          <a:xfrm>
            <a:off x="6575755" y="2302350"/>
            <a:ext cx="127406" cy="0"/>
          </a:xfrm>
          <a:prstGeom prst="line">
            <a:avLst/>
          </a:prstGeom>
          <a:noFill/>
          <a:ln w="25400">
            <a:solidFill>
              <a:srgbClr val="168B83"/>
            </a:solidFill>
            <a:prstDash val="solid"/>
            <a:headEnd type="none"/>
            <a:tailEnd type="none"/>
          </a:ln>
        </p:spPr>
      </p:sp>
      <p:sp>
        <p:nvSpPr>
          <p:cNvPr id="1923" name="Shape 1921"/>
          <p:cNvSpPr/>
          <p:nvPr/>
        </p:nvSpPr>
        <p:spPr>
          <a:xfrm>
            <a:off x="6700418" y="2296860"/>
            <a:ext cx="0" cy="8232"/>
          </a:xfrm>
          <a:prstGeom prst="line">
            <a:avLst/>
          </a:prstGeom>
          <a:noFill/>
          <a:ln w="25400">
            <a:solidFill>
              <a:srgbClr val="168B83"/>
            </a:solidFill>
            <a:prstDash val="solid"/>
            <a:headEnd type="none"/>
            <a:tailEnd type="none"/>
          </a:ln>
        </p:spPr>
      </p:sp>
      <p:sp>
        <p:nvSpPr>
          <p:cNvPr id="1924" name="Shape 1922"/>
          <p:cNvSpPr/>
          <p:nvPr/>
        </p:nvSpPr>
        <p:spPr>
          <a:xfrm>
            <a:off x="6700418" y="2299603"/>
            <a:ext cx="127407" cy="0"/>
          </a:xfrm>
          <a:prstGeom prst="line">
            <a:avLst/>
          </a:prstGeom>
          <a:noFill/>
          <a:ln w="25400">
            <a:solidFill>
              <a:srgbClr val="168B83"/>
            </a:solidFill>
            <a:prstDash val="solid"/>
            <a:headEnd type="none"/>
            <a:tailEnd type="none"/>
          </a:ln>
        </p:spPr>
      </p:sp>
      <p:sp>
        <p:nvSpPr>
          <p:cNvPr id="1925" name="Shape 1923"/>
          <p:cNvSpPr/>
          <p:nvPr/>
        </p:nvSpPr>
        <p:spPr>
          <a:xfrm>
            <a:off x="6825082" y="2294776"/>
            <a:ext cx="0" cy="7571"/>
          </a:xfrm>
          <a:prstGeom prst="line">
            <a:avLst/>
          </a:prstGeom>
          <a:noFill/>
          <a:ln w="25400">
            <a:solidFill>
              <a:srgbClr val="168B83"/>
            </a:solidFill>
            <a:prstDash val="solid"/>
            <a:headEnd type="none"/>
            <a:tailEnd type="none"/>
          </a:ln>
        </p:spPr>
      </p:sp>
      <p:sp>
        <p:nvSpPr>
          <p:cNvPr id="1926" name="Shape 1924"/>
          <p:cNvSpPr/>
          <p:nvPr/>
        </p:nvSpPr>
        <p:spPr>
          <a:xfrm>
            <a:off x="6825082" y="2297519"/>
            <a:ext cx="127407" cy="0"/>
          </a:xfrm>
          <a:prstGeom prst="line">
            <a:avLst/>
          </a:prstGeom>
          <a:noFill/>
          <a:ln w="25400">
            <a:solidFill>
              <a:srgbClr val="168B83"/>
            </a:solidFill>
            <a:prstDash val="solid"/>
            <a:headEnd type="none"/>
            <a:tailEnd type="none"/>
          </a:ln>
        </p:spPr>
      </p:sp>
      <p:sp>
        <p:nvSpPr>
          <p:cNvPr id="1927" name="Shape 1925"/>
          <p:cNvSpPr/>
          <p:nvPr/>
        </p:nvSpPr>
        <p:spPr>
          <a:xfrm>
            <a:off x="6949745" y="2294776"/>
            <a:ext cx="0" cy="70132"/>
          </a:xfrm>
          <a:prstGeom prst="line">
            <a:avLst/>
          </a:prstGeom>
          <a:noFill/>
          <a:ln w="25400">
            <a:solidFill>
              <a:srgbClr val="168B83"/>
            </a:solidFill>
            <a:prstDash val="solid"/>
            <a:headEnd type="none"/>
            <a:tailEnd type="none"/>
          </a:ln>
        </p:spPr>
      </p:sp>
      <p:sp>
        <p:nvSpPr>
          <p:cNvPr id="1928" name="Shape 1926"/>
          <p:cNvSpPr/>
          <p:nvPr/>
        </p:nvSpPr>
        <p:spPr>
          <a:xfrm>
            <a:off x="6949745" y="2362165"/>
            <a:ext cx="127406" cy="0"/>
          </a:xfrm>
          <a:prstGeom prst="line">
            <a:avLst/>
          </a:prstGeom>
          <a:noFill/>
          <a:ln w="25400">
            <a:solidFill>
              <a:srgbClr val="168B83"/>
            </a:solidFill>
            <a:prstDash val="solid"/>
            <a:headEnd type="none"/>
            <a:tailEnd type="none"/>
          </a:ln>
        </p:spPr>
      </p:sp>
      <p:sp>
        <p:nvSpPr>
          <p:cNvPr id="1929" name="Shape 1927"/>
          <p:cNvSpPr/>
          <p:nvPr/>
        </p:nvSpPr>
        <p:spPr>
          <a:xfrm>
            <a:off x="7074408" y="2357186"/>
            <a:ext cx="0" cy="7722"/>
          </a:xfrm>
          <a:prstGeom prst="line">
            <a:avLst/>
          </a:prstGeom>
          <a:noFill/>
          <a:ln w="25400">
            <a:solidFill>
              <a:srgbClr val="168B83"/>
            </a:solidFill>
            <a:prstDash val="solid"/>
            <a:headEnd type="none"/>
            <a:tailEnd type="none"/>
          </a:ln>
        </p:spPr>
      </p:sp>
      <p:sp>
        <p:nvSpPr>
          <p:cNvPr id="1930" name="Shape 1928"/>
          <p:cNvSpPr/>
          <p:nvPr/>
        </p:nvSpPr>
        <p:spPr>
          <a:xfrm>
            <a:off x="7074408" y="2359929"/>
            <a:ext cx="127407" cy="0"/>
          </a:xfrm>
          <a:prstGeom prst="line">
            <a:avLst/>
          </a:prstGeom>
          <a:noFill/>
          <a:ln w="25400">
            <a:solidFill>
              <a:srgbClr val="168B83"/>
            </a:solidFill>
            <a:prstDash val="solid"/>
            <a:headEnd type="none"/>
            <a:tailEnd type="none"/>
          </a:ln>
        </p:spPr>
      </p:sp>
      <p:sp>
        <p:nvSpPr>
          <p:cNvPr id="1931" name="Shape 1929"/>
          <p:cNvSpPr/>
          <p:nvPr/>
        </p:nvSpPr>
        <p:spPr>
          <a:xfrm>
            <a:off x="7199071" y="2353262"/>
            <a:ext cx="0" cy="9410"/>
          </a:xfrm>
          <a:prstGeom prst="line">
            <a:avLst/>
          </a:prstGeom>
          <a:noFill/>
          <a:ln w="25400">
            <a:solidFill>
              <a:srgbClr val="168B83"/>
            </a:solidFill>
            <a:prstDash val="solid"/>
            <a:headEnd type="none"/>
            <a:tailEnd type="none"/>
          </a:ln>
        </p:spPr>
      </p:sp>
      <p:sp>
        <p:nvSpPr>
          <p:cNvPr id="1932" name="Shape 1930"/>
          <p:cNvSpPr/>
          <p:nvPr/>
        </p:nvSpPr>
        <p:spPr>
          <a:xfrm>
            <a:off x="7199071" y="2356005"/>
            <a:ext cx="127407" cy="0"/>
          </a:xfrm>
          <a:prstGeom prst="line">
            <a:avLst/>
          </a:prstGeom>
          <a:noFill/>
          <a:ln w="25400">
            <a:solidFill>
              <a:srgbClr val="168B83"/>
            </a:solidFill>
            <a:prstDash val="solid"/>
            <a:headEnd type="none"/>
            <a:tailEnd type="none"/>
          </a:ln>
        </p:spPr>
      </p:sp>
      <p:sp>
        <p:nvSpPr>
          <p:cNvPr id="1933" name="Shape 1931"/>
          <p:cNvSpPr/>
          <p:nvPr/>
        </p:nvSpPr>
        <p:spPr>
          <a:xfrm>
            <a:off x="7323735" y="2346935"/>
            <a:ext cx="0" cy="11813"/>
          </a:xfrm>
          <a:prstGeom prst="line">
            <a:avLst/>
          </a:prstGeom>
          <a:noFill/>
          <a:ln w="25400">
            <a:solidFill>
              <a:srgbClr val="168B83"/>
            </a:solidFill>
            <a:prstDash val="solid"/>
            <a:headEnd type="none"/>
            <a:tailEnd type="none"/>
          </a:ln>
        </p:spPr>
      </p:sp>
      <p:sp>
        <p:nvSpPr>
          <p:cNvPr id="1934" name="Shape 1932"/>
          <p:cNvSpPr/>
          <p:nvPr/>
        </p:nvSpPr>
        <p:spPr>
          <a:xfrm>
            <a:off x="7323735" y="2349678"/>
            <a:ext cx="127406" cy="0"/>
          </a:xfrm>
          <a:prstGeom prst="line">
            <a:avLst/>
          </a:prstGeom>
          <a:noFill/>
          <a:ln w="25400">
            <a:solidFill>
              <a:srgbClr val="168B83"/>
            </a:solidFill>
            <a:prstDash val="solid"/>
            <a:headEnd type="none"/>
            <a:tailEnd type="none"/>
          </a:ln>
        </p:spPr>
      </p:sp>
      <p:sp>
        <p:nvSpPr>
          <p:cNvPr id="1935" name="Shape 1933"/>
          <p:cNvSpPr/>
          <p:nvPr/>
        </p:nvSpPr>
        <p:spPr>
          <a:xfrm>
            <a:off x="7448397" y="2338596"/>
            <a:ext cx="0" cy="13826"/>
          </a:xfrm>
          <a:prstGeom prst="line">
            <a:avLst/>
          </a:prstGeom>
          <a:noFill/>
          <a:ln w="25400">
            <a:solidFill>
              <a:srgbClr val="168B83"/>
            </a:solidFill>
            <a:prstDash val="solid"/>
            <a:headEnd type="none"/>
            <a:tailEnd type="none"/>
          </a:ln>
        </p:spPr>
      </p:sp>
      <p:sp>
        <p:nvSpPr>
          <p:cNvPr id="1936" name="Shape 1934"/>
          <p:cNvSpPr/>
          <p:nvPr/>
        </p:nvSpPr>
        <p:spPr>
          <a:xfrm>
            <a:off x="7448397" y="2341339"/>
            <a:ext cx="127407" cy="0"/>
          </a:xfrm>
          <a:prstGeom prst="line">
            <a:avLst/>
          </a:prstGeom>
          <a:noFill/>
          <a:ln w="25400">
            <a:solidFill>
              <a:srgbClr val="168B83"/>
            </a:solidFill>
            <a:prstDash val="solid"/>
            <a:headEnd type="none"/>
            <a:tailEnd type="none"/>
          </a:ln>
        </p:spPr>
      </p:sp>
      <p:sp>
        <p:nvSpPr>
          <p:cNvPr id="1937" name="Shape 1935"/>
          <p:cNvSpPr/>
          <p:nvPr/>
        </p:nvSpPr>
        <p:spPr>
          <a:xfrm>
            <a:off x="7573061" y="2328311"/>
            <a:ext cx="0" cy="15771"/>
          </a:xfrm>
          <a:prstGeom prst="line">
            <a:avLst/>
          </a:prstGeom>
          <a:noFill/>
          <a:ln w="25400">
            <a:solidFill>
              <a:srgbClr val="168B83"/>
            </a:solidFill>
            <a:prstDash val="solid"/>
            <a:headEnd type="none"/>
            <a:tailEnd type="none"/>
          </a:ln>
        </p:spPr>
      </p:sp>
      <p:sp>
        <p:nvSpPr>
          <p:cNvPr id="1938" name="Shape 1936"/>
          <p:cNvSpPr/>
          <p:nvPr/>
        </p:nvSpPr>
        <p:spPr>
          <a:xfrm>
            <a:off x="7573061" y="2331054"/>
            <a:ext cx="127407" cy="0"/>
          </a:xfrm>
          <a:prstGeom prst="line">
            <a:avLst/>
          </a:prstGeom>
          <a:noFill/>
          <a:ln w="25400">
            <a:solidFill>
              <a:srgbClr val="168B83"/>
            </a:solidFill>
            <a:prstDash val="solid"/>
            <a:headEnd type="none"/>
            <a:tailEnd type="none"/>
          </a:ln>
        </p:spPr>
      </p:sp>
      <p:sp>
        <p:nvSpPr>
          <p:cNvPr id="1939" name="Shape 1937"/>
          <p:cNvSpPr/>
          <p:nvPr/>
        </p:nvSpPr>
        <p:spPr>
          <a:xfrm>
            <a:off x="7697724" y="2315778"/>
            <a:ext cx="0" cy="18020"/>
          </a:xfrm>
          <a:prstGeom prst="line">
            <a:avLst/>
          </a:prstGeom>
          <a:noFill/>
          <a:ln w="25400">
            <a:solidFill>
              <a:srgbClr val="168B83"/>
            </a:solidFill>
            <a:prstDash val="solid"/>
            <a:headEnd type="none"/>
            <a:tailEnd type="none"/>
          </a:ln>
        </p:spPr>
      </p:sp>
      <p:sp>
        <p:nvSpPr>
          <p:cNvPr id="1940" name="Shape 1938"/>
          <p:cNvSpPr/>
          <p:nvPr/>
        </p:nvSpPr>
        <p:spPr>
          <a:xfrm>
            <a:off x="7697724" y="2318521"/>
            <a:ext cx="127406" cy="0"/>
          </a:xfrm>
          <a:prstGeom prst="line">
            <a:avLst/>
          </a:prstGeom>
          <a:noFill/>
          <a:ln w="25400">
            <a:solidFill>
              <a:srgbClr val="168B83"/>
            </a:solidFill>
            <a:prstDash val="solid"/>
            <a:headEnd type="none"/>
            <a:tailEnd type="none"/>
          </a:ln>
        </p:spPr>
      </p:sp>
      <p:sp>
        <p:nvSpPr>
          <p:cNvPr id="1941" name="Shape 1939"/>
          <p:cNvSpPr/>
          <p:nvPr/>
        </p:nvSpPr>
        <p:spPr>
          <a:xfrm>
            <a:off x="7822387" y="2300779"/>
            <a:ext cx="0" cy="20485"/>
          </a:xfrm>
          <a:prstGeom prst="line">
            <a:avLst/>
          </a:prstGeom>
          <a:noFill/>
          <a:ln w="25400">
            <a:solidFill>
              <a:srgbClr val="168B83"/>
            </a:solidFill>
            <a:prstDash val="solid"/>
            <a:headEnd type="none"/>
            <a:tailEnd type="none"/>
          </a:ln>
        </p:spPr>
      </p:sp>
      <p:sp>
        <p:nvSpPr>
          <p:cNvPr id="1942" name="Shape 1940"/>
          <p:cNvSpPr/>
          <p:nvPr/>
        </p:nvSpPr>
        <p:spPr>
          <a:xfrm>
            <a:off x="7822387" y="2303522"/>
            <a:ext cx="127407" cy="0"/>
          </a:xfrm>
          <a:prstGeom prst="line">
            <a:avLst/>
          </a:prstGeom>
          <a:noFill/>
          <a:ln w="25400">
            <a:solidFill>
              <a:srgbClr val="168B83"/>
            </a:solidFill>
            <a:prstDash val="solid"/>
            <a:headEnd type="none"/>
            <a:tailEnd type="none"/>
          </a:ln>
        </p:spPr>
      </p:sp>
      <p:sp>
        <p:nvSpPr>
          <p:cNvPr id="1943" name="Shape 1941"/>
          <p:cNvSpPr/>
          <p:nvPr/>
        </p:nvSpPr>
        <p:spPr>
          <a:xfrm>
            <a:off x="7947050" y="2283412"/>
            <a:ext cx="0" cy="22853"/>
          </a:xfrm>
          <a:prstGeom prst="line">
            <a:avLst/>
          </a:prstGeom>
          <a:noFill/>
          <a:ln w="25400">
            <a:solidFill>
              <a:srgbClr val="168B83"/>
            </a:solidFill>
            <a:prstDash val="solid"/>
            <a:headEnd type="none"/>
            <a:tailEnd type="none"/>
          </a:ln>
        </p:spPr>
      </p:sp>
      <p:sp>
        <p:nvSpPr>
          <p:cNvPr id="1944" name="Shape 1942"/>
          <p:cNvSpPr/>
          <p:nvPr/>
        </p:nvSpPr>
        <p:spPr>
          <a:xfrm>
            <a:off x="7947050" y="2286155"/>
            <a:ext cx="127407" cy="0"/>
          </a:xfrm>
          <a:prstGeom prst="line">
            <a:avLst/>
          </a:prstGeom>
          <a:noFill/>
          <a:ln w="25400">
            <a:solidFill>
              <a:srgbClr val="168B83"/>
            </a:solidFill>
            <a:prstDash val="solid"/>
            <a:headEnd type="none"/>
            <a:tailEnd type="none"/>
          </a:ln>
        </p:spPr>
      </p:sp>
      <p:sp>
        <p:nvSpPr>
          <p:cNvPr id="1945" name="Shape 1943"/>
          <p:cNvSpPr/>
          <p:nvPr/>
        </p:nvSpPr>
        <p:spPr>
          <a:xfrm>
            <a:off x="8071714" y="2265111"/>
            <a:ext cx="0" cy="23788"/>
          </a:xfrm>
          <a:prstGeom prst="line">
            <a:avLst/>
          </a:prstGeom>
          <a:noFill/>
          <a:ln w="25400">
            <a:solidFill>
              <a:srgbClr val="168B83"/>
            </a:solidFill>
            <a:prstDash val="solid"/>
            <a:headEnd type="none"/>
            <a:tailEnd type="none"/>
          </a:ln>
        </p:spPr>
      </p:sp>
      <p:sp>
        <p:nvSpPr>
          <p:cNvPr id="1946" name="Shape 1944"/>
          <p:cNvSpPr/>
          <p:nvPr/>
        </p:nvSpPr>
        <p:spPr>
          <a:xfrm>
            <a:off x="8071714" y="2267854"/>
            <a:ext cx="127406" cy="0"/>
          </a:xfrm>
          <a:prstGeom prst="line">
            <a:avLst/>
          </a:prstGeom>
          <a:noFill/>
          <a:ln w="25400">
            <a:solidFill>
              <a:srgbClr val="168B83"/>
            </a:solidFill>
            <a:prstDash val="solid"/>
            <a:headEnd type="none"/>
            <a:tailEnd type="none"/>
          </a:ln>
        </p:spPr>
      </p:sp>
      <p:sp>
        <p:nvSpPr>
          <p:cNvPr id="1947" name="Shape 1945"/>
          <p:cNvSpPr/>
          <p:nvPr/>
        </p:nvSpPr>
        <p:spPr>
          <a:xfrm>
            <a:off x="8196377" y="2247666"/>
            <a:ext cx="0" cy="22931"/>
          </a:xfrm>
          <a:prstGeom prst="line">
            <a:avLst/>
          </a:prstGeom>
          <a:noFill/>
          <a:ln w="25400">
            <a:solidFill>
              <a:srgbClr val="168B83"/>
            </a:solidFill>
            <a:prstDash val="solid"/>
            <a:headEnd type="none"/>
            <a:tailEnd type="none"/>
          </a:ln>
        </p:spPr>
      </p:sp>
      <p:sp>
        <p:nvSpPr>
          <p:cNvPr id="1948" name="Shape 1946"/>
          <p:cNvSpPr/>
          <p:nvPr/>
        </p:nvSpPr>
        <p:spPr>
          <a:xfrm>
            <a:off x="8196377" y="2250409"/>
            <a:ext cx="127407" cy="0"/>
          </a:xfrm>
          <a:prstGeom prst="line">
            <a:avLst/>
          </a:prstGeom>
          <a:noFill/>
          <a:ln w="25400">
            <a:solidFill>
              <a:srgbClr val="168B83"/>
            </a:solidFill>
            <a:prstDash val="solid"/>
            <a:headEnd type="none"/>
            <a:tailEnd type="none"/>
          </a:ln>
        </p:spPr>
      </p:sp>
      <p:sp>
        <p:nvSpPr>
          <p:cNvPr id="1949" name="Shape 1947"/>
          <p:cNvSpPr/>
          <p:nvPr/>
        </p:nvSpPr>
        <p:spPr>
          <a:xfrm>
            <a:off x="8321040" y="2233380"/>
            <a:ext cx="0" cy="19772"/>
          </a:xfrm>
          <a:prstGeom prst="line">
            <a:avLst/>
          </a:prstGeom>
          <a:noFill/>
          <a:ln w="25400">
            <a:solidFill>
              <a:srgbClr val="168B83"/>
            </a:solidFill>
            <a:prstDash val="solid"/>
            <a:headEnd type="none"/>
            <a:tailEnd type="none"/>
          </a:ln>
        </p:spPr>
      </p:sp>
      <p:sp>
        <p:nvSpPr>
          <p:cNvPr id="1950" name="Shape 1948"/>
          <p:cNvSpPr/>
          <p:nvPr/>
        </p:nvSpPr>
        <p:spPr>
          <a:xfrm>
            <a:off x="2743200" y="1792224"/>
            <a:ext cx="256032" cy="0"/>
          </a:xfrm>
          <a:prstGeom prst="line">
            <a:avLst/>
          </a:prstGeom>
          <a:noFill/>
          <a:ln w="27940">
            <a:solidFill>
              <a:srgbClr val="168B83"/>
            </a:solidFill>
            <a:prstDash val="solid"/>
          </a:ln>
        </p:spPr>
      </p:sp>
      <p:sp>
        <p:nvSpPr>
          <p:cNvPr id="1951" name="Text 1949"/>
          <p:cNvSpPr/>
          <p:nvPr/>
        </p:nvSpPr>
        <p:spPr>
          <a:xfrm>
            <a:off x="3072384" y="1719072"/>
            <a:ext cx="1408176"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DENSITY</a:t>
            </a:r>
            <a:endParaRPr lang="en-US" sz="920" dirty="0"/>
          </a:p>
        </p:txBody>
      </p:sp>
      <p:sp>
        <p:nvSpPr>
          <p:cNvPr id="1952" name="Shape 1950"/>
          <p:cNvSpPr/>
          <p:nvPr/>
        </p:nvSpPr>
        <p:spPr>
          <a:xfrm>
            <a:off x="841248" y="2238126"/>
            <a:ext cx="127407" cy="0"/>
          </a:xfrm>
          <a:prstGeom prst="line">
            <a:avLst/>
          </a:prstGeom>
          <a:noFill/>
          <a:ln w="25400">
            <a:solidFill>
              <a:srgbClr val="C44F4F"/>
            </a:solidFill>
            <a:prstDash val="solid"/>
            <a:headEnd type="none"/>
            <a:tailEnd type="none"/>
          </a:ln>
        </p:spPr>
      </p:sp>
      <p:sp>
        <p:nvSpPr>
          <p:cNvPr id="1953" name="Shape 1951"/>
          <p:cNvSpPr/>
          <p:nvPr/>
        </p:nvSpPr>
        <p:spPr>
          <a:xfrm>
            <a:off x="965911" y="2235382"/>
            <a:ext cx="0" cy="36583"/>
          </a:xfrm>
          <a:prstGeom prst="line">
            <a:avLst/>
          </a:prstGeom>
          <a:noFill/>
          <a:ln w="25400">
            <a:solidFill>
              <a:srgbClr val="C44F4F"/>
            </a:solidFill>
            <a:prstDash val="solid"/>
            <a:headEnd type="none"/>
            <a:tailEnd type="none"/>
          </a:ln>
        </p:spPr>
      </p:sp>
      <p:sp>
        <p:nvSpPr>
          <p:cNvPr id="1954" name="Shape 1952"/>
          <p:cNvSpPr/>
          <p:nvPr/>
        </p:nvSpPr>
        <p:spPr>
          <a:xfrm>
            <a:off x="965911" y="2269222"/>
            <a:ext cx="127406" cy="0"/>
          </a:xfrm>
          <a:prstGeom prst="line">
            <a:avLst/>
          </a:prstGeom>
          <a:noFill/>
          <a:ln w="25400">
            <a:solidFill>
              <a:srgbClr val="C44F4F"/>
            </a:solidFill>
            <a:prstDash val="solid"/>
            <a:headEnd type="none"/>
            <a:tailEnd type="none"/>
          </a:ln>
        </p:spPr>
      </p:sp>
      <p:sp>
        <p:nvSpPr>
          <p:cNvPr id="1955" name="Shape 1953"/>
          <p:cNvSpPr/>
          <p:nvPr/>
        </p:nvSpPr>
        <p:spPr>
          <a:xfrm>
            <a:off x="1090574" y="2266479"/>
            <a:ext cx="0" cy="53697"/>
          </a:xfrm>
          <a:prstGeom prst="line">
            <a:avLst/>
          </a:prstGeom>
          <a:noFill/>
          <a:ln w="25400">
            <a:solidFill>
              <a:srgbClr val="C44F4F"/>
            </a:solidFill>
            <a:prstDash val="solid"/>
            <a:headEnd type="none"/>
            <a:tailEnd type="none"/>
          </a:ln>
        </p:spPr>
      </p:sp>
      <p:sp>
        <p:nvSpPr>
          <p:cNvPr id="1956" name="Shape 1954"/>
          <p:cNvSpPr/>
          <p:nvPr/>
        </p:nvSpPr>
        <p:spPr>
          <a:xfrm>
            <a:off x="1090574" y="2317433"/>
            <a:ext cx="127407" cy="0"/>
          </a:xfrm>
          <a:prstGeom prst="line">
            <a:avLst/>
          </a:prstGeom>
          <a:noFill/>
          <a:ln w="25400">
            <a:solidFill>
              <a:srgbClr val="C44F4F"/>
            </a:solidFill>
            <a:prstDash val="solid"/>
            <a:headEnd type="none"/>
            <a:tailEnd type="none"/>
          </a:ln>
        </p:spPr>
      </p:sp>
      <p:sp>
        <p:nvSpPr>
          <p:cNvPr id="1957" name="Shape 1955"/>
          <p:cNvSpPr/>
          <p:nvPr/>
        </p:nvSpPr>
        <p:spPr>
          <a:xfrm>
            <a:off x="1215238" y="2314689"/>
            <a:ext cx="0" cy="54375"/>
          </a:xfrm>
          <a:prstGeom prst="line">
            <a:avLst/>
          </a:prstGeom>
          <a:noFill/>
          <a:ln w="25400">
            <a:solidFill>
              <a:srgbClr val="C44F4F"/>
            </a:solidFill>
            <a:prstDash val="solid"/>
            <a:headEnd type="none"/>
            <a:tailEnd type="none"/>
          </a:ln>
        </p:spPr>
      </p:sp>
      <p:sp>
        <p:nvSpPr>
          <p:cNvPr id="1958" name="Shape 1956"/>
          <p:cNvSpPr/>
          <p:nvPr/>
        </p:nvSpPr>
        <p:spPr>
          <a:xfrm>
            <a:off x="1215238" y="2366321"/>
            <a:ext cx="127407" cy="0"/>
          </a:xfrm>
          <a:prstGeom prst="line">
            <a:avLst/>
          </a:prstGeom>
          <a:noFill/>
          <a:ln w="25400">
            <a:solidFill>
              <a:srgbClr val="C44F4F"/>
            </a:solidFill>
            <a:prstDash val="solid"/>
            <a:headEnd type="none"/>
            <a:tailEnd type="none"/>
          </a:ln>
        </p:spPr>
      </p:sp>
      <p:sp>
        <p:nvSpPr>
          <p:cNvPr id="1959" name="Shape 1957"/>
          <p:cNvSpPr/>
          <p:nvPr/>
        </p:nvSpPr>
        <p:spPr>
          <a:xfrm>
            <a:off x="1339901" y="2363578"/>
            <a:ext cx="0" cy="58541"/>
          </a:xfrm>
          <a:prstGeom prst="line">
            <a:avLst/>
          </a:prstGeom>
          <a:noFill/>
          <a:ln w="25400">
            <a:solidFill>
              <a:srgbClr val="C44F4F"/>
            </a:solidFill>
            <a:prstDash val="solid"/>
            <a:headEnd type="none"/>
            <a:tailEnd type="none"/>
          </a:ln>
        </p:spPr>
      </p:sp>
      <p:sp>
        <p:nvSpPr>
          <p:cNvPr id="1960" name="Shape 1958"/>
          <p:cNvSpPr/>
          <p:nvPr/>
        </p:nvSpPr>
        <p:spPr>
          <a:xfrm>
            <a:off x="1339901" y="2419375"/>
            <a:ext cx="127406" cy="0"/>
          </a:xfrm>
          <a:prstGeom prst="line">
            <a:avLst/>
          </a:prstGeom>
          <a:noFill/>
          <a:ln w="25400">
            <a:solidFill>
              <a:srgbClr val="C44F4F"/>
            </a:solidFill>
            <a:prstDash val="solid"/>
            <a:headEnd type="none"/>
            <a:tailEnd type="none"/>
          </a:ln>
        </p:spPr>
      </p:sp>
      <p:sp>
        <p:nvSpPr>
          <p:cNvPr id="1961" name="Shape 1959"/>
          <p:cNvSpPr/>
          <p:nvPr/>
        </p:nvSpPr>
        <p:spPr>
          <a:xfrm>
            <a:off x="1464564" y="2416632"/>
            <a:ext cx="0" cy="58896"/>
          </a:xfrm>
          <a:prstGeom prst="line">
            <a:avLst/>
          </a:prstGeom>
          <a:noFill/>
          <a:ln w="25400">
            <a:solidFill>
              <a:srgbClr val="C44F4F"/>
            </a:solidFill>
            <a:prstDash val="solid"/>
            <a:headEnd type="none"/>
            <a:tailEnd type="none"/>
          </a:ln>
        </p:spPr>
      </p:sp>
      <p:sp>
        <p:nvSpPr>
          <p:cNvPr id="1962" name="Shape 1960"/>
          <p:cNvSpPr/>
          <p:nvPr/>
        </p:nvSpPr>
        <p:spPr>
          <a:xfrm>
            <a:off x="1464564" y="2472785"/>
            <a:ext cx="127407" cy="0"/>
          </a:xfrm>
          <a:prstGeom prst="line">
            <a:avLst/>
          </a:prstGeom>
          <a:noFill/>
          <a:ln w="25400">
            <a:solidFill>
              <a:srgbClr val="C44F4F"/>
            </a:solidFill>
            <a:prstDash val="solid"/>
            <a:headEnd type="none"/>
            <a:tailEnd type="none"/>
          </a:ln>
        </p:spPr>
      </p:sp>
      <p:sp>
        <p:nvSpPr>
          <p:cNvPr id="1963" name="Shape 1961"/>
          <p:cNvSpPr/>
          <p:nvPr/>
        </p:nvSpPr>
        <p:spPr>
          <a:xfrm>
            <a:off x="1589227" y="2470042"/>
            <a:ext cx="0" cy="59671"/>
          </a:xfrm>
          <a:prstGeom prst="line">
            <a:avLst/>
          </a:prstGeom>
          <a:noFill/>
          <a:ln w="25400">
            <a:solidFill>
              <a:srgbClr val="C44F4F"/>
            </a:solidFill>
            <a:prstDash val="solid"/>
            <a:headEnd type="none"/>
            <a:tailEnd type="none"/>
          </a:ln>
        </p:spPr>
      </p:sp>
      <p:sp>
        <p:nvSpPr>
          <p:cNvPr id="1964" name="Shape 1962"/>
          <p:cNvSpPr/>
          <p:nvPr/>
        </p:nvSpPr>
        <p:spPr>
          <a:xfrm>
            <a:off x="1589227" y="2526969"/>
            <a:ext cx="127407" cy="0"/>
          </a:xfrm>
          <a:prstGeom prst="line">
            <a:avLst/>
          </a:prstGeom>
          <a:noFill/>
          <a:ln w="25400">
            <a:solidFill>
              <a:srgbClr val="C44F4F"/>
            </a:solidFill>
            <a:prstDash val="solid"/>
            <a:headEnd type="none"/>
            <a:tailEnd type="none"/>
          </a:ln>
        </p:spPr>
      </p:sp>
      <p:sp>
        <p:nvSpPr>
          <p:cNvPr id="1965" name="Shape 1963"/>
          <p:cNvSpPr/>
          <p:nvPr/>
        </p:nvSpPr>
        <p:spPr>
          <a:xfrm>
            <a:off x="1713891" y="2524226"/>
            <a:ext cx="0" cy="64224"/>
          </a:xfrm>
          <a:prstGeom prst="line">
            <a:avLst/>
          </a:prstGeom>
          <a:noFill/>
          <a:ln w="25400">
            <a:solidFill>
              <a:srgbClr val="C44F4F"/>
            </a:solidFill>
            <a:prstDash val="solid"/>
            <a:headEnd type="none"/>
            <a:tailEnd type="none"/>
          </a:ln>
        </p:spPr>
      </p:sp>
      <p:sp>
        <p:nvSpPr>
          <p:cNvPr id="1966" name="Shape 1964"/>
          <p:cNvSpPr/>
          <p:nvPr/>
        </p:nvSpPr>
        <p:spPr>
          <a:xfrm>
            <a:off x="1713891" y="2585707"/>
            <a:ext cx="127406" cy="0"/>
          </a:xfrm>
          <a:prstGeom prst="line">
            <a:avLst/>
          </a:prstGeom>
          <a:noFill/>
          <a:ln w="25400">
            <a:solidFill>
              <a:srgbClr val="C44F4F"/>
            </a:solidFill>
            <a:prstDash val="solid"/>
            <a:headEnd type="none"/>
            <a:tailEnd type="none"/>
          </a:ln>
        </p:spPr>
      </p:sp>
      <p:sp>
        <p:nvSpPr>
          <p:cNvPr id="1967" name="Shape 1965"/>
          <p:cNvSpPr/>
          <p:nvPr/>
        </p:nvSpPr>
        <p:spPr>
          <a:xfrm>
            <a:off x="1838553" y="2582963"/>
            <a:ext cx="0" cy="65709"/>
          </a:xfrm>
          <a:prstGeom prst="line">
            <a:avLst/>
          </a:prstGeom>
          <a:noFill/>
          <a:ln w="25400">
            <a:solidFill>
              <a:srgbClr val="C44F4F"/>
            </a:solidFill>
            <a:prstDash val="solid"/>
            <a:headEnd type="none"/>
            <a:tailEnd type="none"/>
          </a:ln>
        </p:spPr>
      </p:sp>
      <p:sp>
        <p:nvSpPr>
          <p:cNvPr id="1968" name="Shape 1966"/>
          <p:cNvSpPr/>
          <p:nvPr/>
        </p:nvSpPr>
        <p:spPr>
          <a:xfrm>
            <a:off x="1838553" y="2645929"/>
            <a:ext cx="127407" cy="0"/>
          </a:xfrm>
          <a:prstGeom prst="line">
            <a:avLst/>
          </a:prstGeom>
          <a:noFill/>
          <a:ln w="25400">
            <a:solidFill>
              <a:srgbClr val="C44F4F"/>
            </a:solidFill>
            <a:prstDash val="solid"/>
            <a:headEnd type="none"/>
            <a:tailEnd type="none"/>
          </a:ln>
        </p:spPr>
      </p:sp>
      <p:sp>
        <p:nvSpPr>
          <p:cNvPr id="1969" name="Shape 1967"/>
          <p:cNvSpPr/>
          <p:nvPr/>
        </p:nvSpPr>
        <p:spPr>
          <a:xfrm>
            <a:off x="1963217" y="2643186"/>
            <a:ext cx="0" cy="66452"/>
          </a:xfrm>
          <a:prstGeom prst="line">
            <a:avLst/>
          </a:prstGeom>
          <a:noFill/>
          <a:ln w="25400">
            <a:solidFill>
              <a:srgbClr val="C44F4F"/>
            </a:solidFill>
            <a:prstDash val="solid"/>
            <a:headEnd type="none"/>
            <a:tailEnd type="none"/>
          </a:ln>
        </p:spPr>
      </p:sp>
      <p:sp>
        <p:nvSpPr>
          <p:cNvPr id="1970" name="Shape 1968"/>
          <p:cNvSpPr/>
          <p:nvPr/>
        </p:nvSpPr>
        <p:spPr>
          <a:xfrm>
            <a:off x="1963217" y="2706895"/>
            <a:ext cx="127407" cy="0"/>
          </a:xfrm>
          <a:prstGeom prst="line">
            <a:avLst/>
          </a:prstGeom>
          <a:noFill/>
          <a:ln w="25400">
            <a:solidFill>
              <a:srgbClr val="C44F4F"/>
            </a:solidFill>
            <a:prstDash val="solid"/>
            <a:headEnd type="none"/>
            <a:tailEnd type="none"/>
          </a:ln>
        </p:spPr>
      </p:sp>
      <p:sp>
        <p:nvSpPr>
          <p:cNvPr id="1971" name="Shape 1969"/>
          <p:cNvSpPr/>
          <p:nvPr/>
        </p:nvSpPr>
        <p:spPr>
          <a:xfrm>
            <a:off x="2087880" y="2704152"/>
            <a:ext cx="0" cy="69229"/>
          </a:xfrm>
          <a:prstGeom prst="line">
            <a:avLst/>
          </a:prstGeom>
          <a:noFill/>
          <a:ln w="25400">
            <a:solidFill>
              <a:srgbClr val="C44F4F"/>
            </a:solidFill>
            <a:prstDash val="solid"/>
            <a:headEnd type="none"/>
            <a:tailEnd type="none"/>
          </a:ln>
        </p:spPr>
      </p:sp>
      <p:sp>
        <p:nvSpPr>
          <p:cNvPr id="1972" name="Shape 1970"/>
          <p:cNvSpPr/>
          <p:nvPr/>
        </p:nvSpPr>
        <p:spPr>
          <a:xfrm>
            <a:off x="2087880" y="2770638"/>
            <a:ext cx="127406" cy="0"/>
          </a:xfrm>
          <a:prstGeom prst="line">
            <a:avLst/>
          </a:prstGeom>
          <a:noFill/>
          <a:ln w="25400">
            <a:solidFill>
              <a:srgbClr val="C44F4F"/>
            </a:solidFill>
            <a:prstDash val="solid"/>
            <a:headEnd type="none"/>
            <a:tailEnd type="none"/>
          </a:ln>
        </p:spPr>
      </p:sp>
      <p:sp>
        <p:nvSpPr>
          <p:cNvPr id="1973" name="Shape 1971"/>
          <p:cNvSpPr/>
          <p:nvPr/>
        </p:nvSpPr>
        <p:spPr>
          <a:xfrm>
            <a:off x="2212543" y="2767894"/>
            <a:ext cx="0" cy="67065"/>
          </a:xfrm>
          <a:prstGeom prst="line">
            <a:avLst/>
          </a:prstGeom>
          <a:noFill/>
          <a:ln w="25400">
            <a:solidFill>
              <a:srgbClr val="C44F4F"/>
            </a:solidFill>
            <a:prstDash val="solid"/>
            <a:headEnd type="none"/>
            <a:tailEnd type="none"/>
          </a:ln>
        </p:spPr>
      </p:sp>
      <p:sp>
        <p:nvSpPr>
          <p:cNvPr id="1974" name="Shape 1972"/>
          <p:cNvSpPr/>
          <p:nvPr/>
        </p:nvSpPr>
        <p:spPr>
          <a:xfrm>
            <a:off x="2212543" y="2832217"/>
            <a:ext cx="127407" cy="0"/>
          </a:xfrm>
          <a:prstGeom prst="line">
            <a:avLst/>
          </a:prstGeom>
          <a:noFill/>
          <a:ln w="25400">
            <a:solidFill>
              <a:srgbClr val="C44F4F"/>
            </a:solidFill>
            <a:prstDash val="solid"/>
            <a:headEnd type="none"/>
            <a:tailEnd type="none"/>
          </a:ln>
        </p:spPr>
      </p:sp>
      <p:sp>
        <p:nvSpPr>
          <p:cNvPr id="1975" name="Shape 1973"/>
          <p:cNvSpPr/>
          <p:nvPr/>
        </p:nvSpPr>
        <p:spPr>
          <a:xfrm>
            <a:off x="2337206" y="2829473"/>
            <a:ext cx="0" cy="65580"/>
          </a:xfrm>
          <a:prstGeom prst="line">
            <a:avLst/>
          </a:prstGeom>
          <a:noFill/>
          <a:ln w="25400">
            <a:solidFill>
              <a:srgbClr val="C44F4F"/>
            </a:solidFill>
            <a:prstDash val="solid"/>
            <a:headEnd type="none"/>
            <a:tailEnd type="none"/>
          </a:ln>
        </p:spPr>
      </p:sp>
      <p:sp>
        <p:nvSpPr>
          <p:cNvPr id="1976" name="Shape 1974"/>
          <p:cNvSpPr/>
          <p:nvPr/>
        </p:nvSpPr>
        <p:spPr>
          <a:xfrm>
            <a:off x="2337206" y="2892310"/>
            <a:ext cx="127407" cy="0"/>
          </a:xfrm>
          <a:prstGeom prst="line">
            <a:avLst/>
          </a:prstGeom>
          <a:noFill/>
          <a:ln w="25400">
            <a:solidFill>
              <a:srgbClr val="C44F4F"/>
            </a:solidFill>
            <a:prstDash val="solid"/>
            <a:headEnd type="none"/>
            <a:tailEnd type="none"/>
          </a:ln>
        </p:spPr>
      </p:sp>
      <p:sp>
        <p:nvSpPr>
          <p:cNvPr id="1977" name="Shape 1975"/>
          <p:cNvSpPr/>
          <p:nvPr/>
        </p:nvSpPr>
        <p:spPr>
          <a:xfrm>
            <a:off x="2461870" y="2889567"/>
            <a:ext cx="0" cy="65451"/>
          </a:xfrm>
          <a:prstGeom prst="line">
            <a:avLst/>
          </a:prstGeom>
          <a:noFill/>
          <a:ln w="25400">
            <a:solidFill>
              <a:srgbClr val="C44F4F"/>
            </a:solidFill>
            <a:prstDash val="solid"/>
            <a:headEnd type="none"/>
            <a:tailEnd type="none"/>
          </a:ln>
        </p:spPr>
      </p:sp>
      <p:sp>
        <p:nvSpPr>
          <p:cNvPr id="1978" name="Shape 1976"/>
          <p:cNvSpPr/>
          <p:nvPr/>
        </p:nvSpPr>
        <p:spPr>
          <a:xfrm>
            <a:off x="2461870" y="2952275"/>
            <a:ext cx="127406" cy="0"/>
          </a:xfrm>
          <a:prstGeom prst="line">
            <a:avLst/>
          </a:prstGeom>
          <a:noFill/>
          <a:ln w="25400">
            <a:solidFill>
              <a:srgbClr val="C44F4F"/>
            </a:solidFill>
            <a:prstDash val="solid"/>
            <a:headEnd type="none"/>
            <a:tailEnd type="none"/>
          </a:ln>
        </p:spPr>
      </p:sp>
      <p:sp>
        <p:nvSpPr>
          <p:cNvPr id="1979" name="Shape 1977"/>
          <p:cNvSpPr/>
          <p:nvPr/>
        </p:nvSpPr>
        <p:spPr>
          <a:xfrm>
            <a:off x="2586533" y="2949532"/>
            <a:ext cx="0" cy="62803"/>
          </a:xfrm>
          <a:prstGeom prst="line">
            <a:avLst/>
          </a:prstGeom>
          <a:noFill/>
          <a:ln w="25400">
            <a:solidFill>
              <a:srgbClr val="C44F4F"/>
            </a:solidFill>
            <a:prstDash val="solid"/>
            <a:headEnd type="none"/>
            <a:tailEnd type="none"/>
          </a:ln>
        </p:spPr>
      </p:sp>
      <p:sp>
        <p:nvSpPr>
          <p:cNvPr id="1980" name="Shape 1978"/>
          <p:cNvSpPr/>
          <p:nvPr/>
        </p:nvSpPr>
        <p:spPr>
          <a:xfrm>
            <a:off x="2586533" y="3009591"/>
            <a:ext cx="127407" cy="0"/>
          </a:xfrm>
          <a:prstGeom prst="line">
            <a:avLst/>
          </a:prstGeom>
          <a:noFill/>
          <a:ln w="25400">
            <a:solidFill>
              <a:srgbClr val="C44F4F"/>
            </a:solidFill>
            <a:prstDash val="solid"/>
            <a:headEnd type="none"/>
            <a:tailEnd type="none"/>
          </a:ln>
        </p:spPr>
      </p:sp>
      <p:sp>
        <p:nvSpPr>
          <p:cNvPr id="1981" name="Shape 1979"/>
          <p:cNvSpPr/>
          <p:nvPr/>
        </p:nvSpPr>
        <p:spPr>
          <a:xfrm>
            <a:off x="2711196" y="3006848"/>
            <a:ext cx="0" cy="60091"/>
          </a:xfrm>
          <a:prstGeom prst="line">
            <a:avLst/>
          </a:prstGeom>
          <a:noFill/>
          <a:ln w="25400">
            <a:solidFill>
              <a:srgbClr val="C44F4F"/>
            </a:solidFill>
            <a:prstDash val="solid"/>
            <a:headEnd type="none"/>
            <a:tailEnd type="none"/>
          </a:ln>
        </p:spPr>
      </p:sp>
      <p:sp>
        <p:nvSpPr>
          <p:cNvPr id="1982" name="Shape 1980"/>
          <p:cNvSpPr/>
          <p:nvPr/>
        </p:nvSpPr>
        <p:spPr>
          <a:xfrm>
            <a:off x="2711196" y="3064196"/>
            <a:ext cx="127407" cy="0"/>
          </a:xfrm>
          <a:prstGeom prst="line">
            <a:avLst/>
          </a:prstGeom>
          <a:noFill/>
          <a:ln w="25400">
            <a:solidFill>
              <a:srgbClr val="C44F4F"/>
            </a:solidFill>
            <a:prstDash val="solid"/>
            <a:headEnd type="none"/>
            <a:tailEnd type="none"/>
          </a:ln>
        </p:spPr>
      </p:sp>
      <p:sp>
        <p:nvSpPr>
          <p:cNvPr id="1983" name="Shape 1981"/>
          <p:cNvSpPr/>
          <p:nvPr/>
        </p:nvSpPr>
        <p:spPr>
          <a:xfrm>
            <a:off x="2835859" y="3061452"/>
            <a:ext cx="0" cy="58637"/>
          </a:xfrm>
          <a:prstGeom prst="line">
            <a:avLst/>
          </a:prstGeom>
          <a:noFill/>
          <a:ln w="25400">
            <a:solidFill>
              <a:srgbClr val="C44F4F"/>
            </a:solidFill>
            <a:prstDash val="solid"/>
            <a:headEnd type="none"/>
            <a:tailEnd type="none"/>
          </a:ln>
        </p:spPr>
      </p:sp>
      <p:sp>
        <p:nvSpPr>
          <p:cNvPr id="1984" name="Shape 1982"/>
          <p:cNvSpPr/>
          <p:nvPr/>
        </p:nvSpPr>
        <p:spPr>
          <a:xfrm>
            <a:off x="2835859" y="3117347"/>
            <a:ext cx="127406" cy="0"/>
          </a:xfrm>
          <a:prstGeom prst="line">
            <a:avLst/>
          </a:prstGeom>
          <a:noFill/>
          <a:ln w="25400">
            <a:solidFill>
              <a:srgbClr val="C44F4F"/>
            </a:solidFill>
            <a:prstDash val="solid"/>
            <a:headEnd type="none"/>
            <a:tailEnd type="none"/>
          </a:ln>
        </p:spPr>
      </p:sp>
      <p:sp>
        <p:nvSpPr>
          <p:cNvPr id="1985" name="Shape 1983"/>
          <p:cNvSpPr/>
          <p:nvPr/>
        </p:nvSpPr>
        <p:spPr>
          <a:xfrm>
            <a:off x="2960522" y="3114603"/>
            <a:ext cx="0" cy="54246"/>
          </a:xfrm>
          <a:prstGeom prst="line">
            <a:avLst/>
          </a:prstGeom>
          <a:noFill/>
          <a:ln w="25400">
            <a:solidFill>
              <a:srgbClr val="C44F4F"/>
            </a:solidFill>
            <a:prstDash val="solid"/>
            <a:headEnd type="none"/>
            <a:tailEnd type="none"/>
          </a:ln>
        </p:spPr>
      </p:sp>
      <p:sp>
        <p:nvSpPr>
          <p:cNvPr id="1986" name="Shape 1984"/>
          <p:cNvSpPr/>
          <p:nvPr/>
        </p:nvSpPr>
        <p:spPr>
          <a:xfrm>
            <a:off x="2960522" y="3166106"/>
            <a:ext cx="127407" cy="0"/>
          </a:xfrm>
          <a:prstGeom prst="line">
            <a:avLst/>
          </a:prstGeom>
          <a:noFill/>
          <a:ln w="25400">
            <a:solidFill>
              <a:srgbClr val="C44F4F"/>
            </a:solidFill>
            <a:prstDash val="solid"/>
            <a:headEnd type="none"/>
            <a:tailEnd type="none"/>
          </a:ln>
        </p:spPr>
      </p:sp>
      <p:sp>
        <p:nvSpPr>
          <p:cNvPr id="1987" name="Shape 1985"/>
          <p:cNvSpPr/>
          <p:nvPr/>
        </p:nvSpPr>
        <p:spPr>
          <a:xfrm>
            <a:off x="3085186" y="3163363"/>
            <a:ext cx="0" cy="52082"/>
          </a:xfrm>
          <a:prstGeom prst="line">
            <a:avLst/>
          </a:prstGeom>
          <a:noFill/>
          <a:ln w="25400">
            <a:solidFill>
              <a:srgbClr val="C44F4F"/>
            </a:solidFill>
            <a:prstDash val="solid"/>
            <a:headEnd type="none"/>
            <a:tailEnd type="none"/>
          </a:ln>
        </p:spPr>
      </p:sp>
      <p:sp>
        <p:nvSpPr>
          <p:cNvPr id="1988" name="Shape 1986"/>
          <p:cNvSpPr/>
          <p:nvPr/>
        </p:nvSpPr>
        <p:spPr>
          <a:xfrm>
            <a:off x="3085186" y="3212702"/>
            <a:ext cx="127407" cy="0"/>
          </a:xfrm>
          <a:prstGeom prst="line">
            <a:avLst/>
          </a:prstGeom>
          <a:noFill/>
          <a:ln w="25400">
            <a:solidFill>
              <a:srgbClr val="C44F4F"/>
            </a:solidFill>
            <a:prstDash val="solid"/>
            <a:headEnd type="none"/>
            <a:tailEnd type="none"/>
          </a:ln>
        </p:spPr>
      </p:sp>
      <p:sp>
        <p:nvSpPr>
          <p:cNvPr id="1989" name="Shape 1987"/>
          <p:cNvSpPr/>
          <p:nvPr/>
        </p:nvSpPr>
        <p:spPr>
          <a:xfrm>
            <a:off x="3209849" y="3209959"/>
            <a:ext cx="0" cy="53794"/>
          </a:xfrm>
          <a:prstGeom prst="line">
            <a:avLst/>
          </a:prstGeom>
          <a:noFill/>
          <a:ln w="25400">
            <a:solidFill>
              <a:srgbClr val="C44F4F"/>
            </a:solidFill>
            <a:prstDash val="solid"/>
            <a:headEnd type="none"/>
            <a:tailEnd type="none"/>
          </a:ln>
        </p:spPr>
      </p:sp>
      <p:sp>
        <p:nvSpPr>
          <p:cNvPr id="1990" name="Shape 1988"/>
          <p:cNvSpPr/>
          <p:nvPr/>
        </p:nvSpPr>
        <p:spPr>
          <a:xfrm>
            <a:off x="3209849" y="3261010"/>
            <a:ext cx="127406" cy="0"/>
          </a:xfrm>
          <a:prstGeom prst="line">
            <a:avLst/>
          </a:prstGeom>
          <a:noFill/>
          <a:ln w="25400">
            <a:solidFill>
              <a:srgbClr val="C44F4F"/>
            </a:solidFill>
            <a:prstDash val="solid"/>
            <a:headEnd type="none"/>
            <a:tailEnd type="none"/>
          </a:ln>
        </p:spPr>
      </p:sp>
      <p:sp>
        <p:nvSpPr>
          <p:cNvPr id="1991" name="Shape 1989"/>
          <p:cNvSpPr/>
          <p:nvPr/>
        </p:nvSpPr>
        <p:spPr>
          <a:xfrm>
            <a:off x="3334512" y="3258266"/>
            <a:ext cx="0" cy="56732"/>
          </a:xfrm>
          <a:prstGeom prst="line">
            <a:avLst/>
          </a:prstGeom>
          <a:noFill/>
          <a:ln w="25400">
            <a:solidFill>
              <a:srgbClr val="C44F4F"/>
            </a:solidFill>
            <a:prstDash val="solid"/>
            <a:headEnd type="none"/>
            <a:tailEnd type="none"/>
          </a:ln>
        </p:spPr>
      </p:sp>
      <p:sp>
        <p:nvSpPr>
          <p:cNvPr id="1992" name="Shape 1990"/>
          <p:cNvSpPr/>
          <p:nvPr/>
        </p:nvSpPr>
        <p:spPr>
          <a:xfrm>
            <a:off x="3334512" y="3312255"/>
            <a:ext cx="127407" cy="0"/>
          </a:xfrm>
          <a:prstGeom prst="line">
            <a:avLst/>
          </a:prstGeom>
          <a:noFill/>
          <a:ln w="25400">
            <a:solidFill>
              <a:srgbClr val="C44F4F"/>
            </a:solidFill>
            <a:prstDash val="solid"/>
            <a:headEnd type="none"/>
            <a:tailEnd type="none"/>
          </a:ln>
        </p:spPr>
      </p:sp>
      <p:sp>
        <p:nvSpPr>
          <p:cNvPr id="1993" name="Shape 1991"/>
          <p:cNvSpPr/>
          <p:nvPr/>
        </p:nvSpPr>
        <p:spPr>
          <a:xfrm>
            <a:off x="3459175" y="3309512"/>
            <a:ext cx="0" cy="56926"/>
          </a:xfrm>
          <a:prstGeom prst="line">
            <a:avLst/>
          </a:prstGeom>
          <a:noFill/>
          <a:ln w="25400">
            <a:solidFill>
              <a:srgbClr val="C44F4F"/>
            </a:solidFill>
            <a:prstDash val="solid"/>
            <a:headEnd type="none"/>
            <a:tailEnd type="none"/>
          </a:ln>
        </p:spPr>
      </p:sp>
      <p:sp>
        <p:nvSpPr>
          <p:cNvPr id="1994" name="Shape 1992"/>
          <p:cNvSpPr/>
          <p:nvPr/>
        </p:nvSpPr>
        <p:spPr>
          <a:xfrm>
            <a:off x="3459175" y="3363695"/>
            <a:ext cx="127407" cy="0"/>
          </a:xfrm>
          <a:prstGeom prst="line">
            <a:avLst/>
          </a:prstGeom>
          <a:noFill/>
          <a:ln w="25400">
            <a:solidFill>
              <a:srgbClr val="C44F4F"/>
            </a:solidFill>
            <a:prstDash val="solid"/>
            <a:headEnd type="none"/>
            <a:tailEnd type="none"/>
          </a:ln>
        </p:spPr>
      </p:sp>
      <p:sp>
        <p:nvSpPr>
          <p:cNvPr id="1995" name="Shape 1993"/>
          <p:cNvSpPr/>
          <p:nvPr/>
        </p:nvSpPr>
        <p:spPr>
          <a:xfrm>
            <a:off x="3583839" y="3360952"/>
            <a:ext cx="0" cy="57507"/>
          </a:xfrm>
          <a:prstGeom prst="line">
            <a:avLst/>
          </a:prstGeom>
          <a:noFill/>
          <a:ln w="25400">
            <a:solidFill>
              <a:srgbClr val="C44F4F"/>
            </a:solidFill>
            <a:prstDash val="solid"/>
            <a:headEnd type="none"/>
            <a:tailEnd type="none"/>
          </a:ln>
        </p:spPr>
      </p:sp>
      <p:sp>
        <p:nvSpPr>
          <p:cNvPr id="1996" name="Shape 1994"/>
          <p:cNvSpPr/>
          <p:nvPr/>
        </p:nvSpPr>
        <p:spPr>
          <a:xfrm>
            <a:off x="3583839" y="3415716"/>
            <a:ext cx="127406" cy="0"/>
          </a:xfrm>
          <a:prstGeom prst="line">
            <a:avLst/>
          </a:prstGeom>
          <a:noFill/>
          <a:ln w="25400">
            <a:solidFill>
              <a:srgbClr val="C44F4F"/>
            </a:solidFill>
            <a:prstDash val="solid"/>
            <a:headEnd type="none"/>
            <a:tailEnd type="none"/>
          </a:ln>
        </p:spPr>
      </p:sp>
      <p:sp>
        <p:nvSpPr>
          <p:cNvPr id="1997" name="Shape 1995"/>
          <p:cNvSpPr/>
          <p:nvPr/>
        </p:nvSpPr>
        <p:spPr>
          <a:xfrm>
            <a:off x="3708501" y="3412973"/>
            <a:ext cx="0" cy="58960"/>
          </a:xfrm>
          <a:prstGeom prst="line">
            <a:avLst/>
          </a:prstGeom>
          <a:noFill/>
          <a:ln w="25400">
            <a:solidFill>
              <a:srgbClr val="C44F4F"/>
            </a:solidFill>
            <a:prstDash val="solid"/>
            <a:headEnd type="none"/>
            <a:tailEnd type="none"/>
          </a:ln>
        </p:spPr>
      </p:sp>
      <p:sp>
        <p:nvSpPr>
          <p:cNvPr id="1998" name="Shape 1996"/>
          <p:cNvSpPr/>
          <p:nvPr/>
        </p:nvSpPr>
        <p:spPr>
          <a:xfrm>
            <a:off x="3708501" y="3469190"/>
            <a:ext cx="127407" cy="0"/>
          </a:xfrm>
          <a:prstGeom prst="line">
            <a:avLst/>
          </a:prstGeom>
          <a:noFill/>
          <a:ln w="25400">
            <a:solidFill>
              <a:srgbClr val="C44F4F"/>
            </a:solidFill>
            <a:prstDash val="solid"/>
            <a:headEnd type="none"/>
            <a:tailEnd type="none"/>
          </a:ln>
        </p:spPr>
      </p:sp>
      <p:sp>
        <p:nvSpPr>
          <p:cNvPr id="1999" name="Shape 1997"/>
          <p:cNvSpPr/>
          <p:nvPr/>
        </p:nvSpPr>
        <p:spPr>
          <a:xfrm>
            <a:off x="3833165" y="3466447"/>
            <a:ext cx="0" cy="55602"/>
          </a:xfrm>
          <a:prstGeom prst="line">
            <a:avLst/>
          </a:prstGeom>
          <a:noFill/>
          <a:ln w="25400">
            <a:solidFill>
              <a:srgbClr val="C44F4F"/>
            </a:solidFill>
            <a:prstDash val="solid"/>
            <a:headEnd type="none"/>
            <a:tailEnd type="none"/>
          </a:ln>
        </p:spPr>
      </p:sp>
      <p:sp>
        <p:nvSpPr>
          <p:cNvPr id="2000" name="Shape 1998"/>
          <p:cNvSpPr/>
          <p:nvPr/>
        </p:nvSpPr>
        <p:spPr>
          <a:xfrm>
            <a:off x="3833165" y="3519306"/>
            <a:ext cx="127407" cy="0"/>
          </a:xfrm>
          <a:prstGeom prst="line">
            <a:avLst/>
          </a:prstGeom>
          <a:noFill/>
          <a:ln w="25400">
            <a:solidFill>
              <a:srgbClr val="C44F4F"/>
            </a:solidFill>
            <a:prstDash val="solid"/>
            <a:headEnd type="none"/>
            <a:tailEnd type="none"/>
          </a:ln>
        </p:spPr>
      </p:sp>
      <p:sp>
        <p:nvSpPr>
          <p:cNvPr id="2001" name="Shape 1999"/>
          <p:cNvSpPr/>
          <p:nvPr/>
        </p:nvSpPr>
        <p:spPr>
          <a:xfrm>
            <a:off x="3957828" y="3516562"/>
            <a:ext cx="0" cy="56861"/>
          </a:xfrm>
          <a:prstGeom prst="line">
            <a:avLst/>
          </a:prstGeom>
          <a:noFill/>
          <a:ln w="25400">
            <a:solidFill>
              <a:srgbClr val="C44F4F"/>
            </a:solidFill>
            <a:prstDash val="solid"/>
            <a:headEnd type="none"/>
            <a:tailEnd type="none"/>
          </a:ln>
        </p:spPr>
      </p:sp>
      <p:sp>
        <p:nvSpPr>
          <p:cNvPr id="2002" name="Shape 2000"/>
          <p:cNvSpPr/>
          <p:nvPr/>
        </p:nvSpPr>
        <p:spPr>
          <a:xfrm>
            <a:off x="3957828" y="3570681"/>
            <a:ext cx="127406" cy="0"/>
          </a:xfrm>
          <a:prstGeom prst="line">
            <a:avLst/>
          </a:prstGeom>
          <a:noFill/>
          <a:ln w="25400">
            <a:solidFill>
              <a:srgbClr val="C44F4F"/>
            </a:solidFill>
            <a:prstDash val="solid"/>
            <a:headEnd type="none"/>
            <a:tailEnd type="none"/>
          </a:ln>
        </p:spPr>
      </p:sp>
      <p:sp>
        <p:nvSpPr>
          <p:cNvPr id="2003" name="Shape 2001"/>
          <p:cNvSpPr/>
          <p:nvPr/>
        </p:nvSpPr>
        <p:spPr>
          <a:xfrm>
            <a:off x="4082491" y="3567938"/>
            <a:ext cx="0" cy="61673"/>
          </a:xfrm>
          <a:prstGeom prst="line">
            <a:avLst/>
          </a:prstGeom>
          <a:noFill/>
          <a:ln w="25400">
            <a:solidFill>
              <a:srgbClr val="C44F4F"/>
            </a:solidFill>
            <a:prstDash val="solid"/>
            <a:headEnd type="none"/>
            <a:tailEnd type="none"/>
          </a:ln>
        </p:spPr>
      </p:sp>
      <p:sp>
        <p:nvSpPr>
          <p:cNvPr id="2004" name="Shape 2002"/>
          <p:cNvSpPr/>
          <p:nvPr/>
        </p:nvSpPr>
        <p:spPr>
          <a:xfrm>
            <a:off x="4082491" y="3626867"/>
            <a:ext cx="127407" cy="0"/>
          </a:xfrm>
          <a:prstGeom prst="line">
            <a:avLst/>
          </a:prstGeom>
          <a:noFill/>
          <a:ln w="25400">
            <a:solidFill>
              <a:srgbClr val="C44F4F"/>
            </a:solidFill>
            <a:prstDash val="solid"/>
            <a:headEnd type="none"/>
            <a:tailEnd type="none"/>
          </a:ln>
        </p:spPr>
      </p:sp>
      <p:sp>
        <p:nvSpPr>
          <p:cNvPr id="2005" name="Shape 2003"/>
          <p:cNvSpPr/>
          <p:nvPr/>
        </p:nvSpPr>
        <p:spPr>
          <a:xfrm>
            <a:off x="4207154" y="3624124"/>
            <a:ext cx="0" cy="62448"/>
          </a:xfrm>
          <a:prstGeom prst="line">
            <a:avLst/>
          </a:prstGeom>
          <a:noFill/>
          <a:ln w="25400">
            <a:solidFill>
              <a:srgbClr val="C44F4F"/>
            </a:solidFill>
            <a:prstDash val="solid"/>
            <a:headEnd type="none"/>
            <a:tailEnd type="none"/>
          </a:ln>
        </p:spPr>
      </p:sp>
      <p:sp>
        <p:nvSpPr>
          <p:cNvPr id="2006" name="Shape 2004"/>
          <p:cNvSpPr/>
          <p:nvPr/>
        </p:nvSpPr>
        <p:spPr>
          <a:xfrm>
            <a:off x="4207154" y="3683829"/>
            <a:ext cx="127407" cy="0"/>
          </a:xfrm>
          <a:prstGeom prst="line">
            <a:avLst/>
          </a:prstGeom>
          <a:noFill/>
          <a:ln w="25400">
            <a:solidFill>
              <a:srgbClr val="C44F4F"/>
            </a:solidFill>
            <a:prstDash val="solid"/>
            <a:headEnd type="none"/>
            <a:tailEnd type="none"/>
          </a:ln>
        </p:spPr>
      </p:sp>
      <p:sp>
        <p:nvSpPr>
          <p:cNvPr id="2007" name="Shape 2005"/>
          <p:cNvSpPr/>
          <p:nvPr/>
        </p:nvSpPr>
        <p:spPr>
          <a:xfrm>
            <a:off x="4331818" y="3681085"/>
            <a:ext cx="0" cy="59380"/>
          </a:xfrm>
          <a:prstGeom prst="line">
            <a:avLst/>
          </a:prstGeom>
          <a:noFill/>
          <a:ln w="25400">
            <a:solidFill>
              <a:srgbClr val="C44F4F"/>
            </a:solidFill>
            <a:prstDash val="solid"/>
            <a:headEnd type="none"/>
            <a:tailEnd type="none"/>
          </a:ln>
        </p:spPr>
      </p:sp>
      <p:sp>
        <p:nvSpPr>
          <p:cNvPr id="2008" name="Shape 2006"/>
          <p:cNvSpPr/>
          <p:nvPr/>
        </p:nvSpPr>
        <p:spPr>
          <a:xfrm>
            <a:off x="4331818" y="3737722"/>
            <a:ext cx="127406" cy="0"/>
          </a:xfrm>
          <a:prstGeom prst="line">
            <a:avLst/>
          </a:prstGeom>
          <a:noFill/>
          <a:ln w="25400">
            <a:solidFill>
              <a:srgbClr val="C44F4F"/>
            </a:solidFill>
            <a:prstDash val="solid"/>
            <a:headEnd type="none"/>
            <a:tailEnd type="none"/>
          </a:ln>
        </p:spPr>
      </p:sp>
      <p:sp>
        <p:nvSpPr>
          <p:cNvPr id="2009" name="Shape 2007"/>
          <p:cNvSpPr/>
          <p:nvPr/>
        </p:nvSpPr>
        <p:spPr>
          <a:xfrm>
            <a:off x="4456481" y="3734979"/>
            <a:ext cx="0" cy="56054"/>
          </a:xfrm>
          <a:prstGeom prst="line">
            <a:avLst/>
          </a:prstGeom>
          <a:noFill/>
          <a:ln w="25400">
            <a:solidFill>
              <a:srgbClr val="C44F4F"/>
            </a:solidFill>
            <a:prstDash val="solid"/>
            <a:headEnd type="none"/>
            <a:tailEnd type="none"/>
          </a:ln>
        </p:spPr>
      </p:sp>
      <p:sp>
        <p:nvSpPr>
          <p:cNvPr id="2010" name="Shape 2008"/>
          <p:cNvSpPr/>
          <p:nvPr/>
        </p:nvSpPr>
        <p:spPr>
          <a:xfrm>
            <a:off x="4456481" y="3788290"/>
            <a:ext cx="127407" cy="0"/>
          </a:xfrm>
          <a:prstGeom prst="line">
            <a:avLst/>
          </a:prstGeom>
          <a:noFill/>
          <a:ln w="25400">
            <a:solidFill>
              <a:srgbClr val="C44F4F"/>
            </a:solidFill>
            <a:prstDash val="solid"/>
            <a:headEnd type="none"/>
            <a:tailEnd type="none"/>
          </a:ln>
        </p:spPr>
      </p:sp>
      <p:sp>
        <p:nvSpPr>
          <p:cNvPr id="2011" name="Shape 2009"/>
          <p:cNvSpPr/>
          <p:nvPr/>
        </p:nvSpPr>
        <p:spPr>
          <a:xfrm>
            <a:off x="4581144" y="3785547"/>
            <a:ext cx="0" cy="56248"/>
          </a:xfrm>
          <a:prstGeom prst="line">
            <a:avLst/>
          </a:prstGeom>
          <a:noFill/>
          <a:ln w="25400">
            <a:solidFill>
              <a:srgbClr val="C44F4F"/>
            </a:solidFill>
            <a:prstDash val="solid"/>
            <a:headEnd type="none"/>
            <a:tailEnd type="none"/>
          </a:ln>
        </p:spPr>
      </p:sp>
      <p:sp>
        <p:nvSpPr>
          <p:cNvPr id="2012" name="Shape 2010"/>
          <p:cNvSpPr/>
          <p:nvPr/>
        </p:nvSpPr>
        <p:spPr>
          <a:xfrm>
            <a:off x="4581144" y="3839052"/>
            <a:ext cx="127407" cy="0"/>
          </a:xfrm>
          <a:prstGeom prst="line">
            <a:avLst/>
          </a:prstGeom>
          <a:noFill/>
          <a:ln w="25400">
            <a:solidFill>
              <a:srgbClr val="C44F4F"/>
            </a:solidFill>
            <a:prstDash val="solid"/>
            <a:headEnd type="none"/>
            <a:tailEnd type="none"/>
          </a:ln>
        </p:spPr>
      </p:sp>
      <p:sp>
        <p:nvSpPr>
          <p:cNvPr id="2013" name="Shape 2011"/>
          <p:cNvSpPr/>
          <p:nvPr/>
        </p:nvSpPr>
        <p:spPr>
          <a:xfrm>
            <a:off x="4705807" y="3836309"/>
            <a:ext cx="0" cy="55796"/>
          </a:xfrm>
          <a:prstGeom prst="line">
            <a:avLst/>
          </a:prstGeom>
          <a:noFill/>
          <a:ln w="25400">
            <a:solidFill>
              <a:srgbClr val="C44F4F"/>
            </a:solidFill>
            <a:prstDash val="solid"/>
            <a:headEnd type="none"/>
            <a:tailEnd type="none"/>
          </a:ln>
        </p:spPr>
      </p:sp>
      <p:sp>
        <p:nvSpPr>
          <p:cNvPr id="2014" name="Shape 2012"/>
          <p:cNvSpPr/>
          <p:nvPr/>
        </p:nvSpPr>
        <p:spPr>
          <a:xfrm>
            <a:off x="4705807" y="3889361"/>
            <a:ext cx="127406" cy="0"/>
          </a:xfrm>
          <a:prstGeom prst="line">
            <a:avLst/>
          </a:prstGeom>
          <a:noFill/>
          <a:ln w="25400">
            <a:solidFill>
              <a:srgbClr val="C44F4F"/>
            </a:solidFill>
            <a:prstDash val="solid"/>
            <a:headEnd type="none"/>
            <a:tailEnd type="none"/>
          </a:ln>
        </p:spPr>
      </p:sp>
      <p:sp>
        <p:nvSpPr>
          <p:cNvPr id="2015" name="Shape 2013"/>
          <p:cNvSpPr/>
          <p:nvPr/>
        </p:nvSpPr>
        <p:spPr>
          <a:xfrm>
            <a:off x="4830470" y="3886618"/>
            <a:ext cx="0" cy="51889"/>
          </a:xfrm>
          <a:prstGeom prst="line">
            <a:avLst/>
          </a:prstGeom>
          <a:noFill/>
          <a:ln w="25400">
            <a:solidFill>
              <a:srgbClr val="C44F4F"/>
            </a:solidFill>
            <a:prstDash val="solid"/>
            <a:headEnd type="none"/>
            <a:tailEnd type="none"/>
          </a:ln>
        </p:spPr>
      </p:sp>
      <p:sp>
        <p:nvSpPr>
          <p:cNvPr id="2016" name="Shape 2014"/>
          <p:cNvSpPr/>
          <p:nvPr/>
        </p:nvSpPr>
        <p:spPr>
          <a:xfrm>
            <a:off x="4830470" y="3935763"/>
            <a:ext cx="127407" cy="0"/>
          </a:xfrm>
          <a:prstGeom prst="line">
            <a:avLst/>
          </a:prstGeom>
          <a:noFill/>
          <a:ln w="25400">
            <a:solidFill>
              <a:srgbClr val="C44F4F"/>
            </a:solidFill>
            <a:prstDash val="solid"/>
            <a:headEnd type="none"/>
            <a:tailEnd type="none"/>
          </a:ln>
        </p:spPr>
      </p:sp>
      <p:sp>
        <p:nvSpPr>
          <p:cNvPr id="2017" name="Shape 2015"/>
          <p:cNvSpPr/>
          <p:nvPr/>
        </p:nvSpPr>
        <p:spPr>
          <a:xfrm>
            <a:off x="4955134" y="3933020"/>
            <a:ext cx="0" cy="52922"/>
          </a:xfrm>
          <a:prstGeom prst="line">
            <a:avLst/>
          </a:prstGeom>
          <a:noFill/>
          <a:ln w="25400">
            <a:solidFill>
              <a:srgbClr val="C44F4F"/>
            </a:solidFill>
            <a:prstDash val="solid"/>
            <a:headEnd type="none"/>
            <a:tailEnd type="none"/>
          </a:ln>
        </p:spPr>
      </p:sp>
      <p:sp>
        <p:nvSpPr>
          <p:cNvPr id="2018" name="Shape 2016"/>
          <p:cNvSpPr/>
          <p:nvPr/>
        </p:nvSpPr>
        <p:spPr>
          <a:xfrm>
            <a:off x="4955134" y="3983199"/>
            <a:ext cx="127407" cy="0"/>
          </a:xfrm>
          <a:prstGeom prst="line">
            <a:avLst/>
          </a:prstGeom>
          <a:noFill/>
          <a:ln w="25400">
            <a:solidFill>
              <a:srgbClr val="C44F4F"/>
            </a:solidFill>
            <a:prstDash val="solid"/>
            <a:headEnd type="none"/>
            <a:tailEnd type="none"/>
          </a:ln>
        </p:spPr>
      </p:sp>
      <p:sp>
        <p:nvSpPr>
          <p:cNvPr id="2019" name="Shape 2017"/>
          <p:cNvSpPr/>
          <p:nvPr/>
        </p:nvSpPr>
        <p:spPr>
          <a:xfrm>
            <a:off x="5079797" y="3980456"/>
            <a:ext cx="0" cy="53568"/>
          </a:xfrm>
          <a:prstGeom prst="line">
            <a:avLst/>
          </a:prstGeom>
          <a:noFill/>
          <a:ln w="25400">
            <a:solidFill>
              <a:srgbClr val="C44F4F"/>
            </a:solidFill>
            <a:prstDash val="solid"/>
            <a:headEnd type="none"/>
            <a:tailEnd type="none"/>
          </a:ln>
        </p:spPr>
      </p:sp>
      <p:sp>
        <p:nvSpPr>
          <p:cNvPr id="2020" name="Shape 2018"/>
          <p:cNvSpPr/>
          <p:nvPr/>
        </p:nvSpPr>
        <p:spPr>
          <a:xfrm>
            <a:off x="5079797" y="4031280"/>
            <a:ext cx="127406" cy="0"/>
          </a:xfrm>
          <a:prstGeom prst="line">
            <a:avLst/>
          </a:prstGeom>
          <a:noFill/>
          <a:ln w="25400">
            <a:solidFill>
              <a:srgbClr val="C44F4F"/>
            </a:solidFill>
            <a:prstDash val="solid"/>
            <a:headEnd type="none"/>
            <a:tailEnd type="none"/>
          </a:ln>
        </p:spPr>
      </p:sp>
      <p:sp>
        <p:nvSpPr>
          <p:cNvPr id="2021" name="Shape 2019"/>
          <p:cNvSpPr/>
          <p:nvPr/>
        </p:nvSpPr>
        <p:spPr>
          <a:xfrm>
            <a:off x="5204460" y="4028537"/>
            <a:ext cx="0" cy="52825"/>
          </a:xfrm>
          <a:prstGeom prst="line">
            <a:avLst/>
          </a:prstGeom>
          <a:noFill/>
          <a:ln w="25400">
            <a:solidFill>
              <a:srgbClr val="C44F4F"/>
            </a:solidFill>
            <a:prstDash val="solid"/>
            <a:headEnd type="none"/>
            <a:tailEnd type="none"/>
          </a:ln>
        </p:spPr>
      </p:sp>
      <p:sp>
        <p:nvSpPr>
          <p:cNvPr id="2022" name="Shape 2020"/>
          <p:cNvSpPr/>
          <p:nvPr/>
        </p:nvSpPr>
        <p:spPr>
          <a:xfrm>
            <a:off x="5204460" y="4078619"/>
            <a:ext cx="127407" cy="0"/>
          </a:xfrm>
          <a:prstGeom prst="line">
            <a:avLst/>
          </a:prstGeom>
          <a:noFill/>
          <a:ln w="25400">
            <a:solidFill>
              <a:srgbClr val="C44F4F"/>
            </a:solidFill>
            <a:prstDash val="solid"/>
            <a:headEnd type="none"/>
            <a:tailEnd type="none"/>
          </a:ln>
        </p:spPr>
      </p:sp>
      <p:sp>
        <p:nvSpPr>
          <p:cNvPr id="2023" name="Shape 2021"/>
          <p:cNvSpPr/>
          <p:nvPr/>
        </p:nvSpPr>
        <p:spPr>
          <a:xfrm>
            <a:off x="5329123" y="4075876"/>
            <a:ext cx="0" cy="53632"/>
          </a:xfrm>
          <a:prstGeom prst="line">
            <a:avLst/>
          </a:prstGeom>
          <a:noFill/>
          <a:ln w="25400">
            <a:solidFill>
              <a:srgbClr val="C44F4F"/>
            </a:solidFill>
            <a:prstDash val="solid"/>
            <a:headEnd type="none"/>
            <a:tailEnd type="none"/>
          </a:ln>
        </p:spPr>
      </p:sp>
      <p:sp>
        <p:nvSpPr>
          <p:cNvPr id="2024" name="Shape 2022"/>
          <p:cNvSpPr/>
          <p:nvPr/>
        </p:nvSpPr>
        <p:spPr>
          <a:xfrm>
            <a:off x="5329123" y="4126765"/>
            <a:ext cx="127407" cy="0"/>
          </a:xfrm>
          <a:prstGeom prst="line">
            <a:avLst/>
          </a:prstGeom>
          <a:noFill/>
          <a:ln w="25400">
            <a:solidFill>
              <a:srgbClr val="C44F4F"/>
            </a:solidFill>
            <a:prstDash val="solid"/>
            <a:headEnd type="none"/>
            <a:tailEnd type="none"/>
          </a:ln>
        </p:spPr>
      </p:sp>
      <p:sp>
        <p:nvSpPr>
          <p:cNvPr id="2025" name="Shape 2023"/>
          <p:cNvSpPr/>
          <p:nvPr/>
        </p:nvSpPr>
        <p:spPr>
          <a:xfrm>
            <a:off x="5453787" y="4124022"/>
            <a:ext cx="0" cy="54989"/>
          </a:xfrm>
          <a:prstGeom prst="line">
            <a:avLst/>
          </a:prstGeom>
          <a:noFill/>
          <a:ln w="25400">
            <a:solidFill>
              <a:srgbClr val="C44F4F"/>
            </a:solidFill>
            <a:prstDash val="solid"/>
            <a:headEnd type="none"/>
            <a:tailEnd type="none"/>
          </a:ln>
        </p:spPr>
      </p:sp>
      <p:sp>
        <p:nvSpPr>
          <p:cNvPr id="2026" name="Shape 2024"/>
          <p:cNvSpPr/>
          <p:nvPr/>
        </p:nvSpPr>
        <p:spPr>
          <a:xfrm>
            <a:off x="5453787" y="4176267"/>
            <a:ext cx="127406" cy="0"/>
          </a:xfrm>
          <a:prstGeom prst="line">
            <a:avLst/>
          </a:prstGeom>
          <a:noFill/>
          <a:ln w="25400">
            <a:solidFill>
              <a:srgbClr val="C44F4F"/>
            </a:solidFill>
            <a:prstDash val="solid"/>
            <a:headEnd type="none"/>
            <a:tailEnd type="none"/>
          </a:ln>
        </p:spPr>
      </p:sp>
      <p:sp>
        <p:nvSpPr>
          <p:cNvPr id="2027" name="Shape 2025"/>
          <p:cNvSpPr/>
          <p:nvPr/>
        </p:nvSpPr>
        <p:spPr>
          <a:xfrm>
            <a:off x="5578449" y="4173524"/>
            <a:ext cx="0" cy="53245"/>
          </a:xfrm>
          <a:prstGeom prst="line">
            <a:avLst/>
          </a:prstGeom>
          <a:noFill/>
          <a:ln w="25400">
            <a:solidFill>
              <a:srgbClr val="C44F4F"/>
            </a:solidFill>
            <a:prstDash val="solid"/>
            <a:headEnd type="none"/>
            <a:tailEnd type="none"/>
          </a:ln>
        </p:spPr>
      </p:sp>
      <p:sp>
        <p:nvSpPr>
          <p:cNvPr id="2028" name="Shape 2026"/>
          <p:cNvSpPr/>
          <p:nvPr/>
        </p:nvSpPr>
        <p:spPr>
          <a:xfrm>
            <a:off x="5578449" y="4224026"/>
            <a:ext cx="127407" cy="0"/>
          </a:xfrm>
          <a:prstGeom prst="line">
            <a:avLst/>
          </a:prstGeom>
          <a:noFill/>
          <a:ln w="25400">
            <a:solidFill>
              <a:srgbClr val="C44F4F"/>
            </a:solidFill>
            <a:prstDash val="solid"/>
            <a:headEnd type="none"/>
            <a:tailEnd type="none"/>
          </a:ln>
        </p:spPr>
      </p:sp>
      <p:sp>
        <p:nvSpPr>
          <p:cNvPr id="2029" name="Shape 2027"/>
          <p:cNvSpPr/>
          <p:nvPr/>
        </p:nvSpPr>
        <p:spPr>
          <a:xfrm>
            <a:off x="5703113" y="4221283"/>
            <a:ext cx="0" cy="52502"/>
          </a:xfrm>
          <a:prstGeom prst="line">
            <a:avLst/>
          </a:prstGeom>
          <a:noFill/>
          <a:ln w="25400">
            <a:solidFill>
              <a:srgbClr val="C44F4F"/>
            </a:solidFill>
            <a:prstDash val="solid"/>
            <a:headEnd type="none"/>
            <a:tailEnd type="none"/>
          </a:ln>
        </p:spPr>
      </p:sp>
      <p:sp>
        <p:nvSpPr>
          <p:cNvPr id="2030" name="Shape 2028"/>
          <p:cNvSpPr/>
          <p:nvPr/>
        </p:nvSpPr>
        <p:spPr>
          <a:xfrm>
            <a:off x="5703113" y="4271041"/>
            <a:ext cx="127407" cy="0"/>
          </a:xfrm>
          <a:prstGeom prst="line">
            <a:avLst/>
          </a:prstGeom>
          <a:noFill/>
          <a:ln w="25400">
            <a:solidFill>
              <a:srgbClr val="C44F4F"/>
            </a:solidFill>
            <a:prstDash val="solid"/>
            <a:headEnd type="none"/>
            <a:tailEnd type="none"/>
          </a:ln>
        </p:spPr>
      </p:sp>
      <p:sp>
        <p:nvSpPr>
          <p:cNvPr id="2031" name="Shape 2029"/>
          <p:cNvSpPr/>
          <p:nvPr/>
        </p:nvSpPr>
        <p:spPr>
          <a:xfrm>
            <a:off x="5827776" y="4268298"/>
            <a:ext cx="0" cy="49596"/>
          </a:xfrm>
          <a:prstGeom prst="line">
            <a:avLst/>
          </a:prstGeom>
          <a:noFill/>
          <a:ln w="25400">
            <a:solidFill>
              <a:srgbClr val="C44F4F"/>
            </a:solidFill>
            <a:prstDash val="solid"/>
            <a:headEnd type="none"/>
            <a:tailEnd type="none"/>
          </a:ln>
        </p:spPr>
      </p:sp>
      <p:sp>
        <p:nvSpPr>
          <p:cNvPr id="2032" name="Shape 2030"/>
          <p:cNvSpPr/>
          <p:nvPr/>
        </p:nvSpPr>
        <p:spPr>
          <a:xfrm>
            <a:off x="5827776" y="4315151"/>
            <a:ext cx="127406" cy="0"/>
          </a:xfrm>
          <a:prstGeom prst="line">
            <a:avLst/>
          </a:prstGeom>
          <a:noFill/>
          <a:ln w="25400">
            <a:solidFill>
              <a:srgbClr val="C44F4F"/>
            </a:solidFill>
            <a:prstDash val="solid"/>
            <a:headEnd type="none"/>
            <a:tailEnd type="none"/>
          </a:ln>
        </p:spPr>
      </p:sp>
      <p:sp>
        <p:nvSpPr>
          <p:cNvPr id="2033" name="Shape 2031"/>
          <p:cNvSpPr/>
          <p:nvPr/>
        </p:nvSpPr>
        <p:spPr>
          <a:xfrm>
            <a:off x="5952439" y="4312408"/>
            <a:ext cx="0" cy="52276"/>
          </a:xfrm>
          <a:prstGeom prst="line">
            <a:avLst/>
          </a:prstGeom>
          <a:noFill/>
          <a:ln w="25400">
            <a:solidFill>
              <a:srgbClr val="C44F4F"/>
            </a:solidFill>
            <a:prstDash val="solid"/>
            <a:headEnd type="none"/>
            <a:tailEnd type="none"/>
          </a:ln>
        </p:spPr>
      </p:sp>
      <p:sp>
        <p:nvSpPr>
          <p:cNvPr id="2034" name="Shape 2032"/>
          <p:cNvSpPr/>
          <p:nvPr/>
        </p:nvSpPr>
        <p:spPr>
          <a:xfrm>
            <a:off x="5952439" y="4361941"/>
            <a:ext cx="127407" cy="0"/>
          </a:xfrm>
          <a:prstGeom prst="line">
            <a:avLst/>
          </a:prstGeom>
          <a:noFill/>
          <a:ln w="25400">
            <a:solidFill>
              <a:srgbClr val="C44F4F"/>
            </a:solidFill>
            <a:prstDash val="solid"/>
            <a:headEnd type="none"/>
            <a:tailEnd type="none"/>
          </a:ln>
        </p:spPr>
      </p:sp>
      <p:sp>
        <p:nvSpPr>
          <p:cNvPr id="2035" name="Shape 2033"/>
          <p:cNvSpPr/>
          <p:nvPr/>
        </p:nvSpPr>
        <p:spPr>
          <a:xfrm>
            <a:off x="6077102" y="4359198"/>
            <a:ext cx="0" cy="53116"/>
          </a:xfrm>
          <a:prstGeom prst="line">
            <a:avLst/>
          </a:prstGeom>
          <a:noFill/>
          <a:ln w="25400">
            <a:solidFill>
              <a:srgbClr val="C44F4F"/>
            </a:solidFill>
            <a:prstDash val="solid"/>
            <a:headEnd type="none"/>
            <a:tailEnd type="none"/>
          </a:ln>
        </p:spPr>
      </p:sp>
      <p:sp>
        <p:nvSpPr>
          <p:cNvPr id="2036" name="Shape 2034"/>
          <p:cNvSpPr/>
          <p:nvPr/>
        </p:nvSpPr>
        <p:spPr>
          <a:xfrm>
            <a:off x="6077102" y="4409570"/>
            <a:ext cx="127407" cy="0"/>
          </a:xfrm>
          <a:prstGeom prst="line">
            <a:avLst/>
          </a:prstGeom>
          <a:noFill/>
          <a:ln w="25400">
            <a:solidFill>
              <a:srgbClr val="C44F4F"/>
            </a:solidFill>
            <a:prstDash val="solid"/>
            <a:headEnd type="none"/>
            <a:tailEnd type="none"/>
          </a:ln>
        </p:spPr>
      </p:sp>
      <p:sp>
        <p:nvSpPr>
          <p:cNvPr id="2037" name="Shape 2035"/>
          <p:cNvSpPr/>
          <p:nvPr/>
        </p:nvSpPr>
        <p:spPr>
          <a:xfrm>
            <a:off x="6201766" y="4406827"/>
            <a:ext cx="0" cy="52179"/>
          </a:xfrm>
          <a:prstGeom prst="line">
            <a:avLst/>
          </a:prstGeom>
          <a:noFill/>
          <a:ln w="25400">
            <a:solidFill>
              <a:srgbClr val="C44F4F"/>
            </a:solidFill>
            <a:prstDash val="solid"/>
            <a:headEnd type="none"/>
            <a:tailEnd type="none"/>
          </a:ln>
        </p:spPr>
      </p:sp>
      <p:sp>
        <p:nvSpPr>
          <p:cNvPr id="2038" name="Shape 2036"/>
          <p:cNvSpPr/>
          <p:nvPr/>
        </p:nvSpPr>
        <p:spPr>
          <a:xfrm>
            <a:off x="6201766" y="4456263"/>
            <a:ext cx="127406" cy="0"/>
          </a:xfrm>
          <a:prstGeom prst="line">
            <a:avLst/>
          </a:prstGeom>
          <a:noFill/>
          <a:ln w="25400">
            <a:solidFill>
              <a:srgbClr val="C44F4F"/>
            </a:solidFill>
            <a:prstDash val="solid"/>
            <a:headEnd type="none"/>
            <a:tailEnd type="none"/>
          </a:ln>
        </p:spPr>
      </p:sp>
      <p:sp>
        <p:nvSpPr>
          <p:cNvPr id="2039" name="Shape 2037"/>
          <p:cNvSpPr/>
          <p:nvPr/>
        </p:nvSpPr>
        <p:spPr>
          <a:xfrm>
            <a:off x="6326429" y="4453520"/>
            <a:ext cx="0" cy="54375"/>
          </a:xfrm>
          <a:prstGeom prst="line">
            <a:avLst/>
          </a:prstGeom>
          <a:noFill/>
          <a:ln w="25400">
            <a:solidFill>
              <a:srgbClr val="C44F4F"/>
            </a:solidFill>
            <a:prstDash val="solid"/>
            <a:headEnd type="none"/>
            <a:tailEnd type="none"/>
          </a:ln>
        </p:spPr>
      </p:sp>
      <p:sp>
        <p:nvSpPr>
          <p:cNvPr id="2040" name="Shape 2038"/>
          <p:cNvSpPr/>
          <p:nvPr/>
        </p:nvSpPr>
        <p:spPr>
          <a:xfrm>
            <a:off x="6326429" y="4505152"/>
            <a:ext cx="127407" cy="0"/>
          </a:xfrm>
          <a:prstGeom prst="line">
            <a:avLst/>
          </a:prstGeom>
          <a:noFill/>
          <a:ln w="25400">
            <a:solidFill>
              <a:srgbClr val="C44F4F"/>
            </a:solidFill>
            <a:prstDash val="solid"/>
            <a:headEnd type="none"/>
            <a:tailEnd type="none"/>
          </a:ln>
        </p:spPr>
      </p:sp>
      <p:sp>
        <p:nvSpPr>
          <p:cNvPr id="2041" name="Shape 2039"/>
          <p:cNvSpPr/>
          <p:nvPr/>
        </p:nvSpPr>
        <p:spPr>
          <a:xfrm>
            <a:off x="6451092" y="4502408"/>
            <a:ext cx="0" cy="50984"/>
          </a:xfrm>
          <a:prstGeom prst="line">
            <a:avLst/>
          </a:prstGeom>
          <a:noFill/>
          <a:ln w="25400">
            <a:solidFill>
              <a:srgbClr val="C44F4F"/>
            </a:solidFill>
            <a:prstDash val="solid"/>
            <a:headEnd type="none"/>
            <a:tailEnd type="none"/>
          </a:ln>
        </p:spPr>
      </p:sp>
      <p:sp>
        <p:nvSpPr>
          <p:cNvPr id="2042" name="Shape 2040"/>
          <p:cNvSpPr/>
          <p:nvPr/>
        </p:nvSpPr>
        <p:spPr>
          <a:xfrm>
            <a:off x="6451092" y="4550650"/>
            <a:ext cx="127407" cy="0"/>
          </a:xfrm>
          <a:prstGeom prst="line">
            <a:avLst/>
          </a:prstGeom>
          <a:noFill/>
          <a:ln w="25400">
            <a:solidFill>
              <a:srgbClr val="C44F4F"/>
            </a:solidFill>
            <a:prstDash val="solid"/>
            <a:headEnd type="none"/>
            <a:tailEnd type="none"/>
          </a:ln>
        </p:spPr>
      </p:sp>
      <p:sp>
        <p:nvSpPr>
          <p:cNvPr id="2043" name="Shape 2041"/>
          <p:cNvSpPr/>
          <p:nvPr/>
        </p:nvSpPr>
        <p:spPr>
          <a:xfrm>
            <a:off x="6575755" y="4547907"/>
            <a:ext cx="0" cy="48595"/>
          </a:xfrm>
          <a:prstGeom prst="line">
            <a:avLst/>
          </a:prstGeom>
          <a:noFill/>
          <a:ln w="25400">
            <a:solidFill>
              <a:srgbClr val="C44F4F"/>
            </a:solidFill>
            <a:prstDash val="solid"/>
            <a:headEnd type="none"/>
            <a:tailEnd type="none"/>
          </a:ln>
        </p:spPr>
      </p:sp>
      <p:sp>
        <p:nvSpPr>
          <p:cNvPr id="2044" name="Shape 2042"/>
          <p:cNvSpPr/>
          <p:nvPr/>
        </p:nvSpPr>
        <p:spPr>
          <a:xfrm>
            <a:off x="6575755" y="4593758"/>
            <a:ext cx="127406" cy="0"/>
          </a:xfrm>
          <a:prstGeom prst="line">
            <a:avLst/>
          </a:prstGeom>
          <a:noFill/>
          <a:ln w="25400">
            <a:solidFill>
              <a:srgbClr val="C44F4F"/>
            </a:solidFill>
            <a:prstDash val="solid"/>
            <a:headEnd type="none"/>
            <a:tailEnd type="none"/>
          </a:ln>
        </p:spPr>
      </p:sp>
      <p:sp>
        <p:nvSpPr>
          <p:cNvPr id="2045" name="Shape 2043"/>
          <p:cNvSpPr/>
          <p:nvPr/>
        </p:nvSpPr>
        <p:spPr>
          <a:xfrm>
            <a:off x="6700418" y="4591015"/>
            <a:ext cx="0" cy="48530"/>
          </a:xfrm>
          <a:prstGeom prst="line">
            <a:avLst/>
          </a:prstGeom>
          <a:noFill/>
          <a:ln w="25400">
            <a:solidFill>
              <a:srgbClr val="C44F4F"/>
            </a:solidFill>
            <a:prstDash val="solid"/>
            <a:headEnd type="none"/>
            <a:tailEnd type="none"/>
          </a:ln>
        </p:spPr>
      </p:sp>
      <p:sp>
        <p:nvSpPr>
          <p:cNvPr id="2046" name="Shape 2044"/>
          <p:cNvSpPr/>
          <p:nvPr/>
        </p:nvSpPr>
        <p:spPr>
          <a:xfrm>
            <a:off x="6700418" y="4636802"/>
            <a:ext cx="127407" cy="0"/>
          </a:xfrm>
          <a:prstGeom prst="line">
            <a:avLst/>
          </a:prstGeom>
          <a:noFill/>
          <a:ln w="25400">
            <a:solidFill>
              <a:srgbClr val="C44F4F"/>
            </a:solidFill>
            <a:prstDash val="solid"/>
            <a:headEnd type="none"/>
            <a:tailEnd type="none"/>
          </a:ln>
        </p:spPr>
      </p:sp>
      <p:sp>
        <p:nvSpPr>
          <p:cNvPr id="2047" name="Shape 2045"/>
          <p:cNvSpPr/>
          <p:nvPr/>
        </p:nvSpPr>
        <p:spPr>
          <a:xfrm>
            <a:off x="6825082" y="4634059"/>
            <a:ext cx="0" cy="47013"/>
          </a:xfrm>
          <a:prstGeom prst="line">
            <a:avLst/>
          </a:prstGeom>
          <a:noFill/>
          <a:ln w="25400">
            <a:solidFill>
              <a:srgbClr val="C44F4F"/>
            </a:solidFill>
            <a:prstDash val="solid"/>
            <a:headEnd type="none"/>
            <a:tailEnd type="none"/>
          </a:ln>
        </p:spPr>
      </p:sp>
      <p:sp>
        <p:nvSpPr>
          <p:cNvPr id="2048" name="Shape 2046"/>
          <p:cNvSpPr/>
          <p:nvPr/>
        </p:nvSpPr>
        <p:spPr>
          <a:xfrm>
            <a:off x="6825082" y="4678329"/>
            <a:ext cx="127407" cy="0"/>
          </a:xfrm>
          <a:prstGeom prst="line">
            <a:avLst/>
          </a:prstGeom>
          <a:noFill/>
          <a:ln w="25400">
            <a:solidFill>
              <a:srgbClr val="C44F4F"/>
            </a:solidFill>
            <a:prstDash val="solid"/>
            <a:headEnd type="none"/>
            <a:tailEnd type="none"/>
          </a:ln>
        </p:spPr>
      </p:sp>
      <p:sp>
        <p:nvSpPr>
          <p:cNvPr id="2049" name="Shape 2047"/>
          <p:cNvSpPr/>
          <p:nvPr/>
        </p:nvSpPr>
        <p:spPr>
          <a:xfrm>
            <a:off x="6949745" y="4675585"/>
            <a:ext cx="0" cy="45463"/>
          </a:xfrm>
          <a:prstGeom prst="line">
            <a:avLst/>
          </a:prstGeom>
          <a:noFill/>
          <a:ln w="25400">
            <a:solidFill>
              <a:srgbClr val="C44F4F"/>
            </a:solidFill>
            <a:prstDash val="solid"/>
            <a:headEnd type="none"/>
            <a:tailEnd type="none"/>
          </a:ln>
        </p:spPr>
      </p:sp>
      <p:sp>
        <p:nvSpPr>
          <p:cNvPr id="2050" name="Shape 2048"/>
          <p:cNvSpPr/>
          <p:nvPr/>
        </p:nvSpPr>
        <p:spPr>
          <a:xfrm>
            <a:off x="6949745" y="4718305"/>
            <a:ext cx="127406" cy="0"/>
          </a:xfrm>
          <a:prstGeom prst="line">
            <a:avLst/>
          </a:prstGeom>
          <a:noFill/>
          <a:ln w="25400">
            <a:solidFill>
              <a:srgbClr val="C44F4F"/>
            </a:solidFill>
            <a:prstDash val="solid"/>
            <a:headEnd type="none"/>
            <a:tailEnd type="none"/>
          </a:ln>
        </p:spPr>
      </p:sp>
      <p:sp>
        <p:nvSpPr>
          <p:cNvPr id="2051" name="Shape 2049"/>
          <p:cNvSpPr/>
          <p:nvPr/>
        </p:nvSpPr>
        <p:spPr>
          <a:xfrm>
            <a:off x="7074408" y="4715562"/>
            <a:ext cx="0" cy="44300"/>
          </a:xfrm>
          <a:prstGeom prst="line">
            <a:avLst/>
          </a:prstGeom>
          <a:noFill/>
          <a:ln w="25400">
            <a:solidFill>
              <a:srgbClr val="C44F4F"/>
            </a:solidFill>
            <a:prstDash val="solid"/>
            <a:headEnd type="none"/>
            <a:tailEnd type="none"/>
          </a:ln>
        </p:spPr>
      </p:sp>
      <p:sp>
        <p:nvSpPr>
          <p:cNvPr id="2052" name="Shape 2050"/>
          <p:cNvSpPr/>
          <p:nvPr/>
        </p:nvSpPr>
        <p:spPr>
          <a:xfrm>
            <a:off x="7074408" y="4757119"/>
            <a:ext cx="127407" cy="0"/>
          </a:xfrm>
          <a:prstGeom prst="line">
            <a:avLst/>
          </a:prstGeom>
          <a:noFill/>
          <a:ln w="25400">
            <a:solidFill>
              <a:srgbClr val="C44F4F"/>
            </a:solidFill>
            <a:prstDash val="solid"/>
            <a:headEnd type="none"/>
            <a:tailEnd type="none"/>
          </a:ln>
        </p:spPr>
      </p:sp>
      <p:sp>
        <p:nvSpPr>
          <p:cNvPr id="2053" name="Shape 2051"/>
          <p:cNvSpPr/>
          <p:nvPr/>
        </p:nvSpPr>
        <p:spPr>
          <a:xfrm>
            <a:off x="7199071" y="4754376"/>
            <a:ext cx="0" cy="42944"/>
          </a:xfrm>
          <a:prstGeom prst="line">
            <a:avLst/>
          </a:prstGeom>
          <a:noFill/>
          <a:ln w="25400">
            <a:solidFill>
              <a:srgbClr val="C44F4F"/>
            </a:solidFill>
            <a:prstDash val="solid"/>
            <a:headEnd type="none"/>
            <a:tailEnd type="none"/>
          </a:ln>
        </p:spPr>
      </p:sp>
      <p:sp>
        <p:nvSpPr>
          <p:cNvPr id="2054" name="Shape 2052"/>
          <p:cNvSpPr/>
          <p:nvPr/>
        </p:nvSpPr>
        <p:spPr>
          <a:xfrm>
            <a:off x="7199071" y="4794576"/>
            <a:ext cx="127407" cy="0"/>
          </a:xfrm>
          <a:prstGeom prst="line">
            <a:avLst/>
          </a:prstGeom>
          <a:noFill/>
          <a:ln w="25400">
            <a:solidFill>
              <a:srgbClr val="C44F4F"/>
            </a:solidFill>
            <a:prstDash val="solid"/>
            <a:headEnd type="none"/>
            <a:tailEnd type="none"/>
          </a:ln>
        </p:spPr>
      </p:sp>
      <p:sp>
        <p:nvSpPr>
          <p:cNvPr id="2055" name="Shape 2053"/>
          <p:cNvSpPr/>
          <p:nvPr/>
        </p:nvSpPr>
        <p:spPr>
          <a:xfrm>
            <a:off x="7323735" y="4791833"/>
            <a:ext cx="0" cy="44042"/>
          </a:xfrm>
          <a:prstGeom prst="line">
            <a:avLst/>
          </a:prstGeom>
          <a:noFill/>
          <a:ln w="25400">
            <a:solidFill>
              <a:srgbClr val="C44F4F"/>
            </a:solidFill>
            <a:prstDash val="solid"/>
            <a:headEnd type="none"/>
            <a:tailEnd type="none"/>
          </a:ln>
        </p:spPr>
      </p:sp>
      <p:sp>
        <p:nvSpPr>
          <p:cNvPr id="2056" name="Shape 2054"/>
          <p:cNvSpPr/>
          <p:nvPr/>
        </p:nvSpPr>
        <p:spPr>
          <a:xfrm>
            <a:off x="7323735" y="4833132"/>
            <a:ext cx="127406" cy="0"/>
          </a:xfrm>
          <a:prstGeom prst="line">
            <a:avLst/>
          </a:prstGeom>
          <a:noFill/>
          <a:ln w="25400">
            <a:solidFill>
              <a:srgbClr val="C44F4F"/>
            </a:solidFill>
            <a:prstDash val="solid"/>
            <a:headEnd type="none"/>
            <a:tailEnd type="none"/>
          </a:ln>
        </p:spPr>
      </p:sp>
      <p:sp>
        <p:nvSpPr>
          <p:cNvPr id="2057" name="Shape 2055"/>
          <p:cNvSpPr/>
          <p:nvPr/>
        </p:nvSpPr>
        <p:spPr>
          <a:xfrm>
            <a:off x="7448397" y="4830389"/>
            <a:ext cx="0" cy="39586"/>
          </a:xfrm>
          <a:prstGeom prst="line">
            <a:avLst/>
          </a:prstGeom>
          <a:noFill/>
          <a:ln w="25400">
            <a:solidFill>
              <a:srgbClr val="C44F4F"/>
            </a:solidFill>
            <a:prstDash val="solid"/>
            <a:headEnd type="none"/>
            <a:tailEnd type="none"/>
          </a:ln>
        </p:spPr>
      </p:sp>
      <p:sp>
        <p:nvSpPr>
          <p:cNvPr id="2058" name="Shape 2056"/>
          <p:cNvSpPr/>
          <p:nvPr/>
        </p:nvSpPr>
        <p:spPr>
          <a:xfrm>
            <a:off x="7448397" y="4867231"/>
            <a:ext cx="127407" cy="0"/>
          </a:xfrm>
          <a:prstGeom prst="line">
            <a:avLst/>
          </a:prstGeom>
          <a:noFill/>
          <a:ln w="25400">
            <a:solidFill>
              <a:srgbClr val="C44F4F"/>
            </a:solidFill>
            <a:prstDash val="solid"/>
            <a:headEnd type="none"/>
            <a:tailEnd type="none"/>
          </a:ln>
        </p:spPr>
      </p:sp>
      <p:sp>
        <p:nvSpPr>
          <p:cNvPr id="2059" name="Shape 2057"/>
          <p:cNvSpPr/>
          <p:nvPr/>
        </p:nvSpPr>
        <p:spPr>
          <a:xfrm>
            <a:off x="7573061" y="4864488"/>
            <a:ext cx="0" cy="26766"/>
          </a:xfrm>
          <a:prstGeom prst="line">
            <a:avLst/>
          </a:prstGeom>
          <a:noFill/>
          <a:ln w="25400">
            <a:solidFill>
              <a:srgbClr val="C44F4F"/>
            </a:solidFill>
            <a:prstDash val="solid"/>
            <a:headEnd type="none"/>
            <a:tailEnd type="none"/>
          </a:ln>
        </p:spPr>
      </p:sp>
      <p:sp>
        <p:nvSpPr>
          <p:cNvPr id="2060" name="Shape 2058"/>
          <p:cNvSpPr/>
          <p:nvPr/>
        </p:nvSpPr>
        <p:spPr>
          <a:xfrm>
            <a:off x="7573061" y="4888511"/>
            <a:ext cx="127407" cy="0"/>
          </a:xfrm>
          <a:prstGeom prst="line">
            <a:avLst/>
          </a:prstGeom>
          <a:noFill/>
          <a:ln w="25400">
            <a:solidFill>
              <a:srgbClr val="C44F4F"/>
            </a:solidFill>
            <a:prstDash val="solid"/>
            <a:headEnd type="none"/>
            <a:tailEnd type="none"/>
          </a:ln>
        </p:spPr>
      </p:sp>
      <p:sp>
        <p:nvSpPr>
          <p:cNvPr id="2061" name="Shape 2059"/>
          <p:cNvSpPr/>
          <p:nvPr/>
        </p:nvSpPr>
        <p:spPr>
          <a:xfrm>
            <a:off x="7697724" y="4885768"/>
            <a:ext cx="0" cy="12816"/>
          </a:xfrm>
          <a:prstGeom prst="line">
            <a:avLst/>
          </a:prstGeom>
          <a:noFill/>
          <a:ln w="25400">
            <a:solidFill>
              <a:srgbClr val="C44F4F"/>
            </a:solidFill>
            <a:prstDash val="solid"/>
            <a:headEnd type="none"/>
            <a:tailEnd type="none"/>
          </a:ln>
        </p:spPr>
      </p:sp>
      <p:sp>
        <p:nvSpPr>
          <p:cNvPr id="2062" name="Shape 2060"/>
          <p:cNvSpPr/>
          <p:nvPr/>
        </p:nvSpPr>
        <p:spPr>
          <a:xfrm>
            <a:off x="7697724" y="4895841"/>
            <a:ext cx="127406" cy="0"/>
          </a:xfrm>
          <a:prstGeom prst="line">
            <a:avLst/>
          </a:prstGeom>
          <a:noFill/>
          <a:ln w="25400">
            <a:solidFill>
              <a:srgbClr val="C44F4F"/>
            </a:solidFill>
            <a:prstDash val="solid"/>
            <a:headEnd type="none"/>
            <a:tailEnd type="none"/>
          </a:ln>
        </p:spPr>
      </p:sp>
      <p:sp>
        <p:nvSpPr>
          <p:cNvPr id="2063" name="Shape 2061"/>
          <p:cNvSpPr/>
          <p:nvPr/>
        </p:nvSpPr>
        <p:spPr>
          <a:xfrm>
            <a:off x="7822387" y="4890676"/>
            <a:ext cx="0" cy="7908"/>
          </a:xfrm>
          <a:prstGeom prst="line">
            <a:avLst/>
          </a:prstGeom>
          <a:noFill/>
          <a:ln w="25400">
            <a:solidFill>
              <a:srgbClr val="C44F4F"/>
            </a:solidFill>
            <a:prstDash val="solid"/>
            <a:headEnd type="none"/>
            <a:tailEnd type="none"/>
          </a:ln>
        </p:spPr>
      </p:sp>
      <p:sp>
        <p:nvSpPr>
          <p:cNvPr id="2064" name="Shape 2062"/>
          <p:cNvSpPr/>
          <p:nvPr/>
        </p:nvSpPr>
        <p:spPr>
          <a:xfrm>
            <a:off x="7822387" y="4893419"/>
            <a:ext cx="127407" cy="0"/>
          </a:xfrm>
          <a:prstGeom prst="line">
            <a:avLst/>
          </a:prstGeom>
          <a:noFill/>
          <a:ln w="25400">
            <a:solidFill>
              <a:srgbClr val="C44F4F"/>
            </a:solidFill>
            <a:prstDash val="solid"/>
            <a:headEnd type="none"/>
            <a:tailEnd type="none"/>
          </a:ln>
        </p:spPr>
      </p:sp>
      <p:sp>
        <p:nvSpPr>
          <p:cNvPr id="2065" name="Shape 2063"/>
          <p:cNvSpPr/>
          <p:nvPr/>
        </p:nvSpPr>
        <p:spPr>
          <a:xfrm>
            <a:off x="7947050" y="4883927"/>
            <a:ext cx="0" cy="12235"/>
          </a:xfrm>
          <a:prstGeom prst="line">
            <a:avLst/>
          </a:prstGeom>
          <a:noFill/>
          <a:ln w="25400">
            <a:solidFill>
              <a:srgbClr val="C44F4F"/>
            </a:solidFill>
            <a:prstDash val="solid"/>
            <a:headEnd type="none"/>
            <a:tailEnd type="none"/>
          </a:ln>
        </p:spPr>
      </p:sp>
      <p:sp>
        <p:nvSpPr>
          <p:cNvPr id="2066" name="Shape 2064"/>
          <p:cNvSpPr/>
          <p:nvPr/>
        </p:nvSpPr>
        <p:spPr>
          <a:xfrm>
            <a:off x="7947050" y="4886671"/>
            <a:ext cx="127407" cy="0"/>
          </a:xfrm>
          <a:prstGeom prst="line">
            <a:avLst/>
          </a:prstGeom>
          <a:noFill/>
          <a:ln w="25400">
            <a:solidFill>
              <a:srgbClr val="C44F4F"/>
            </a:solidFill>
            <a:prstDash val="solid"/>
            <a:headEnd type="none"/>
            <a:tailEnd type="none"/>
          </a:ln>
        </p:spPr>
      </p:sp>
      <p:sp>
        <p:nvSpPr>
          <p:cNvPr id="2067" name="Shape 2065"/>
          <p:cNvSpPr/>
          <p:nvPr/>
        </p:nvSpPr>
        <p:spPr>
          <a:xfrm>
            <a:off x="8071714" y="4870300"/>
            <a:ext cx="0" cy="19113"/>
          </a:xfrm>
          <a:prstGeom prst="line">
            <a:avLst/>
          </a:prstGeom>
          <a:noFill/>
          <a:ln w="25400">
            <a:solidFill>
              <a:srgbClr val="C44F4F"/>
            </a:solidFill>
            <a:prstDash val="solid"/>
            <a:headEnd type="none"/>
            <a:tailEnd type="none"/>
          </a:ln>
        </p:spPr>
      </p:sp>
      <p:sp>
        <p:nvSpPr>
          <p:cNvPr id="2068" name="Shape 2066"/>
          <p:cNvSpPr/>
          <p:nvPr/>
        </p:nvSpPr>
        <p:spPr>
          <a:xfrm>
            <a:off x="8071714" y="4873044"/>
            <a:ext cx="127406" cy="0"/>
          </a:xfrm>
          <a:prstGeom prst="line">
            <a:avLst/>
          </a:prstGeom>
          <a:noFill/>
          <a:ln w="25400">
            <a:solidFill>
              <a:srgbClr val="C44F4F"/>
            </a:solidFill>
            <a:prstDash val="solid"/>
            <a:headEnd type="none"/>
            <a:tailEnd type="none"/>
          </a:ln>
        </p:spPr>
      </p:sp>
      <p:sp>
        <p:nvSpPr>
          <p:cNvPr id="2069" name="Shape 2067"/>
          <p:cNvSpPr/>
          <p:nvPr/>
        </p:nvSpPr>
        <p:spPr>
          <a:xfrm>
            <a:off x="8196377" y="4855221"/>
            <a:ext cx="0" cy="20566"/>
          </a:xfrm>
          <a:prstGeom prst="line">
            <a:avLst/>
          </a:prstGeom>
          <a:noFill/>
          <a:ln w="25400">
            <a:solidFill>
              <a:srgbClr val="C44F4F"/>
            </a:solidFill>
            <a:prstDash val="solid"/>
            <a:headEnd type="none"/>
            <a:tailEnd type="none"/>
          </a:ln>
        </p:spPr>
      </p:sp>
      <p:sp>
        <p:nvSpPr>
          <p:cNvPr id="2070" name="Shape 2068"/>
          <p:cNvSpPr/>
          <p:nvPr/>
        </p:nvSpPr>
        <p:spPr>
          <a:xfrm>
            <a:off x="8196377" y="4857964"/>
            <a:ext cx="127407" cy="0"/>
          </a:xfrm>
          <a:prstGeom prst="line">
            <a:avLst/>
          </a:prstGeom>
          <a:noFill/>
          <a:ln w="25400">
            <a:solidFill>
              <a:srgbClr val="C44F4F"/>
            </a:solidFill>
            <a:prstDash val="solid"/>
            <a:headEnd type="none"/>
            <a:tailEnd type="none"/>
          </a:ln>
        </p:spPr>
      </p:sp>
      <p:sp>
        <p:nvSpPr>
          <p:cNvPr id="2071" name="Shape 2069"/>
          <p:cNvSpPr/>
          <p:nvPr/>
        </p:nvSpPr>
        <p:spPr>
          <a:xfrm>
            <a:off x="8321040" y="4836556"/>
            <a:ext cx="0" cy="24151"/>
          </a:xfrm>
          <a:prstGeom prst="line">
            <a:avLst/>
          </a:prstGeom>
          <a:noFill/>
          <a:ln w="25400">
            <a:solidFill>
              <a:srgbClr val="C44F4F"/>
            </a:solidFill>
            <a:prstDash val="solid"/>
            <a:headEnd type="none"/>
            <a:tailEnd type="none"/>
          </a:ln>
        </p:spPr>
      </p:sp>
      <p:sp>
        <p:nvSpPr>
          <p:cNvPr id="2072" name="Shape 2070"/>
          <p:cNvSpPr/>
          <p:nvPr/>
        </p:nvSpPr>
        <p:spPr>
          <a:xfrm>
            <a:off x="4617720" y="1792224"/>
            <a:ext cx="256032" cy="0"/>
          </a:xfrm>
          <a:prstGeom prst="line">
            <a:avLst/>
          </a:prstGeom>
          <a:noFill/>
          <a:ln w="27940">
            <a:solidFill>
              <a:srgbClr val="C44F4F"/>
            </a:solidFill>
            <a:prstDash val="solid"/>
          </a:ln>
        </p:spPr>
      </p:sp>
      <p:sp>
        <p:nvSpPr>
          <p:cNvPr id="2073" name="Text 2071"/>
          <p:cNvSpPr/>
          <p:nvPr/>
        </p:nvSpPr>
        <p:spPr>
          <a:xfrm>
            <a:off x="4946904" y="1719072"/>
            <a:ext cx="1408176"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H₂/C₂</a:t>
            </a:r>
            <a:endParaRPr lang="en-US" sz="920" dirty="0"/>
          </a:p>
        </p:txBody>
      </p:sp>
      <p:sp>
        <p:nvSpPr>
          <p:cNvPr id="2074" name="Shape 2072"/>
          <p:cNvSpPr/>
          <p:nvPr/>
        </p:nvSpPr>
        <p:spPr>
          <a:xfrm>
            <a:off x="841248" y="2242033"/>
            <a:ext cx="127407" cy="0"/>
          </a:xfrm>
          <a:prstGeom prst="line">
            <a:avLst/>
          </a:prstGeom>
          <a:noFill/>
          <a:ln w="25400">
            <a:solidFill>
              <a:srgbClr val="2F7F93"/>
            </a:solidFill>
            <a:prstDash val="solid"/>
            <a:headEnd type="none"/>
            <a:tailEnd type="none"/>
          </a:ln>
        </p:spPr>
      </p:sp>
      <p:sp>
        <p:nvSpPr>
          <p:cNvPr id="2075" name="Shape 2073"/>
          <p:cNvSpPr/>
          <p:nvPr/>
        </p:nvSpPr>
        <p:spPr>
          <a:xfrm>
            <a:off x="965911" y="2239290"/>
            <a:ext cx="0" cy="46940"/>
          </a:xfrm>
          <a:prstGeom prst="line">
            <a:avLst/>
          </a:prstGeom>
          <a:noFill/>
          <a:ln w="25400">
            <a:solidFill>
              <a:srgbClr val="2F7F93"/>
            </a:solidFill>
            <a:prstDash val="solid"/>
            <a:headEnd type="none"/>
            <a:tailEnd type="none"/>
          </a:ln>
        </p:spPr>
      </p:sp>
      <p:sp>
        <p:nvSpPr>
          <p:cNvPr id="2076" name="Shape 2074"/>
          <p:cNvSpPr/>
          <p:nvPr/>
        </p:nvSpPr>
        <p:spPr>
          <a:xfrm>
            <a:off x="965911" y="2283487"/>
            <a:ext cx="127406" cy="0"/>
          </a:xfrm>
          <a:prstGeom prst="line">
            <a:avLst/>
          </a:prstGeom>
          <a:noFill/>
          <a:ln w="25400">
            <a:solidFill>
              <a:srgbClr val="2F7F93"/>
            </a:solidFill>
            <a:prstDash val="solid"/>
            <a:headEnd type="none"/>
            <a:tailEnd type="none"/>
          </a:ln>
        </p:spPr>
      </p:sp>
      <p:sp>
        <p:nvSpPr>
          <p:cNvPr id="2077" name="Shape 2075"/>
          <p:cNvSpPr/>
          <p:nvPr/>
        </p:nvSpPr>
        <p:spPr>
          <a:xfrm>
            <a:off x="1090574" y="2280744"/>
            <a:ext cx="0" cy="267696"/>
          </a:xfrm>
          <a:prstGeom prst="line">
            <a:avLst/>
          </a:prstGeom>
          <a:noFill/>
          <a:ln w="25400">
            <a:solidFill>
              <a:srgbClr val="2F7F93"/>
            </a:solidFill>
            <a:prstDash val="solid"/>
            <a:headEnd type="none"/>
            <a:tailEnd type="none"/>
          </a:ln>
        </p:spPr>
      </p:sp>
      <p:sp>
        <p:nvSpPr>
          <p:cNvPr id="2078" name="Shape 2076"/>
          <p:cNvSpPr/>
          <p:nvPr/>
        </p:nvSpPr>
        <p:spPr>
          <a:xfrm>
            <a:off x="1090574" y="2545697"/>
            <a:ext cx="127407" cy="0"/>
          </a:xfrm>
          <a:prstGeom prst="line">
            <a:avLst/>
          </a:prstGeom>
          <a:noFill/>
          <a:ln w="25400">
            <a:solidFill>
              <a:srgbClr val="2F7F93"/>
            </a:solidFill>
            <a:prstDash val="solid"/>
            <a:headEnd type="none"/>
            <a:tailEnd type="none"/>
          </a:ln>
        </p:spPr>
      </p:sp>
      <p:sp>
        <p:nvSpPr>
          <p:cNvPr id="2079" name="Shape 2077"/>
          <p:cNvSpPr/>
          <p:nvPr/>
        </p:nvSpPr>
        <p:spPr>
          <a:xfrm>
            <a:off x="1215238" y="2542954"/>
            <a:ext cx="0" cy="389572"/>
          </a:xfrm>
          <a:prstGeom prst="line">
            <a:avLst/>
          </a:prstGeom>
          <a:noFill/>
          <a:ln w="25400">
            <a:solidFill>
              <a:srgbClr val="2F7F93"/>
            </a:solidFill>
            <a:prstDash val="solid"/>
            <a:headEnd type="none"/>
            <a:tailEnd type="none"/>
          </a:ln>
        </p:spPr>
      </p:sp>
      <p:sp>
        <p:nvSpPr>
          <p:cNvPr id="2080" name="Shape 2078"/>
          <p:cNvSpPr/>
          <p:nvPr/>
        </p:nvSpPr>
        <p:spPr>
          <a:xfrm>
            <a:off x="1215238" y="2929782"/>
            <a:ext cx="127407" cy="0"/>
          </a:xfrm>
          <a:prstGeom prst="line">
            <a:avLst/>
          </a:prstGeom>
          <a:noFill/>
          <a:ln w="25400">
            <a:solidFill>
              <a:srgbClr val="2F7F93"/>
            </a:solidFill>
            <a:prstDash val="solid"/>
            <a:headEnd type="none"/>
            <a:tailEnd type="none"/>
          </a:ln>
        </p:spPr>
      </p:sp>
      <p:sp>
        <p:nvSpPr>
          <p:cNvPr id="2081" name="Shape 2079"/>
          <p:cNvSpPr/>
          <p:nvPr/>
        </p:nvSpPr>
        <p:spPr>
          <a:xfrm>
            <a:off x="1339901" y="2927039"/>
            <a:ext cx="0" cy="405018"/>
          </a:xfrm>
          <a:prstGeom prst="line">
            <a:avLst/>
          </a:prstGeom>
          <a:noFill/>
          <a:ln w="25400">
            <a:solidFill>
              <a:srgbClr val="2F7F93"/>
            </a:solidFill>
            <a:prstDash val="solid"/>
            <a:headEnd type="none"/>
            <a:tailEnd type="none"/>
          </a:ln>
        </p:spPr>
      </p:sp>
      <p:sp>
        <p:nvSpPr>
          <p:cNvPr id="2082" name="Shape 2080"/>
          <p:cNvSpPr/>
          <p:nvPr/>
        </p:nvSpPr>
        <p:spPr>
          <a:xfrm>
            <a:off x="1339901" y="3329314"/>
            <a:ext cx="127406" cy="0"/>
          </a:xfrm>
          <a:prstGeom prst="line">
            <a:avLst/>
          </a:prstGeom>
          <a:noFill/>
          <a:ln w="25400">
            <a:solidFill>
              <a:srgbClr val="2F7F93"/>
            </a:solidFill>
            <a:prstDash val="solid"/>
            <a:headEnd type="none"/>
            <a:tailEnd type="none"/>
          </a:ln>
        </p:spPr>
      </p:sp>
      <p:sp>
        <p:nvSpPr>
          <p:cNvPr id="2083" name="Shape 2081"/>
          <p:cNvSpPr/>
          <p:nvPr/>
        </p:nvSpPr>
        <p:spPr>
          <a:xfrm>
            <a:off x="1464564" y="3326571"/>
            <a:ext cx="0" cy="344753"/>
          </a:xfrm>
          <a:prstGeom prst="line">
            <a:avLst/>
          </a:prstGeom>
          <a:noFill/>
          <a:ln w="25400">
            <a:solidFill>
              <a:srgbClr val="2F7F93"/>
            </a:solidFill>
            <a:prstDash val="solid"/>
            <a:headEnd type="none"/>
            <a:tailEnd type="none"/>
          </a:ln>
        </p:spPr>
      </p:sp>
      <p:sp>
        <p:nvSpPr>
          <p:cNvPr id="2084" name="Shape 2082"/>
          <p:cNvSpPr/>
          <p:nvPr/>
        </p:nvSpPr>
        <p:spPr>
          <a:xfrm>
            <a:off x="1464564" y="3668581"/>
            <a:ext cx="127407" cy="0"/>
          </a:xfrm>
          <a:prstGeom prst="line">
            <a:avLst/>
          </a:prstGeom>
          <a:noFill/>
          <a:ln w="25400">
            <a:solidFill>
              <a:srgbClr val="2F7F93"/>
            </a:solidFill>
            <a:prstDash val="solid"/>
            <a:headEnd type="none"/>
            <a:tailEnd type="none"/>
          </a:ln>
        </p:spPr>
      </p:sp>
      <p:sp>
        <p:nvSpPr>
          <p:cNvPr id="2085" name="Shape 2083"/>
          <p:cNvSpPr/>
          <p:nvPr/>
        </p:nvSpPr>
        <p:spPr>
          <a:xfrm>
            <a:off x="1589227" y="3665838"/>
            <a:ext cx="0" cy="258218"/>
          </a:xfrm>
          <a:prstGeom prst="line">
            <a:avLst/>
          </a:prstGeom>
          <a:noFill/>
          <a:ln w="25400">
            <a:solidFill>
              <a:srgbClr val="2F7F93"/>
            </a:solidFill>
            <a:prstDash val="solid"/>
            <a:headEnd type="none"/>
            <a:tailEnd type="none"/>
          </a:ln>
        </p:spPr>
      </p:sp>
      <p:sp>
        <p:nvSpPr>
          <p:cNvPr id="2086" name="Shape 2084"/>
          <p:cNvSpPr/>
          <p:nvPr/>
        </p:nvSpPr>
        <p:spPr>
          <a:xfrm>
            <a:off x="1589227" y="3921312"/>
            <a:ext cx="127407" cy="0"/>
          </a:xfrm>
          <a:prstGeom prst="line">
            <a:avLst/>
          </a:prstGeom>
          <a:noFill/>
          <a:ln w="25400">
            <a:solidFill>
              <a:srgbClr val="2F7F93"/>
            </a:solidFill>
            <a:prstDash val="solid"/>
            <a:headEnd type="none"/>
            <a:tailEnd type="none"/>
          </a:ln>
        </p:spPr>
      </p:sp>
      <p:sp>
        <p:nvSpPr>
          <p:cNvPr id="2087" name="Shape 2085"/>
          <p:cNvSpPr/>
          <p:nvPr/>
        </p:nvSpPr>
        <p:spPr>
          <a:xfrm>
            <a:off x="1713891" y="3918569"/>
            <a:ext cx="0" cy="171595"/>
          </a:xfrm>
          <a:prstGeom prst="line">
            <a:avLst/>
          </a:prstGeom>
          <a:noFill/>
          <a:ln w="25400">
            <a:solidFill>
              <a:srgbClr val="2F7F93"/>
            </a:solidFill>
            <a:prstDash val="solid"/>
            <a:headEnd type="none"/>
            <a:tailEnd type="none"/>
          </a:ln>
        </p:spPr>
      </p:sp>
      <p:sp>
        <p:nvSpPr>
          <p:cNvPr id="2088" name="Shape 2086"/>
          <p:cNvSpPr/>
          <p:nvPr/>
        </p:nvSpPr>
        <p:spPr>
          <a:xfrm>
            <a:off x="1713891" y="4087421"/>
            <a:ext cx="127406" cy="0"/>
          </a:xfrm>
          <a:prstGeom prst="line">
            <a:avLst/>
          </a:prstGeom>
          <a:noFill/>
          <a:ln w="25400">
            <a:solidFill>
              <a:srgbClr val="2F7F93"/>
            </a:solidFill>
            <a:prstDash val="solid"/>
            <a:headEnd type="none"/>
            <a:tailEnd type="none"/>
          </a:ln>
        </p:spPr>
      </p:sp>
      <p:sp>
        <p:nvSpPr>
          <p:cNvPr id="2089" name="Shape 2087"/>
          <p:cNvSpPr/>
          <p:nvPr/>
        </p:nvSpPr>
        <p:spPr>
          <a:xfrm>
            <a:off x="1838553" y="4084677"/>
            <a:ext cx="0" cy="90208"/>
          </a:xfrm>
          <a:prstGeom prst="line">
            <a:avLst/>
          </a:prstGeom>
          <a:noFill/>
          <a:ln w="25400">
            <a:solidFill>
              <a:srgbClr val="2F7F93"/>
            </a:solidFill>
            <a:prstDash val="solid"/>
            <a:headEnd type="none"/>
            <a:tailEnd type="none"/>
          </a:ln>
        </p:spPr>
      </p:sp>
      <p:sp>
        <p:nvSpPr>
          <p:cNvPr id="2090" name="Shape 2088"/>
          <p:cNvSpPr/>
          <p:nvPr/>
        </p:nvSpPr>
        <p:spPr>
          <a:xfrm>
            <a:off x="1838553" y="4172142"/>
            <a:ext cx="127407" cy="0"/>
          </a:xfrm>
          <a:prstGeom prst="line">
            <a:avLst/>
          </a:prstGeom>
          <a:noFill/>
          <a:ln w="25400">
            <a:solidFill>
              <a:srgbClr val="2F7F93"/>
            </a:solidFill>
            <a:prstDash val="solid"/>
            <a:headEnd type="none"/>
            <a:tailEnd type="none"/>
          </a:ln>
        </p:spPr>
      </p:sp>
      <p:sp>
        <p:nvSpPr>
          <p:cNvPr id="2091" name="Shape 2089"/>
          <p:cNvSpPr/>
          <p:nvPr/>
        </p:nvSpPr>
        <p:spPr>
          <a:xfrm>
            <a:off x="1963217" y="4169399"/>
            <a:ext cx="0" cy="29388"/>
          </a:xfrm>
          <a:prstGeom prst="line">
            <a:avLst/>
          </a:prstGeom>
          <a:noFill/>
          <a:ln w="25400">
            <a:solidFill>
              <a:srgbClr val="2F7F93"/>
            </a:solidFill>
            <a:prstDash val="solid"/>
            <a:headEnd type="none"/>
            <a:tailEnd type="none"/>
          </a:ln>
        </p:spPr>
      </p:sp>
      <p:sp>
        <p:nvSpPr>
          <p:cNvPr id="2092" name="Shape 2090"/>
          <p:cNvSpPr/>
          <p:nvPr/>
        </p:nvSpPr>
        <p:spPr>
          <a:xfrm>
            <a:off x="1963217" y="4196043"/>
            <a:ext cx="127407" cy="0"/>
          </a:xfrm>
          <a:prstGeom prst="line">
            <a:avLst/>
          </a:prstGeom>
          <a:noFill/>
          <a:ln w="25400">
            <a:solidFill>
              <a:srgbClr val="2F7F93"/>
            </a:solidFill>
            <a:prstDash val="solid"/>
            <a:headEnd type="none"/>
            <a:tailEnd type="none"/>
          </a:ln>
        </p:spPr>
      </p:sp>
      <p:sp>
        <p:nvSpPr>
          <p:cNvPr id="2093" name="Shape 2091"/>
          <p:cNvSpPr/>
          <p:nvPr/>
        </p:nvSpPr>
        <p:spPr>
          <a:xfrm>
            <a:off x="2087880" y="4179931"/>
            <a:ext cx="0" cy="18856"/>
          </a:xfrm>
          <a:prstGeom prst="line">
            <a:avLst/>
          </a:prstGeom>
          <a:noFill/>
          <a:ln w="25400">
            <a:solidFill>
              <a:srgbClr val="2F7F93"/>
            </a:solidFill>
            <a:prstDash val="solid"/>
            <a:headEnd type="none"/>
            <a:tailEnd type="none"/>
          </a:ln>
        </p:spPr>
      </p:sp>
      <p:sp>
        <p:nvSpPr>
          <p:cNvPr id="2094" name="Shape 2092"/>
          <p:cNvSpPr/>
          <p:nvPr/>
        </p:nvSpPr>
        <p:spPr>
          <a:xfrm>
            <a:off x="2087880" y="4182674"/>
            <a:ext cx="127406" cy="0"/>
          </a:xfrm>
          <a:prstGeom prst="line">
            <a:avLst/>
          </a:prstGeom>
          <a:noFill/>
          <a:ln w="25400">
            <a:solidFill>
              <a:srgbClr val="2F7F93"/>
            </a:solidFill>
            <a:prstDash val="solid"/>
            <a:headEnd type="none"/>
            <a:tailEnd type="none"/>
          </a:ln>
        </p:spPr>
      </p:sp>
      <p:sp>
        <p:nvSpPr>
          <p:cNvPr id="2095" name="Shape 2093"/>
          <p:cNvSpPr/>
          <p:nvPr/>
        </p:nvSpPr>
        <p:spPr>
          <a:xfrm>
            <a:off x="2212543" y="4140408"/>
            <a:ext cx="0" cy="45010"/>
          </a:xfrm>
          <a:prstGeom prst="line">
            <a:avLst/>
          </a:prstGeom>
          <a:noFill/>
          <a:ln w="25400">
            <a:solidFill>
              <a:srgbClr val="2F7F93"/>
            </a:solidFill>
            <a:prstDash val="solid"/>
            <a:headEnd type="none"/>
            <a:tailEnd type="none"/>
          </a:ln>
        </p:spPr>
      </p:sp>
      <p:sp>
        <p:nvSpPr>
          <p:cNvPr id="2096" name="Shape 2094"/>
          <p:cNvSpPr/>
          <p:nvPr/>
        </p:nvSpPr>
        <p:spPr>
          <a:xfrm>
            <a:off x="2212543" y="4143151"/>
            <a:ext cx="127407" cy="0"/>
          </a:xfrm>
          <a:prstGeom prst="line">
            <a:avLst/>
          </a:prstGeom>
          <a:noFill/>
          <a:ln w="25400">
            <a:solidFill>
              <a:srgbClr val="2F7F93"/>
            </a:solidFill>
            <a:prstDash val="solid"/>
            <a:headEnd type="none"/>
            <a:tailEnd type="none"/>
          </a:ln>
        </p:spPr>
      </p:sp>
      <p:sp>
        <p:nvSpPr>
          <p:cNvPr id="2097" name="Shape 2095"/>
          <p:cNvSpPr/>
          <p:nvPr/>
        </p:nvSpPr>
        <p:spPr>
          <a:xfrm>
            <a:off x="2337206" y="4095092"/>
            <a:ext cx="0" cy="50802"/>
          </a:xfrm>
          <a:prstGeom prst="line">
            <a:avLst/>
          </a:prstGeom>
          <a:noFill/>
          <a:ln w="25400">
            <a:solidFill>
              <a:srgbClr val="2F7F93"/>
            </a:solidFill>
            <a:prstDash val="solid"/>
            <a:headEnd type="none"/>
            <a:tailEnd type="none"/>
          </a:ln>
        </p:spPr>
      </p:sp>
      <p:sp>
        <p:nvSpPr>
          <p:cNvPr id="2098" name="Shape 2096"/>
          <p:cNvSpPr/>
          <p:nvPr/>
        </p:nvSpPr>
        <p:spPr>
          <a:xfrm>
            <a:off x="2337206" y="4097835"/>
            <a:ext cx="127407" cy="0"/>
          </a:xfrm>
          <a:prstGeom prst="line">
            <a:avLst/>
          </a:prstGeom>
          <a:noFill/>
          <a:ln w="25400">
            <a:solidFill>
              <a:srgbClr val="2F7F93"/>
            </a:solidFill>
            <a:prstDash val="solid"/>
            <a:headEnd type="none"/>
            <a:tailEnd type="none"/>
          </a:ln>
        </p:spPr>
      </p:sp>
      <p:sp>
        <p:nvSpPr>
          <p:cNvPr id="2099" name="Shape 2097"/>
          <p:cNvSpPr/>
          <p:nvPr/>
        </p:nvSpPr>
        <p:spPr>
          <a:xfrm>
            <a:off x="2461870" y="4056768"/>
            <a:ext cx="0" cy="43810"/>
          </a:xfrm>
          <a:prstGeom prst="line">
            <a:avLst/>
          </a:prstGeom>
          <a:noFill/>
          <a:ln w="25400">
            <a:solidFill>
              <a:srgbClr val="2F7F93"/>
            </a:solidFill>
            <a:prstDash val="solid"/>
            <a:headEnd type="none"/>
            <a:tailEnd type="none"/>
          </a:ln>
        </p:spPr>
      </p:sp>
      <p:sp>
        <p:nvSpPr>
          <p:cNvPr id="2100" name="Shape 2098"/>
          <p:cNvSpPr/>
          <p:nvPr/>
        </p:nvSpPr>
        <p:spPr>
          <a:xfrm>
            <a:off x="2461870" y="4059512"/>
            <a:ext cx="127406" cy="0"/>
          </a:xfrm>
          <a:prstGeom prst="line">
            <a:avLst/>
          </a:prstGeom>
          <a:noFill/>
          <a:ln w="25400">
            <a:solidFill>
              <a:srgbClr val="2F7F93"/>
            </a:solidFill>
            <a:prstDash val="solid"/>
            <a:headEnd type="none"/>
            <a:tailEnd type="none"/>
          </a:ln>
        </p:spPr>
      </p:sp>
      <p:sp>
        <p:nvSpPr>
          <p:cNvPr id="2101" name="Shape 2099"/>
          <p:cNvSpPr/>
          <p:nvPr/>
        </p:nvSpPr>
        <p:spPr>
          <a:xfrm>
            <a:off x="2586533" y="4026197"/>
            <a:ext cx="0" cy="36058"/>
          </a:xfrm>
          <a:prstGeom prst="line">
            <a:avLst/>
          </a:prstGeom>
          <a:noFill/>
          <a:ln w="25400">
            <a:solidFill>
              <a:srgbClr val="2F7F93"/>
            </a:solidFill>
            <a:prstDash val="solid"/>
            <a:headEnd type="none"/>
            <a:tailEnd type="none"/>
          </a:ln>
        </p:spPr>
      </p:sp>
      <p:sp>
        <p:nvSpPr>
          <p:cNvPr id="2102" name="Shape 2100"/>
          <p:cNvSpPr/>
          <p:nvPr/>
        </p:nvSpPr>
        <p:spPr>
          <a:xfrm>
            <a:off x="2586533" y="4028940"/>
            <a:ext cx="127407" cy="0"/>
          </a:xfrm>
          <a:prstGeom prst="line">
            <a:avLst/>
          </a:prstGeom>
          <a:noFill/>
          <a:ln w="25400">
            <a:solidFill>
              <a:srgbClr val="2F7F93"/>
            </a:solidFill>
            <a:prstDash val="solid"/>
            <a:headEnd type="none"/>
            <a:tailEnd type="none"/>
          </a:ln>
        </p:spPr>
      </p:sp>
      <p:sp>
        <p:nvSpPr>
          <p:cNvPr id="2103" name="Shape 2101"/>
          <p:cNvSpPr/>
          <p:nvPr/>
        </p:nvSpPr>
        <p:spPr>
          <a:xfrm>
            <a:off x="2711196" y="4007854"/>
            <a:ext cx="0" cy="23829"/>
          </a:xfrm>
          <a:prstGeom prst="line">
            <a:avLst/>
          </a:prstGeom>
          <a:noFill/>
          <a:ln w="25400">
            <a:solidFill>
              <a:srgbClr val="2F7F93"/>
            </a:solidFill>
            <a:prstDash val="solid"/>
            <a:headEnd type="none"/>
            <a:tailEnd type="none"/>
          </a:ln>
        </p:spPr>
      </p:sp>
      <p:sp>
        <p:nvSpPr>
          <p:cNvPr id="2104" name="Shape 2102"/>
          <p:cNvSpPr/>
          <p:nvPr/>
        </p:nvSpPr>
        <p:spPr>
          <a:xfrm>
            <a:off x="2711196" y="4010598"/>
            <a:ext cx="127407" cy="0"/>
          </a:xfrm>
          <a:prstGeom prst="line">
            <a:avLst/>
          </a:prstGeom>
          <a:noFill/>
          <a:ln w="25400">
            <a:solidFill>
              <a:srgbClr val="2F7F93"/>
            </a:solidFill>
            <a:prstDash val="solid"/>
            <a:headEnd type="none"/>
            <a:tailEnd type="none"/>
          </a:ln>
        </p:spPr>
      </p:sp>
      <p:sp>
        <p:nvSpPr>
          <p:cNvPr id="2105" name="Shape 2103"/>
          <p:cNvSpPr/>
          <p:nvPr/>
        </p:nvSpPr>
        <p:spPr>
          <a:xfrm>
            <a:off x="2835859" y="4003583"/>
            <a:ext cx="0" cy="9758"/>
          </a:xfrm>
          <a:prstGeom prst="line">
            <a:avLst/>
          </a:prstGeom>
          <a:noFill/>
          <a:ln w="25400">
            <a:solidFill>
              <a:srgbClr val="2F7F93"/>
            </a:solidFill>
            <a:prstDash val="solid"/>
            <a:headEnd type="none"/>
            <a:tailEnd type="none"/>
          </a:ln>
        </p:spPr>
      </p:sp>
      <p:sp>
        <p:nvSpPr>
          <p:cNvPr id="2106" name="Shape 2104"/>
          <p:cNvSpPr/>
          <p:nvPr/>
        </p:nvSpPr>
        <p:spPr>
          <a:xfrm>
            <a:off x="2835859" y="4006326"/>
            <a:ext cx="127406" cy="0"/>
          </a:xfrm>
          <a:prstGeom prst="line">
            <a:avLst/>
          </a:prstGeom>
          <a:noFill/>
          <a:ln w="25400">
            <a:solidFill>
              <a:srgbClr val="2F7F93"/>
            </a:solidFill>
            <a:prstDash val="solid"/>
            <a:headEnd type="none"/>
            <a:tailEnd type="none"/>
          </a:ln>
        </p:spPr>
      </p:sp>
      <p:sp>
        <p:nvSpPr>
          <p:cNvPr id="2107" name="Shape 2105"/>
          <p:cNvSpPr/>
          <p:nvPr/>
        </p:nvSpPr>
        <p:spPr>
          <a:xfrm>
            <a:off x="2960522" y="4003583"/>
            <a:ext cx="0" cy="8412"/>
          </a:xfrm>
          <a:prstGeom prst="line">
            <a:avLst/>
          </a:prstGeom>
          <a:noFill/>
          <a:ln w="25400">
            <a:solidFill>
              <a:srgbClr val="2F7F93"/>
            </a:solidFill>
            <a:prstDash val="solid"/>
            <a:headEnd type="none"/>
            <a:tailEnd type="none"/>
          </a:ln>
        </p:spPr>
      </p:sp>
      <p:sp>
        <p:nvSpPr>
          <p:cNvPr id="2108" name="Shape 2106"/>
          <p:cNvSpPr/>
          <p:nvPr/>
        </p:nvSpPr>
        <p:spPr>
          <a:xfrm>
            <a:off x="2960522" y="4009252"/>
            <a:ext cx="127407" cy="0"/>
          </a:xfrm>
          <a:prstGeom prst="line">
            <a:avLst/>
          </a:prstGeom>
          <a:noFill/>
          <a:ln w="25400">
            <a:solidFill>
              <a:srgbClr val="2F7F93"/>
            </a:solidFill>
            <a:prstDash val="solid"/>
            <a:headEnd type="none"/>
            <a:tailEnd type="none"/>
          </a:ln>
        </p:spPr>
      </p:sp>
      <p:sp>
        <p:nvSpPr>
          <p:cNvPr id="2109" name="Shape 2107"/>
          <p:cNvSpPr/>
          <p:nvPr/>
        </p:nvSpPr>
        <p:spPr>
          <a:xfrm>
            <a:off x="3085186" y="4006509"/>
            <a:ext cx="0" cy="18534"/>
          </a:xfrm>
          <a:prstGeom prst="line">
            <a:avLst/>
          </a:prstGeom>
          <a:noFill/>
          <a:ln w="25400">
            <a:solidFill>
              <a:srgbClr val="2F7F93"/>
            </a:solidFill>
            <a:prstDash val="solid"/>
            <a:headEnd type="none"/>
            <a:tailEnd type="none"/>
          </a:ln>
        </p:spPr>
      </p:sp>
      <p:sp>
        <p:nvSpPr>
          <p:cNvPr id="2110" name="Shape 2108"/>
          <p:cNvSpPr/>
          <p:nvPr/>
        </p:nvSpPr>
        <p:spPr>
          <a:xfrm>
            <a:off x="3085186" y="4022300"/>
            <a:ext cx="127407" cy="0"/>
          </a:xfrm>
          <a:prstGeom prst="line">
            <a:avLst/>
          </a:prstGeom>
          <a:noFill/>
          <a:ln w="25400">
            <a:solidFill>
              <a:srgbClr val="2F7F93"/>
            </a:solidFill>
            <a:prstDash val="solid"/>
            <a:headEnd type="none"/>
            <a:tailEnd type="none"/>
          </a:ln>
        </p:spPr>
      </p:sp>
      <p:sp>
        <p:nvSpPr>
          <p:cNvPr id="2111" name="Shape 2109"/>
          <p:cNvSpPr/>
          <p:nvPr/>
        </p:nvSpPr>
        <p:spPr>
          <a:xfrm>
            <a:off x="3209849" y="4019556"/>
            <a:ext cx="0" cy="30558"/>
          </a:xfrm>
          <a:prstGeom prst="line">
            <a:avLst/>
          </a:prstGeom>
          <a:noFill/>
          <a:ln w="25400">
            <a:solidFill>
              <a:srgbClr val="2F7F93"/>
            </a:solidFill>
            <a:prstDash val="solid"/>
            <a:headEnd type="none"/>
            <a:tailEnd type="none"/>
          </a:ln>
        </p:spPr>
      </p:sp>
      <p:sp>
        <p:nvSpPr>
          <p:cNvPr id="2112" name="Shape 2110"/>
          <p:cNvSpPr/>
          <p:nvPr/>
        </p:nvSpPr>
        <p:spPr>
          <a:xfrm>
            <a:off x="3209849" y="4047371"/>
            <a:ext cx="127406" cy="0"/>
          </a:xfrm>
          <a:prstGeom prst="line">
            <a:avLst/>
          </a:prstGeom>
          <a:noFill/>
          <a:ln w="25400">
            <a:solidFill>
              <a:srgbClr val="2F7F93"/>
            </a:solidFill>
            <a:prstDash val="solid"/>
            <a:headEnd type="none"/>
            <a:tailEnd type="none"/>
          </a:ln>
        </p:spPr>
      </p:sp>
      <p:sp>
        <p:nvSpPr>
          <p:cNvPr id="2113" name="Shape 2111"/>
          <p:cNvSpPr/>
          <p:nvPr/>
        </p:nvSpPr>
        <p:spPr>
          <a:xfrm>
            <a:off x="3334512" y="4044628"/>
            <a:ext cx="0" cy="38369"/>
          </a:xfrm>
          <a:prstGeom prst="line">
            <a:avLst/>
          </a:prstGeom>
          <a:noFill/>
          <a:ln w="25400">
            <a:solidFill>
              <a:srgbClr val="2F7F93"/>
            </a:solidFill>
            <a:prstDash val="solid"/>
            <a:headEnd type="none"/>
            <a:tailEnd type="none"/>
          </a:ln>
        </p:spPr>
      </p:sp>
      <p:sp>
        <p:nvSpPr>
          <p:cNvPr id="2114" name="Shape 2112"/>
          <p:cNvSpPr/>
          <p:nvPr/>
        </p:nvSpPr>
        <p:spPr>
          <a:xfrm>
            <a:off x="3334512" y="4080253"/>
            <a:ext cx="127407" cy="0"/>
          </a:xfrm>
          <a:prstGeom prst="line">
            <a:avLst/>
          </a:prstGeom>
          <a:noFill/>
          <a:ln w="25400">
            <a:solidFill>
              <a:srgbClr val="2F7F93"/>
            </a:solidFill>
            <a:prstDash val="solid"/>
            <a:headEnd type="none"/>
            <a:tailEnd type="none"/>
          </a:ln>
        </p:spPr>
      </p:sp>
      <p:sp>
        <p:nvSpPr>
          <p:cNvPr id="2115" name="Shape 2113"/>
          <p:cNvSpPr/>
          <p:nvPr/>
        </p:nvSpPr>
        <p:spPr>
          <a:xfrm>
            <a:off x="3459175" y="4077510"/>
            <a:ext cx="0" cy="34829"/>
          </a:xfrm>
          <a:prstGeom prst="line">
            <a:avLst/>
          </a:prstGeom>
          <a:noFill/>
          <a:ln w="25400">
            <a:solidFill>
              <a:srgbClr val="2F7F93"/>
            </a:solidFill>
            <a:prstDash val="solid"/>
            <a:headEnd type="none"/>
            <a:tailEnd type="none"/>
          </a:ln>
        </p:spPr>
      </p:sp>
      <p:sp>
        <p:nvSpPr>
          <p:cNvPr id="2116" name="Shape 2114"/>
          <p:cNvSpPr/>
          <p:nvPr/>
        </p:nvSpPr>
        <p:spPr>
          <a:xfrm>
            <a:off x="3459175" y="4109596"/>
            <a:ext cx="127407" cy="0"/>
          </a:xfrm>
          <a:prstGeom prst="line">
            <a:avLst/>
          </a:prstGeom>
          <a:noFill/>
          <a:ln w="25400">
            <a:solidFill>
              <a:srgbClr val="2F7F93"/>
            </a:solidFill>
            <a:prstDash val="solid"/>
            <a:headEnd type="none"/>
            <a:tailEnd type="none"/>
          </a:ln>
        </p:spPr>
      </p:sp>
      <p:sp>
        <p:nvSpPr>
          <p:cNvPr id="2117" name="Shape 2115"/>
          <p:cNvSpPr/>
          <p:nvPr/>
        </p:nvSpPr>
        <p:spPr>
          <a:xfrm>
            <a:off x="3583839" y="4106852"/>
            <a:ext cx="0" cy="31933"/>
          </a:xfrm>
          <a:prstGeom prst="line">
            <a:avLst/>
          </a:prstGeom>
          <a:noFill/>
          <a:ln w="25400">
            <a:solidFill>
              <a:srgbClr val="2F7F93"/>
            </a:solidFill>
            <a:prstDash val="solid"/>
            <a:headEnd type="none"/>
            <a:tailEnd type="none"/>
          </a:ln>
        </p:spPr>
      </p:sp>
      <p:sp>
        <p:nvSpPr>
          <p:cNvPr id="2118" name="Shape 2116"/>
          <p:cNvSpPr/>
          <p:nvPr/>
        </p:nvSpPr>
        <p:spPr>
          <a:xfrm>
            <a:off x="3583839" y="4136042"/>
            <a:ext cx="127406" cy="0"/>
          </a:xfrm>
          <a:prstGeom prst="line">
            <a:avLst/>
          </a:prstGeom>
          <a:noFill/>
          <a:ln w="25400">
            <a:solidFill>
              <a:srgbClr val="2F7F93"/>
            </a:solidFill>
            <a:prstDash val="solid"/>
            <a:headEnd type="none"/>
            <a:tailEnd type="none"/>
          </a:ln>
        </p:spPr>
      </p:sp>
      <p:sp>
        <p:nvSpPr>
          <p:cNvPr id="2119" name="Shape 2117"/>
          <p:cNvSpPr/>
          <p:nvPr/>
        </p:nvSpPr>
        <p:spPr>
          <a:xfrm>
            <a:off x="3708501" y="4133299"/>
            <a:ext cx="0" cy="29007"/>
          </a:xfrm>
          <a:prstGeom prst="line">
            <a:avLst/>
          </a:prstGeom>
          <a:noFill/>
          <a:ln w="25400">
            <a:solidFill>
              <a:srgbClr val="2F7F93"/>
            </a:solidFill>
            <a:prstDash val="solid"/>
            <a:headEnd type="none"/>
            <a:tailEnd type="none"/>
          </a:ln>
        </p:spPr>
      </p:sp>
      <p:sp>
        <p:nvSpPr>
          <p:cNvPr id="2120" name="Shape 2118"/>
          <p:cNvSpPr/>
          <p:nvPr/>
        </p:nvSpPr>
        <p:spPr>
          <a:xfrm>
            <a:off x="3708501" y="4159563"/>
            <a:ext cx="127407" cy="0"/>
          </a:xfrm>
          <a:prstGeom prst="line">
            <a:avLst/>
          </a:prstGeom>
          <a:noFill/>
          <a:ln w="25400">
            <a:solidFill>
              <a:srgbClr val="2F7F93"/>
            </a:solidFill>
            <a:prstDash val="solid"/>
            <a:headEnd type="none"/>
            <a:tailEnd type="none"/>
          </a:ln>
        </p:spPr>
      </p:sp>
      <p:sp>
        <p:nvSpPr>
          <p:cNvPr id="2121" name="Shape 2119"/>
          <p:cNvSpPr/>
          <p:nvPr/>
        </p:nvSpPr>
        <p:spPr>
          <a:xfrm>
            <a:off x="3833165" y="4156819"/>
            <a:ext cx="0" cy="19997"/>
          </a:xfrm>
          <a:prstGeom prst="line">
            <a:avLst/>
          </a:prstGeom>
          <a:noFill/>
          <a:ln w="25400">
            <a:solidFill>
              <a:srgbClr val="2F7F93"/>
            </a:solidFill>
            <a:prstDash val="solid"/>
            <a:headEnd type="none"/>
            <a:tailEnd type="none"/>
          </a:ln>
        </p:spPr>
      </p:sp>
      <p:sp>
        <p:nvSpPr>
          <p:cNvPr id="2122" name="Shape 2120"/>
          <p:cNvSpPr/>
          <p:nvPr/>
        </p:nvSpPr>
        <p:spPr>
          <a:xfrm>
            <a:off x="3833165" y="4174073"/>
            <a:ext cx="127407" cy="0"/>
          </a:xfrm>
          <a:prstGeom prst="line">
            <a:avLst/>
          </a:prstGeom>
          <a:noFill/>
          <a:ln w="25400">
            <a:solidFill>
              <a:srgbClr val="2F7F93"/>
            </a:solidFill>
            <a:prstDash val="solid"/>
            <a:headEnd type="none"/>
            <a:tailEnd type="none"/>
          </a:ln>
        </p:spPr>
      </p:sp>
      <p:sp>
        <p:nvSpPr>
          <p:cNvPr id="2123" name="Shape 2121"/>
          <p:cNvSpPr/>
          <p:nvPr/>
        </p:nvSpPr>
        <p:spPr>
          <a:xfrm>
            <a:off x="3957828" y="4171330"/>
            <a:ext cx="0" cy="20699"/>
          </a:xfrm>
          <a:prstGeom prst="line">
            <a:avLst/>
          </a:prstGeom>
          <a:noFill/>
          <a:ln w="25400">
            <a:solidFill>
              <a:srgbClr val="2F7F93"/>
            </a:solidFill>
            <a:prstDash val="solid"/>
            <a:headEnd type="none"/>
            <a:tailEnd type="none"/>
          </a:ln>
        </p:spPr>
      </p:sp>
      <p:sp>
        <p:nvSpPr>
          <p:cNvPr id="2124" name="Shape 2122"/>
          <p:cNvSpPr/>
          <p:nvPr/>
        </p:nvSpPr>
        <p:spPr>
          <a:xfrm>
            <a:off x="3957828" y="4189285"/>
            <a:ext cx="127406" cy="0"/>
          </a:xfrm>
          <a:prstGeom prst="line">
            <a:avLst/>
          </a:prstGeom>
          <a:noFill/>
          <a:ln w="25400">
            <a:solidFill>
              <a:srgbClr val="2F7F93"/>
            </a:solidFill>
            <a:prstDash val="solid"/>
            <a:headEnd type="none"/>
            <a:tailEnd type="none"/>
          </a:ln>
        </p:spPr>
      </p:sp>
      <p:sp>
        <p:nvSpPr>
          <p:cNvPr id="2125" name="Shape 2123"/>
          <p:cNvSpPr/>
          <p:nvPr/>
        </p:nvSpPr>
        <p:spPr>
          <a:xfrm>
            <a:off x="4082491" y="4186542"/>
            <a:ext cx="0" cy="17920"/>
          </a:xfrm>
          <a:prstGeom prst="line">
            <a:avLst/>
          </a:prstGeom>
          <a:noFill/>
          <a:ln w="25400">
            <a:solidFill>
              <a:srgbClr val="2F7F93"/>
            </a:solidFill>
            <a:prstDash val="solid"/>
            <a:headEnd type="none"/>
            <a:tailEnd type="none"/>
          </a:ln>
        </p:spPr>
      </p:sp>
      <p:sp>
        <p:nvSpPr>
          <p:cNvPr id="2126" name="Shape 2124"/>
          <p:cNvSpPr/>
          <p:nvPr/>
        </p:nvSpPr>
        <p:spPr>
          <a:xfrm>
            <a:off x="4082491" y="4201719"/>
            <a:ext cx="127407" cy="0"/>
          </a:xfrm>
          <a:prstGeom prst="line">
            <a:avLst/>
          </a:prstGeom>
          <a:noFill/>
          <a:ln w="25400">
            <a:solidFill>
              <a:srgbClr val="2F7F93"/>
            </a:solidFill>
            <a:prstDash val="solid"/>
            <a:headEnd type="none"/>
            <a:tailEnd type="none"/>
          </a:ln>
        </p:spPr>
      </p:sp>
      <p:sp>
        <p:nvSpPr>
          <p:cNvPr id="2127" name="Shape 2125"/>
          <p:cNvSpPr/>
          <p:nvPr/>
        </p:nvSpPr>
        <p:spPr>
          <a:xfrm>
            <a:off x="4207154" y="4198975"/>
            <a:ext cx="0" cy="9524"/>
          </a:xfrm>
          <a:prstGeom prst="line">
            <a:avLst/>
          </a:prstGeom>
          <a:noFill/>
          <a:ln w="25400">
            <a:solidFill>
              <a:srgbClr val="2F7F93"/>
            </a:solidFill>
            <a:prstDash val="solid"/>
            <a:headEnd type="none"/>
            <a:tailEnd type="none"/>
          </a:ln>
        </p:spPr>
      </p:sp>
      <p:sp>
        <p:nvSpPr>
          <p:cNvPr id="2128" name="Shape 2126"/>
          <p:cNvSpPr/>
          <p:nvPr/>
        </p:nvSpPr>
        <p:spPr>
          <a:xfrm>
            <a:off x="4207154" y="4205756"/>
            <a:ext cx="127407" cy="0"/>
          </a:xfrm>
          <a:prstGeom prst="line">
            <a:avLst/>
          </a:prstGeom>
          <a:noFill/>
          <a:ln w="25400">
            <a:solidFill>
              <a:srgbClr val="2F7F93"/>
            </a:solidFill>
            <a:prstDash val="solid"/>
            <a:headEnd type="none"/>
            <a:tailEnd type="none"/>
          </a:ln>
        </p:spPr>
      </p:sp>
      <p:sp>
        <p:nvSpPr>
          <p:cNvPr id="2129" name="Shape 2127"/>
          <p:cNvSpPr/>
          <p:nvPr/>
        </p:nvSpPr>
        <p:spPr>
          <a:xfrm>
            <a:off x="4331818" y="4199122"/>
            <a:ext cx="0" cy="9377"/>
          </a:xfrm>
          <a:prstGeom prst="line">
            <a:avLst/>
          </a:prstGeom>
          <a:noFill/>
          <a:ln w="25400">
            <a:solidFill>
              <a:srgbClr val="2F7F93"/>
            </a:solidFill>
            <a:prstDash val="solid"/>
            <a:headEnd type="none"/>
            <a:tailEnd type="none"/>
          </a:ln>
        </p:spPr>
      </p:sp>
      <p:sp>
        <p:nvSpPr>
          <p:cNvPr id="2130" name="Shape 2128"/>
          <p:cNvSpPr/>
          <p:nvPr/>
        </p:nvSpPr>
        <p:spPr>
          <a:xfrm>
            <a:off x="4331818" y="4201865"/>
            <a:ext cx="127406" cy="0"/>
          </a:xfrm>
          <a:prstGeom prst="line">
            <a:avLst/>
          </a:prstGeom>
          <a:noFill/>
          <a:ln w="25400">
            <a:solidFill>
              <a:srgbClr val="2F7F93"/>
            </a:solidFill>
            <a:prstDash val="solid"/>
            <a:headEnd type="none"/>
            <a:tailEnd type="none"/>
          </a:ln>
        </p:spPr>
      </p:sp>
      <p:sp>
        <p:nvSpPr>
          <p:cNvPr id="2131" name="Shape 2129"/>
          <p:cNvSpPr/>
          <p:nvPr/>
        </p:nvSpPr>
        <p:spPr>
          <a:xfrm>
            <a:off x="4456481" y="4195582"/>
            <a:ext cx="0" cy="9026"/>
          </a:xfrm>
          <a:prstGeom prst="line">
            <a:avLst/>
          </a:prstGeom>
          <a:noFill/>
          <a:ln w="25400">
            <a:solidFill>
              <a:srgbClr val="2F7F93"/>
            </a:solidFill>
            <a:prstDash val="solid"/>
            <a:headEnd type="none"/>
            <a:tailEnd type="none"/>
          </a:ln>
        </p:spPr>
      </p:sp>
      <p:sp>
        <p:nvSpPr>
          <p:cNvPr id="2132" name="Shape 2130"/>
          <p:cNvSpPr/>
          <p:nvPr/>
        </p:nvSpPr>
        <p:spPr>
          <a:xfrm>
            <a:off x="4456481" y="4198325"/>
            <a:ext cx="127407" cy="0"/>
          </a:xfrm>
          <a:prstGeom prst="line">
            <a:avLst/>
          </a:prstGeom>
          <a:noFill/>
          <a:ln w="25400">
            <a:solidFill>
              <a:srgbClr val="2F7F93"/>
            </a:solidFill>
            <a:prstDash val="solid"/>
            <a:headEnd type="none"/>
            <a:tailEnd type="none"/>
          </a:ln>
        </p:spPr>
      </p:sp>
      <p:sp>
        <p:nvSpPr>
          <p:cNvPr id="2133" name="Shape 2131"/>
          <p:cNvSpPr/>
          <p:nvPr/>
        </p:nvSpPr>
        <p:spPr>
          <a:xfrm>
            <a:off x="4581144" y="4195582"/>
            <a:ext cx="0" cy="11922"/>
          </a:xfrm>
          <a:prstGeom prst="line">
            <a:avLst/>
          </a:prstGeom>
          <a:noFill/>
          <a:ln w="25400">
            <a:solidFill>
              <a:srgbClr val="2F7F93"/>
            </a:solidFill>
            <a:prstDash val="solid"/>
            <a:headEnd type="none"/>
            <a:tailEnd type="none"/>
          </a:ln>
        </p:spPr>
      </p:sp>
      <p:sp>
        <p:nvSpPr>
          <p:cNvPr id="2134" name="Shape 2132"/>
          <p:cNvSpPr/>
          <p:nvPr/>
        </p:nvSpPr>
        <p:spPr>
          <a:xfrm>
            <a:off x="4581144" y="4204761"/>
            <a:ext cx="127407" cy="0"/>
          </a:xfrm>
          <a:prstGeom prst="line">
            <a:avLst/>
          </a:prstGeom>
          <a:noFill/>
          <a:ln w="25400">
            <a:solidFill>
              <a:srgbClr val="2F7F93"/>
            </a:solidFill>
            <a:prstDash val="solid"/>
            <a:headEnd type="none"/>
            <a:tailEnd type="none"/>
          </a:ln>
        </p:spPr>
      </p:sp>
      <p:sp>
        <p:nvSpPr>
          <p:cNvPr id="2135" name="Shape 2133"/>
          <p:cNvSpPr/>
          <p:nvPr/>
        </p:nvSpPr>
        <p:spPr>
          <a:xfrm>
            <a:off x="4705807" y="4202018"/>
            <a:ext cx="0" cy="19353"/>
          </a:xfrm>
          <a:prstGeom prst="line">
            <a:avLst/>
          </a:prstGeom>
          <a:noFill/>
          <a:ln w="25400">
            <a:solidFill>
              <a:srgbClr val="2F7F93"/>
            </a:solidFill>
            <a:prstDash val="solid"/>
            <a:headEnd type="none"/>
            <a:tailEnd type="none"/>
          </a:ln>
        </p:spPr>
      </p:sp>
      <p:sp>
        <p:nvSpPr>
          <p:cNvPr id="2136" name="Shape 2134"/>
          <p:cNvSpPr/>
          <p:nvPr/>
        </p:nvSpPr>
        <p:spPr>
          <a:xfrm>
            <a:off x="4705807" y="4218628"/>
            <a:ext cx="127406" cy="0"/>
          </a:xfrm>
          <a:prstGeom prst="line">
            <a:avLst/>
          </a:prstGeom>
          <a:noFill/>
          <a:ln w="25400">
            <a:solidFill>
              <a:srgbClr val="2F7F93"/>
            </a:solidFill>
            <a:prstDash val="solid"/>
            <a:headEnd type="none"/>
            <a:tailEnd type="none"/>
          </a:ln>
        </p:spPr>
      </p:sp>
      <p:sp>
        <p:nvSpPr>
          <p:cNvPr id="2137" name="Shape 2135"/>
          <p:cNvSpPr/>
          <p:nvPr/>
        </p:nvSpPr>
        <p:spPr>
          <a:xfrm>
            <a:off x="4830470" y="4215885"/>
            <a:ext cx="0" cy="19031"/>
          </a:xfrm>
          <a:prstGeom prst="line">
            <a:avLst/>
          </a:prstGeom>
          <a:noFill/>
          <a:ln w="25400">
            <a:solidFill>
              <a:srgbClr val="2F7F93"/>
            </a:solidFill>
            <a:prstDash val="solid"/>
            <a:headEnd type="none"/>
            <a:tailEnd type="none"/>
          </a:ln>
        </p:spPr>
      </p:sp>
      <p:sp>
        <p:nvSpPr>
          <p:cNvPr id="2138" name="Shape 2136"/>
          <p:cNvSpPr/>
          <p:nvPr/>
        </p:nvSpPr>
        <p:spPr>
          <a:xfrm>
            <a:off x="4830470" y="4232173"/>
            <a:ext cx="127407" cy="0"/>
          </a:xfrm>
          <a:prstGeom prst="line">
            <a:avLst/>
          </a:prstGeom>
          <a:noFill/>
          <a:ln w="25400">
            <a:solidFill>
              <a:srgbClr val="2F7F93"/>
            </a:solidFill>
            <a:prstDash val="solid"/>
            <a:headEnd type="none"/>
            <a:tailEnd type="none"/>
          </a:ln>
        </p:spPr>
      </p:sp>
      <p:sp>
        <p:nvSpPr>
          <p:cNvPr id="2139" name="Shape 2137"/>
          <p:cNvSpPr/>
          <p:nvPr/>
        </p:nvSpPr>
        <p:spPr>
          <a:xfrm>
            <a:off x="4955134" y="4229430"/>
            <a:ext cx="0" cy="29973"/>
          </a:xfrm>
          <a:prstGeom prst="line">
            <a:avLst/>
          </a:prstGeom>
          <a:noFill/>
          <a:ln w="25400">
            <a:solidFill>
              <a:srgbClr val="2F7F93"/>
            </a:solidFill>
            <a:prstDash val="solid"/>
            <a:headEnd type="none"/>
            <a:tailEnd type="none"/>
          </a:ln>
        </p:spPr>
      </p:sp>
      <p:sp>
        <p:nvSpPr>
          <p:cNvPr id="2140" name="Shape 2138"/>
          <p:cNvSpPr/>
          <p:nvPr/>
        </p:nvSpPr>
        <p:spPr>
          <a:xfrm>
            <a:off x="4955134" y="4256659"/>
            <a:ext cx="127407" cy="0"/>
          </a:xfrm>
          <a:prstGeom prst="line">
            <a:avLst/>
          </a:prstGeom>
          <a:noFill/>
          <a:ln w="25400">
            <a:solidFill>
              <a:srgbClr val="2F7F93"/>
            </a:solidFill>
            <a:prstDash val="solid"/>
            <a:headEnd type="none"/>
            <a:tailEnd type="none"/>
          </a:ln>
        </p:spPr>
      </p:sp>
      <p:sp>
        <p:nvSpPr>
          <p:cNvPr id="2141" name="Shape 2139"/>
          <p:cNvSpPr/>
          <p:nvPr/>
        </p:nvSpPr>
        <p:spPr>
          <a:xfrm>
            <a:off x="5079797" y="4253916"/>
            <a:ext cx="0" cy="35268"/>
          </a:xfrm>
          <a:prstGeom prst="line">
            <a:avLst/>
          </a:prstGeom>
          <a:noFill/>
          <a:ln w="25400">
            <a:solidFill>
              <a:srgbClr val="2F7F93"/>
            </a:solidFill>
            <a:prstDash val="solid"/>
            <a:headEnd type="none"/>
            <a:tailEnd type="none"/>
          </a:ln>
        </p:spPr>
      </p:sp>
      <p:sp>
        <p:nvSpPr>
          <p:cNvPr id="2142" name="Shape 2140"/>
          <p:cNvSpPr/>
          <p:nvPr/>
        </p:nvSpPr>
        <p:spPr>
          <a:xfrm>
            <a:off x="5079797" y="4286440"/>
            <a:ext cx="127406" cy="0"/>
          </a:xfrm>
          <a:prstGeom prst="line">
            <a:avLst/>
          </a:prstGeom>
          <a:noFill/>
          <a:ln w="25400">
            <a:solidFill>
              <a:srgbClr val="2F7F93"/>
            </a:solidFill>
            <a:prstDash val="solid"/>
            <a:headEnd type="none"/>
            <a:tailEnd type="none"/>
          </a:ln>
        </p:spPr>
      </p:sp>
      <p:sp>
        <p:nvSpPr>
          <p:cNvPr id="2143" name="Shape 2141"/>
          <p:cNvSpPr/>
          <p:nvPr/>
        </p:nvSpPr>
        <p:spPr>
          <a:xfrm>
            <a:off x="5204460" y="4283697"/>
            <a:ext cx="0" cy="33688"/>
          </a:xfrm>
          <a:prstGeom prst="line">
            <a:avLst/>
          </a:prstGeom>
          <a:noFill/>
          <a:ln w="25400">
            <a:solidFill>
              <a:srgbClr val="2F7F93"/>
            </a:solidFill>
            <a:prstDash val="solid"/>
            <a:headEnd type="none"/>
            <a:tailEnd type="none"/>
          </a:ln>
        </p:spPr>
      </p:sp>
      <p:sp>
        <p:nvSpPr>
          <p:cNvPr id="2144" name="Shape 2142"/>
          <p:cNvSpPr/>
          <p:nvPr/>
        </p:nvSpPr>
        <p:spPr>
          <a:xfrm>
            <a:off x="5204460" y="4314642"/>
            <a:ext cx="127407" cy="0"/>
          </a:xfrm>
          <a:prstGeom prst="line">
            <a:avLst/>
          </a:prstGeom>
          <a:noFill/>
          <a:ln w="25400">
            <a:solidFill>
              <a:srgbClr val="2F7F93"/>
            </a:solidFill>
            <a:prstDash val="solid"/>
            <a:headEnd type="none"/>
            <a:tailEnd type="none"/>
          </a:ln>
        </p:spPr>
      </p:sp>
      <p:sp>
        <p:nvSpPr>
          <p:cNvPr id="2145" name="Shape 2143"/>
          <p:cNvSpPr/>
          <p:nvPr/>
        </p:nvSpPr>
        <p:spPr>
          <a:xfrm>
            <a:off x="5329123" y="4311899"/>
            <a:ext cx="0" cy="34975"/>
          </a:xfrm>
          <a:prstGeom prst="line">
            <a:avLst/>
          </a:prstGeom>
          <a:noFill/>
          <a:ln w="25400">
            <a:solidFill>
              <a:srgbClr val="2F7F93"/>
            </a:solidFill>
            <a:prstDash val="solid"/>
            <a:headEnd type="none"/>
            <a:tailEnd type="none"/>
          </a:ln>
        </p:spPr>
      </p:sp>
      <p:sp>
        <p:nvSpPr>
          <p:cNvPr id="2146" name="Shape 2144"/>
          <p:cNvSpPr/>
          <p:nvPr/>
        </p:nvSpPr>
        <p:spPr>
          <a:xfrm>
            <a:off x="5329123" y="4344131"/>
            <a:ext cx="127407" cy="0"/>
          </a:xfrm>
          <a:prstGeom prst="line">
            <a:avLst/>
          </a:prstGeom>
          <a:noFill/>
          <a:ln w="25400">
            <a:solidFill>
              <a:srgbClr val="2F7F93"/>
            </a:solidFill>
            <a:prstDash val="solid"/>
            <a:headEnd type="none"/>
            <a:tailEnd type="none"/>
          </a:ln>
        </p:spPr>
      </p:sp>
      <p:sp>
        <p:nvSpPr>
          <p:cNvPr id="2147" name="Shape 2145"/>
          <p:cNvSpPr/>
          <p:nvPr/>
        </p:nvSpPr>
        <p:spPr>
          <a:xfrm>
            <a:off x="5453787" y="4341387"/>
            <a:ext cx="0" cy="36555"/>
          </a:xfrm>
          <a:prstGeom prst="line">
            <a:avLst/>
          </a:prstGeom>
          <a:noFill/>
          <a:ln w="25400">
            <a:solidFill>
              <a:srgbClr val="2F7F93"/>
            </a:solidFill>
            <a:prstDash val="solid"/>
            <a:headEnd type="none"/>
            <a:tailEnd type="none"/>
          </a:ln>
        </p:spPr>
      </p:sp>
      <p:sp>
        <p:nvSpPr>
          <p:cNvPr id="2148" name="Shape 2146"/>
          <p:cNvSpPr/>
          <p:nvPr/>
        </p:nvSpPr>
        <p:spPr>
          <a:xfrm>
            <a:off x="5453787" y="4375199"/>
            <a:ext cx="127406" cy="0"/>
          </a:xfrm>
          <a:prstGeom prst="line">
            <a:avLst/>
          </a:prstGeom>
          <a:noFill/>
          <a:ln w="25400">
            <a:solidFill>
              <a:srgbClr val="2F7F93"/>
            </a:solidFill>
            <a:prstDash val="solid"/>
            <a:headEnd type="none"/>
            <a:tailEnd type="none"/>
          </a:ln>
        </p:spPr>
      </p:sp>
      <p:sp>
        <p:nvSpPr>
          <p:cNvPr id="2149" name="Shape 2147"/>
          <p:cNvSpPr/>
          <p:nvPr/>
        </p:nvSpPr>
        <p:spPr>
          <a:xfrm>
            <a:off x="5578449" y="4372456"/>
            <a:ext cx="0" cy="35824"/>
          </a:xfrm>
          <a:prstGeom prst="line">
            <a:avLst/>
          </a:prstGeom>
          <a:noFill/>
          <a:ln w="25400">
            <a:solidFill>
              <a:srgbClr val="2F7F93"/>
            </a:solidFill>
            <a:prstDash val="solid"/>
            <a:headEnd type="none"/>
            <a:tailEnd type="none"/>
          </a:ln>
        </p:spPr>
      </p:sp>
      <p:sp>
        <p:nvSpPr>
          <p:cNvPr id="2150" name="Shape 2148"/>
          <p:cNvSpPr/>
          <p:nvPr/>
        </p:nvSpPr>
        <p:spPr>
          <a:xfrm>
            <a:off x="5578449" y="4405536"/>
            <a:ext cx="127407" cy="0"/>
          </a:xfrm>
          <a:prstGeom prst="line">
            <a:avLst/>
          </a:prstGeom>
          <a:noFill/>
          <a:ln w="25400">
            <a:solidFill>
              <a:srgbClr val="2F7F93"/>
            </a:solidFill>
            <a:prstDash val="solid"/>
            <a:headEnd type="none"/>
            <a:tailEnd type="none"/>
          </a:ln>
        </p:spPr>
      </p:sp>
      <p:sp>
        <p:nvSpPr>
          <p:cNvPr id="2151" name="Shape 2149"/>
          <p:cNvSpPr/>
          <p:nvPr/>
        </p:nvSpPr>
        <p:spPr>
          <a:xfrm>
            <a:off x="5703113" y="4402793"/>
            <a:ext cx="0" cy="35970"/>
          </a:xfrm>
          <a:prstGeom prst="line">
            <a:avLst/>
          </a:prstGeom>
          <a:noFill/>
          <a:ln w="25400">
            <a:solidFill>
              <a:srgbClr val="2F7F93"/>
            </a:solidFill>
            <a:prstDash val="solid"/>
            <a:headEnd type="none"/>
            <a:tailEnd type="none"/>
          </a:ln>
        </p:spPr>
      </p:sp>
      <p:sp>
        <p:nvSpPr>
          <p:cNvPr id="2152" name="Shape 2150"/>
          <p:cNvSpPr/>
          <p:nvPr/>
        </p:nvSpPr>
        <p:spPr>
          <a:xfrm>
            <a:off x="5703113" y="4436020"/>
            <a:ext cx="127407" cy="0"/>
          </a:xfrm>
          <a:prstGeom prst="line">
            <a:avLst/>
          </a:prstGeom>
          <a:noFill/>
          <a:ln w="25400">
            <a:solidFill>
              <a:srgbClr val="2F7F93"/>
            </a:solidFill>
            <a:prstDash val="solid"/>
            <a:headEnd type="none"/>
            <a:tailEnd type="none"/>
          </a:ln>
        </p:spPr>
      </p:sp>
      <p:sp>
        <p:nvSpPr>
          <p:cNvPr id="2153" name="Shape 2151"/>
          <p:cNvSpPr/>
          <p:nvPr/>
        </p:nvSpPr>
        <p:spPr>
          <a:xfrm>
            <a:off x="5827776" y="4433276"/>
            <a:ext cx="0" cy="32254"/>
          </a:xfrm>
          <a:prstGeom prst="line">
            <a:avLst/>
          </a:prstGeom>
          <a:noFill/>
          <a:ln w="25400">
            <a:solidFill>
              <a:srgbClr val="2F7F93"/>
            </a:solidFill>
            <a:prstDash val="solid"/>
            <a:headEnd type="none"/>
            <a:tailEnd type="none"/>
          </a:ln>
        </p:spPr>
      </p:sp>
      <p:sp>
        <p:nvSpPr>
          <p:cNvPr id="2154" name="Shape 2152"/>
          <p:cNvSpPr/>
          <p:nvPr/>
        </p:nvSpPr>
        <p:spPr>
          <a:xfrm>
            <a:off x="5827776" y="4462788"/>
            <a:ext cx="127406" cy="0"/>
          </a:xfrm>
          <a:prstGeom prst="line">
            <a:avLst/>
          </a:prstGeom>
          <a:noFill/>
          <a:ln w="25400">
            <a:solidFill>
              <a:srgbClr val="2F7F93"/>
            </a:solidFill>
            <a:prstDash val="solid"/>
            <a:headEnd type="none"/>
            <a:tailEnd type="none"/>
          </a:ln>
        </p:spPr>
      </p:sp>
      <p:sp>
        <p:nvSpPr>
          <p:cNvPr id="2155" name="Shape 2153"/>
          <p:cNvSpPr/>
          <p:nvPr/>
        </p:nvSpPr>
        <p:spPr>
          <a:xfrm>
            <a:off x="5952439" y="4460045"/>
            <a:ext cx="0" cy="38837"/>
          </a:xfrm>
          <a:prstGeom prst="line">
            <a:avLst/>
          </a:prstGeom>
          <a:noFill/>
          <a:ln w="25400">
            <a:solidFill>
              <a:srgbClr val="2F7F93"/>
            </a:solidFill>
            <a:prstDash val="solid"/>
            <a:headEnd type="none"/>
            <a:tailEnd type="none"/>
          </a:ln>
        </p:spPr>
      </p:sp>
      <p:sp>
        <p:nvSpPr>
          <p:cNvPr id="2156" name="Shape 2154"/>
          <p:cNvSpPr/>
          <p:nvPr/>
        </p:nvSpPr>
        <p:spPr>
          <a:xfrm>
            <a:off x="5952439" y="4496138"/>
            <a:ext cx="127407" cy="0"/>
          </a:xfrm>
          <a:prstGeom prst="line">
            <a:avLst/>
          </a:prstGeom>
          <a:noFill/>
          <a:ln w="25400">
            <a:solidFill>
              <a:srgbClr val="2F7F93"/>
            </a:solidFill>
            <a:prstDash val="solid"/>
            <a:headEnd type="none"/>
            <a:tailEnd type="none"/>
          </a:ln>
        </p:spPr>
      </p:sp>
      <p:sp>
        <p:nvSpPr>
          <p:cNvPr id="2157" name="Shape 2155"/>
          <p:cNvSpPr/>
          <p:nvPr/>
        </p:nvSpPr>
        <p:spPr>
          <a:xfrm>
            <a:off x="6077102" y="4493395"/>
            <a:ext cx="0" cy="37345"/>
          </a:xfrm>
          <a:prstGeom prst="line">
            <a:avLst/>
          </a:prstGeom>
          <a:noFill/>
          <a:ln w="25400">
            <a:solidFill>
              <a:srgbClr val="2F7F93"/>
            </a:solidFill>
            <a:prstDash val="solid"/>
            <a:headEnd type="none"/>
            <a:tailEnd type="none"/>
          </a:ln>
        </p:spPr>
      </p:sp>
      <p:sp>
        <p:nvSpPr>
          <p:cNvPr id="2158" name="Shape 2156"/>
          <p:cNvSpPr/>
          <p:nvPr/>
        </p:nvSpPr>
        <p:spPr>
          <a:xfrm>
            <a:off x="6077102" y="4527997"/>
            <a:ext cx="127407" cy="0"/>
          </a:xfrm>
          <a:prstGeom prst="line">
            <a:avLst/>
          </a:prstGeom>
          <a:noFill/>
          <a:ln w="25400">
            <a:solidFill>
              <a:srgbClr val="2F7F93"/>
            </a:solidFill>
            <a:prstDash val="solid"/>
            <a:headEnd type="none"/>
            <a:tailEnd type="none"/>
          </a:ln>
        </p:spPr>
      </p:sp>
      <p:sp>
        <p:nvSpPr>
          <p:cNvPr id="2159" name="Shape 2157"/>
          <p:cNvSpPr/>
          <p:nvPr/>
        </p:nvSpPr>
        <p:spPr>
          <a:xfrm>
            <a:off x="6201766" y="4525253"/>
            <a:ext cx="0" cy="31231"/>
          </a:xfrm>
          <a:prstGeom prst="line">
            <a:avLst/>
          </a:prstGeom>
          <a:noFill/>
          <a:ln w="25400">
            <a:solidFill>
              <a:srgbClr val="2F7F93"/>
            </a:solidFill>
            <a:prstDash val="solid"/>
            <a:headEnd type="none"/>
            <a:tailEnd type="none"/>
          </a:ln>
        </p:spPr>
      </p:sp>
      <p:sp>
        <p:nvSpPr>
          <p:cNvPr id="2160" name="Shape 2158"/>
          <p:cNvSpPr/>
          <p:nvPr/>
        </p:nvSpPr>
        <p:spPr>
          <a:xfrm>
            <a:off x="6201766" y="4553741"/>
            <a:ext cx="127406" cy="0"/>
          </a:xfrm>
          <a:prstGeom prst="line">
            <a:avLst/>
          </a:prstGeom>
          <a:noFill/>
          <a:ln w="25400">
            <a:solidFill>
              <a:srgbClr val="2F7F93"/>
            </a:solidFill>
            <a:prstDash val="solid"/>
            <a:headEnd type="none"/>
            <a:tailEnd type="none"/>
          </a:ln>
        </p:spPr>
      </p:sp>
      <p:sp>
        <p:nvSpPr>
          <p:cNvPr id="2161" name="Shape 2159"/>
          <p:cNvSpPr/>
          <p:nvPr/>
        </p:nvSpPr>
        <p:spPr>
          <a:xfrm>
            <a:off x="6326429" y="4550997"/>
            <a:ext cx="0" cy="32723"/>
          </a:xfrm>
          <a:prstGeom prst="line">
            <a:avLst/>
          </a:prstGeom>
          <a:noFill/>
          <a:ln w="25400">
            <a:solidFill>
              <a:srgbClr val="2F7F93"/>
            </a:solidFill>
            <a:prstDash val="solid"/>
            <a:headEnd type="none"/>
            <a:tailEnd type="none"/>
          </a:ln>
        </p:spPr>
      </p:sp>
      <p:sp>
        <p:nvSpPr>
          <p:cNvPr id="2162" name="Shape 2160"/>
          <p:cNvSpPr/>
          <p:nvPr/>
        </p:nvSpPr>
        <p:spPr>
          <a:xfrm>
            <a:off x="6326429" y="4580977"/>
            <a:ext cx="127407" cy="0"/>
          </a:xfrm>
          <a:prstGeom prst="line">
            <a:avLst/>
          </a:prstGeom>
          <a:noFill/>
          <a:ln w="25400">
            <a:solidFill>
              <a:srgbClr val="2F7F93"/>
            </a:solidFill>
            <a:prstDash val="solid"/>
            <a:headEnd type="none"/>
            <a:tailEnd type="none"/>
          </a:ln>
        </p:spPr>
      </p:sp>
      <p:sp>
        <p:nvSpPr>
          <p:cNvPr id="2163" name="Shape 2161"/>
          <p:cNvSpPr/>
          <p:nvPr/>
        </p:nvSpPr>
        <p:spPr>
          <a:xfrm>
            <a:off x="6451092" y="4578234"/>
            <a:ext cx="0" cy="22747"/>
          </a:xfrm>
          <a:prstGeom prst="line">
            <a:avLst/>
          </a:prstGeom>
          <a:noFill/>
          <a:ln w="25400">
            <a:solidFill>
              <a:srgbClr val="2F7F93"/>
            </a:solidFill>
            <a:prstDash val="solid"/>
            <a:headEnd type="none"/>
            <a:tailEnd type="none"/>
          </a:ln>
        </p:spPr>
      </p:sp>
      <p:sp>
        <p:nvSpPr>
          <p:cNvPr id="2164" name="Shape 2162"/>
          <p:cNvSpPr/>
          <p:nvPr/>
        </p:nvSpPr>
        <p:spPr>
          <a:xfrm>
            <a:off x="6451092" y="4598237"/>
            <a:ext cx="127407" cy="0"/>
          </a:xfrm>
          <a:prstGeom prst="line">
            <a:avLst/>
          </a:prstGeom>
          <a:noFill/>
          <a:ln w="25400">
            <a:solidFill>
              <a:srgbClr val="2F7F93"/>
            </a:solidFill>
            <a:prstDash val="solid"/>
            <a:headEnd type="none"/>
            <a:tailEnd type="none"/>
          </a:ln>
        </p:spPr>
      </p:sp>
      <p:sp>
        <p:nvSpPr>
          <p:cNvPr id="2165" name="Shape 2163"/>
          <p:cNvSpPr/>
          <p:nvPr/>
        </p:nvSpPr>
        <p:spPr>
          <a:xfrm>
            <a:off x="6575755" y="4595494"/>
            <a:ext cx="0" cy="20494"/>
          </a:xfrm>
          <a:prstGeom prst="line">
            <a:avLst/>
          </a:prstGeom>
          <a:noFill/>
          <a:ln w="25400">
            <a:solidFill>
              <a:srgbClr val="2F7F93"/>
            </a:solidFill>
            <a:prstDash val="solid"/>
            <a:headEnd type="none"/>
            <a:tailEnd type="none"/>
          </a:ln>
        </p:spPr>
      </p:sp>
      <p:sp>
        <p:nvSpPr>
          <p:cNvPr id="2166" name="Shape 2164"/>
          <p:cNvSpPr/>
          <p:nvPr/>
        </p:nvSpPr>
        <p:spPr>
          <a:xfrm>
            <a:off x="6575755" y="4613245"/>
            <a:ext cx="127406" cy="0"/>
          </a:xfrm>
          <a:prstGeom prst="line">
            <a:avLst/>
          </a:prstGeom>
          <a:noFill/>
          <a:ln w="25400">
            <a:solidFill>
              <a:srgbClr val="2F7F93"/>
            </a:solidFill>
            <a:prstDash val="solid"/>
            <a:headEnd type="none"/>
            <a:tailEnd type="none"/>
          </a:ln>
        </p:spPr>
      </p:sp>
      <p:sp>
        <p:nvSpPr>
          <p:cNvPr id="2167" name="Shape 2165"/>
          <p:cNvSpPr/>
          <p:nvPr/>
        </p:nvSpPr>
        <p:spPr>
          <a:xfrm>
            <a:off x="6700418" y="4610502"/>
            <a:ext cx="0" cy="25116"/>
          </a:xfrm>
          <a:prstGeom prst="line">
            <a:avLst/>
          </a:prstGeom>
          <a:noFill/>
          <a:ln w="25400">
            <a:solidFill>
              <a:srgbClr val="2F7F93"/>
            </a:solidFill>
            <a:prstDash val="solid"/>
            <a:headEnd type="none"/>
            <a:tailEnd type="none"/>
          </a:ln>
        </p:spPr>
      </p:sp>
      <p:sp>
        <p:nvSpPr>
          <p:cNvPr id="2168" name="Shape 2166"/>
          <p:cNvSpPr/>
          <p:nvPr/>
        </p:nvSpPr>
        <p:spPr>
          <a:xfrm>
            <a:off x="6700418" y="4632875"/>
            <a:ext cx="127407" cy="0"/>
          </a:xfrm>
          <a:prstGeom prst="line">
            <a:avLst/>
          </a:prstGeom>
          <a:noFill/>
          <a:ln w="25400">
            <a:solidFill>
              <a:srgbClr val="2F7F93"/>
            </a:solidFill>
            <a:prstDash val="solid"/>
            <a:headEnd type="none"/>
            <a:tailEnd type="none"/>
          </a:ln>
        </p:spPr>
      </p:sp>
      <p:sp>
        <p:nvSpPr>
          <p:cNvPr id="2169" name="Shape 2167"/>
          <p:cNvSpPr/>
          <p:nvPr/>
        </p:nvSpPr>
        <p:spPr>
          <a:xfrm>
            <a:off x="6825082" y="4630131"/>
            <a:ext cx="0" cy="25818"/>
          </a:xfrm>
          <a:prstGeom prst="line">
            <a:avLst/>
          </a:prstGeom>
          <a:noFill/>
          <a:ln w="25400">
            <a:solidFill>
              <a:srgbClr val="2F7F93"/>
            </a:solidFill>
            <a:prstDash val="solid"/>
            <a:headEnd type="none"/>
            <a:tailEnd type="none"/>
          </a:ln>
        </p:spPr>
      </p:sp>
      <p:sp>
        <p:nvSpPr>
          <p:cNvPr id="2170" name="Shape 2168"/>
          <p:cNvSpPr/>
          <p:nvPr/>
        </p:nvSpPr>
        <p:spPr>
          <a:xfrm>
            <a:off x="6825082" y="4653207"/>
            <a:ext cx="127407" cy="0"/>
          </a:xfrm>
          <a:prstGeom prst="line">
            <a:avLst/>
          </a:prstGeom>
          <a:noFill/>
          <a:ln w="25400">
            <a:solidFill>
              <a:srgbClr val="2F7F93"/>
            </a:solidFill>
            <a:prstDash val="solid"/>
            <a:headEnd type="none"/>
            <a:tailEnd type="none"/>
          </a:ln>
        </p:spPr>
      </p:sp>
      <p:sp>
        <p:nvSpPr>
          <p:cNvPr id="2171" name="Shape 2169"/>
          <p:cNvSpPr/>
          <p:nvPr/>
        </p:nvSpPr>
        <p:spPr>
          <a:xfrm>
            <a:off x="6949745" y="4650464"/>
            <a:ext cx="0" cy="28159"/>
          </a:xfrm>
          <a:prstGeom prst="line">
            <a:avLst/>
          </a:prstGeom>
          <a:noFill/>
          <a:ln w="25400">
            <a:solidFill>
              <a:srgbClr val="2F7F93"/>
            </a:solidFill>
            <a:prstDash val="solid"/>
            <a:headEnd type="none"/>
            <a:tailEnd type="none"/>
          </a:ln>
        </p:spPr>
      </p:sp>
      <p:sp>
        <p:nvSpPr>
          <p:cNvPr id="2172" name="Shape 2170"/>
          <p:cNvSpPr/>
          <p:nvPr/>
        </p:nvSpPr>
        <p:spPr>
          <a:xfrm>
            <a:off x="6949745" y="4675879"/>
            <a:ext cx="127406" cy="0"/>
          </a:xfrm>
          <a:prstGeom prst="line">
            <a:avLst/>
          </a:prstGeom>
          <a:noFill/>
          <a:ln w="25400">
            <a:solidFill>
              <a:srgbClr val="2F7F93"/>
            </a:solidFill>
            <a:prstDash val="solid"/>
            <a:headEnd type="none"/>
            <a:tailEnd type="none"/>
          </a:ln>
        </p:spPr>
      </p:sp>
      <p:sp>
        <p:nvSpPr>
          <p:cNvPr id="2173" name="Shape 2171"/>
          <p:cNvSpPr/>
          <p:nvPr/>
        </p:nvSpPr>
        <p:spPr>
          <a:xfrm>
            <a:off x="7074408" y="4673136"/>
            <a:ext cx="0" cy="34566"/>
          </a:xfrm>
          <a:prstGeom prst="line">
            <a:avLst/>
          </a:prstGeom>
          <a:noFill/>
          <a:ln w="25400">
            <a:solidFill>
              <a:srgbClr val="2F7F93"/>
            </a:solidFill>
            <a:prstDash val="solid"/>
            <a:headEnd type="none"/>
            <a:tailEnd type="none"/>
          </a:ln>
        </p:spPr>
      </p:sp>
      <p:sp>
        <p:nvSpPr>
          <p:cNvPr id="2174" name="Shape 2172"/>
          <p:cNvSpPr/>
          <p:nvPr/>
        </p:nvSpPr>
        <p:spPr>
          <a:xfrm>
            <a:off x="7074408" y="4704958"/>
            <a:ext cx="127407" cy="0"/>
          </a:xfrm>
          <a:prstGeom prst="line">
            <a:avLst/>
          </a:prstGeom>
          <a:noFill/>
          <a:ln w="25400">
            <a:solidFill>
              <a:srgbClr val="2F7F93"/>
            </a:solidFill>
            <a:prstDash val="solid"/>
            <a:headEnd type="none"/>
            <a:tailEnd type="none"/>
          </a:ln>
        </p:spPr>
      </p:sp>
      <p:sp>
        <p:nvSpPr>
          <p:cNvPr id="2175" name="Shape 2173"/>
          <p:cNvSpPr/>
          <p:nvPr/>
        </p:nvSpPr>
        <p:spPr>
          <a:xfrm>
            <a:off x="7199071" y="4702215"/>
            <a:ext cx="0" cy="37784"/>
          </a:xfrm>
          <a:prstGeom prst="line">
            <a:avLst/>
          </a:prstGeom>
          <a:noFill/>
          <a:ln w="25400">
            <a:solidFill>
              <a:srgbClr val="2F7F93"/>
            </a:solidFill>
            <a:prstDash val="solid"/>
            <a:headEnd type="none"/>
            <a:tailEnd type="none"/>
          </a:ln>
        </p:spPr>
      </p:sp>
      <p:sp>
        <p:nvSpPr>
          <p:cNvPr id="2176" name="Shape 2174"/>
          <p:cNvSpPr/>
          <p:nvPr/>
        </p:nvSpPr>
        <p:spPr>
          <a:xfrm>
            <a:off x="7199071" y="4737255"/>
            <a:ext cx="127407" cy="0"/>
          </a:xfrm>
          <a:prstGeom prst="line">
            <a:avLst/>
          </a:prstGeom>
          <a:noFill/>
          <a:ln w="25400">
            <a:solidFill>
              <a:srgbClr val="2F7F93"/>
            </a:solidFill>
            <a:prstDash val="solid"/>
            <a:headEnd type="none"/>
            <a:tailEnd type="none"/>
          </a:ln>
        </p:spPr>
      </p:sp>
      <p:sp>
        <p:nvSpPr>
          <p:cNvPr id="2177" name="Shape 2175"/>
          <p:cNvSpPr/>
          <p:nvPr/>
        </p:nvSpPr>
        <p:spPr>
          <a:xfrm>
            <a:off x="7323735" y="4734512"/>
            <a:ext cx="0" cy="42757"/>
          </a:xfrm>
          <a:prstGeom prst="line">
            <a:avLst/>
          </a:prstGeom>
          <a:noFill/>
          <a:ln w="25400">
            <a:solidFill>
              <a:srgbClr val="2F7F93"/>
            </a:solidFill>
            <a:prstDash val="solid"/>
            <a:headEnd type="none"/>
            <a:tailEnd type="none"/>
          </a:ln>
        </p:spPr>
      </p:sp>
      <p:sp>
        <p:nvSpPr>
          <p:cNvPr id="2178" name="Shape 2176"/>
          <p:cNvSpPr/>
          <p:nvPr/>
        </p:nvSpPr>
        <p:spPr>
          <a:xfrm>
            <a:off x="7323735" y="4774526"/>
            <a:ext cx="127406" cy="0"/>
          </a:xfrm>
          <a:prstGeom prst="line">
            <a:avLst/>
          </a:prstGeom>
          <a:noFill/>
          <a:ln w="25400">
            <a:solidFill>
              <a:srgbClr val="2F7F93"/>
            </a:solidFill>
            <a:prstDash val="solid"/>
            <a:headEnd type="none"/>
            <a:tailEnd type="none"/>
          </a:ln>
        </p:spPr>
      </p:sp>
      <p:sp>
        <p:nvSpPr>
          <p:cNvPr id="2179" name="Shape 2177"/>
          <p:cNvSpPr/>
          <p:nvPr/>
        </p:nvSpPr>
        <p:spPr>
          <a:xfrm>
            <a:off x="7448397" y="4771783"/>
            <a:ext cx="0" cy="37813"/>
          </a:xfrm>
          <a:prstGeom prst="line">
            <a:avLst/>
          </a:prstGeom>
          <a:noFill/>
          <a:ln w="25400">
            <a:solidFill>
              <a:srgbClr val="2F7F93"/>
            </a:solidFill>
            <a:prstDash val="solid"/>
            <a:headEnd type="none"/>
            <a:tailEnd type="none"/>
          </a:ln>
        </p:spPr>
      </p:sp>
      <p:sp>
        <p:nvSpPr>
          <p:cNvPr id="2180" name="Shape 2178"/>
          <p:cNvSpPr/>
          <p:nvPr/>
        </p:nvSpPr>
        <p:spPr>
          <a:xfrm>
            <a:off x="7448397" y="4806852"/>
            <a:ext cx="127407" cy="0"/>
          </a:xfrm>
          <a:prstGeom prst="line">
            <a:avLst/>
          </a:prstGeom>
          <a:noFill/>
          <a:ln w="25400">
            <a:solidFill>
              <a:srgbClr val="2F7F93"/>
            </a:solidFill>
            <a:prstDash val="solid"/>
            <a:headEnd type="none"/>
            <a:tailEnd type="none"/>
          </a:ln>
        </p:spPr>
      </p:sp>
      <p:sp>
        <p:nvSpPr>
          <p:cNvPr id="2181" name="Shape 2179"/>
          <p:cNvSpPr/>
          <p:nvPr/>
        </p:nvSpPr>
        <p:spPr>
          <a:xfrm>
            <a:off x="7573061" y="4804109"/>
            <a:ext cx="0" cy="33191"/>
          </a:xfrm>
          <a:prstGeom prst="line">
            <a:avLst/>
          </a:prstGeom>
          <a:noFill/>
          <a:ln w="25400">
            <a:solidFill>
              <a:srgbClr val="2F7F93"/>
            </a:solidFill>
            <a:prstDash val="solid"/>
            <a:headEnd type="none"/>
            <a:tailEnd type="none"/>
          </a:ln>
        </p:spPr>
      </p:sp>
      <p:sp>
        <p:nvSpPr>
          <p:cNvPr id="2182" name="Shape 2180"/>
          <p:cNvSpPr/>
          <p:nvPr/>
        </p:nvSpPr>
        <p:spPr>
          <a:xfrm>
            <a:off x="7573061" y="4834557"/>
            <a:ext cx="127407" cy="0"/>
          </a:xfrm>
          <a:prstGeom prst="line">
            <a:avLst/>
          </a:prstGeom>
          <a:noFill/>
          <a:ln w="25400">
            <a:solidFill>
              <a:srgbClr val="2F7F93"/>
            </a:solidFill>
            <a:prstDash val="solid"/>
            <a:headEnd type="none"/>
            <a:tailEnd type="none"/>
          </a:ln>
        </p:spPr>
      </p:sp>
      <p:sp>
        <p:nvSpPr>
          <p:cNvPr id="2183" name="Shape 2181"/>
          <p:cNvSpPr/>
          <p:nvPr/>
        </p:nvSpPr>
        <p:spPr>
          <a:xfrm>
            <a:off x="7697724" y="4831813"/>
            <a:ext cx="0" cy="28364"/>
          </a:xfrm>
          <a:prstGeom prst="line">
            <a:avLst/>
          </a:prstGeom>
          <a:noFill/>
          <a:ln w="25400">
            <a:solidFill>
              <a:srgbClr val="2F7F93"/>
            </a:solidFill>
            <a:prstDash val="solid"/>
            <a:headEnd type="none"/>
            <a:tailEnd type="none"/>
          </a:ln>
        </p:spPr>
      </p:sp>
      <p:sp>
        <p:nvSpPr>
          <p:cNvPr id="2184" name="Shape 2182"/>
          <p:cNvSpPr/>
          <p:nvPr/>
        </p:nvSpPr>
        <p:spPr>
          <a:xfrm>
            <a:off x="7697724" y="4857434"/>
            <a:ext cx="127406" cy="0"/>
          </a:xfrm>
          <a:prstGeom prst="line">
            <a:avLst/>
          </a:prstGeom>
          <a:noFill/>
          <a:ln w="25400">
            <a:solidFill>
              <a:srgbClr val="2F7F93"/>
            </a:solidFill>
            <a:prstDash val="solid"/>
            <a:headEnd type="none"/>
            <a:tailEnd type="none"/>
          </a:ln>
        </p:spPr>
      </p:sp>
      <p:sp>
        <p:nvSpPr>
          <p:cNvPr id="2185" name="Shape 2183"/>
          <p:cNvSpPr/>
          <p:nvPr/>
        </p:nvSpPr>
        <p:spPr>
          <a:xfrm>
            <a:off x="7822387" y="4854691"/>
            <a:ext cx="0" cy="24590"/>
          </a:xfrm>
          <a:prstGeom prst="line">
            <a:avLst/>
          </a:prstGeom>
          <a:noFill/>
          <a:ln w="25400">
            <a:solidFill>
              <a:srgbClr val="2F7F93"/>
            </a:solidFill>
            <a:prstDash val="solid"/>
            <a:headEnd type="none"/>
            <a:tailEnd type="none"/>
          </a:ln>
        </p:spPr>
      </p:sp>
      <p:sp>
        <p:nvSpPr>
          <p:cNvPr id="2186" name="Shape 2184"/>
          <p:cNvSpPr/>
          <p:nvPr/>
        </p:nvSpPr>
        <p:spPr>
          <a:xfrm>
            <a:off x="7822387" y="4876537"/>
            <a:ext cx="127407" cy="0"/>
          </a:xfrm>
          <a:prstGeom prst="line">
            <a:avLst/>
          </a:prstGeom>
          <a:noFill/>
          <a:ln w="25400">
            <a:solidFill>
              <a:srgbClr val="2F7F93"/>
            </a:solidFill>
            <a:prstDash val="solid"/>
            <a:headEnd type="none"/>
            <a:tailEnd type="none"/>
          </a:ln>
        </p:spPr>
      </p:sp>
      <p:sp>
        <p:nvSpPr>
          <p:cNvPr id="2187" name="Shape 2185"/>
          <p:cNvSpPr/>
          <p:nvPr/>
        </p:nvSpPr>
        <p:spPr>
          <a:xfrm>
            <a:off x="7947050" y="4873794"/>
            <a:ext cx="0" cy="22366"/>
          </a:xfrm>
          <a:prstGeom prst="line">
            <a:avLst/>
          </a:prstGeom>
          <a:noFill/>
          <a:ln w="25400">
            <a:solidFill>
              <a:srgbClr val="2F7F93"/>
            </a:solidFill>
            <a:prstDash val="solid"/>
            <a:headEnd type="none"/>
            <a:tailEnd type="none"/>
          </a:ln>
        </p:spPr>
      </p:sp>
      <p:sp>
        <p:nvSpPr>
          <p:cNvPr id="2188" name="Shape 2186"/>
          <p:cNvSpPr/>
          <p:nvPr/>
        </p:nvSpPr>
        <p:spPr>
          <a:xfrm>
            <a:off x="7947050" y="4893417"/>
            <a:ext cx="127407" cy="0"/>
          </a:xfrm>
          <a:prstGeom prst="line">
            <a:avLst/>
          </a:prstGeom>
          <a:noFill/>
          <a:ln w="25400">
            <a:solidFill>
              <a:srgbClr val="2F7F93"/>
            </a:solidFill>
            <a:prstDash val="solid"/>
            <a:headEnd type="none"/>
            <a:tailEnd type="none"/>
          </a:ln>
        </p:spPr>
      </p:sp>
      <p:sp>
        <p:nvSpPr>
          <p:cNvPr id="2189" name="Shape 2187"/>
          <p:cNvSpPr/>
          <p:nvPr/>
        </p:nvSpPr>
        <p:spPr>
          <a:xfrm>
            <a:off x="8071714" y="4890674"/>
            <a:ext cx="0" cy="7242"/>
          </a:xfrm>
          <a:prstGeom prst="line">
            <a:avLst/>
          </a:prstGeom>
          <a:noFill/>
          <a:ln w="25400">
            <a:solidFill>
              <a:srgbClr val="2F7F93"/>
            </a:solidFill>
            <a:prstDash val="solid"/>
            <a:headEnd type="none"/>
            <a:tailEnd type="none"/>
          </a:ln>
        </p:spPr>
      </p:sp>
      <p:sp>
        <p:nvSpPr>
          <p:cNvPr id="2190" name="Shape 2188"/>
          <p:cNvSpPr/>
          <p:nvPr/>
        </p:nvSpPr>
        <p:spPr>
          <a:xfrm>
            <a:off x="8071714" y="4895172"/>
            <a:ext cx="127406" cy="0"/>
          </a:xfrm>
          <a:prstGeom prst="line">
            <a:avLst/>
          </a:prstGeom>
          <a:noFill/>
          <a:ln w="25400">
            <a:solidFill>
              <a:srgbClr val="2F7F93"/>
            </a:solidFill>
            <a:prstDash val="solid"/>
            <a:headEnd type="none"/>
            <a:tailEnd type="none"/>
          </a:ln>
        </p:spPr>
      </p:sp>
      <p:sp>
        <p:nvSpPr>
          <p:cNvPr id="2191" name="Shape 2189"/>
          <p:cNvSpPr/>
          <p:nvPr/>
        </p:nvSpPr>
        <p:spPr>
          <a:xfrm>
            <a:off x="8196377" y="4884384"/>
            <a:ext cx="0" cy="13531"/>
          </a:xfrm>
          <a:prstGeom prst="line">
            <a:avLst/>
          </a:prstGeom>
          <a:noFill/>
          <a:ln w="25400">
            <a:solidFill>
              <a:srgbClr val="2F7F93"/>
            </a:solidFill>
            <a:prstDash val="solid"/>
            <a:headEnd type="none"/>
            <a:tailEnd type="none"/>
          </a:ln>
        </p:spPr>
      </p:sp>
      <p:sp>
        <p:nvSpPr>
          <p:cNvPr id="2192" name="Shape 2190"/>
          <p:cNvSpPr/>
          <p:nvPr/>
        </p:nvSpPr>
        <p:spPr>
          <a:xfrm>
            <a:off x="8196377" y="4887127"/>
            <a:ext cx="127407" cy="0"/>
          </a:xfrm>
          <a:prstGeom prst="line">
            <a:avLst/>
          </a:prstGeom>
          <a:noFill/>
          <a:ln w="25400">
            <a:solidFill>
              <a:srgbClr val="2F7F93"/>
            </a:solidFill>
            <a:prstDash val="solid"/>
            <a:headEnd type="none"/>
            <a:tailEnd type="none"/>
          </a:ln>
        </p:spPr>
      </p:sp>
      <p:sp>
        <p:nvSpPr>
          <p:cNvPr id="2193" name="Shape 2191"/>
          <p:cNvSpPr/>
          <p:nvPr/>
        </p:nvSpPr>
        <p:spPr>
          <a:xfrm>
            <a:off x="8321040" y="4860425"/>
            <a:ext cx="0" cy="29446"/>
          </a:xfrm>
          <a:prstGeom prst="line">
            <a:avLst/>
          </a:prstGeom>
          <a:noFill/>
          <a:ln w="25400">
            <a:solidFill>
              <a:srgbClr val="2F7F93"/>
            </a:solidFill>
            <a:prstDash val="solid"/>
            <a:headEnd type="none"/>
            <a:tailEnd type="none"/>
          </a:ln>
        </p:spPr>
      </p:sp>
      <p:sp>
        <p:nvSpPr>
          <p:cNvPr id="2194" name="Shape 2192"/>
          <p:cNvSpPr/>
          <p:nvPr/>
        </p:nvSpPr>
        <p:spPr>
          <a:xfrm>
            <a:off x="6492240" y="1792224"/>
            <a:ext cx="256032" cy="0"/>
          </a:xfrm>
          <a:prstGeom prst="line">
            <a:avLst/>
          </a:prstGeom>
          <a:noFill/>
          <a:ln w="27940">
            <a:solidFill>
              <a:srgbClr val="2F7F93"/>
            </a:solidFill>
            <a:prstDash val="solid"/>
          </a:ln>
        </p:spPr>
      </p:sp>
      <p:sp>
        <p:nvSpPr>
          <p:cNvPr id="2195" name="Text 2193"/>
          <p:cNvSpPr/>
          <p:nvPr/>
        </p:nvSpPr>
        <p:spPr>
          <a:xfrm>
            <a:off x="6821424" y="1719072"/>
            <a:ext cx="1408176"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C₄/C₂</a:t>
            </a:r>
            <a:endParaRPr lang="en-US" sz="920" dirty="0"/>
          </a:p>
        </p:txBody>
      </p:sp>
      <p:sp>
        <p:nvSpPr>
          <p:cNvPr id="2196" name="Shape 2194"/>
          <p:cNvSpPr/>
          <p:nvPr/>
        </p:nvSpPr>
        <p:spPr>
          <a:xfrm>
            <a:off x="841248" y="3196608"/>
            <a:ext cx="127407" cy="0"/>
          </a:xfrm>
          <a:prstGeom prst="line">
            <a:avLst/>
          </a:prstGeom>
          <a:noFill/>
          <a:ln w="25400">
            <a:solidFill>
              <a:srgbClr val="D87932"/>
            </a:solidFill>
            <a:prstDash val="solid"/>
            <a:headEnd type="none"/>
            <a:tailEnd type="none"/>
          </a:ln>
        </p:spPr>
      </p:sp>
      <p:sp>
        <p:nvSpPr>
          <p:cNvPr id="2197" name="Shape 2195"/>
          <p:cNvSpPr/>
          <p:nvPr/>
        </p:nvSpPr>
        <p:spPr>
          <a:xfrm>
            <a:off x="965911" y="3193865"/>
            <a:ext cx="0" cy="96624"/>
          </a:xfrm>
          <a:prstGeom prst="line">
            <a:avLst/>
          </a:prstGeom>
          <a:noFill/>
          <a:ln w="25400">
            <a:solidFill>
              <a:srgbClr val="D87932"/>
            </a:solidFill>
            <a:prstDash val="solid"/>
            <a:headEnd type="none"/>
            <a:tailEnd type="none"/>
          </a:ln>
        </p:spPr>
      </p:sp>
      <p:sp>
        <p:nvSpPr>
          <p:cNvPr id="2198" name="Shape 2196"/>
          <p:cNvSpPr/>
          <p:nvPr/>
        </p:nvSpPr>
        <p:spPr>
          <a:xfrm>
            <a:off x="965911" y="3287745"/>
            <a:ext cx="127406" cy="0"/>
          </a:xfrm>
          <a:prstGeom prst="line">
            <a:avLst/>
          </a:prstGeom>
          <a:noFill/>
          <a:ln w="25400">
            <a:solidFill>
              <a:srgbClr val="D87932"/>
            </a:solidFill>
            <a:prstDash val="solid"/>
            <a:headEnd type="none"/>
            <a:tailEnd type="none"/>
          </a:ln>
        </p:spPr>
      </p:sp>
      <p:sp>
        <p:nvSpPr>
          <p:cNvPr id="2199" name="Shape 2197"/>
          <p:cNvSpPr/>
          <p:nvPr/>
        </p:nvSpPr>
        <p:spPr>
          <a:xfrm>
            <a:off x="1090574" y="3285002"/>
            <a:ext cx="0" cy="373916"/>
          </a:xfrm>
          <a:prstGeom prst="line">
            <a:avLst/>
          </a:prstGeom>
          <a:noFill/>
          <a:ln w="25400">
            <a:solidFill>
              <a:srgbClr val="D87932"/>
            </a:solidFill>
            <a:prstDash val="solid"/>
            <a:headEnd type="none"/>
            <a:tailEnd type="none"/>
          </a:ln>
        </p:spPr>
      </p:sp>
      <p:sp>
        <p:nvSpPr>
          <p:cNvPr id="2200" name="Shape 2198"/>
          <p:cNvSpPr/>
          <p:nvPr/>
        </p:nvSpPr>
        <p:spPr>
          <a:xfrm>
            <a:off x="1090574" y="3656175"/>
            <a:ext cx="127407" cy="0"/>
          </a:xfrm>
          <a:prstGeom prst="line">
            <a:avLst/>
          </a:prstGeom>
          <a:noFill/>
          <a:ln w="25400">
            <a:solidFill>
              <a:srgbClr val="D87932"/>
            </a:solidFill>
            <a:prstDash val="solid"/>
            <a:headEnd type="none"/>
            <a:tailEnd type="none"/>
          </a:ln>
        </p:spPr>
      </p:sp>
      <p:sp>
        <p:nvSpPr>
          <p:cNvPr id="2201" name="Shape 2199"/>
          <p:cNvSpPr/>
          <p:nvPr/>
        </p:nvSpPr>
        <p:spPr>
          <a:xfrm>
            <a:off x="1215238" y="3653432"/>
            <a:ext cx="0" cy="431253"/>
          </a:xfrm>
          <a:prstGeom prst="line">
            <a:avLst/>
          </a:prstGeom>
          <a:noFill/>
          <a:ln w="25400">
            <a:solidFill>
              <a:srgbClr val="D87932"/>
            </a:solidFill>
            <a:prstDash val="solid"/>
            <a:headEnd type="none"/>
            <a:tailEnd type="none"/>
          </a:ln>
        </p:spPr>
      </p:sp>
      <p:sp>
        <p:nvSpPr>
          <p:cNvPr id="2202" name="Shape 2200"/>
          <p:cNvSpPr/>
          <p:nvPr/>
        </p:nvSpPr>
        <p:spPr>
          <a:xfrm>
            <a:off x="1215238" y="4081942"/>
            <a:ext cx="127407" cy="0"/>
          </a:xfrm>
          <a:prstGeom prst="line">
            <a:avLst/>
          </a:prstGeom>
          <a:noFill/>
          <a:ln w="25400">
            <a:solidFill>
              <a:srgbClr val="D87932"/>
            </a:solidFill>
            <a:prstDash val="solid"/>
            <a:headEnd type="none"/>
            <a:tailEnd type="none"/>
          </a:ln>
        </p:spPr>
      </p:sp>
      <p:sp>
        <p:nvSpPr>
          <p:cNvPr id="2203" name="Shape 2201"/>
          <p:cNvSpPr/>
          <p:nvPr/>
        </p:nvSpPr>
        <p:spPr>
          <a:xfrm>
            <a:off x="1339901" y="4079198"/>
            <a:ext cx="0" cy="277065"/>
          </a:xfrm>
          <a:prstGeom prst="line">
            <a:avLst/>
          </a:prstGeom>
          <a:noFill/>
          <a:ln w="25400">
            <a:solidFill>
              <a:srgbClr val="D87932"/>
            </a:solidFill>
            <a:prstDash val="solid"/>
            <a:headEnd type="none"/>
            <a:tailEnd type="none"/>
          </a:ln>
        </p:spPr>
      </p:sp>
      <p:sp>
        <p:nvSpPr>
          <p:cNvPr id="2204" name="Shape 2202"/>
          <p:cNvSpPr/>
          <p:nvPr/>
        </p:nvSpPr>
        <p:spPr>
          <a:xfrm>
            <a:off x="1339901" y="4353520"/>
            <a:ext cx="127406" cy="0"/>
          </a:xfrm>
          <a:prstGeom prst="line">
            <a:avLst/>
          </a:prstGeom>
          <a:noFill/>
          <a:ln w="25400">
            <a:solidFill>
              <a:srgbClr val="D87932"/>
            </a:solidFill>
            <a:prstDash val="solid"/>
            <a:headEnd type="none"/>
            <a:tailEnd type="none"/>
          </a:ln>
        </p:spPr>
      </p:sp>
      <p:sp>
        <p:nvSpPr>
          <p:cNvPr id="2205" name="Shape 2203"/>
          <p:cNvSpPr/>
          <p:nvPr/>
        </p:nvSpPr>
        <p:spPr>
          <a:xfrm>
            <a:off x="1464564" y="4350777"/>
            <a:ext cx="0" cy="245728"/>
          </a:xfrm>
          <a:prstGeom prst="line">
            <a:avLst/>
          </a:prstGeom>
          <a:noFill/>
          <a:ln w="25400">
            <a:solidFill>
              <a:srgbClr val="D87932"/>
            </a:solidFill>
            <a:prstDash val="solid"/>
            <a:headEnd type="none"/>
            <a:tailEnd type="none"/>
          </a:ln>
        </p:spPr>
      </p:sp>
      <p:sp>
        <p:nvSpPr>
          <p:cNvPr id="2206" name="Shape 2204"/>
          <p:cNvSpPr/>
          <p:nvPr/>
        </p:nvSpPr>
        <p:spPr>
          <a:xfrm>
            <a:off x="1464564" y="4593761"/>
            <a:ext cx="127407" cy="0"/>
          </a:xfrm>
          <a:prstGeom prst="line">
            <a:avLst/>
          </a:prstGeom>
          <a:noFill/>
          <a:ln w="25400">
            <a:solidFill>
              <a:srgbClr val="D87932"/>
            </a:solidFill>
            <a:prstDash val="solid"/>
            <a:headEnd type="none"/>
            <a:tailEnd type="none"/>
          </a:ln>
        </p:spPr>
      </p:sp>
      <p:sp>
        <p:nvSpPr>
          <p:cNvPr id="2207" name="Shape 2205"/>
          <p:cNvSpPr/>
          <p:nvPr/>
        </p:nvSpPr>
        <p:spPr>
          <a:xfrm>
            <a:off x="1589227" y="4591018"/>
            <a:ext cx="0" cy="244192"/>
          </a:xfrm>
          <a:prstGeom prst="line">
            <a:avLst/>
          </a:prstGeom>
          <a:noFill/>
          <a:ln w="25400">
            <a:solidFill>
              <a:srgbClr val="D87932"/>
            </a:solidFill>
            <a:prstDash val="solid"/>
            <a:headEnd type="none"/>
            <a:tailEnd type="none"/>
          </a:ln>
        </p:spPr>
      </p:sp>
      <p:sp>
        <p:nvSpPr>
          <p:cNvPr id="2208" name="Shape 2206"/>
          <p:cNvSpPr/>
          <p:nvPr/>
        </p:nvSpPr>
        <p:spPr>
          <a:xfrm>
            <a:off x="1589227" y="4832466"/>
            <a:ext cx="127407" cy="0"/>
          </a:xfrm>
          <a:prstGeom prst="line">
            <a:avLst/>
          </a:prstGeom>
          <a:noFill/>
          <a:ln w="25400">
            <a:solidFill>
              <a:srgbClr val="D87932"/>
            </a:solidFill>
            <a:prstDash val="solid"/>
            <a:headEnd type="none"/>
            <a:tailEnd type="none"/>
          </a:ln>
        </p:spPr>
      </p:sp>
      <p:sp>
        <p:nvSpPr>
          <p:cNvPr id="2209" name="Shape 2207"/>
          <p:cNvSpPr/>
          <p:nvPr/>
        </p:nvSpPr>
        <p:spPr>
          <a:xfrm>
            <a:off x="1713891" y="4829723"/>
            <a:ext cx="0" cy="26789"/>
          </a:xfrm>
          <a:prstGeom prst="line">
            <a:avLst/>
          </a:prstGeom>
          <a:noFill/>
          <a:ln w="25400">
            <a:solidFill>
              <a:srgbClr val="D87932"/>
            </a:solidFill>
            <a:prstDash val="solid"/>
            <a:headEnd type="none"/>
            <a:tailEnd type="none"/>
          </a:ln>
        </p:spPr>
      </p:sp>
      <p:sp>
        <p:nvSpPr>
          <p:cNvPr id="2210" name="Shape 2208"/>
          <p:cNvSpPr/>
          <p:nvPr/>
        </p:nvSpPr>
        <p:spPr>
          <a:xfrm>
            <a:off x="1713891" y="4853769"/>
            <a:ext cx="127406" cy="0"/>
          </a:xfrm>
          <a:prstGeom prst="line">
            <a:avLst/>
          </a:prstGeom>
          <a:noFill/>
          <a:ln w="25400">
            <a:solidFill>
              <a:srgbClr val="D87932"/>
            </a:solidFill>
            <a:prstDash val="solid"/>
            <a:headEnd type="none"/>
            <a:tailEnd type="none"/>
          </a:ln>
        </p:spPr>
      </p:sp>
      <p:sp>
        <p:nvSpPr>
          <p:cNvPr id="2211" name="Shape 2209"/>
          <p:cNvSpPr/>
          <p:nvPr/>
        </p:nvSpPr>
        <p:spPr>
          <a:xfrm>
            <a:off x="1838553" y="4795430"/>
            <a:ext cx="0" cy="61082"/>
          </a:xfrm>
          <a:prstGeom prst="line">
            <a:avLst/>
          </a:prstGeom>
          <a:noFill/>
          <a:ln w="25400">
            <a:solidFill>
              <a:srgbClr val="D87932"/>
            </a:solidFill>
            <a:prstDash val="solid"/>
            <a:headEnd type="none"/>
            <a:tailEnd type="none"/>
          </a:ln>
        </p:spPr>
      </p:sp>
      <p:sp>
        <p:nvSpPr>
          <p:cNvPr id="2212" name="Shape 2210"/>
          <p:cNvSpPr/>
          <p:nvPr/>
        </p:nvSpPr>
        <p:spPr>
          <a:xfrm>
            <a:off x="1838553" y="4798173"/>
            <a:ext cx="127407" cy="0"/>
          </a:xfrm>
          <a:prstGeom prst="line">
            <a:avLst/>
          </a:prstGeom>
          <a:noFill/>
          <a:ln w="25400">
            <a:solidFill>
              <a:srgbClr val="D87932"/>
            </a:solidFill>
            <a:prstDash val="solid"/>
            <a:headEnd type="none"/>
            <a:tailEnd type="none"/>
          </a:ln>
        </p:spPr>
      </p:sp>
      <p:sp>
        <p:nvSpPr>
          <p:cNvPr id="2213" name="Shape 2211"/>
          <p:cNvSpPr/>
          <p:nvPr/>
        </p:nvSpPr>
        <p:spPr>
          <a:xfrm>
            <a:off x="1963217" y="4666650"/>
            <a:ext cx="0" cy="134267"/>
          </a:xfrm>
          <a:prstGeom prst="line">
            <a:avLst/>
          </a:prstGeom>
          <a:noFill/>
          <a:ln w="25400">
            <a:solidFill>
              <a:srgbClr val="D87932"/>
            </a:solidFill>
            <a:prstDash val="solid"/>
            <a:headEnd type="none"/>
            <a:tailEnd type="none"/>
          </a:ln>
        </p:spPr>
      </p:sp>
      <p:sp>
        <p:nvSpPr>
          <p:cNvPr id="2214" name="Shape 2212"/>
          <p:cNvSpPr/>
          <p:nvPr/>
        </p:nvSpPr>
        <p:spPr>
          <a:xfrm>
            <a:off x="1963217" y="4669393"/>
            <a:ext cx="127407" cy="0"/>
          </a:xfrm>
          <a:prstGeom prst="line">
            <a:avLst/>
          </a:prstGeom>
          <a:noFill/>
          <a:ln w="25400">
            <a:solidFill>
              <a:srgbClr val="D87932"/>
            </a:solidFill>
            <a:prstDash val="solid"/>
            <a:headEnd type="none"/>
            <a:tailEnd type="none"/>
          </a:ln>
        </p:spPr>
      </p:sp>
      <p:sp>
        <p:nvSpPr>
          <p:cNvPr id="2215" name="Shape 2213"/>
          <p:cNvSpPr/>
          <p:nvPr/>
        </p:nvSpPr>
        <p:spPr>
          <a:xfrm>
            <a:off x="2087880" y="4318715"/>
            <a:ext cx="0" cy="353421"/>
          </a:xfrm>
          <a:prstGeom prst="line">
            <a:avLst/>
          </a:prstGeom>
          <a:noFill/>
          <a:ln w="25400">
            <a:solidFill>
              <a:srgbClr val="D87932"/>
            </a:solidFill>
            <a:prstDash val="solid"/>
            <a:headEnd type="none"/>
            <a:tailEnd type="none"/>
          </a:ln>
        </p:spPr>
      </p:sp>
      <p:sp>
        <p:nvSpPr>
          <p:cNvPr id="2216" name="Shape 2214"/>
          <p:cNvSpPr/>
          <p:nvPr/>
        </p:nvSpPr>
        <p:spPr>
          <a:xfrm>
            <a:off x="2087880" y="4321458"/>
            <a:ext cx="127406" cy="0"/>
          </a:xfrm>
          <a:prstGeom prst="line">
            <a:avLst/>
          </a:prstGeom>
          <a:noFill/>
          <a:ln w="25400">
            <a:solidFill>
              <a:srgbClr val="D87932"/>
            </a:solidFill>
            <a:prstDash val="solid"/>
            <a:headEnd type="none"/>
            <a:tailEnd type="none"/>
          </a:ln>
        </p:spPr>
      </p:sp>
      <p:sp>
        <p:nvSpPr>
          <p:cNvPr id="2217" name="Shape 2215"/>
          <p:cNvSpPr/>
          <p:nvPr/>
        </p:nvSpPr>
        <p:spPr>
          <a:xfrm>
            <a:off x="2212543" y="4061671"/>
            <a:ext cx="0" cy="262530"/>
          </a:xfrm>
          <a:prstGeom prst="line">
            <a:avLst/>
          </a:prstGeom>
          <a:noFill/>
          <a:ln w="25400">
            <a:solidFill>
              <a:srgbClr val="D87932"/>
            </a:solidFill>
            <a:prstDash val="solid"/>
            <a:headEnd type="none"/>
            <a:tailEnd type="none"/>
          </a:ln>
        </p:spPr>
      </p:sp>
      <p:sp>
        <p:nvSpPr>
          <p:cNvPr id="2218" name="Shape 2216"/>
          <p:cNvSpPr/>
          <p:nvPr/>
        </p:nvSpPr>
        <p:spPr>
          <a:xfrm>
            <a:off x="2212543" y="4064415"/>
            <a:ext cx="127407" cy="0"/>
          </a:xfrm>
          <a:prstGeom prst="line">
            <a:avLst/>
          </a:prstGeom>
          <a:noFill/>
          <a:ln w="25400">
            <a:solidFill>
              <a:srgbClr val="D87932"/>
            </a:solidFill>
            <a:prstDash val="solid"/>
            <a:headEnd type="none"/>
            <a:tailEnd type="none"/>
          </a:ln>
        </p:spPr>
      </p:sp>
      <p:sp>
        <p:nvSpPr>
          <p:cNvPr id="2219" name="Shape 2217"/>
          <p:cNvSpPr/>
          <p:nvPr/>
        </p:nvSpPr>
        <p:spPr>
          <a:xfrm>
            <a:off x="2337206" y="3850424"/>
            <a:ext cx="0" cy="216734"/>
          </a:xfrm>
          <a:prstGeom prst="line">
            <a:avLst/>
          </a:prstGeom>
          <a:noFill/>
          <a:ln w="25400">
            <a:solidFill>
              <a:srgbClr val="D87932"/>
            </a:solidFill>
            <a:prstDash val="solid"/>
            <a:headEnd type="none"/>
            <a:tailEnd type="none"/>
          </a:ln>
        </p:spPr>
      </p:sp>
      <p:sp>
        <p:nvSpPr>
          <p:cNvPr id="2220" name="Shape 2218"/>
          <p:cNvSpPr/>
          <p:nvPr/>
        </p:nvSpPr>
        <p:spPr>
          <a:xfrm>
            <a:off x="2337206" y="3853167"/>
            <a:ext cx="127407" cy="0"/>
          </a:xfrm>
          <a:prstGeom prst="line">
            <a:avLst/>
          </a:prstGeom>
          <a:noFill/>
          <a:ln w="25400">
            <a:solidFill>
              <a:srgbClr val="D87932"/>
            </a:solidFill>
            <a:prstDash val="solid"/>
            <a:headEnd type="none"/>
            <a:tailEnd type="none"/>
          </a:ln>
        </p:spPr>
      </p:sp>
      <p:sp>
        <p:nvSpPr>
          <p:cNvPr id="2221" name="Shape 2219"/>
          <p:cNvSpPr/>
          <p:nvPr/>
        </p:nvSpPr>
        <p:spPr>
          <a:xfrm>
            <a:off x="2461870" y="3586092"/>
            <a:ext cx="0" cy="269819"/>
          </a:xfrm>
          <a:prstGeom prst="line">
            <a:avLst/>
          </a:prstGeom>
          <a:noFill/>
          <a:ln w="25400">
            <a:solidFill>
              <a:srgbClr val="D87932"/>
            </a:solidFill>
            <a:prstDash val="solid"/>
            <a:headEnd type="none"/>
            <a:tailEnd type="none"/>
          </a:ln>
        </p:spPr>
      </p:sp>
      <p:sp>
        <p:nvSpPr>
          <p:cNvPr id="2222" name="Shape 2220"/>
          <p:cNvSpPr/>
          <p:nvPr/>
        </p:nvSpPr>
        <p:spPr>
          <a:xfrm>
            <a:off x="2461870" y="3588835"/>
            <a:ext cx="127406" cy="0"/>
          </a:xfrm>
          <a:prstGeom prst="line">
            <a:avLst/>
          </a:prstGeom>
          <a:noFill/>
          <a:ln w="25400">
            <a:solidFill>
              <a:srgbClr val="D87932"/>
            </a:solidFill>
            <a:prstDash val="solid"/>
            <a:headEnd type="none"/>
            <a:tailEnd type="none"/>
          </a:ln>
        </p:spPr>
      </p:sp>
      <p:sp>
        <p:nvSpPr>
          <p:cNvPr id="2223" name="Shape 2221"/>
          <p:cNvSpPr/>
          <p:nvPr/>
        </p:nvSpPr>
        <p:spPr>
          <a:xfrm>
            <a:off x="2586533" y="3460840"/>
            <a:ext cx="0" cy="130738"/>
          </a:xfrm>
          <a:prstGeom prst="line">
            <a:avLst/>
          </a:prstGeom>
          <a:noFill/>
          <a:ln w="25400">
            <a:solidFill>
              <a:srgbClr val="D87932"/>
            </a:solidFill>
            <a:prstDash val="solid"/>
            <a:headEnd type="none"/>
            <a:tailEnd type="none"/>
          </a:ln>
        </p:spPr>
      </p:sp>
      <p:sp>
        <p:nvSpPr>
          <p:cNvPr id="2224" name="Shape 2222"/>
          <p:cNvSpPr/>
          <p:nvPr/>
        </p:nvSpPr>
        <p:spPr>
          <a:xfrm>
            <a:off x="2586533" y="3463583"/>
            <a:ext cx="127407" cy="0"/>
          </a:xfrm>
          <a:prstGeom prst="line">
            <a:avLst/>
          </a:prstGeom>
          <a:noFill/>
          <a:ln w="25400">
            <a:solidFill>
              <a:srgbClr val="D87932"/>
            </a:solidFill>
            <a:prstDash val="solid"/>
            <a:headEnd type="none"/>
            <a:tailEnd type="none"/>
          </a:ln>
        </p:spPr>
      </p:sp>
      <p:sp>
        <p:nvSpPr>
          <p:cNvPr id="2225" name="Shape 2223"/>
          <p:cNvSpPr/>
          <p:nvPr/>
        </p:nvSpPr>
        <p:spPr>
          <a:xfrm>
            <a:off x="2711196" y="3407350"/>
            <a:ext cx="0" cy="58977"/>
          </a:xfrm>
          <a:prstGeom prst="line">
            <a:avLst/>
          </a:prstGeom>
          <a:noFill/>
          <a:ln w="25400">
            <a:solidFill>
              <a:srgbClr val="D87932"/>
            </a:solidFill>
            <a:prstDash val="solid"/>
            <a:headEnd type="none"/>
            <a:tailEnd type="none"/>
          </a:ln>
        </p:spPr>
      </p:sp>
      <p:sp>
        <p:nvSpPr>
          <p:cNvPr id="2226" name="Shape 2224"/>
          <p:cNvSpPr/>
          <p:nvPr/>
        </p:nvSpPr>
        <p:spPr>
          <a:xfrm>
            <a:off x="2711196" y="3410093"/>
            <a:ext cx="127407" cy="0"/>
          </a:xfrm>
          <a:prstGeom prst="line">
            <a:avLst/>
          </a:prstGeom>
          <a:noFill/>
          <a:ln w="25400">
            <a:solidFill>
              <a:srgbClr val="D87932"/>
            </a:solidFill>
            <a:prstDash val="solid"/>
            <a:headEnd type="none"/>
            <a:tailEnd type="none"/>
          </a:ln>
        </p:spPr>
      </p:sp>
      <p:sp>
        <p:nvSpPr>
          <p:cNvPr id="2227" name="Shape 2225"/>
          <p:cNvSpPr/>
          <p:nvPr/>
        </p:nvSpPr>
        <p:spPr>
          <a:xfrm>
            <a:off x="2835859" y="3407350"/>
            <a:ext cx="0" cy="30344"/>
          </a:xfrm>
          <a:prstGeom prst="line">
            <a:avLst/>
          </a:prstGeom>
          <a:noFill/>
          <a:ln w="25400">
            <a:solidFill>
              <a:srgbClr val="D87932"/>
            </a:solidFill>
            <a:prstDash val="solid"/>
            <a:headEnd type="none"/>
            <a:tailEnd type="none"/>
          </a:ln>
        </p:spPr>
      </p:sp>
      <p:sp>
        <p:nvSpPr>
          <p:cNvPr id="2228" name="Shape 2226"/>
          <p:cNvSpPr/>
          <p:nvPr/>
        </p:nvSpPr>
        <p:spPr>
          <a:xfrm>
            <a:off x="2835859" y="3434950"/>
            <a:ext cx="127406" cy="0"/>
          </a:xfrm>
          <a:prstGeom prst="line">
            <a:avLst/>
          </a:prstGeom>
          <a:noFill/>
          <a:ln w="25400">
            <a:solidFill>
              <a:srgbClr val="D87932"/>
            </a:solidFill>
            <a:prstDash val="solid"/>
            <a:headEnd type="none"/>
            <a:tailEnd type="none"/>
          </a:ln>
        </p:spPr>
      </p:sp>
      <p:sp>
        <p:nvSpPr>
          <p:cNvPr id="2229" name="Shape 2227"/>
          <p:cNvSpPr/>
          <p:nvPr/>
        </p:nvSpPr>
        <p:spPr>
          <a:xfrm>
            <a:off x="2960522" y="3432207"/>
            <a:ext cx="0" cy="258241"/>
          </a:xfrm>
          <a:prstGeom prst="line">
            <a:avLst/>
          </a:prstGeom>
          <a:noFill/>
          <a:ln w="25400">
            <a:solidFill>
              <a:srgbClr val="D87932"/>
            </a:solidFill>
            <a:prstDash val="solid"/>
            <a:headEnd type="none"/>
            <a:tailEnd type="none"/>
          </a:ln>
        </p:spPr>
      </p:sp>
      <p:sp>
        <p:nvSpPr>
          <p:cNvPr id="2230" name="Shape 2228"/>
          <p:cNvSpPr/>
          <p:nvPr/>
        </p:nvSpPr>
        <p:spPr>
          <a:xfrm>
            <a:off x="2960522" y="3687704"/>
            <a:ext cx="127407" cy="0"/>
          </a:xfrm>
          <a:prstGeom prst="line">
            <a:avLst/>
          </a:prstGeom>
          <a:noFill/>
          <a:ln w="25400">
            <a:solidFill>
              <a:srgbClr val="D87932"/>
            </a:solidFill>
            <a:prstDash val="solid"/>
            <a:headEnd type="none"/>
            <a:tailEnd type="none"/>
          </a:ln>
        </p:spPr>
      </p:sp>
      <p:sp>
        <p:nvSpPr>
          <p:cNvPr id="2231" name="Shape 2229"/>
          <p:cNvSpPr/>
          <p:nvPr/>
        </p:nvSpPr>
        <p:spPr>
          <a:xfrm>
            <a:off x="3085186" y="3684961"/>
            <a:ext cx="0" cy="371132"/>
          </a:xfrm>
          <a:prstGeom prst="line">
            <a:avLst/>
          </a:prstGeom>
          <a:noFill/>
          <a:ln w="25400">
            <a:solidFill>
              <a:srgbClr val="D87932"/>
            </a:solidFill>
            <a:prstDash val="solid"/>
            <a:headEnd type="none"/>
            <a:tailEnd type="none"/>
          </a:ln>
        </p:spPr>
      </p:sp>
      <p:sp>
        <p:nvSpPr>
          <p:cNvPr id="2232" name="Shape 2230"/>
          <p:cNvSpPr/>
          <p:nvPr/>
        </p:nvSpPr>
        <p:spPr>
          <a:xfrm>
            <a:off x="3085186" y="4053350"/>
            <a:ext cx="127407" cy="0"/>
          </a:xfrm>
          <a:prstGeom prst="line">
            <a:avLst/>
          </a:prstGeom>
          <a:noFill/>
          <a:ln w="25400">
            <a:solidFill>
              <a:srgbClr val="D87932"/>
            </a:solidFill>
            <a:prstDash val="solid"/>
            <a:headEnd type="none"/>
            <a:tailEnd type="none"/>
          </a:ln>
        </p:spPr>
      </p:sp>
      <p:sp>
        <p:nvSpPr>
          <p:cNvPr id="2233" name="Shape 2231"/>
          <p:cNvSpPr/>
          <p:nvPr/>
        </p:nvSpPr>
        <p:spPr>
          <a:xfrm>
            <a:off x="3209849" y="4050606"/>
            <a:ext cx="0" cy="253822"/>
          </a:xfrm>
          <a:prstGeom prst="line">
            <a:avLst/>
          </a:prstGeom>
          <a:noFill/>
          <a:ln w="25400">
            <a:solidFill>
              <a:srgbClr val="D87932"/>
            </a:solidFill>
            <a:prstDash val="solid"/>
            <a:headEnd type="none"/>
            <a:tailEnd type="none"/>
          </a:ln>
        </p:spPr>
      </p:sp>
      <p:sp>
        <p:nvSpPr>
          <p:cNvPr id="2234" name="Shape 2232"/>
          <p:cNvSpPr/>
          <p:nvPr/>
        </p:nvSpPr>
        <p:spPr>
          <a:xfrm>
            <a:off x="3209849" y="4301685"/>
            <a:ext cx="127406" cy="0"/>
          </a:xfrm>
          <a:prstGeom prst="line">
            <a:avLst/>
          </a:prstGeom>
          <a:noFill/>
          <a:ln w="25400">
            <a:solidFill>
              <a:srgbClr val="D87932"/>
            </a:solidFill>
            <a:prstDash val="solid"/>
            <a:headEnd type="none"/>
            <a:tailEnd type="none"/>
          </a:ln>
        </p:spPr>
      </p:sp>
      <p:sp>
        <p:nvSpPr>
          <p:cNvPr id="2235" name="Shape 2233"/>
          <p:cNvSpPr/>
          <p:nvPr/>
        </p:nvSpPr>
        <p:spPr>
          <a:xfrm>
            <a:off x="3334512" y="4298942"/>
            <a:ext cx="0" cy="96221"/>
          </a:xfrm>
          <a:prstGeom prst="line">
            <a:avLst/>
          </a:prstGeom>
          <a:noFill/>
          <a:ln w="25400">
            <a:solidFill>
              <a:srgbClr val="D87932"/>
            </a:solidFill>
            <a:prstDash val="solid"/>
            <a:headEnd type="none"/>
            <a:tailEnd type="none"/>
          </a:ln>
        </p:spPr>
      </p:sp>
      <p:sp>
        <p:nvSpPr>
          <p:cNvPr id="2236" name="Shape 2234"/>
          <p:cNvSpPr/>
          <p:nvPr/>
        </p:nvSpPr>
        <p:spPr>
          <a:xfrm>
            <a:off x="3334512" y="4392420"/>
            <a:ext cx="127407" cy="0"/>
          </a:xfrm>
          <a:prstGeom prst="line">
            <a:avLst/>
          </a:prstGeom>
          <a:noFill/>
          <a:ln w="25400">
            <a:solidFill>
              <a:srgbClr val="D87932"/>
            </a:solidFill>
            <a:prstDash val="solid"/>
            <a:headEnd type="none"/>
            <a:tailEnd type="none"/>
          </a:ln>
        </p:spPr>
      </p:sp>
      <p:sp>
        <p:nvSpPr>
          <p:cNvPr id="2237" name="Shape 2235"/>
          <p:cNvSpPr/>
          <p:nvPr/>
        </p:nvSpPr>
        <p:spPr>
          <a:xfrm>
            <a:off x="3459175" y="4389677"/>
            <a:ext cx="0" cy="88553"/>
          </a:xfrm>
          <a:prstGeom prst="line">
            <a:avLst/>
          </a:prstGeom>
          <a:noFill/>
          <a:ln w="25400">
            <a:solidFill>
              <a:srgbClr val="D87932"/>
            </a:solidFill>
            <a:prstDash val="solid"/>
            <a:headEnd type="none"/>
            <a:tailEnd type="none"/>
          </a:ln>
        </p:spPr>
      </p:sp>
      <p:sp>
        <p:nvSpPr>
          <p:cNvPr id="2238" name="Shape 2236"/>
          <p:cNvSpPr/>
          <p:nvPr/>
        </p:nvSpPr>
        <p:spPr>
          <a:xfrm>
            <a:off x="3459175" y="4475486"/>
            <a:ext cx="127407" cy="0"/>
          </a:xfrm>
          <a:prstGeom prst="line">
            <a:avLst/>
          </a:prstGeom>
          <a:noFill/>
          <a:ln w="25400">
            <a:solidFill>
              <a:srgbClr val="D87932"/>
            </a:solidFill>
            <a:prstDash val="solid"/>
            <a:headEnd type="none"/>
            <a:tailEnd type="none"/>
          </a:ln>
        </p:spPr>
      </p:sp>
      <p:sp>
        <p:nvSpPr>
          <p:cNvPr id="2239" name="Shape 2237"/>
          <p:cNvSpPr/>
          <p:nvPr/>
        </p:nvSpPr>
        <p:spPr>
          <a:xfrm>
            <a:off x="3583839" y="4472743"/>
            <a:ext cx="0" cy="62424"/>
          </a:xfrm>
          <a:prstGeom prst="line">
            <a:avLst/>
          </a:prstGeom>
          <a:noFill/>
          <a:ln w="25400">
            <a:solidFill>
              <a:srgbClr val="D87932"/>
            </a:solidFill>
            <a:prstDash val="solid"/>
            <a:headEnd type="none"/>
            <a:tailEnd type="none"/>
          </a:ln>
        </p:spPr>
      </p:sp>
      <p:sp>
        <p:nvSpPr>
          <p:cNvPr id="2240" name="Shape 2238"/>
          <p:cNvSpPr/>
          <p:nvPr/>
        </p:nvSpPr>
        <p:spPr>
          <a:xfrm>
            <a:off x="3583839" y="4532424"/>
            <a:ext cx="127406" cy="0"/>
          </a:xfrm>
          <a:prstGeom prst="line">
            <a:avLst/>
          </a:prstGeom>
          <a:noFill/>
          <a:ln w="25400">
            <a:solidFill>
              <a:srgbClr val="D87932"/>
            </a:solidFill>
            <a:prstDash val="solid"/>
            <a:headEnd type="none"/>
            <a:tailEnd type="none"/>
          </a:ln>
        </p:spPr>
      </p:sp>
      <p:sp>
        <p:nvSpPr>
          <p:cNvPr id="2241" name="Shape 2239"/>
          <p:cNvSpPr/>
          <p:nvPr/>
        </p:nvSpPr>
        <p:spPr>
          <a:xfrm>
            <a:off x="3708501" y="4435945"/>
            <a:ext cx="0" cy="99222"/>
          </a:xfrm>
          <a:prstGeom prst="line">
            <a:avLst/>
          </a:prstGeom>
          <a:noFill/>
          <a:ln w="25400">
            <a:solidFill>
              <a:srgbClr val="D87932"/>
            </a:solidFill>
            <a:prstDash val="solid"/>
            <a:headEnd type="none"/>
            <a:tailEnd type="none"/>
          </a:ln>
        </p:spPr>
      </p:sp>
      <p:sp>
        <p:nvSpPr>
          <p:cNvPr id="2242" name="Shape 2240"/>
          <p:cNvSpPr/>
          <p:nvPr/>
        </p:nvSpPr>
        <p:spPr>
          <a:xfrm>
            <a:off x="3708501" y="4438688"/>
            <a:ext cx="127407" cy="0"/>
          </a:xfrm>
          <a:prstGeom prst="line">
            <a:avLst/>
          </a:prstGeom>
          <a:noFill/>
          <a:ln w="25400">
            <a:solidFill>
              <a:srgbClr val="D87932"/>
            </a:solidFill>
            <a:prstDash val="solid"/>
            <a:headEnd type="none"/>
            <a:tailEnd type="none"/>
          </a:ln>
        </p:spPr>
      </p:sp>
      <p:sp>
        <p:nvSpPr>
          <p:cNvPr id="2243" name="Shape 2241"/>
          <p:cNvSpPr/>
          <p:nvPr/>
        </p:nvSpPr>
        <p:spPr>
          <a:xfrm>
            <a:off x="3833165" y="4435945"/>
            <a:ext cx="0" cy="73919"/>
          </a:xfrm>
          <a:prstGeom prst="line">
            <a:avLst/>
          </a:prstGeom>
          <a:noFill/>
          <a:ln w="25400">
            <a:solidFill>
              <a:srgbClr val="D87932"/>
            </a:solidFill>
            <a:prstDash val="solid"/>
            <a:headEnd type="none"/>
            <a:tailEnd type="none"/>
          </a:ln>
        </p:spPr>
      </p:sp>
      <p:sp>
        <p:nvSpPr>
          <p:cNvPr id="2244" name="Shape 2242"/>
          <p:cNvSpPr/>
          <p:nvPr/>
        </p:nvSpPr>
        <p:spPr>
          <a:xfrm>
            <a:off x="3833165" y="4507121"/>
            <a:ext cx="127407" cy="0"/>
          </a:xfrm>
          <a:prstGeom prst="line">
            <a:avLst/>
          </a:prstGeom>
          <a:noFill/>
          <a:ln w="25400">
            <a:solidFill>
              <a:srgbClr val="D87932"/>
            </a:solidFill>
            <a:prstDash val="solid"/>
            <a:headEnd type="none"/>
            <a:tailEnd type="none"/>
          </a:ln>
        </p:spPr>
      </p:sp>
      <p:sp>
        <p:nvSpPr>
          <p:cNvPr id="2245" name="Shape 2243"/>
          <p:cNvSpPr/>
          <p:nvPr/>
        </p:nvSpPr>
        <p:spPr>
          <a:xfrm>
            <a:off x="3957828" y="4504378"/>
            <a:ext cx="0" cy="38367"/>
          </a:xfrm>
          <a:prstGeom prst="line">
            <a:avLst/>
          </a:prstGeom>
          <a:noFill/>
          <a:ln w="25400">
            <a:solidFill>
              <a:srgbClr val="D87932"/>
            </a:solidFill>
            <a:prstDash val="solid"/>
            <a:headEnd type="none"/>
            <a:tailEnd type="none"/>
          </a:ln>
        </p:spPr>
      </p:sp>
      <p:sp>
        <p:nvSpPr>
          <p:cNvPr id="2246" name="Shape 2244"/>
          <p:cNvSpPr/>
          <p:nvPr/>
        </p:nvSpPr>
        <p:spPr>
          <a:xfrm>
            <a:off x="3957828" y="4540001"/>
            <a:ext cx="127406" cy="0"/>
          </a:xfrm>
          <a:prstGeom prst="line">
            <a:avLst/>
          </a:prstGeom>
          <a:noFill/>
          <a:ln w="25400">
            <a:solidFill>
              <a:srgbClr val="D87932"/>
            </a:solidFill>
            <a:prstDash val="solid"/>
            <a:headEnd type="none"/>
            <a:tailEnd type="none"/>
          </a:ln>
        </p:spPr>
      </p:sp>
      <p:sp>
        <p:nvSpPr>
          <p:cNvPr id="2247" name="Shape 2245"/>
          <p:cNvSpPr/>
          <p:nvPr/>
        </p:nvSpPr>
        <p:spPr>
          <a:xfrm>
            <a:off x="4082491" y="4246077"/>
            <a:ext cx="0" cy="296668"/>
          </a:xfrm>
          <a:prstGeom prst="line">
            <a:avLst/>
          </a:prstGeom>
          <a:noFill/>
          <a:ln w="25400">
            <a:solidFill>
              <a:srgbClr val="D87932"/>
            </a:solidFill>
            <a:prstDash val="solid"/>
            <a:headEnd type="none"/>
            <a:tailEnd type="none"/>
          </a:ln>
        </p:spPr>
      </p:sp>
      <p:sp>
        <p:nvSpPr>
          <p:cNvPr id="2248" name="Shape 2246"/>
          <p:cNvSpPr/>
          <p:nvPr/>
        </p:nvSpPr>
        <p:spPr>
          <a:xfrm>
            <a:off x="4082491" y="4248820"/>
            <a:ext cx="127407" cy="0"/>
          </a:xfrm>
          <a:prstGeom prst="line">
            <a:avLst/>
          </a:prstGeom>
          <a:noFill/>
          <a:ln w="25400">
            <a:solidFill>
              <a:srgbClr val="D87932"/>
            </a:solidFill>
            <a:prstDash val="solid"/>
            <a:headEnd type="none"/>
            <a:tailEnd type="none"/>
          </a:ln>
        </p:spPr>
      </p:sp>
      <p:sp>
        <p:nvSpPr>
          <p:cNvPr id="2249" name="Shape 2247"/>
          <p:cNvSpPr/>
          <p:nvPr/>
        </p:nvSpPr>
        <p:spPr>
          <a:xfrm>
            <a:off x="4207154" y="3879963"/>
            <a:ext cx="0" cy="371600"/>
          </a:xfrm>
          <a:prstGeom prst="line">
            <a:avLst/>
          </a:prstGeom>
          <a:noFill/>
          <a:ln w="25400">
            <a:solidFill>
              <a:srgbClr val="D87932"/>
            </a:solidFill>
            <a:prstDash val="solid"/>
            <a:headEnd type="none"/>
            <a:tailEnd type="none"/>
          </a:ln>
        </p:spPr>
      </p:sp>
      <p:sp>
        <p:nvSpPr>
          <p:cNvPr id="2250" name="Shape 2248"/>
          <p:cNvSpPr/>
          <p:nvPr/>
        </p:nvSpPr>
        <p:spPr>
          <a:xfrm>
            <a:off x="4207154" y="3882706"/>
            <a:ext cx="127407" cy="0"/>
          </a:xfrm>
          <a:prstGeom prst="line">
            <a:avLst/>
          </a:prstGeom>
          <a:noFill/>
          <a:ln w="25400">
            <a:solidFill>
              <a:srgbClr val="D87932"/>
            </a:solidFill>
            <a:prstDash val="solid"/>
            <a:headEnd type="none"/>
            <a:tailEnd type="none"/>
          </a:ln>
        </p:spPr>
      </p:sp>
      <p:sp>
        <p:nvSpPr>
          <p:cNvPr id="2251" name="Shape 2249"/>
          <p:cNvSpPr/>
          <p:nvPr/>
        </p:nvSpPr>
        <p:spPr>
          <a:xfrm>
            <a:off x="4331818" y="3683975"/>
            <a:ext cx="0" cy="201474"/>
          </a:xfrm>
          <a:prstGeom prst="line">
            <a:avLst/>
          </a:prstGeom>
          <a:noFill/>
          <a:ln w="25400">
            <a:solidFill>
              <a:srgbClr val="D87932"/>
            </a:solidFill>
            <a:prstDash val="solid"/>
            <a:headEnd type="none"/>
            <a:tailEnd type="none"/>
          </a:ln>
        </p:spPr>
      </p:sp>
      <p:sp>
        <p:nvSpPr>
          <p:cNvPr id="2252" name="Shape 2250"/>
          <p:cNvSpPr/>
          <p:nvPr/>
        </p:nvSpPr>
        <p:spPr>
          <a:xfrm>
            <a:off x="4331818" y="3686718"/>
            <a:ext cx="127406" cy="0"/>
          </a:xfrm>
          <a:prstGeom prst="line">
            <a:avLst/>
          </a:prstGeom>
          <a:noFill/>
          <a:ln w="25400">
            <a:solidFill>
              <a:srgbClr val="D87932"/>
            </a:solidFill>
            <a:prstDash val="solid"/>
            <a:headEnd type="none"/>
            <a:tailEnd type="none"/>
          </a:ln>
        </p:spPr>
      </p:sp>
      <p:sp>
        <p:nvSpPr>
          <p:cNvPr id="2253" name="Shape 2251"/>
          <p:cNvSpPr/>
          <p:nvPr/>
        </p:nvSpPr>
        <p:spPr>
          <a:xfrm>
            <a:off x="4456481" y="3607365"/>
            <a:ext cx="0" cy="82096"/>
          </a:xfrm>
          <a:prstGeom prst="line">
            <a:avLst/>
          </a:prstGeom>
          <a:noFill/>
          <a:ln w="25400">
            <a:solidFill>
              <a:srgbClr val="D87932"/>
            </a:solidFill>
            <a:prstDash val="solid"/>
            <a:headEnd type="none"/>
            <a:tailEnd type="none"/>
          </a:ln>
        </p:spPr>
      </p:sp>
      <p:sp>
        <p:nvSpPr>
          <p:cNvPr id="2254" name="Shape 2252"/>
          <p:cNvSpPr/>
          <p:nvPr/>
        </p:nvSpPr>
        <p:spPr>
          <a:xfrm>
            <a:off x="4456481" y="3610109"/>
            <a:ext cx="127407" cy="0"/>
          </a:xfrm>
          <a:prstGeom prst="line">
            <a:avLst/>
          </a:prstGeom>
          <a:noFill/>
          <a:ln w="25400">
            <a:solidFill>
              <a:srgbClr val="D87932"/>
            </a:solidFill>
            <a:prstDash val="solid"/>
            <a:headEnd type="none"/>
            <a:tailEnd type="none"/>
          </a:ln>
        </p:spPr>
      </p:sp>
      <p:sp>
        <p:nvSpPr>
          <p:cNvPr id="2255" name="Shape 2253"/>
          <p:cNvSpPr/>
          <p:nvPr/>
        </p:nvSpPr>
        <p:spPr>
          <a:xfrm>
            <a:off x="4581144" y="3486233"/>
            <a:ext cx="0" cy="126619"/>
          </a:xfrm>
          <a:prstGeom prst="line">
            <a:avLst/>
          </a:prstGeom>
          <a:noFill/>
          <a:ln w="25400">
            <a:solidFill>
              <a:srgbClr val="D87932"/>
            </a:solidFill>
            <a:prstDash val="solid"/>
            <a:headEnd type="none"/>
            <a:tailEnd type="none"/>
          </a:ln>
        </p:spPr>
      </p:sp>
      <p:sp>
        <p:nvSpPr>
          <p:cNvPr id="2256" name="Shape 2254"/>
          <p:cNvSpPr/>
          <p:nvPr/>
        </p:nvSpPr>
        <p:spPr>
          <a:xfrm>
            <a:off x="4581144" y="3488976"/>
            <a:ext cx="127407" cy="0"/>
          </a:xfrm>
          <a:prstGeom prst="line">
            <a:avLst/>
          </a:prstGeom>
          <a:noFill/>
          <a:ln w="25400">
            <a:solidFill>
              <a:srgbClr val="D87932"/>
            </a:solidFill>
            <a:prstDash val="solid"/>
            <a:headEnd type="none"/>
            <a:tailEnd type="none"/>
          </a:ln>
        </p:spPr>
      </p:sp>
      <p:sp>
        <p:nvSpPr>
          <p:cNvPr id="2257" name="Shape 2255"/>
          <p:cNvSpPr/>
          <p:nvPr/>
        </p:nvSpPr>
        <p:spPr>
          <a:xfrm>
            <a:off x="4705807" y="3408061"/>
            <a:ext cx="0" cy="83658"/>
          </a:xfrm>
          <a:prstGeom prst="line">
            <a:avLst/>
          </a:prstGeom>
          <a:noFill/>
          <a:ln w="25400">
            <a:solidFill>
              <a:srgbClr val="D87932"/>
            </a:solidFill>
            <a:prstDash val="solid"/>
            <a:headEnd type="none"/>
            <a:tailEnd type="none"/>
          </a:ln>
        </p:spPr>
      </p:sp>
      <p:sp>
        <p:nvSpPr>
          <p:cNvPr id="2258" name="Shape 2256"/>
          <p:cNvSpPr/>
          <p:nvPr/>
        </p:nvSpPr>
        <p:spPr>
          <a:xfrm>
            <a:off x="4705807" y="3410805"/>
            <a:ext cx="127406" cy="0"/>
          </a:xfrm>
          <a:prstGeom prst="line">
            <a:avLst/>
          </a:prstGeom>
          <a:noFill/>
          <a:ln w="25400">
            <a:solidFill>
              <a:srgbClr val="D87932"/>
            </a:solidFill>
            <a:prstDash val="solid"/>
            <a:headEnd type="none"/>
            <a:tailEnd type="none"/>
          </a:ln>
        </p:spPr>
      </p:sp>
      <p:sp>
        <p:nvSpPr>
          <p:cNvPr id="2259" name="Shape 2257"/>
          <p:cNvSpPr/>
          <p:nvPr/>
        </p:nvSpPr>
        <p:spPr>
          <a:xfrm>
            <a:off x="4830470" y="3408061"/>
            <a:ext cx="0" cy="144070"/>
          </a:xfrm>
          <a:prstGeom prst="line">
            <a:avLst/>
          </a:prstGeom>
          <a:noFill/>
          <a:ln w="25400">
            <a:solidFill>
              <a:srgbClr val="D87932"/>
            </a:solidFill>
            <a:prstDash val="solid"/>
            <a:headEnd type="none"/>
            <a:tailEnd type="none"/>
          </a:ln>
        </p:spPr>
      </p:sp>
      <p:sp>
        <p:nvSpPr>
          <p:cNvPr id="2260" name="Shape 2258"/>
          <p:cNvSpPr/>
          <p:nvPr/>
        </p:nvSpPr>
        <p:spPr>
          <a:xfrm>
            <a:off x="4830470" y="3549388"/>
            <a:ext cx="127407" cy="0"/>
          </a:xfrm>
          <a:prstGeom prst="line">
            <a:avLst/>
          </a:prstGeom>
          <a:noFill/>
          <a:ln w="25400">
            <a:solidFill>
              <a:srgbClr val="D87932"/>
            </a:solidFill>
            <a:prstDash val="solid"/>
            <a:headEnd type="none"/>
            <a:tailEnd type="none"/>
          </a:ln>
        </p:spPr>
      </p:sp>
      <p:sp>
        <p:nvSpPr>
          <p:cNvPr id="2261" name="Shape 2259"/>
          <p:cNvSpPr/>
          <p:nvPr/>
        </p:nvSpPr>
        <p:spPr>
          <a:xfrm>
            <a:off x="4955134" y="3546645"/>
            <a:ext cx="0" cy="45999"/>
          </a:xfrm>
          <a:prstGeom prst="line">
            <a:avLst/>
          </a:prstGeom>
          <a:noFill/>
          <a:ln w="25400">
            <a:solidFill>
              <a:srgbClr val="D87932"/>
            </a:solidFill>
            <a:prstDash val="solid"/>
            <a:headEnd type="none"/>
            <a:tailEnd type="none"/>
          </a:ln>
        </p:spPr>
      </p:sp>
      <p:sp>
        <p:nvSpPr>
          <p:cNvPr id="2262" name="Shape 2260"/>
          <p:cNvSpPr/>
          <p:nvPr/>
        </p:nvSpPr>
        <p:spPr>
          <a:xfrm>
            <a:off x="4955134" y="3589901"/>
            <a:ext cx="127407" cy="0"/>
          </a:xfrm>
          <a:prstGeom prst="line">
            <a:avLst/>
          </a:prstGeom>
          <a:noFill/>
          <a:ln w="25400">
            <a:solidFill>
              <a:srgbClr val="D87932"/>
            </a:solidFill>
            <a:prstDash val="solid"/>
            <a:headEnd type="none"/>
            <a:tailEnd type="none"/>
          </a:ln>
        </p:spPr>
      </p:sp>
      <p:sp>
        <p:nvSpPr>
          <p:cNvPr id="2263" name="Shape 2261"/>
          <p:cNvSpPr/>
          <p:nvPr/>
        </p:nvSpPr>
        <p:spPr>
          <a:xfrm>
            <a:off x="5079797" y="3574547"/>
            <a:ext cx="0" cy="18098"/>
          </a:xfrm>
          <a:prstGeom prst="line">
            <a:avLst/>
          </a:prstGeom>
          <a:noFill/>
          <a:ln w="25400">
            <a:solidFill>
              <a:srgbClr val="D87932"/>
            </a:solidFill>
            <a:prstDash val="solid"/>
            <a:headEnd type="none"/>
            <a:tailEnd type="none"/>
          </a:ln>
        </p:spPr>
      </p:sp>
      <p:sp>
        <p:nvSpPr>
          <p:cNvPr id="2264" name="Shape 2262"/>
          <p:cNvSpPr/>
          <p:nvPr/>
        </p:nvSpPr>
        <p:spPr>
          <a:xfrm>
            <a:off x="5079797" y="3577290"/>
            <a:ext cx="127406" cy="0"/>
          </a:xfrm>
          <a:prstGeom prst="line">
            <a:avLst/>
          </a:prstGeom>
          <a:noFill/>
          <a:ln w="25400">
            <a:solidFill>
              <a:srgbClr val="D87932"/>
            </a:solidFill>
            <a:prstDash val="solid"/>
            <a:headEnd type="none"/>
            <a:tailEnd type="none"/>
          </a:ln>
        </p:spPr>
      </p:sp>
      <p:sp>
        <p:nvSpPr>
          <p:cNvPr id="2265" name="Shape 2263"/>
          <p:cNvSpPr/>
          <p:nvPr/>
        </p:nvSpPr>
        <p:spPr>
          <a:xfrm>
            <a:off x="5204460" y="3574547"/>
            <a:ext cx="0" cy="20151"/>
          </a:xfrm>
          <a:prstGeom prst="line">
            <a:avLst/>
          </a:prstGeom>
          <a:noFill/>
          <a:ln w="25400">
            <a:solidFill>
              <a:srgbClr val="D87932"/>
            </a:solidFill>
            <a:prstDash val="solid"/>
            <a:headEnd type="none"/>
            <a:tailEnd type="none"/>
          </a:ln>
        </p:spPr>
      </p:sp>
      <p:sp>
        <p:nvSpPr>
          <p:cNvPr id="2266" name="Shape 2264"/>
          <p:cNvSpPr/>
          <p:nvPr/>
        </p:nvSpPr>
        <p:spPr>
          <a:xfrm>
            <a:off x="5204460" y="3591955"/>
            <a:ext cx="127407" cy="0"/>
          </a:xfrm>
          <a:prstGeom prst="line">
            <a:avLst/>
          </a:prstGeom>
          <a:noFill/>
          <a:ln w="25400">
            <a:solidFill>
              <a:srgbClr val="D87932"/>
            </a:solidFill>
            <a:prstDash val="solid"/>
            <a:headEnd type="none"/>
            <a:tailEnd type="none"/>
          </a:ln>
        </p:spPr>
      </p:sp>
      <p:sp>
        <p:nvSpPr>
          <p:cNvPr id="2267" name="Shape 2265"/>
          <p:cNvSpPr/>
          <p:nvPr/>
        </p:nvSpPr>
        <p:spPr>
          <a:xfrm>
            <a:off x="5329123" y="3504728"/>
            <a:ext cx="0" cy="89970"/>
          </a:xfrm>
          <a:prstGeom prst="line">
            <a:avLst/>
          </a:prstGeom>
          <a:noFill/>
          <a:ln w="25400">
            <a:solidFill>
              <a:srgbClr val="D87932"/>
            </a:solidFill>
            <a:prstDash val="solid"/>
            <a:headEnd type="none"/>
            <a:tailEnd type="none"/>
          </a:ln>
        </p:spPr>
      </p:sp>
      <p:sp>
        <p:nvSpPr>
          <p:cNvPr id="2268" name="Shape 2266"/>
          <p:cNvSpPr/>
          <p:nvPr/>
        </p:nvSpPr>
        <p:spPr>
          <a:xfrm>
            <a:off x="5329123" y="3507471"/>
            <a:ext cx="127407" cy="0"/>
          </a:xfrm>
          <a:prstGeom prst="line">
            <a:avLst/>
          </a:prstGeom>
          <a:noFill/>
          <a:ln w="25400">
            <a:solidFill>
              <a:srgbClr val="D87932"/>
            </a:solidFill>
            <a:prstDash val="solid"/>
            <a:headEnd type="none"/>
            <a:tailEnd type="none"/>
          </a:ln>
        </p:spPr>
      </p:sp>
      <p:sp>
        <p:nvSpPr>
          <p:cNvPr id="2269" name="Shape 2267"/>
          <p:cNvSpPr/>
          <p:nvPr/>
        </p:nvSpPr>
        <p:spPr>
          <a:xfrm>
            <a:off x="5453787" y="3338098"/>
            <a:ext cx="0" cy="172117"/>
          </a:xfrm>
          <a:prstGeom prst="line">
            <a:avLst/>
          </a:prstGeom>
          <a:noFill/>
          <a:ln w="25400">
            <a:solidFill>
              <a:srgbClr val="D87932"/>
            </a:solidFill>
            <a:prstDash val="solid"/>
            <a:headEnd type="none"/>
            <a:tailEnd type="none"/>
          </a:ln>
        </p:spPr>
      </p:sp>
      <p:sp>
        <p:nvSpPr>
          <p:cNvPr id="2270" name="Shape 2268"/>
          <p:cNvSpPr/>
          <p:nvPr/>
        </p:nvSpPr>
        <p:spPr>
          <a:xfrm>
            <a:off x="5453787" y="3340841"/>
            <a:ext cx="127406" cy="0"/>
          </a:xfrm>
          <a:prstGeom prst="line">
            <a:avLst/>
          </a:prstGeom>
          <a:noFill/>
          <a:ln w="25400">
            <a:solidFill>
              <a:srgbClr val="D87932"/>
            </a:solidFill>
            <a:prstDash val="solid"/>
            <a:headEnd type="none"/>
            <a:tailEnd type="none"/>
          </a:ln>
        </p:spPr>
      </p:sp>
      <p:sp>
        <p:nvSpPr>
          <p:cNvPr id="2271" name="Shape 2269"/>
          <p:cNvSpPr/>
          <p:nvPr/>
        </p:nvSpPr>
        <p:spPr>
          <a:xfrm>
            <a:off x="5578449" y="3249063"/>
            <a:ext cx="0" cy="94521"/>
          </a:xfrm>
          <a:prstGeom prst="line">
            <a:avLst/>
          </a:prstGeom>
          <a:noFill/>
          <a:ln w="25400">
            <a:solidFill>
              <a:srgbClr val="D87932"/>
            </a:solidFill>
            <a:prstDash val="solid"/>
            <a:headEnd type="none"/>
            <a:tailEnd type="none"/>
          </a:ln>
        </p:spPr>
      </p:sp>
      <p:sp>
        <p:nvSpPr>
          <p:cNvPr id="2272" name="Shape 2270"/>
          <p:cNvSpPr/>
          <p:nvPr/>
        </p:nvSpPr>
        <p:spPr>
          <a:xfrm>
            <a:off x="5578449" y="3251806"/>
            <a:ext cx="127407" cy="0"/>
          </a:xfrm>
          <a:prstGeom prst="line">
            <a:avLst/>
          </a:prstGeom>
          <a:noFill/>
          <a:ln w="25400">
            <a:solidFill>
              <a:srgbClr val="D87932"/>
            </a:solidFill>
            <a:prstDash val="solid"/>
            <a:headEnd type="none"/>
            <a:tailEnd type="none"/>
          </a:ln>
        </p:spPr>
      </p:sp>
      <p:sp>
        <p:nvSpPr>
          <p:cNvPr id="2273" name="Shape 2271"/>
          <p:cNvSpPr/>
          <p:nvPr/>
        </p:nvSpPr>
        <p:spPr>
          <a:xfrm>
            <a:off x="5703113" y="3167261"/>
            <a:ext cx="0" cy="87289"/>
          </a:xfrm>
          <a:prstGeom prst="line">
            <a:avLst/>
          </a:prstGeom>
          <a:noFill/>
          <a:ln w="25400">
            <a:solidFill>
              <a:srgbClr val="D87932"/>
            </a:solidFill>
            <a:prstDash val="solid"/>
            <a:headEnd type="none"/>
            <a:tailEnd type="none"/>
          </a:ln>
        </p:spPr>
      </p:sp>
      <p:sp>
        <p:nvSpPr>
          <p:cNvPr id="2274" name="Shape 2272"/>
          <p:cNvSpPr/>
          <p:nvPr/>
        </p:nvSpPr>
        <p:spPr>
          <a:xfrm>
            <a:off x="5703113" y="3170004"/>
            <a:ext cx="127407" cy="0"/>
          </a:xfrm>
          <a:prstGeom prst="line">
            <a:avLst/>
          </a:prstGeom>
          <a:noFill/>
          <a:ln w="25400">
            <a:solidFill>
              <a:srgbClr val="D87932"/>
            </a:solidFill>
            <a:prstDash val="solid"/>
            <a:headEnd type="none"/>
            <a:tailEnd type="none"/>
          </a:ln>
        </p:spPr>
      </p:sp>
      <p:sp>
        <p:nvSpPr>
          <p:cNvPr id="2275" name="Shape 2273"/>
          <p:cNvSpPr/>
          <p:nvPr/>
        </p:nvSpPr>
        <p:spPr>
          <a:xfrm>
            <a:off x="5827776" y="3167261"/>
            <a:ext cx="0" cy="89410"/>
          </a:xfrm>
          <a:prstGeom prst="line">
            <a:avLst/>
          </a:prstGeom>
          <a:noFill/>
          <a:ln w="25400">
            <a:solidFill>
              <a:srgbClr val="D87932"/>
            </a:solidFill>
            <a:prstDash val="solid"/>
            <a:headEnd type="none"/>
            <a:tailEnd type="none"/>
          </a:ln>
        </p:spPr>
      </p:sp>
      <p:sp>
        <p:nvSpPr>
          <p:cNvPr id="2276" name="Shape 2274"/>
          <p:cNvSpPr/>
          <p:nvPr/>
        </p:nvSpPr>
        <p:spPr>
          <a:xfrm>
            <a:off x="5827776" y="3253927"/>
            <a:ext cx="127406" cy="0"/>
          </a:xfrm>
          <a:prstGeom prst="line">
            <a:avLst/>
          </a:prstGeom>
          <a:noFill/>
          <a:ln w="25400">
            <a:solidFill>
              <a:srgbClr val="D87932"/>
            </a:solidFill>
            <a:prstDash val="solid"/>
            <a:headEnd type="none"/>
            <a:tailEnd type="none"/>
          </a:ln>
        </p:spPr>
      </p:sp>
      <p:sp>
        <p:nvSpPr>
          <p:cNvPr id="2277" name="Shape 2275"/>
          <p:cNvSpPr/>
          <p:nvPr/>
        </p:nvSpPr>
        <p:spPr>
          <a:xfrm>
            <a:off x="5952439" y="3169029"/>
            <a:ext cx="0" cy="87641"/>
          </a:xfrm>
          <a:prstGeom prst="line">
            <a:avLst/>
          </a:prstGeom>
          <a:noFill/>
          <a:ln w="25400">
            <a:solidFill>
              <a:srgbClr val="D87932"/>
            </a:solidFill>
            <a:prstDash val="solid"/>
            <a:headEnd type="none"/>
            <a:tailEnd type="none"/>
          </a:ln>
        </p:spPr>
      </p:sp>
      <p:sp>
        <p:nvSpPr>
          <p:cNvPr id="2278" name="Shape 2276"/>
          <p:cNvSpPr/>
          <p:nvPr/>
        </p:nvSpPr>
        <p:spPr>
          <a:xfrm>
            <a:off x="5952439" y="3171772"/>
            <a:ext cx="127407" cy="0"/>
          </a:xfrm>
          <a:prstGeom prst="line">
            <a:avLst/>
          </a:prstGeom>
          <a:noFill/>
          <a:ln w="25400">
            <a:solidFill>
              <a:srgbClr val="D87932"/>
            </a:solidFill>
            <a:prstDash val="solid"/>
            <a:headEnd type="none"/>
            <a:tailEnd type="none"/>
          </a:ln>
        </p:spPr>
      </p:sp>
      <p:sp>
        <p:nvSpPr>
          <p:cNvPr id="2279" name="Shape 2277"/>
          <p:cNvSpPr/>
          <p:nvPr/>
        </p:nvSpPr>
        <p:spPr>
          <a:xfrm>
            <a:off x="6077102" y="2976034"/>
            <a:ext cx="0" cy="198481"/>
          </a:xfrm>
          <a:prstGeom prst="line">
            <a:avLst/>
          </a:prstGeom>
          <a:noFill/>
          <a:ln w="25400">
            <a:solidFill>
              <a:srgbClr val="D87932"/>
            </a:solidFill>
            <a:prstDash val="solid"/>
            <a:headEnd type="none"/>
            <a:tailEnd type="none"/>
          </a:ln>
        </p:spPr>
      </p:sp>
      <p:sp>
        <p:nvSpPr>
          <p:cNvPr id="2280" name="Shape 2278"/>
          <p:cNvSpPr/>
          <p:nvPr/>
        </p:nvSpPr>
        <p:spPr>
          <a:xfrm>
            <a:off x="6077102" y="2978778"/>
            <a:ext cx="127407" cy="0"/>
          </a:xfrm>
          <a:prstGeom prst="line">
            <a:avLst/>
          </a:prstGeom>
          <a:noFill/>
          <a:ln w="25400">
            <a:solidFill>
              <a:srgbClr val="D87932"/>
            </a:solidFill>
            <a:prstDash val="solid"/>
            <a:headEnd type="none"/>
            <a:tailEnd type="none"/>
          </a:ln>
        </p:spPr>
      </p:sp>
      <p:sp>
        <p:nvSpPr>
          <p:cNvPr id="2281" name="Shape 2279"/>
          <p:cNvSpPr/>
          <p:nvPr/>
        </p:nvSpPr>
        <p:spPr>
          <a:xfrm>
            <a:off x="6201766" y="2806565"/>
            <a:ext cx="0" cy="174956"/>
          </a:xfrm>
          <a:prstGeom prst="line">
            <a:avLst/>
          </a:prstGeom>
          <a:noFill/>
          <a:ln w="25400">
            <a:solidFill>
              <a:srgbClr val="D87932"/>
            </a:solidFill>
            <a:prstDash val="solid"/>
            <a:headEnd type="none"/>
            <a:tailEnd type="none"/>
          </a:ln>
        </p:spPr>
      </p:sp>
      <p:sp>
        <p:nvSpPr>
          <p:cNvPr id="2282" name="Shape 2280"/>
          <p:cNvSpPr/>
          <p:nvPr/>
        </p:nvSpPr>
        <p:spPr>
          <a:xfrm>
            <a:off x="6201766" y="2809308"/>
            <a:ext cx="127406" cy="0"/>
          </a:xfrm>
          <a:prstGeom prst="line">
            <a:avLst/>
          </a:prstGeom>
          <a:noFill/>
          <a:ln w="25400">
            <a:solidFill>
              <a:srgbClr val="D87932"/>
            </a:solidFill>
            <a:prstDash val="solid"/>
            <a:headEnd type="none"/>
            <a:tailEnd type="none"/>
          </a:ln>
        </p:spPr>
      </p:sp>
      <p:sp>
        <p:nvSpPr>
          <p:cNvPr id="2283" name="Shape 2281"/>
          <p:cNvSpPr/>
          <p:nvPr/>
        </p:nvSpPr>
        <p:spPr>
          <a:xfrm>
            <a:off x="6326429" y="2503916"/>
            <a:ext cx="0" cy="308135"/>
          </a:xfrm>
          <a:prstGeom prst="line">
            <a:avLst/>
          </a:prstGeom>
          <a:noFill/>
          <a:ln w="25400">
            <a:solidFill>
              <a:srgbClr val="D87932"/>
            </a:solidFill>
            <a:prstDash val="solid"/>
            <a:headEnd type="none"/>
            <a:tailEnd type="none"/>
          </a:ln>
        </p:spPr>
      </p:sp>
      <p:sp>
        <p:nvSpPr>
          <p:cNvPr id="2284" name="Shape 2282"/>
          <p:cNvSpPr/>
          <p:nvPr/>
        </p:nvSpPr>
        <p:spPr>
          <a:xfrm>
            <a:off x="6326429" y="2506660"/>
            <a:ext cx="127407" cy="0"/>
          </a:xfrm>
          <a:prstGeom prst="line">
            <a:avLst/>
          </a:prstGeom>
          <a:noFill/>
          <a:ln w="25400">
            <a:solidFill>
              <a:srgbClr val="D87932"/>
            </a:solidFill>
            <a:prstDash val="solid"/>
            <a:headEnd type="none"/>
            <a:tailEnd type="none"/>
          </a:ln>
        </p:spPr>
      </p:sp>
      <p:sp>
        <p:nvSpPr>
          <p:cNvPr id="2285" name="Shape 2283"/>
          <p:cNvSpPr/>
          <p:nvPr/>
        </p:nvSpPr>
        <p:spPr>
          <a:xfrm>
            <a:off x="6451092" y="2329267"/>
            <a:ext cx="0" cy="180136"/>
          </a:xfrm>
          <a:prstGeom prst="line">
            <a:avLst/>
          </a:prstGeom>
          <a:noFill/>
          <a:ln w="25400">
            <a:solidFill>
              <a:srgbClr val="D87932"/>
            </a:solidFill>
            <a:prstDash val="solid"/>
            <a:headEnd type="none"/>
            <a:tailEnd type="none"/>
          </a:ln>
        </p:spPr>
      </p:sp>
      <p:sp>
        <p:nvSpPr>
          <p:cNvPr id="2286" name="Shape 2284"/>
          <p:cNvSpPr/>
          <p:nvPr/>
        </p:nvSpPr>
        <p:spPr>
          <a:xfrm>
            <a:off x="6451092" y="2332010"/>
            <a:ext cx="127407" cy="0"/>
          </a:xfrm>
          <a:prstGeom prst="line">
            <a:avLst/>
          </a:prstGeom>
          <a:noFill/>
          <a:ln w="25400">
            <a:solidFill>
              <a:srgbClr val="D87932"/>
            </a:solidFill>
            <a:prstDash val="solid"/>
            <a:headEnd type="none"/>
            <a:tailEnd type="none"/>
          </a:ln>
        </p:spPr>
      </p:sp>
      <p:sp>
        <p:nvSpPr>
          <p:cNvPr id="2287" name="Shape 2285"/>
          <p:cNvSpPr/>
          <p:nvPr/>
        </p:nvSpPr>
        <p:spPr>
          <a:xfrm>
            <a:off x="6575755" y="2300745"/>
            <a:ext cx="0" cy="34008"/>
          </a:xfrm>
          <a:prstGeom prst="line">
            <a:avLst/>
          </a:prstGeom>
          <a:noFill/>
          <a:ln w="25400">
            <a:solidFill>
              <a:srgbClr val="D87932"/>
            </a:solidFill>
            <a:prstDash val="solid"/>
            <a:headEnd type="none"/>
            <a:tailEnd type="none"/>
          </a:ln>
        </p:spPr>
      </p:sp>
      <p:sp>
        <p:nvSpPr>
          <p:cNvPr id="2288" name="Shape 2286"/>
          <p:cNvSpPr/>
          <p:nvPr/>
        </p:nvSpPr>
        <p:spPr>
          <a:xfrm>
            <a:off x="6575755" y="2303488"/>
            <a:ext cx="127406" cy="0"/>
          </a:xfrm>
          <a:prstGeom prst="line">
            <a:avLst/>
          </a:prstGeom>
          <a:noFill/>
          <a:ln w="25400">
            <a:solidFill>
              <a:srgbClr val="D87932"/>
            </a:solidFill>
            <a:prstDash val="solid"/>
            <a:headEnd type="none"/>
            <a:tailEnd type="none"/>
          </a:ln>
        </p:spPr>
      </p:sp>
      <p:sp>
        <p:nvSpPr>
          <p:cNvPr id="2289" name="Shape 2287"/>
          <p:cNvSpPr/>
          <p:nvPr/>
        </p:nvSpPr>
        <p:spPr>
          <a:xfrm>
            <a:off x="6700418" y="2275342"/>
            <a:ext cx="0" cy="30889"/>
          </a:xfrm>
          <a:prstGeom prst="line">
            <a:avLst/>
          </a:prstGeom>
          <a:noFill/>
          <a:ln w="25400">
            <a:solidFill>
              <a:srgbClr val="D87932"/>
            </a:solidFill>
            <a:prstDash val="solid"/>
            <a:headEnd type="none"/>
            <a:tailEnd type="none"/>
          </a:ln>
        </p:spPr>
      </p:sp>
      <p:sp>
        <p:nvSpPr>
          <p:cNvPr id="2290" name="Shape 2288"/>
          <p:cNvSpPr/>
          <p:nvPr/>
        </p:nvSpPr>
        <p:spPr>
          <a:xfrm>
            <a:off x="6700418" y="2278085"/>
            <a:ext cx="127407" cy="0"/>
          </a:xfrm>
          <a:prstGeom prst="line">
            <a:avLst/>
          </a:prstGeom>
          <a:noFill/>
          <a:ln w="25400">
            <a:solidFill>
              <a:srgbClr val="D87932"/>
            </a:solidFill>
            <a:prstDash val="solid"/>
            <a:headEnd type="none"/>
            <a:tailEnd type="none"/>
          </a:ln>
        </p:spPr>
      </p:sp>
      <p:sp>
        <p:nvSpPr>
          <p:cNvPr id="2291" name="Shape 2289"/>
          <p:cNvSpPr/>
          <p:nvPr/>
        </p:nvSpPr>
        <p:spPr>
          <a:xfrm>
            <a:off x="6825082" y="2275342"/>
            <a:ext cx="0" cy="16839"/>
          </a:xfrm>
          <a:prstGeom prst="line">
            <a:avLst/>
          </a:prstGeom>
          <a:noFill/>
          <a:ln w="25400">
            <a:solidFill>
              <a:srgbClr val="D87932"/>
            </a:solidFill>
            <a:prstDash val="solid"/>
            <a:headEnd type="none"/>
            <a:tailEnd type="none"/>
          </a:ln>
        </p:spPr>
      </p:sp>
      <p:sp>
        <p:nvSpPr>
          <p:cNvPr id="2292" name="Shape 2290"/>
          <p:cNvSpPr/>
          <p:nvPr/>
        </p:nvSpPr>
        <p:spPr>
          <a:xfrm>
            <a:off x="6825082" y="2289438"/>
            <a:ext cx="127407" cy="0"/>
          </a:xfrm>
          <a:prstGeom prst="line">
            <a:avLst/>
          </a:prstGeom>
          <a:noFill/>
          <a:ln w="25400">
            <a:solidFill>
              <a:srgbClr val="D87932"/>
            </a:solidFill>
            <a:prstDash val="solid"/>
            <a:headEnd type="none"/>
            <a:tailEnd type="none"/>
          </a:ln>
        </p:spPr>
      </p:sp>
      <p:sp>
        <p:nvSpPr>
          <p:cNvPr id="2293" name="Shape 2291"/>
          <p:cNvSpPr/>
          <p:nvPr/>
        </p:nvSpPr>
        <p:spPr>
          <a:xfrm>
            <a:off x="6949745" y="2286694"/>
            <a:ext cx="0" cy="108260"/>
          </a:xfrm>
          <a:prstGeom prst="line">
            <a:avLst/>
          </a:prstGeom>
          <a:noFill/>
          <a:ln w="25400">
            <a:solidFill>
              <a:srgbClr val="D87932"/>
            </a:solidFill>
            <a:prstDash val="solid"/>
            <a:headEnd type="none"/>
            <a:tailEnd type="none"/>
          </a:ln>
        </p:spPr>
      </p:sp>
      <p:sp>
        <p:nvSpPr>
          <p:cNvPr id="2294" name="Shape 2292"/>
          <p:cNvSpPr/>
          <p:nvPr/>
        </p:nvSpPr>
        <p:spPr>
          <a:xfrm>
            <a:off x="6949745" y="2392211"/>
            <a:ext cx="127406" cy="0"/>
          </a:xfrm>
          <a:prstGeom prst="line">
            <a:avLst/>
          </a:prstGeom>
          <a:noFill/>
          <a:ln w="25400">
            <a:solidFill>
              <a:srgbClr val="D87932"/>
            </a:solidFill>
            <a:prstDash val="solid"/>
            <a:headEnd type="none"/>
            <a:tailEnd type="none"/>
          </a:ln>
        </p:spPr>
      </p:sp>
      <p:sp>
        <p:nvSpPr>
          <p:cNvPr id="2295" name="Shape 2293"/>
          <p:cNvSpPr/>
          <p:nvPr/>
        </p:nvSpPr>
        <p:spPr>
          <a:xfrm>
            <a:off x="7074408" y="2389468"/>
            <a:ext cx="0" cy="168054"/>
          </a:xfrm>
          <a:prstGeom prst="line">
            <a:avLst/>
          </a:prstGeom>
          <a:noFill/>
          <a:ln w="25400">
            <a:solidFill>
              <a:srgbClr val="D87932"/>
            </a:solidFill>
            <a:prstDash val="solid"/>
            <a:headEnd type="none"/>
            <a:tailEnd type="none"/>
          </a:ln>
        </p:spPr>
      </p:sp>
      <p:sp>
        <p:nvSpPr>
          <p:cNvPr id="2296" name="Shape 2294"/>
          <p:cNvSpPr/>
          <p:nvPr/>
        </p:nvSpPr>
        <p:spPr>
          <a:xfrm>
            <a:off x="7074408" y="2554778"/>
            <a:ext cx="127407" cy="0"/>
          </a:xfrm>
          <a:prstGeom prst="line">
            <a:avLst/>
          </a:prstGeom>
          <a:noFill/>
          <a:ln w="25400">
            <a:solidFill>
              <a:srgbClr val="D87932"/>
            </a:solidFill>
            <a:prstDash val="solid"/>
            <a:headEnd type="none"/>
            <a:tailEnd type="none"/>
          </a:ln>
        </p:spPr>
      </p:sp>
      <p:sp>
        <p:nvSpPr>
          <p:cNvPr id="2297" name="Shape 2295"/>
          <p:cNvSpPr/>
          <p:nvPr/>
        </p:nvSpPr>
        <p:spPr>
          <a:xfrm>
            <a:off x="7199071" y="2552035"/>
            <a:ext cx="0" cy="232795"/>
          </a:xfrm>
          <a:prstGeom prst="line">
            <a:avLst/>
          </a:prstGeom>
          <a:noFill/>
          <a:ln w="25400">
            <a:solidFill>
              <a:srgbClr val="D87932"/>
            </a:solidFill>
            <a:prstDash val="solid"/>
            <a:headEnd type="none"/>
            <a:tailEnd type="none"/>
          </a:ln>
        </p:spPr>
      </p:sp>
      <p:sp>
        <p:nvSpPr>
          <p:cNvPr id="2298" name="Shape 2296"/>
          <p:cNvSpPr/>
          <p:nvPr/>
        </p:nvSpPr>
        <p:spPr>
          <a:xfrm>
            <a:off x="7199071" y="2782087"/>
            <a:ext cx="127407" cy="0"/>
          </a:xfrm>
          <a:prstGeom prst="line">
            <a:avLst/>
          </a:prstGeom>
          <a:noFill/>
          <a:ln w="25400">
            <a:solidFill>
              <a:srgbClr val="D87932"/>
            </a:solidFill>
            <a:prstDash val="solid"/>
            <a:headEnd type="none"/>
            <a:tailEnd type="none"/>
          </a:ln>
        </p:spPr>
      </p:sp>
      <p:sp>
        <p:nvSpPr>
          <p:cNvPr id="2299" name="Shape 2297"/>
          <p:cNvSpPr/>
          <p:nvPr/>
        </p:nvSpPr>
        <p:spPr>
          <a:xfrm>
            <a:off x="7323735" y="2779344"/>
            <a:ext cx="0" cy="55345"/>
          </a:xfrm>
          <a:prstGeom prst="line">
            <a:avLst/>
          </a:prstGeom>
          <a:noFill/>
          <a:ln w="25400">
            <a:solidFill>
              <a:srgbClr val="D87932"/>
            </a:solidFill>
            <a:prstDash val="solid"/>
            <a:headEnd type="none"/>
            <a:tailEnd type="none"/>
          </a:ln>
        </p:spPr>
      </p:sp>
      <p:sp>
        <p:nvSpPr>
          <p:cNvPr id="2300" name="Shape 2298"/>
          <p:cNvSpPr/>
          <p:nvPr/>
        </p:nvSpPr>
        <p:spPr>
          <a:xfrm>
            <a:off x="7323735" y="2831946"/>
            <a:ext cx="127406" cy="0"/>
          </a:xfrm>
          <a:prstGeom prst="line">
            <a:avLst/>
          </a:prstGeom>
          <a:noFill/>
          <a:ln w="25400">
            <a:solidFill>
              <a:srgbClr val="D87932"/>
            </a:solidFill>
            <a:prstDash val="solid"/>
            <a:headEnd type="none"/>
            <a:tailEnd type="none"/>
          </a:ln>
        </p:spPr>
      </p:sp>
      <p:sp>
        <p:nvSpPr>
          <p:cNvPr id="2301" name="Shape 2299"/>
          <p:cNvSpPr/>
          <p:nvPr/>
        </p:nvSpPr>
        <p:spPr>
          <a:xfrm>
            <a:off x="7448397" y="2829203"/>
            <a:ext cx="0" cy="124028"/>
          </a:xfrm>
          <a:prstGeom prst="line">
            <a:avLst/>
          </a:prstGeom>
          <a:noFill/>
          <a:ln w="25400">
            <a:solidFill>
              <a:srgbClr val="D87932"/>
            </a:solidFill>
            <a:prstDash val="solid"/>
            <a:headEnd type="none"/>
            <a:tailEnd type="none"/>
          </a:ln>
        </p:spPr>
      </p:sp>
      <p:sp>
        <p:nvSpPr>
          <p:cNvPr id="2302" name="Shape 2300"/>
          <p:cNvSpPr/>
          <p:nvPr/>
        </p:nvSpPr>
        <p:spPr>
          <a:xfrm>
            <a:off x="7448397" y="2950488"/>
            <a:ext cx="127407" cy="0"/>
          </a:xfrm>
          <a:prstGeom prst="line">
            <a:avLst/>
          </a:prstGeom>
          <a:noFill/>
          <a:ln w="25400">
            <a:solidFill>
              <a:srgbClr val="D87932"/>
            </a:solidFill>
            <a:prstDash val="solid"/>
            <a:headEnd type="none"/>
            <a:tailEnd type="none"/>
          </a:ln>
        </p:spPr>
      </p:sp>
      <p:sp>
        <p:nvSpPr>
          <p:cNvPr id="2303" name="Shape 2301"/>
          <p:cNvSpPr/>
          <p:nvPr/>
        </p:nvSpPr>
        <p:spPr>
          <a:xfrm>
            <a:off x="7573061" y="2947745"/>
            <a:ext cx="0" cy="132578"/>
          </a:xfrm>
          <a:prstGeom prst="line">
            <a:avLst/>
          </a:prstGeom>
          <a:noFill/>
          <a:ln w="25400">
            <a:solidFill>
              <a:srgbClr val="D87932"/>
            </a:solidFill>
            <a:prstDash val="solid"/>
            <a:headEnd type="none"/>
            <a:tailEnd type="none"/>
          </a:ln>
        </p:spPr>
      </p:sp>
      <p:sp>
        <p:nvSpPr>
          <p:cNvPr id="2304" name="Shape 2302"/>
          <p:cNvSpPr/>
          <p:nvPr/>
        </p:nvSpPr>
        <p:spPr>
          <a:xfrm>
            <a:off x="7573061" y="3077580"/>
            <a:ext cx="127407" cy="0"/>
          </a:xfrm>
          <a:prstGeom prst="line">
            <a:avLst/>
          </a:prstGeom>
          <a:noFill/>
          <a:ln w="25400">
            <a:solidFill>
              <a:srgbClr val="D87932"/>
            </a:solidFill>
            <a:prstDash val="solid"/>
            <a:headEnd type="none"/>
            <a:tailEnd type="none"/>
          </a:ln>
        </p:spPr>
      </p:sp>
      <p:sp>
        <p:nvSpPr>
          <p:cNvPr id="2305" name="Shape 2303"/>
          <p:cNvSpPr/>
          <p:nvPr/>
        </p:nvSpPr>
        <p:spPr>
          <a:xfrm>
            <a:off x="7697724" y="3074837"/>
            <a:ext cx="0" cy="157417"/>
          </a:xfrm>
          <a:prstGeom prst="line">
            <a:avLst/>
          </a:prstGeom>
          <a:noFill/>
          <a:ln w="25400">
            <a:solidFill>
              <a:srgbClr val="D87932"/>
            </a:solidFill>
            <a:prstDash val="solid"/>
            <a:headEnd type="none"/>
            <a:tailEnd type="none"/>
          </a:ln>
        </p:spPr>
      </p:sp>
      <p:sp>
        <p:nvSpPr>
          <p:cNvPr id="2306" name="Shape 2304"/>
          <p:cNvSpPr/>
          <p:nvPr/>
        </p:nvSpPr>
        <p:spPr>
          <a:xfrm>
            <a:off x="7697724" y="3229510"/>
            <a:ext cx="127406" cy="0"/>
          </a:xfrm>
          <a:prstGeom prst="line">
            <a:avLst/>
          </a:prstGeom>
          <a:noFill/>
          <a:ln w="25400">
            <a:solidFill>
              <a:srgbClr val="D87932"/>
            </a:solidFill>
            <a:prstDash val="solid"/>
            <a:headEnd type="none"/>
            <a:tailEnd type="none"/>
          </a:ln>
        </p:spPr>
      </p:sp>
      <p:sp>
        <p:nvSpPr>
          <p:cNvPr id="2307" name="Shape 2305"/>
          <p:cNvSpPr/>
          <p:nvPr/>
        </p:nvSpPr>
        <p:spPr>
          <a:xfrm>
            <a:off x="7822387" y="3203208"/>
            <a:ext cx="0" cy="29046"/>
          </a:xfrm>
          <a:prstGeom prst="line">
            <a:avLst/>
          </a:prstGeom>
          <a:noFill/>
          <a:ln w="25400">
            <a:solidFill>
              <a:srgbClr val="D87932"/>
            </a:solidFill>
            <a:prstDash val="solid"/>
            <a:headEnd type="none"/>
            <a:tailEnd type="none"/>
          </a:ln>
        </p:spPr>
      </p:sp>
      <p:sp>
        <p:nvSpPr>
          <p:cNvPr id="2308" name="Shape 2306"/>
          <p:cNvSpPr/>
          <p:nvPr/>
        </p:nvSpPr>
        <p:spPr>
          <a:xfrm>
            <a:off x="7822387" y="3205951"/>
            <a:ext cx="127407" cy="0"/>
          </a:xfrm>
          <a:prstGeom prst="line">
            <a:avLst/>
          </a:prstGeom>
          <a:noFill/>
          <a:ln w="25400">
            <a:solidFill>
              <a:srgbClr val="D87932"/>
            </a:solidFill>
            <a:prstDash val="solid"/>
            <a:headEnd type="none"/>
            <a:tailEnd type="none"/>
          </a:ln>
        </p:spPr>
      </p:sp>
      <p:sp>
        <p:nvSpPr>
          <p:cNvPr id="2309" name="Shape 2307"/>
          <p:cNvSpPr/>
          <p:nvPr/>
        </p:nvSpPr>
        <p:spPr>
          <a:xfrm>
            <a:off x="7947050" y="2965388"/>
            <a:ext cx="0" cy="243306"/>
          </a:xfrm>
          <a:prstGeom prst="line">
            <a:avLst/>
          </a:prstGeom>
          <a:noFill/>
          <a:ln w="25400">
            <a:solidFill>
              <a:srgbClr val="D87932"/>
            </a:solidFill>
            <a:prstDash val="solid"/>
            <a:headEnd type="none"/>
            <a:tailEnd type="none"/>
          </a:ln>
        </p:spPr>
      </p:sp>
      <p:sp>
        <p:nvSpPr>
          <p:cNvPr id="2310" name="Shape 2308"/>
          <p:cNvSpPr/>
          <p:nvPr/>
        </p:nvSpPr>
        <p:spPr>
          <a:xfrm>
            <a:off x="7947050" y="2968131"/>
            <a:ext cx="127407" cy="0"/>
          </a:xfrm>
          <a:prstGeom prst="line">
            <a:avLst/>
          </a:prstGeom>
          <a:noFill/>
          <a:ln w="25400">
            <a:solidFill>
              <a:srgbClr val="D87932"/>
            </a:solidFill>
            <a:prstDash val="solid"/>
            <a:headEnd type="none"/>
            <a:tailEnd type="none"/>
          </a:ln>
        </p:spPr>
      </p:sp>
      <p:sp>
        <p:nvSpPr>
          <p:cNvPr id="2311" name="Shape 2309"/>
          <p:cNvSpPr/>
          <p:nvPr/>
        </p:nvSpPr>
        <p:spPr>
          <a:xfrm>
            <a:off x="8071714" y="2715879"/>
            <a:ext cx="0" cy="254996"/>
          </a:xfrm>
          <a:prstGeom prst="line">
            <a:avLst/>
          </a:prstGeom>
          <a:noFill/>
          <a:ln w="25400">
            <a:solidFill>
              <a:srgbClr val="D87932"/>
            </a:solidFill>
            <a:prstDash val="solid"/>
            <a:headEnd type="none"/>
            <a:tailEnd type="none"/>
          </a:ln>
        </p:spPr>
      </p:sp>
      <p:sp>
        <p:nvSpPr>
          <p:cNvPr id="2312" name="Shape 2310"/>
          <p:cNvSpPr/>
          <p:nvPr/>
        </p:nvSpPr>
        <p:spPr>
          <a:xfrm>
            <a:off x="8071714" y="2718622"/>
            <a:ext cx="127406" cy="0"/>
          </a:xfrm>
          <a:prstGeom prst="line">
            <a:avLst/>
          </a:prstGeom>
          <a:noFill/>
          <a:ln w="25400">
            <a:solidFill>
              <a:srgbClr val="D87932"/>
            </a:solidFill>
            <a:prstDash val="solid"/>
            <a:headEnd type="none"/>
            <a:tailEnd type="none"/>
          </a:ln>
        </p:spPr>
      </p:sp>
      <p:sp>
        <p:nvSpPr>
          <p:cNvPr id="2313" name="Shape 2311"/>
          <p:cNvSpPr/>
          <p:nvPr/>
        </p:nvSpPr>
        <p:spPr>
          <a:xfrm>
            <a:off x="8196377" y="2536616"/>
            <a:ext cx="0" cy="184750"/>
          </a:xfrm>
          <a:prstGeom prst="line">
            <a:avLst/>
          </a:prstGeom>
          <a:noFill/>
          <a:ln w="25400">
            <a:solidFill>
              <a:srgbClr val="D87932"/>
            </a:solidFill>
            <a:prstDash val="solid"/>
            <a:headEnd type="none"/>
            <a:tailEnd type="none"/>
          </a:ln>
        </p:spPr>
      </p:sp>
      <p:sp>
        <p:nvSpPr>
          <p:cNvPr id="2314" name="Shape 2312"/>
          <p:cNvSpPr/>
          <p:nvPr/>
        </p:nvSpPr>
        <p:spPr>
          <a:xfrm>
            <a:off x="8196377" y="2539359"/>
            <a:ext cx="127407" cy="0"/>
          </a:xfrm>
          <a:prstGeom prst="line">
            <a:avLst/>
          </a:prstGeom>
          <a:noFill/>
          <a:ln w="25400">
            <a:solidFill>
              <a:srgbClr val="D87932"/>
            </a:solidFill>
            <a:prstDash val="solid"/>
            <a:headEnd type="none"/>
            <a:tailEnd type="none"/>
          </a:ln>
        </p:spPr>
      </p:sp>
      <p:sp>
        <p:nvSpPr>
          <p:cNvPr id="2315" name="Shape 2313"/>
          <p:cNvSpPr/>
          <p:nvPr/>
        </p:nvSpPr>
        <p:spPr>
          <a:xfrm>
            <a:off x="8321040" y="2536616"/>
            <a:ext cx="0" cy="234093"/>
          </a:xfrm>
          <a:prstGeom prst="line">
            <a:avLst/>
          </a:prstGeom>
          <a:noFill/>
          <a:ln w="25400">
            <a:solidFill>
              <a:srgbClr val="D87932"/>
            </a:solidFill>
            <a:prstDash val="solid"/>
            <a:headEnd type="none"/>
            <a:tailEnd type="none"/>
          </a:ln>
        </p:spPr>
      </p:sp>
      <p:sp>
        <p:nvSpPr>
          <p:cNvPr id="2316" name="Shape 2314"/>
          <p:cNvSpPr/>
          <p:nvPr/>
        </p:nvSpPr>
        <p:spPr>
          <a:xfrm>
            <a:off x="868680" y="2020824"/>
            <a:ext cx="256032" cy="0"/>
          </a:xfrm>
          <a:prstGeom prst="line">
            <a:avLst/>
          </a:prstGeom>
          <a:noFill/>
          <a:ln w="27940">
            <a:solidFill>
              <a:srgbClr val="D87932"/>
            </a:solidFill>
            <a:prstDash val="solid"/>
          </a:ln>
        </p:spPr>
      </p:sp>
      <p:sp>
        <p:nvSpPr>
          <p:cNvPr id="2317" name="Text 2315"/>
          <p:cNvSpPr/>
          <p:nvPr/>
        </p:nvSpPr>
        <p:spPr>
          <a:xfrm>
            <a:off x="1197864" y="1947672"/>
            <a:ext cx="1408176"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C₂ PP</a:t>
            </a:r>
            <a:endParaRPr lang="en-US" sz="920" dirty="0"/>
          </a:p>
        </p:txBody>
      </p:sp>
      <p:sp>
        <p:nvSpPr>
          <p:cNvPr id="2318" name="Shape 2316"/>
          <p:cNvSpPr/>
          <p:nvPr/>
        </p:nvSpPr>
        <p:spPr>
          <a:xfrm>
            <a:off x="841248" y="2456143"/>
            <a:ext cx="127407" cy="0"/>
          </a:xfrm>
          <a:prstGeom prst="line">
            <a:avLst/>
          </a:prstGeom>
          <a:noFill/>
          <a:ln w="25400">
            <a:solidFill>
              <a:srgbClr val="A64E8E"/>
            </a:solidFill>
            <a:prstDash val="solid"/>
            <a:headEnd type="none"/>
            <a:tailEnd type="none"/>
          </a:ln>
        </p:spPr>
      </p:sp>
      <p:sp>
        <p:nvSpPr>
          <p:cNvPr id="2319" name="Shape 2317"/>
          <p:cNvSpPr/>
          <p:nvPr/>
        </p:nvSpPr>
        <p:spPr>
          <a:xfrm>
            <a:off x="965911" y="2369361"/>
            <a:ext cx="0" cy="89525"/>
          </a:xfrm>
          <a:prstGeom prst="line">
            <a:avLst/>
          </a:prstGeom>
          <a:noFill/>
          <a:ln w="25400">
            <a:solidFill>
              <a:srgbClr val="A64E8E"/>
            </a:solidFill>
            <a:prstDash val="solid"/>
            <a:headEnd type="none"/>
            <a:tailEnd type="none"/>
          </a:ln>
        </p:spPr>
      </p:sp>
      <p:sp>
        <p:nvSpPr>
          <p:cNvPr id="2320" name="Shape 2318"/>
          <p:cNvSpPr/>
          <p:nvPr/>
        </p:nvSpPr>
        <p:spPr>
          <a:xfrm>
            <a:off x="965911" y="2372104"/>
            <a:ext cx="127406" cy="0"/>
          </a:xfrm>
          <a:prstGeom prst="line">
            <a:avLst/>
          </a:prstGeom>
          <a:noFill/>
          <a:ln w="25400">
            <a:solidFill>
              <a:srgbClr val="A64E8E"/>
            </a:solidFill>
            <a:prstDash val="solid"/>
            <a:headEnd type="none"/>
            <a:tailEnd type="none"/>
          </a:ln>
        </p:spPr>
      </p:sp>
      <p:sp>
        <p:nvSpPr>
          <p:cNvPr id="2321" name="Shape 2319"/>
          <p:cNvSpPr/>
          <p:nvPr/>
        </p:nvSpPr>
        <p:spPr>
          <a:xfrm>
            <a:off x="1090574" y="2369361"/>
            <a:ext cx="0" cy="89525"/>
          </a:xfrm>
          <a:prstGeom prst="line">
            <a:avLst/>
          </a:prstGeom>
          <a:noFill/>
          <a:ln w="25400">
            <a:solidFill>
              <a:srgbClr val="A64E8E"/>
            </a:solidFill>
            <a:prstDash val="solid"/>
            <a:headEnd type="none"/>
            <a:tailEnd type="none"/>
          </a:ln>
        </p:spPr>
      </p:sp>
      <p:sp>
        <p:nvSpPr>
          <p:cNvPr id="2322" name="Shape 2320"/>
          <p:cNvSpPr/>
          <p:nvPr/>
        </p:nvSpPr>
        <p:spPr>
          <a:xfrm>
            <a:off x="1090574" y="2456143"/>
            <a:ext cx="127407" cy="0"/>
          </a:xfrm>
          <a:prstGeom prst="line">
            <a:avLst/>
          </a:prstGeom>
          <a:noFill/>
          <a:ln w="25400">
            <a:solidFill>
              <a:srgbClr val="A64E8E"/>
            </a:solidFill>
            <a:prstDash val="solid"/>
            <a:headEnd type="none"/>
            <a:tailEnd type="none"/>
          </a:ln>
        </p:spPr>
      </p:sp>
      <p:sp>
        <p:nvSpPr>
          <p:cNvPr id="2323" name="Shape 2321"/>
          <p:cNvSpPr/>
          <p:nvPr/>
        </p:nvSpPr>
        <p:spPr>
          <a:xfrm>
            <a:off x="1215238" y="2453400"/>
            <a:ext cx="0" cy="141467"/>
          </a:xfrm>
          <a:prstGeom prst="line">
            <a:avLst/>
          </a:prstGeom>
          <a:noFill/>
          <a:ln w="25400">
            <a:solidFill>
              <a:srgbClr val="A64E8E"/>
            </a:solidFill>
            <a:prstDash val="solid"/>
            <a:headEnd type="none"/>
            <a:tailEnd type="none"/>
          </a:ln>
        </p:spPr>
      </p:sp>
      <p:sp>
        <p:nvSpPr>
          <p:cNvPr id="2324" name="Shape 2322"/>
          <p:cNvSpPr/>
          <p:nvPr/>
        </p:nvSpPr>
        <p:spPr>
          <a:xfrm>
            <a:off x="1215238" y="2592123"/>
            <a:ext cx="127407" cy="0"/>
          </a:xfrm>
          <a:prstGeom prst="line">
            <a:avLst/>
          </a:prstGeom>
          <a:noFill/>
          <a:ln w="25400">
            <a:solidFill>
              <a:srgbClr val="A64E8E"/>
            </a:solidFill>
            <a:prstDash val="solid"/>
            <a:headEnd type="none"/>
            <a:tailEnd type="none"/>
          </a:ln>
        </p:spPr>
      </p:sp>
      <p:sp>
        <p:nvSpPr>
          <p:cNvPr id="2325" name="Shape 2323"/>
          <p:cNvSpPr/>
          <p:nvPr/>
        </p:nvSpPr>
        <p:spPr>
          <a:xfrm>
            <a:off x="1339901" y="2589380"/>
            <a:ext cx="0" cy="89527"/>
          </a:xfrm>
          <a:prstGeom prst="line">
            <a:avLst/>
          </a:prstGeom>
          <a:noFill/>
          <a:ln w="25400">
            <a:solidFill>
              <a:srgbClr val="A64E8E"/>
            </a:solidFill>
            <a:prstDash val="solid"/>
            <a:headEnd type="none"/>
            <a:tailEnd type="none"/>
          </a:ln>
        </p:spPr>
      </p:sp>
      <p:sp>
        <p:nvSpPr>
          <p:cNvPr id="2326" name="Shape 2324"/>
          <p:cNvSpPr/>
          <p:nvPr/>
        </p:nvSpPr>
        <p:spPr>
          <a:xfrm>
            <a:off x="1339901" y="2676163"/>
            <a:ext cx="127406" cy="0"/>
          </a:xfrm>
          <a:prstGeom prst="line">
            <a:avLst/>
          </a:prstGeom>
          <a:noFill/>
          <a:ln w="25400">
            <a:solidFill>
              <a:srgbClr val="A64E8E"/>
            </a:solidFill>
            <a:prstDash val="solid"/>
            <a:headEnd type="none"/>
            <a:tailEnd type="none"/>
          </a:ln>
        </p:spPr>
      </p:sp>
      <p:sp>
        <p:nvSpPr>
          <p:cNvPr id="2327" name="Shape 2325"/>
          <p:cNvSpPr/>
          <p:nvPr/>
        </p:nvSpPr>
        <p:spPr>
          <a:xfrm>
            <a:off x="1464564" y="2673420"/>
            <a:ext cx="0" cy="141465"/>
          </a:xfrm>
          <a:prstGeom prst="line">
            <a:avLst/>
          </a:prstGeom>
          <a:noFill/>
          <a:ln w="25400">
            <a:solidFill>
              <a:srgbClr val="A64E8E"/>
            </a:solidFill>
            <a:prstDash val="solid"/>
            <a:headEnd type="none"/>
            <a:tailEnd type="none"/>
          </a:ln>
        </p:spPr>
      </p:sp>
      <p:sp>
        <p:nvSpPr>
          <p:cNvPr id="2328" name="Shape 2326"/>
          <p:cNvSpPr/>
          <p:nvPr/>
        </p:nvSpPr>
        <p:spPr>
          <a:xfrm>
            <a:off x="1464564" y="2812142"/>
            <a:ext cx="127407" cy="0"/>
          </a:xfrm>
          <a:prstGeom prst="line">
            <a:avLst/>
          </a:prstGeom>
          <a:noFill/>
          <a:ln w="25400">
            <a:solidFill>
              <a:srgbClr val="A64E8E"/>
            </a:solidFill>
            <a:prstDash val="solid"/>
            <a:headEnd type="none"/>
            <a:tailEnd type="none"/>
          </a:ln>
        </p:spPr>
      </p:sp>
      <p:sp>
        <p:nvSpPr>
          <p:cNvPr id="2329" name="Shape 2327"/>
          <p:cNvSpPr/>
          <p:nvPr/>
        </p:nvSpPr>
        <p:spPr>
          <a:xfrm>
            <a:off x="1589227" y="2809399"/>
            <a:ext cx="0" cy="225505"/>
          </a:xfrm>
          <a:prstGeom prst="line">
            <a:avLst/>
          </a:prstGeom>
          <a:noFill/>
          <a:ln w="25400">
            <a:solidFill>
              <a:srgbClr val="A64E8E"/>
            </a:solidFill>
            <a:prstDash val="solid"/>
            <a:headEnd type="none"/>
            <a:tailEnd type="none"/>
          </a:ln>
        </p:spPr>
      </p:sp>
      <p:sp>
        <p:nvSpPr>
          <p:cNvPr id="2330" name="Shape 2328"/>
          <p:cNvSpPr/>
          <p:nvPr/>
        </p:nvSpPr>
        <p:spPr>
          <a:xfrm>
            <a:off x="1589227" y="3032161"/>
            <a:ext cx="127407" cy="0"/>
          </a:xfrm>
          <a:prstGeom prst="line">
            <a:avLst/>
          </a:prstGeom>
          <a:noFill/>
          <a:ln w="25400">
            <a:solidFill>
              <a:srgbClr val="A64E8E"/>
            </a:solidFill>
            <a:prstDash val="solid"/>
            <a:headEnd type="none"/>
            <a:tailEnd type="none"/>
          </a:ln>
        </p:spPr>
      </p:sp>
      <p:sp>
        <p:nvSpPr>
          <p:cNvPr id="2331" name="Shape 2329"/>
          <p:cNvSpPr/>
          <p:nvPr/>
        </p:nvSpPr>
        <p:spPr>
          <a:xfrm>
            <a:off x="1713891" y="3029418"/>
            <a:ext cx="0" cy="141467"/>
          </a:xfrm>
          <a:prstGeom prst="line">
            <a:avLst/>
          </a:prstGeom>
          <a:noFill/>
          <a:ln w="25400">
            <a:solidFill>
              <a:srgbClr val="A64E8E"/>
            </a:solidFill>
            <a:prstDash val="solid"/>
            <a:headEnd type="none"/>
            <a:tailEnd type="none"/>
          </a:ln>
        </p:spPr>
      </p:sp>
      <p:sp>
        <p:nvSpPr>
          <p:cNvPr id="2332" name="Shape 2330"/>
          <p:cNvSpPr/>
          <p:nvPr/>
        </p:nvSpPr>
        <p:spPr>
          <a:xfrm>
            <a:off x="1713891" y="3168142"/>
            <a:ext cx="127406" cy="0"/>
          </a:xfrm>
          <a:prstGeom prst="line">
            <a:avLst/>
          </a:prstGeom>
          <a:noFill/>
          <a:ln w="25400">
            <a:solidFill>
              <a:srgbClr val="A64E8E"/>
            </a:solidFill>
            <a:prstDash val="solid"/>
            <a:headEnd type="none"/>
            <a:tailEnd type="none"/>
          </a:ln>
        </p:spPr>
      </p:sp>
      <p:sp>
        <p:nvSpPr>
          <p:cNvPr id="2333" name="Shape 2331"/>
          <p:cNvSpPr/>
          <p:nvPr/>
        </p:nvSpPr>
        <p:spPr>
          <a:xfrm>
            <a:off x="1838553" y="3165399"/>
            <a:ext cx="0" cy="5486"/>
          </a:xfrm>
          <a:prstGeom prst="line">
            <a:avLst/>
          </a:prstGeom>
          <a:noFill/>
          <a:ln w="25400">
            <a:solidFill>
              <a:srgbClr val="A64E8E"/>
            </a:solidFill>
            <a:prstDash val="solid"/>
            <a:headEnd type="none"/>
            <a:tailEnd type="none"/>
          </a:ln>
        </p:spPr>
      </p:sp>
      <p:sp>
        <p:nvSpPr>
          <p:cNvPr id="2334" name="Shape 2332"/>
          <p:cNvSpPr/>
          <p:nvPr/>
        </p:nvSpPr>
        <p:spPr>
          <a:xfrm>
            <a:off x="1838553" y="3168142"/>
            <a:ext cx="127407" cy="0"/>
          </a:xfrm>
          <a:prstGeom prst="line">
            <a:avLst/>
          </a:prstGeom>
          <a:noFill/>
          <a:ln w="25400">
            <a:solidFill>
              <a:srgbClr val="A64E8E"/>
            </a:solidFill>
            <a:prstDash val="solid"/>
            <a:headEnd type="none"/>
            <a:tailEnd type="none"/>
          </a:ln>
        </p:spPr>
      </p:sp>
      <p:sp>
        <p:nvSpPr>
          <p:cNvPr id="2335" name="Shape 2333"/>
          <p:cNvSpPr/>
          <p:nvPr/>
        </p:nvSpPr>
        <p:spPr>
          <a:xfrm>
            <a:off x="1963217" y="3165399"/>
            <a:ext cx="0" cy="89527"/>
          </a:xfrm>
          <a:prstGeom prst="line">
            <a:avLst/>
          </a:prstGeom>
          <a:noFill/>
          <a:ln w="25400">
            <a:solidFill>
              <a:srgbClr val="A64E8E"/>
            </a:solidFill>
            <a:prstDash val="solid"/>
            <a:headEnd type="none"/>
            <a:tailEnd type="none"/>
          </a:ln>
        </p:spPr>
      </p:sp>
      <p:sp>
        <p:nvSpPr>
          <p:cNvPr id="2336" name="Shape 2334"/>
          <p:cNvSpPr/>
          <p:nvPr/>
        </p:nvSpPr>
        <p:spPr>
          <a:xfrm>
            <a:off x="1963217" y="3252182"/>
            <a:ext cx="127407" cy="0"/>
          </a:xfrm>
          <a:prstGeom prst="line">
            <a:avLst/>
          </a:prstGeom>
          <a:noFill/>
          <a:ln w="25400">
            <a:solidFill>
              <a:srgbClr val="A64E8E"/>
            </a:solidFill>
            <a:prstDash val="solid"/>
            <a:headEnd type="none"/>
            <a:tailEnd type="none"/>
          </a:ln>
        </p:spPr>
      </p:sp>
      <p:sp>
        <p:nvSpPr>
          <p:cNvPr id="2337" name="Shape 2335"/>
          <p:cNvSpPr/>
          <p:nvPr/>
        </p:nvSpPr>
        <p:spPr>
          <a:xfrm>
            <a:off x="2087880" y="3249439"/>
            <a:ext cx="0" cy="57425"/>
          </a:xfrm>
          <a:prstGeom prst="line">
            <a:avLst/>
          </a:prstGeom>
          <a:noFill/>
          <a:ln w="25400">
            <a:solidFill>
              <a:srgbClr val="A64E8E"/>
            </a:solidFill>
            <a:prstDash val="solid"/>
            <a:headEnd type="none"/>
            <a:tailEnd type="none"/>
          </a:ln>
        </p:spPr>
      </p:sp>
      <p:sp>
        <p:nvSpPr>
          <p:cNvPr id="2338" name="Shape 2336"/>
          <p:cNvSpPr/>
          <p:nvPr/>
        </p:nvSpPr>
        <p:spPr>
          <a:xfrm>
            <a:off x="2087880" y="3304121"/>
            <a:ext cx="127406" cy="0"/>
          </a:xfrm>
          <a:prstGeom prst="line">
            <a:avLst/>
          </a:prstGeom>
          <a:noFill/>
          <a:ln w="25400">
            <a:solidFill>
              <a:srgbClr val="A64E8E"/>
            </a:solidFill>
            <a:prstDash val="solid"/>
            <a:headEnd type="none"/>
            <a:tailEnd type="none"/>
          </a:ln>
        </p:spPr>
      </p:sp>
      <p:sp>
        <p:nvSpPr>
          <p:cNvPr id="2339" name="Shape 2337"/>
          <p:cNvSpPr/>
          <p:nvPr/>
        </p:nvSpPr>
        <p:spPr>
          <a:xfrm>
            <a:off x="2212543" y="3301378"/>
            <a:ext cx="0" cy="5486"/>
          </a:xfrm>
          <a:prstGeom prst="line">
            <a:avLst/>
          </a:prstGeom>
          <a:noFill/>
          <a:ln w="25400">
            <a:solidFill>
              <a:srgbClr val="A64E8E"/>
            </a:solidFill>
            <a:prstDash val="solid"/>
            <a:headEnd type="none"/>
            <a:tailEnd type="none"/>
          </a:ln>
        </p:spPr>
      </p:sp>
      <p:sp>
        <p:nvSpPr>
          <p:cNvPr id="2340" name="Shape 2338"/>
          <p:cNvSpPr/>
          <p:nvPr/>
        </p:nvSpPr>
        <p:spPr>
          <a:xfrm>
            <a:off x="2212543" y="3304121"/>
            <a:ext cx="127407" cy="0"/>
          </a:xfrm>
          <a:prstGeom prst="line">
            <a:avLst/>
          </a:prstGeom>
          <a:noFill/>
          <a:ln w="25400">
            <a:solidFill>
              <a:srgbClr val="A64E8E"/>
            </a:solidFill>
            <a:prstDash val="solid"/>
            <a:headEnd type="none"/>
            <a:tailEnd type="none"/>
          </a:ln>
        </p:spPr>
      </p:sp>
      <p:sp>
        <p:nvSpPr>
          <p:cNvPr id="2341" name="Shape 2339"/>
          <p:cNvSpPr/>
          <p:nvPr/>
        </p:nvSpPr>
        <p:spPr>
          <a:xfrm>
            <a:off x="2337206" y="3029418"/>
            <a:ext cx="0" cy="277446"/>
          </a:xfrm>
          <a:prstGeom prst="line">
            <a:avLst/>
          </a:prstGeom>
          <a:noFill/>
          <a:ln w="25400">
            <a:solidFill>
              <a:srgbClr val="A64E8E"/>
            </a:solidFill>
            <a:prstDash val="solid"/>
            <a:headEnd type="none"/>
            <a:tailEnd type="none"/>
          </a:ln>
        </p:spPr>
      </p:sp>
      <p:sp>
        <p:nvSpPr>
          <p:cNvPr id="2342" name="Shape 2340"/>
          <p:cNvSpPr/>
          <p:nvPr/>
        </p:nvSpPr>
        <p:spPr>
          <a:xfrm>
            <a:off x="2337206" y="3032161"/>
            <a:ext cx="127407" cy="0"/>
          </a:xfrm>
          <a:prstGeom prst="line">
            <a:avLst/>
          </a:prstGeom>
          <a:noFill/>
          <a:ln w="25400">
            <a:solidFill>
              <a:srgbClr val="A64E8E"/>
            </a:solidFill>
            <a:prstDash val="solid"/>
            <a:headEnd type="none"/>
            <a:tailEnd type="none"/>
          </a:ln>
        </p:spPr>
      </p:sp>
      <p:sp>
        <p:nvSpPr>
          <p:cNvPr id="2343" name="Shape 2341"/>
          <p:cNvSpPr/>
          <p:nvPr/>
        </p:nvSpPr>
        <p:spPr>
          <a:xfrm>
            <a:off x="2461870" y="3029418"/>
            <a:ext cx="0" cy="5486"/>
          </a:xfrm>
          <a:prstGeom prst="line">
            <a:avLst/>
          </a:prstGeom>
          <a:noFill/>
          <a:ln w="25400">
            <a:solidFill>
              <a:srgbClr val="A64E8E"/>
            </a:solidFill>
            <a:prstDash val="solid"/>
            <a:headEnd type="none"/>
            <a:tailEnd type="none"/>
          </a:ln>
        </p:spPr>
      </p:sp>
      <p:sp>
        <p:nvSpPr>
          <p:cNvPr id="2344" name="Shape 2342"/>
          <p:cNvSpPr/>
          <p:nvPr/>
        </p:nvSpPr>
        <p:spPr>
          <a:xfrm>
            <a:off x="2461870" y="3032161"/>
            <a:ext cx="127406" cy="0"/>
          </a:xfrm>
          <a:prstGeom prst="line">
            <a:avLst/>
          </a:prstGeom>
          <a:noFill/>
          <a:ln w="25400">
            <a:solidFill>
              <a:srgbClr val="A64E8E"/>
            </a:solidFill>
            <a:prstDash val="solid"/>
            <a:headEnd type="none"/>
            <a:tailEnd type="none"/>
          </a:ln>
        </p:spPr>
      </p:sp>
      <p:sp>
        <p:nvSpPr>
          <p:cNvPr id="2345" name="Shape 2343"/>
          <p:cNvSpPr/>
          <p:nvPr/>
        </p:nvSpPr>
        <p:spPr>
          <a:xfrm>
            <a:off x="2586533" y="3029418"/>
            <a:ext cx="0" cy="5486"/>
          </a:xfrm>
          <a:prstGeom prst="line">
            <a:avLst/>
          </a:prstGeom>
          <a:noFill/>
          <a:ln w="25400">
            <a:solidFill>
              <a:srgbClr val="A64E8E"/>
            </a:solidFill>
            <a:prstDash val="solid"/>
            <a:headEnd type="none"/>
            <a:tailEnd type="none"/>
          </a:ln>
        </p:spPr>
      </p:sp>
      <p:sp>
        <p:nvSpPr>
          <p:cNvPr id="2346" name="Shape 2344"/>
          <p:cNvSpPr/>
          <p:nvPr/>
        </p:nvSpPr>
        <p:spPr>
          <a:xfrm>
            <a:off x="2586533" y="3032161"/>
            <a:ext cx="127407" cy="0"/>
          </a:xfrm>
          <a:prstGeom prst="line">
            <a:avLst/>
          </a:prstGeom>
          <a:noFill/>
          <a:ln w="25400">
            <a:solidFill>
              <a:srgbClr val="A64E8E"/>
            </a:solidFill>
            <a:prstDash val="solid"/>
            <a:headEnd type="none"/>
            <a:tailEnd type="none"/>
          </a:ln>
        </p:spPr>
      </p:sp>
      <p:sp>
        <p:nvSpPr>
          <p:cNvPr id="2347" name="Shape 2345"/>
          <p:cNvSpPr/>
          <p:nvPr/>
        </p:nvSpPr>
        <p:spPr>
          <a:xfrm>
            <a:off x="2711196" y="3029418"/>
            <a:ext cx="0" cy="5486"/>
          </a:xfrm>
          <a:prstGeom prst="line">
            <a:avLst/>
          </a:prstGeom>
          <a:noFill/>
          <a:ln w="25400">
            <a:solidFill>
              <a:srgbClr val="A64E8E"/>
            </a:solidFill>
            <a:prstDash val="solid"/>
            <a:headEnd type="none"/>
            <a:tailEnd type="none"/>
          </a:ln>
        </p:spPr>
      </p:sp>
      <p:sp>
        <p:nvSpPr>
          <p:cNvPr id="2348" name="Shape 2346"/>
          <p:cNvSpPr/>
          <p:nvPr/>
        </p:nvSpPr>
        <p:spPr>
          <a:xfrm>
            <a:off x="2711196" y="3032161"/>
            <a:ext cx="127407" cy="0"/>
          </a:xfrm>
          <a:prstGeom prst="line">
            <a:avLst/>
          </a:prstGeom>
          <a:noFill/>
          <a:ln w="25400">
            <a:solidFill>
              <a:srgbClr val="A64E8E"/>
            </a:solidFill>
            <a:prstDash val="solid"/>
            <a:headEnd type="none"/>
            <a:tailEnd type="none"/>
          </a:ln>
        </p:spPr>
      </p:sp>
      <p:sp>
        <p:nvSpPr>
          <p:cNvPr id="2349" name="Shape 2347"/>
          <p:cNvSpPr/>
          <p:nvPr/>
        </p:nvSpPr>
        <p:spPr>
          <a:xfrm>
            <a:off x="2835859" y="3029418"/>
            <a:ext cx="0" cy="141467"/>
          </a:xfrm>
          <a:prstGeom prst="line">
            <a:avLst/>
          </a:prstGeom>
          <a:noFill/>
          <a:ln w="25400">
            <a:solidFill>
              <a:srgbClr val="A64E8E"/>
            </a:solidFill>
            <a:prstDash val="solid"/>
            <a:headEnd type="none"/>
            <a:tailEnd type="none"/>
          </a:ln>
        </p:spPr>
      </p:sp>
      <p:sp>
        <p:nvSpPr>
          <p:cNvPr id="2350" name="Shape 2348"/>
          <p:cNvSpPr/>
          <p:nvPr/>
        </p:nvSpPr>
        <p:spPr>
          <a:xfrm>
            <a:off x="2835859" y="3168142"/>
            <a:ext cx="127406" cy="0"/>
          </a:xfrm>
          <a:prstGeom prst="line">
            <a:avLst/>
          </a:prstGeom>
          <a:noFill/>
          <a:ln w="25400">
            <a:solidFill>
              <a:srgbClr val="A64E8E"/>
            </a:solidFill>
            <a:prstDash val="solid"/>
            <a:headEnd type="none"/>
            <a:tailEnd type="none"/>
          </a:ln>
        </p:spPr>
      </p:sp>
      <p:sp>
        <p:nvSpPr>
          <p:cNvPr id="2351" name="Shape 2349"/>
          <p:cNvSpPr/>
          <p:nvPr/>
        </p:nvSpPr>
        <p:spPr>
          <a:xfrm>
            <a:off x="2960522" y="3165399"/>
            <a:ext cx="0" cy="141465"/>
          </a:xfrm>
          <a:prstGeom prst="line">
            <a:avLst/>
          </a:prstGeom>
          <a:noFill/>
          <a:ln w="25400">
            <a:solidFill>
              <a:srgbClr val="A64E8E"/>
            </a:solidFill>
            <a:prstDash val="solid"/>
            <a:headEnd type="none"/>
            <a:tailEnd type="none"/>
          </a:ln>
        </p:spPr>
      </p:sp>
      <p:sp>
        <p:nvSpPr>
          <p:cNvPr id="2352" name="Shape 2350"/>
          <p:cNvSpPr/>
          <p:nvPr/>
        </p:nvSpPr>
        <p:spPr>
          <a:xfrm>
            <a:off x="2960522" y="3304121"/>
            <a:ext cx="127407" cy="0"/>
          </a:xfrm>
          <a:prstGeom prst="line">
            <a:avLst/>
          </a:prstGeom>
          <a:noFill/>
          <a:ln w="25400">
            <a:solidFill>
              <a:srgbClr val="A64E8E"/>
            </a:solidFill>
            <a:prstDash val="solid"/>
            <a:headEnd type="none"/>
            <a:tailEnd type="none"/>
          </a:ln>
        </p:spPr>
      </p:sp>
      <p:sp>
        <p:nvSpPr>
          <p:cNvPr id="2353" name="Shape 2351"/>
          <p:cNvSpPr/>
          <p:nvPr/>
        </p:nvSpPr>
        <p:spPr>
          <a:xfrm>
            <a:off x="3085186" y="3301378"/>
            <a:ext cx="0" cy="5486"/>
          </a:xfrm>
          <a:prstGeom prst="line">
            <a:avLst/>
          </a:prstGeom>
          <a:noFill/>
          <a:ln w="25400">
            <a:solidFill>
              <a:srgbClr val="A64E8E"/>
            </a:solidFill>
            <a:prstDash val="solid"/>
            <a:headEnd type="none"/>
            <a:tailEnd type="none"/>
          </a:ln>
        </p:spPr>
      </p:sp>
      <p:sp>
        <p:nvSpPr>
          <p:cNvPr id="2354" name="Shape 2352"/>
          <p:cNvSpPr/>
          <p:nvPr/>
        </p:nvSpPr>
        <p:spPr>
          <a:xfrm>
            <a:off x="3085186" y="3304121"/>
            <a:ext cx="127407" cy="0"/>
          </a:xfrm>
          <a:prstGeom prst="line">
            <a:avLst/>
          </a:prstGeom>
          <a:noFill/>
          <a:ln w="25400">
            <a:solidFill>
              <a:srgbClr val="A64E8E"/>
            </a:solidFill>
            <a:prstDash val="solid"/>
            <a:headEnd type="none"/>
            <a:tailEnd type="none"/>
          </a:ln>
        </p:spPr>
      </p:sp>
      <p:sp>
        <p:nvSpPr>
          <p:cNvPr id="2355" name="Shape 2353"/>
          <p:cNvSpPr/>
          <p:nvPr/>
        </p:nvSpPr>
        <p:spPr>
          <a:xfrm>
            <a:off x="3209849" y="3301378"/>
            <a:ext cx="0" cy="309546"/>
          </a:xfrm>
          <a:prstGeom prst="line">
            <a:avLst/>
          </a:prstGeom>
          <a:noFill/>
          <a:ln w="25400">
            <a:solidFill>
              <a:srgbClr val="A64E8E"/>
            </a:solidFill>
            <a:prstDash val="solid"/>
            <a:headEnd type="none"/>
            <a:tailEnd type="none"/>
          </a:ln>
        </p:spPr>
      </p:sp>
      <p:sp>
        <p:nvSpPr>
          <p:cNvPr id="2356" name="Shape 2354"/>
          <p:cNvSpPr/>
          <p:nvPr/>
        </p:nvSpPr>
        <p:spPr>
          <a:xfrm>
            <a:off x="3209849" y="3608180"/>
            <a:ext cx="127406" cy="0"/>
          </a:xfrm>
          <a:prstGeom prst="line">
            <a:avLst/>
          </a:prstGeom>
          <a:noFill/>
          <a:ln w="25400">
            <a:solidFill>
              <a:srgbClr val="A64E8E"/>
            </a:solidFill>
            <a:prstDash val="solid"/>
            <a:headEnd type="none"/>
            <a:tailEnd type="none"/>
          </a:ln>
        </p:spPr>
      </p:sp>
      <p:sp>
        <p:nvSpPr>
          <p:cNvPr id="2357" name="Shape 2355"/>
          <p:cNvSpPr/>
          <p:nvPr/>
        </p:nvSpPr>
        <p:spPr>
          <a:xfrm>
            <a:off x="3334512" y="3605437"/>
            <a:ext cx="0" cy="225507"/>
          </a:xfrm>
          <a:prstGeom prst="line">
            <a:avLst/>
          </a:prstGeom>
          <a:noFill/>
          <a:ln w="25400">
            <a:solidFill>
              <a:srgbClr val="A64E8E"/>
            </a:solidFill>
            <a:prstDash val="solid"/>
            <a:headEnd type="none"/>
            <a:tailEnd type="none"/>
          </a:ln>
        </p:spPr>
      </p:sp>
      <p:sp>
        <p:nvSpPr>
          <p:cNvPr id="2358" name="Shape 2356"/>
          <p:cNvSpPr/>
          <p:nvPr/>
        </p:nvSpPr>
        <p:spPr>
          <a:xfrm>
            <a:off x="3334512" y="3828201"/>
            <a:ext cx="127407" cy="0"/>
          </a:xfrm>
          <a:prstGeom prst="line">
            <a:avLst/>
          </a:prstGeom>
          <a:noFill/>
          <a:ln w="25400">
            <a:solidFill>
              <a:srgbClr val="A64E8E"/>
            </a:solidFill>
            <a:prstDash val="solid"/>
            <a:headEnd type="none"/>
            <a:tailEnd type="none"/>
          </a:ln>
        </p:spPr>
      </p:sp>
      <p:sp>
        <p:nvSpPr>
          <p:cNvPr id="2359" name="Shape 2357"/>
          <p:cNvSpPr/>
          <p:nvPr/>
        </p:nvSpPr>
        <p:spPr>
          <a:xfrm>
            <a:off x="3459175" y="3825458"/>
            <a:ext cx="0" cy="277444"/>
          </a:xfrm>
          <a:prstGeom prst="line">
            <a:avLst/>
          </a:prstGeom>
          <a:noFill/>
          <a:ln w="25400">
            <a:solidFill>
              <a:srgbClr val="A64E8E"/>
            </a:solidFill>
            <a:prstDash val="solid"/>
            <a:headEnd type="none"/>
            <a:tailEnd type="none"/>
          </a:ln>
        </p:spPr>
      </p:sp>
      <p:sp>
        <p:nvSpPr>
          <p:cNvPr id="2360" name="Shape 2358"/>
          <p:cNvSpPr/>
          <p:nvPr/>
        </p:nvSpPr>
        <p:spPr>
          <a:xfrm>
            <a:off x="3459175" y="4100159"/>
            <a:ext cx="127407" cy="0"/>
          </a:xfrm>
          <a:prstGeom prst="line">
            <a:avLst/>
          </a:prstGeom>
          <a:noFill/>
          <a:ln w="25400">
            <a:solidFill>
              <a:srgbClr val="A64E8E"/>
            </a:solidFill>
            <a:prstDash val="solid"/>
            <a:headEnd type="none"/>
            <a:tailEnd type="none"/>
          </a:ln>
        </p:spPr>
      </p:sp>
      <p:sp>
        <p:nvSpPr>
          <p:cNvPr id="2361" name="Shape 2359"/>
          <p:cNvSpPr/>
          <p:nvPr/>
        </p:nvSpPr>
        <p:spPr>
          <a:xfrm>
            <a:off x="3583839" y="3961436"/>
            <a:ext cx="0" cy="141465"/>
          </a:xfrm>
          <a:prstGeom prst="line">
            <a:avLst/>
          </a:prstGeom>
          <a:noFill/>
          <a:ln w="25400">
            <a:solidFill>
              <a:srgbClr val="A64E8E"/>
            </a:solidFill>
            <a:prstDash val="solid"/>
            <a:headEnd type="none"/>
            <a:tailEnd type="none"/>
          </a:ln>
        </p:spPr>
      </p:sp>
      <p:sp>
        <p:nvSpPr>
          <p:cNvPr id="2362" name="Shape 2360"/>
          <p:cNvSpPr/>
          <p:nvPr/>
        </p:nvSpPr>
        <p:spPr>
          <a:xfrm>
            <a:off x="3583839" y="3964180"/>
            <a:ext cx="127406" cy="0"/>
          </a:xfrm>
          <a:prstGeom prst="line">
            <a:avLst/>
          </a:prstGeom>
          <a:noFill/>
          <a:ln w="25400">
            <a:solidFill>
              <a:srgbClr val="A64E8E"/>
            </a:solidFill>
            <a:prstDash val="solid"/>
            <a:headEnd type="none"/>
            <a:tailEnd type="none"/>
          </a:ln>
        </p:spPr>
      </p:sp>
      <p:sp>
        <p:nvSpPr>
          <p:cNvPr id="2363" name="Shape 2361"/>
          <p:cNvSpPr/>
          <p:nvPr/>
        </p:nvSpPr>
        <p:spPr>
          <a:xfrm>
            <a:off x="3708501" y="3961436"/>
            <a:ext cx="0" cy="225505"/>
          </a:xfrm>
          <a:prstGeom prst="line">
            <a:avLst/>
          </a:prstGeom>
          <a:noFill/>
          <a:ln w="25400">
            <a:solidFill>
              <a:srgbClr val="A64E8E"/>
            </a:solidFill>
            <a:prstDash val="solid"/>
            <a:headEnd type="none"/>
            <a:tailEnd type="none"/>
          </a:ln>
        </p:spPr>
      </p:sp>
      <p:sp>
        <p:nvSpPr>
          <p:cNvPr id="2364" name="Shape 2362"/>
          <p:cNvSpPr/>
          <p:nvPr/>
        </p:nvSpPr>
        <p:spPr>
          <a:xfrm>
            <a:off x="3708501" y="4184199"/>
            <a:ext cx="127407" cy="0"/>
          </a:xfrm>
          <a:prstGeom prst="line">
            <a:avLst/>
          </a:prstGeom>
          <a:noFill/>
          <a:ln w="25400">
            <a:solidFill>
              <a:srgbClr val="A64E8E"/>
            </a:solidFill>
            <a:prstDash val="solid"/>
            <a:headEnd type="none"/>
            <a:tailEnd type="none"/>
          </a:ln>
        </p:spPr>
      </p:sp>
      <p:sp>
        <p:nvSpPr>
          <p:cNvPr id="2365" name="Shape 2363"/>
          <p:cNvSpPr/>
          <p:nvPr/>
        </p:nvSpPr>
        <p:spPr>
          <a:xfrm>
            <a:off x="3833165" y="4181456"/>
            <a:ext cx="0" cy="141467"/>
          </a:xfrm>
          <a:prstGeom prst="line">
            <a:avLst/>
          </a:prstGeom>
          <a:noFill/>
          <a:ln w="25400">
            <a:solidFill>
              <a:srgbClr val="A64E8E"/>
            </a:solidFill>
            <a:prstDash val="solid"/>
            <a:headEnd type="none"/>
            <a:tailEnd type="none"/>
          </a:ln>
        </p:spPr>
      </p:sp>
      <p:sp>
        <p:nvSpPr>
          <p:cNvPr id="2366" name="Shape 2364"/>
          <p:cNvSpPr/>
          <p:nvPr/>
        </p:nvSpPr>
        <p:spPr>
          <a:xfrm>
            <a:off x="3833165" y="4320179"/>
            <a:ext cx="127407" cy="0"/>
          </a:xfrm>
          <a:prstGeom prst="line">
            <a:avLst/>
          </a:prstGeom>
          <a:noFill/>
          <a:ln w="25400">
            <a:solidFill>
              <a:srgbClr val="A64E8E"/>
            </a:solidFill>
            <a:prstDash val="solid"/>
            <a:headEnd type="none"/>
            <a:tailEnd type="none"/>
          </a:ln>
        </p:spPr>
      </p:sp>
      <p:sp>
        <p:nvSpPr>
          <p:cNvPr id="2367" name="Shape 2365"/>
          <p:cNvSpPr/>
          <p:nvPr/>
        </p:nvSpPr>
        <p:spPr>
          <a:xfrm>
            <a:off x="3957828" y="4317436"/>
            <a:ext cx="0" cy="5486"/>
          </a:xfrm>
          <a:prstGeom prst="line">
            <a:avLst/>
          </a:prstGeom>
          <a:noFill/>
          <a:ln w="25400">
            <a:solidFill>
              <a:srgbClr val="A64E8E"/>
            </a:solidFill>
            <a:prstDash val="solid"/>
            <a:headEnd type="none"/>
            <a:tailEnd type="none"/>
          </a:ln>
        </p:spPr>
      </p:sp>
      <p:sp>
        <p:nvSpPr>
          <p:cNvPr id="2368" name="Shape 2366"/>
          <p:cNvSpPr/>
          <p:nvPr/>
        </p:nvSpPr>
        <p:spPr>
          <a:xfrm>
            <a:off x="3957828" y="4320179"/>
            <a:ext cx="127406" cy="0"/>
          </a:xfrm>
          <a:prstGeom prst="line">
            <a:avLst/>
          </a:prstGeom>
          <a:noFill/>
          <a:ln w="25400">
            <a:solidFill>
              <a:srgbClr val="A64E8E"/>
            </a:solidFill>
            <a:prstDash val="solid"/>
            <a:headEnd type="none"/>
            <a:tailEnd type="none"/>
          </a:ln>
        </p:spPr>
      </p:sp>
      <p:sp>
        <p:nvSpPr>
          <p:cNvPr id="2369" name="Shape 2367"/>
          <p:cNvSpPr/>
          <p:nvPr/>
        </p:nvSpPr>
        <p:spPr>
          <a:xfrm>
            <a:off x="4082491" y="4317436"/>
            <a:ext cx="0" cy="141465"/>
          </a:xfrm>
          <a:prstGeom prst="line">
            <a:avLst/>
          </a:prstGeom>
          <a:noFill/>
          <a:ln w="25400">
            <a:solidFill>
              <a:srgbClr val="A64E8E"/>
            </a:solidFill>
            <a:prstDash val="solid"/>
            <a:headEnd type="none"/>
            <a:tailEnd type="none"/>
          </a:ln>
        </p:spPr>
      </p:sp>
      <p:sp>
        <p:nvSpPr>
          <p:cNvPr id="2370" name="Shape 2368"/>
          <p:cNvSpPr/>
          <p:nvPr/>
        </p:nvSpPr>
        <p:spPr>
          <a:xfrm>
            <a:off x="4082491" y="4456158"/>
            <a:ext cx="127407" cy="0"/>
          </a:xfrm>
          <a:prstGeom prst="line">
            <a:avLst/>
          </a:prstGeom>
          <a:noFill/>
          <a:ln w="25400">
            <a:solidFill>
              <a:srgbClr val="A64E8E"/>
            </a:solidFill>
            <a:prstDash val="solid"/>
            <a:headEnd type="none"/>
            <a:tailEnd type="none"/>
          </a:ln>
        </p:spPr>
      </p:sp>
      <p:sp>
        <p:nvSpPr>
          <p:cNvPr id="2371" name="Shape 2369"/>
          <p:cNvSpPr/>
          <p:nvPr/>
        </p:nvSpPr>
        <p:spPr>
          <a:xfrm>
            <a:off x="4207154" y="4453415"/>
            <a:ext cx="0" cy="89527"/>
          </a:xfrm>
          <a:prstGeom prst="line">
            <a:avLst/>
          </a:prstGeom>
          <a:noFill/>
          <a:ln w="25400">
            <a:solidFill>
              <a:srgbClr val="A64E8E"/>
            </a:solidFill>
            <a:prstDash val="solid"/>
            <a:headEnd type="none"/>
            <a:tailEnd type="none"/>
          </a:ln>
        </p:spPr>
      </p:sp>
      <p:sp>
        <p:nvSpPr>
          <p:cNvPr id="2372" name="Shape 2370"/>
          <p:cNvSpPr/>
          <p:nvPr/>
        </p:nvSpPr>
        <p:spPr>
          <a:xfrm>
            <a:off x="4207154" y="4540198"/>
            <a:ext cx="127407" cy="0"/>
          </a:xfrm>
          <a:prstGeom prst="line">
            <a:avLst/>
          </a:prstGeom>
          <a:noFill/>
          <a:ln w="25400">
            <a:solidFill>
              <a:srgbClr val="A64E8E"/>
            </a:solidFill>
            <a:prstDash val="solid"/>
            <a:headEnd type="none"/>
            <a:tailEnd type="none"/>
          </a:ln>
        </p:spPr>
      </p:sp>
      <p:sp>
        <p:nvSpPr>
          <p:cNvPr id="2373" name="Shape 2371"/>
          <p:cNvSpPr/>
          <p:nvPr/>
        </p:nvSpPr>
        <p:spPr>
          <a:xfrm>
            <a:off x="4331818" y="4317436"/>
            <a:ext cx="0" cy="225505"/>
          </a:xfrm>
          <a:prstGeom prst="line">
            <a:avLst/>
          </a:prstGeom>
          <a:noFill/>
          <a:ln w="25400">
            <a:solidFill>
              <a:srgbClr val="A64E8E"/>
            </a:solidFill>
            <a:prstDash val="solid"/>
            <a:headEnd type="none"/>
            <a:tailEnd type="none"/>
          </a:ln>
        </p:spPr>
      </p:sp>
      <p:sp>
        <p:nvSpPr>
          <p:cNvPr id="2374" name="Shape 2372"/>
          <p:cNvSpPr/>
          <p:nvPr/>
        </p:nvSpPr>
        <p:spPr>
          <a:xfrm>
            <a:off x="4331818" y="4320179"/>
            <a:ext cx="127406" cy="0"/>
          </a:xfrm>
          <a:prstGeom prst="line">
            <a:avLst/>
          </a:prstGeom>
          <a:noFill/>
          <a:ln w="25400">
            <a:solidFill>
              <a:srgbClr val="A64E8E"/>
            </a:solidFill>
            <a:prstDash val="solid"/>
            <a:headEnd type="none"/>
            <a:tailEnd type="none"/>
          </a:ln>
        </p:spPr>
      </p:sp>
      <p:sp>
        <p:nvSpPr>
          <p:cNvPr id="2375" name="Shape 2373"/>
          <p:cNvSpPr/>
          <p:nvPr/>
        </p:nvSpPr>
        <p:spPr>
          <a:xfrm>
            <a:off x="4456481" y="4317436"/>
            <a:ext cx="0" cy="5486"/>
          </a:xfrm>
          <a:prstGeom prst="line">
            <a:avLst/>
          </a:prstGeom>
          <a:noFill/>
          <a:ln w="25400">
            <a:solidFill>
              <a:srgbClr val="A64E8E"/>
            </a:solidFill>
            <a:prstDash val="solid"/>
            <a:headEnd type="none"/>
            <a:tailEnd type="none"/>
          </a:ln>
        </p:spPr>
      </p:sp>
      <p:sp>
        <p:nvSpPr>
          <p:cNvPr id="2376" name="Shape 2374"/>
          <p:cNvSpPr/>
          <p:nvPr/>
        </p:nvSpPr>
        <p:spPr>
          <a:xfrm>
            <a:off x="4456481" y="4320179"/>
            <a:ext cx="127407" cy="0"/>
          </a:xfrm>
          <a:prstGeom prst="line">
            <a:avLst/>
          </a:prstGeom>
          <a:noFill/>
          <a:ln w="25400">
            <a:solidFill>
              <a:srgbClr val="A64E8E"/>
            </a:solidFill>
            <a:prstDash val="solid"/>
            <a:headEnd type="none"/>
            <a:tailEnd type="none"/>
          </a:ln>
        </p:spPr>
      </p:sp>
      <p:sp>
        <p:nvSpPr>
          <p:cNvPr id="2377" name="Shape 2375"/>
          <p:cNvSpPr/>
          <p:nvPr/>
        </p:nvSpPr>
        <p:spPr>
          <a:xfrm>
            <a:off x="4581144" y="4317436"/>
            <a:ext cx="0" cy="141465"/>
          </a:xfrm>
          <a:prstGeom prst="line">
            <a:avLst/>
          </a:prstGeom>
          <a:noFill/>
          <a:ln w="25400">
            <a:solidFill>
              <a:srgbClr val="A64E8E"/>
            </a:solidFill>
            <a:prstDash val="solid"/>
            <a:headEnd type="none"/>
            <a:tailEnd type="none"/>
          </a:ln>
        </p:spPr>
      </p:sp>
      <p:sp>
        <p:nvSpPr>
          <p:cNvPr id="2378" name="Shape 2376"/>
          <p:cNvSpPr/>
          <p:nvPr/>
        </p:nvSpPr>
        <p:spPr>
          <a:xfrm>
            <a:off x="4581144" y="4456158"/>
            <a:ext cx="127407" cy="0"/>
          </a:xfrm>
          <a:prstGeom prst="line">
            <a:avLst/>
          </a:prstGeom>
          <a:noFill/>
          <a:ln w="25400">
            <a:solidFill>
              <a:srgbClr val="A64E8E"/>
            </a:solidFill>
            <a:prstDash val="solid"/>
            <a:headEnd type="none"/>
            <a:tailEnd type="none"/>
          </a:ln>
        </p:spPr>
      </p:sp>
      <p:sp>
        <p:nvSpPr>
          <p:cNvPr id="2379" name="Shape 2377"/>
          <p:cNvSpPr/>
          <p:nvPr/>
        </p:nvSpPr>
        <p:spPr>
          <a:xfrm>
            <a:off x="4705807" y="4317436"/>
            <a:ext cx="0" cy="141465"/>
          </a:xfrm>
          <a:prstGeom prst="line">
            <a:avLst/>
          </a:prstGeom>
          <a:noFill/>
          <a:ln w="25400">
            <a:solidFill>
              <a:srgbClr val="A64E8E"/>
            </a:solidFill>
            <a:prstDash val="solid"/>
            <a:headEnd type="none"/>
            <a:tailEnd type="none"/>
          </a:ln>
        </p:spPr>
      </p:sp>
      <p:sp>
        <p:nvSpPr>
          <p:cNvPr id="2380" name="Shape 2378"/>
          <p:cNvSpPr/>
          <p:nvPr/>
        </p:nvSpPr>
        <p:spPr>
          <a:xfrm>
            <a:off x="4705807" y="4320179"/>
            <a:ext cx="127406" cy="0"/>
          </a:xfrm>
          <a:prstGeom prst="line">
            <a:avLst/>
          </a:prstGeom>
          <a:noFill/>
          <a:ln w="25400">
            <a:solidFill>
              <a:srgbClr val="A64E8E"/>
            </a:solidFill>
            <a:prstDash val="solid"/>
            <a:headEnd type="none"/>
            <a:tailEnd type="none"/>
          </a:ln>
        </p:spPr>
      </p:sp>
      <p:sp>
        <p:nvSpPr>
          <p:cNvPr id="2381" name="Shape 2379"/>
          <p:cNvSpPr/>
          <p:nvPr/>
        </p:nvSpPr>
        <p:spPr>
          <a:xfrm>
            <a:off x="4830470" y="4317436"/>
            <a:ext cx="0" cy="141465"/>
          </a:xfrm>
          <a:prstGeom prst="line">
            <a:avLst/>
          </a:prstGeom>
          <a:noFill/>
          <a:ln w="25400">
            <a:solidFill>
              <a:srgbClr val="A64E8E"/>
            </a:solidFill>
            <a:prstDash val="solid"/>
            <a:headEnd type="none"/>
            <a:tailEnd type="none"/>
          </a:ln>
        </p:spPr>
      </p:sp>
      <p:sp>
        <p:nvSpPr>
          <p:cNvPr id="2382" name="Shape 2380"/>
          <p:cNvSpPr/>
          <p:nvPr/>
        </p:nvSpPr>
        <p:spPr>
          <a:xfrm>
            <a:off x="4830470" y="4456158"/>
            <a:ext cx="127407" cy="0"/>
          </a:xfrm>
          <a:prstGeom prst="line">
            <a:avLst/>
          </a:prstGeom>
          <a:noFill/>
          <a:ln w="25400">
            <a:solidFill>
              <a:srgbClr val="A64E8E"/>
            </a:solidFill>
            <a:prstDash val="solid"/>
            <a:headEnd type="none"/>
            <a:tailEnd type="none"/>
          </a:ln>
        </p:spPr>
      </p:sp>
      <p:sp>
        <p:nvSpPr>
          <p:cNvPr id="2383" name="Shape 2381"/>
          <p:cNvSpPr/>
          <p:nvPr/>
        </p:nvSpPr>
        <p:spPr>
          <a:xfrm>
            <a:off x="4955134" y="4453415"/>
            <a:ext cx="0" cy="225505"/>
          </a:xfrm>
          <a:prstGeom prst="line">
            <a:avLst/>
          </a:prstGeom>
          <a:noFill/>
          <a:ln w="25400">
            <a:solidFill>
              <a:srgbClr val="A64E8E"/>
            </a:solidFill>
            <a:prstDash val="solid"/>
            <a:headEnd type="none"/>
            <a:tailEnd type="none"/>
          </a:ln>
        </p:spPr>
      </p:sp>
      <p:sp>
        <p:nvSpPr>
          <p:cNvPr id="2384" name="Shape 2382"/>
          <p:cNvSpPr/>
          <p:nvPr/>
        </p:nvSpPr>
        <p:spPr>
          <a:xfrm>
            <a:off x="4955134" y="4676177"/>
            <a:ext cx="127407" cy="0"/>
          </a:xfrm>
          <a:prstGeom prst="line">
            <a:avLst/>
          </a:prstGeom>
          <a:noFill/>
          <a:ln w="25400">
            <a:solidFill>
              <a:srgbClr val="A64E8E"/>
            </a:solidFill>
            <a:prstDash val="solid"/>
            <a:headEnd type="none"/>
            <a:tailEnd type="none"/>
          </a:ln>
        </p:spPr>
      </p:sp>
      <p:sp>
        <p:nvSpPr>
          <p:cNvPr id="2385" name="Shape 2383"/>
          <p:cNvSpPr/>
          <p:nvPr/>
        </p:nvSpPr>
        <p:spPr>
          <a:xfrm>
            <a:off x="5079797" y="4673434"/>
            <a:ext cx="0" cy="5486"/>
          </a:xfrm>
          <a:prstGeom prst="line">
            <a:avLst/>
          </a:prstGeom>
          <a:noFill/>
          <a:ln w="25400">
            <a:solidFill>
              <a:srgbClr val="A64E8E"/>
            </a:solidFill>
            <a:prstDash val="solid"/>
            <a:headEnd type="none"/>
            <a:tailEnd type="none"/>
          </a:ln>
        </p:spPr>
      </p:sp>
      <p:sp>
        <p:nvSpPr>
          <p:cNvPr id="2386" name="Shape 2384"/>
          <p:cNvSpPr/>
          <p:nvPr/>
        </p:nvSpPr>
        <p:spPr>
          <a:xfrm>
            <a:off x="5079797" y="4676177"/>
            <a:ext cx="127406" cy="0"/>
          </a:xfrm>
          <a:prstGeom prst="line">
            <a:avLst/>
          </a:prstGeom>
          <a:noFill/>
          <a:ln w="25400">
            <a:solidFill>
              <a:srgbClr val="A64E8E"/>
            </a:solidFill>
            <a:prstDash val="solid"/>
            <a:headEnd type="none"/>
            <a:tailEnd type="none"/>
          </a:ln>
        </p:spPr>
      </p:sp>
      <p:sp>
        <p:nvSpPr>
          <p:cNvPr id="2387" name="Shape 2385"/>
          <p:cNvSpPr/>
          <p:nvPr/>
        </p:nvSpPr>
        <p:spPr>
          <a:xfrm>
            <a:off x="5204460" y="4673434"/>
            <a:ext cx="0" cy="89527"/>
          </a:xfrm>
          <a:prstGeom prst="line">
            <a:avLst/>
          </a:prstGeom>
          <a:noFill/>
          <a:ln w="25400">
            <a:solidFill>
              <a:srgbClr val="A64E8E"/>
            </a:solidFill>
            <a:prstDash val="solid"/>
            <a:headEnd type="none"/>
            <a:tailEnd type="none"/>
          </a:ln>
        </p:spPr>
      </p:sp>
      <p:sp>
        <p:nvSpPr>
          <p:cNvPr id="2388" name="Shape 2386"/>
          <p:cNvSpPr/>
          <p:nvPr/>
        </p:nvSpPr>
        <p:spPr>
          <a:xfrm>
            <a:off x="5204460" y="4760217"/>
            <a:ext cx="127407" cy="0"/>
          </a:xfrm>
          <a:prstGeom prst="line">
            <a:avLst/>
          </a:prstGeom>
          <a:noFill/>
          <a:ln w="25400">
            <a:solidFill>
              <a:srgbClr val="A64E8E"/>
            </a:solidFill>
            <a:prstDash val="solid"/>
            <a:headEnd type="none"/>
            <a:tailEnd type="none"/>
          </a:ln>
        </p:spPr>
      </p:sp>
      <p:sp>
        <p:nvSpPr>
          <p:cNvPr id="2389" name="Shape 2387"/>
          <p:cNvSpPr/>
          <p:nvPr/>
        </p:nvSpPr>
        <p:spPr>
          <a:xfrm>
            <a:off x="5329123" y="4757474"/>
            <a:ext cx="0" cy="141465"/>
          </a:xfrm>
          <a:prstGeom prst="line">
            <a:avLst/>
          </a:prstGeom>
          <a:noFill/>
          <a:ln w="25400">
            <a:solidFill>
              <a:srgbClr val="A64E8E"/>
            </a:solidFill>
            <a:prstDash val="solid"/>
            <a:headEnd type="none"/>
            <a:tailEnd type="none"/>
          </a:ln>
        </p:spPr>
      </p:sp>
      <p:sp>
        <p:nvSpPr>
          <p:cNvPr id="2390" name="Shape 2388"/>
          <p:cNvSpPr/>
          <p:nvPr/>
        </p:nvSpPr>
        <p:spPr>
          <a:xfrm>
            <a:off x="5329123" y="4896196"/>
            <a:ext cx="127407" cy="0"/>
          </a:xfrm>
          <a:prstGeom prst="line">
            <a:avLst/>
          </a:prstGeom>
          <a:noFill/>
          <a:ln w="25400">
            <a:solidFill>
              <a:srgbClr val="A64E8E"/>
            </a:solidFill>
            <a:prstDash val="solid"/>
            <a:headEnd type="none"/>
            <a:tailEnd type="none"/>
          </a:ln>
        </p:spPr>
      </p:sp>
      <p:sp>
        <p:nvSpPr>
          <p:cNvPr id="2391" name="Shape 2389"/>
          <p:cNvSpPr/>
          <p:nvPr/>
        </p:nvSpPr>
        <p:spPr>
          <a:xfrm>
            <a:off x="5453787" y="4757474"/>
            <a:ext cx="0" cy="141465"/>
          </a:xfrm>
          <a:prstGeom prst="line">
            <a:avLst/>
          </a:prstGeom>
          <a:noFill/>
          <a:ln w="25400">
            <a:solidFill>
              <a:srgbClr val="A64E8E"/>
            </a:solidFill>
            <a:prstDash val="solid"/>
            <a:headEnd type="none"/>
            <a:tailEnd type="none"/>
          </a:ln>
        </p:spPr>
      </p:sp>
      <p:sp>
        <p:nvSpPr>
          <p:cNvPr id="2392" name="Shape 2390"/>
          <p:cNvSpPr/>
          <p:nvPr/>
        </p:nvSpPr>
        <p:spPr>
          <a:xfrm>
            <a:off x="5453787" y="4760217"/>
            <a:ext cx="127406" cy="0"/>
          </a:xfrm>
          <a:prstGeom prst="line">
            <a:avLst/>
          </a:prstGeom>
          <a:noFill/>
          <a:ln w="25400">
            <a:solidFill>
              <a:srgbClr val="A64E8E"/>
            </a:solidFill>
            <a:prstDash val="solid"/>
            <a:headEnd type="none"/>
            <a:tailEnd type="none"/>
          </a:ln>
        </p:spPr>
      </p:sp>
      <p:sp>
        <p:nvSpPr>
          <p:cNvPr id="2393" name="Shape 2391"/>
          <p:cNvSpPr/>
          <p:nvPr/>
        </p:nvSpPr>
        <p:spPr>
          <a:xfrm>
            <a:off x="5578449" y="4757474"/>
            <a:ext cx="0" cy="57427"/>
          </a:xfrm>
          <a:prstGeom prst="line">
            <a:avLst/>
          </a:prstGeom>
          <a:noFill/>
          <a:ln w="25400">
            <a:solidFill>
              <a:srgbClr val="A64E8E"/>
            </a:solidFill>
            <a:prstDash val="solid"/>
            <a:headEnd type="none"/>
            <a:tailEnd type="none"/>
          </a:ln>
        </p:spPr>
      </p:sp>
      <p:sp>
        <p:nvSpPr>
          <p:cNvPr id="2394" name="Shape 2392"/>
          <p:cNvSpPr/>
          <p:nvPr/>
        </p:nvSpPr>
        <p:spPr>
          <a:xfrm>
            <a:off x="5578449" y="4812158"/>
            <a:ext cx="127407" cy="0"/>
          </a:xfrm>
          <a:prstGeom prst="line">
            <a:avLst/>
          </a:prstGeom>
          <a:noFill/>
          <a:ln w="25400">
            <a:solidFill>
              <a:srgbClr val="A64E8E"/>
            </a:solidFill>
            <a:prstDash val="solid"/>
            <a:headEnd type="none"/>
            <a:tailEnd type="none"/>
          </a:ln>
        </p:spPr>
      </p:sp>
      <p:sp>
        <p:nvSpPr>
          <p:cNvPr id="2395" name="Shape 2393"/>
          <p:cNvSpPr/>
          <p:nvPr/>
        </p:nvSpPr>
        <p:spPr>
          <a:xfrm>
            <a:off x="5703113" y="4809415"/>
            <a:ext cx="0" cy="89525"/>
          </a:xfrm>
          <a:prstGeom prst="line">
            <a:avLst/>
          </a:prstGeom>
          <a:noFill/>
          <a:ln w="25400">
            <a:solidFill>
              <a:srgbClr val="A64E8E"/>
            </a:solidFill>
            <a:prstDash val="solid"/>
            <a:headEnd type="none"/>
            <a:tailEnd type="none"/>
          </a:ln>
        </p:spPr>
      </p:sp>
      <p:sp>
        <p:nvSpPr>
          <p:cNvPr id="2396" name="Shape 2394"/>
          <p:cNvSpPr/>
          <p:nvPr/>
        </p:nvSpPr>
        <p:spPr>
          <a:xfrm>
            <a:off x="5703113" y="4896196"/>
            <a:ext cx="127407" cy="0"/>
          </a:xfrm>
          <a:prstGeom prst="line">
            <a:avLst/>
          </a:prstGeom>
          <a:noFill/>
          <a:ln w="25400">
            <a:solidFill>
              <a:srgbClr val="A64E8E"/>
            </a:solidFill>
            <a:prstDash val="solid"/>
            <a:headEnd type="none"/>
            <a:tailEnd type="none"/>
          </a:ln>
        </p:spPr>
      </p:sp>
      <p:sp>
        <p:nvSpPr>
          <p:cNvPr id="2397" name="Shape 2395"/>
          <p:cNvSpPr/>
          <p:nvPr/>
        </p:nvSpPr>
        <p:spPr>
          <a:xfrm>
            <a:off x="5827776" y="4757474"/>
            <a:ext cx="0" cy="141465"/>
          </a:xfrm>
          <a:prstGeom prst="line">
            <a:avLst/>
          </a:prstGeom>
          <a:noFill/>
          <a:ln w="25400">
            <a:solidFill>
              <a:srgbClr val="A64E8E"/>
            </a:solidFill>
            <a:prstDash val="solid"/>
            <a:headEnd type="none"/>
            <a:tailEnd type="none"/>
          </a:ln>
        </p:spPr>
      </p:sp>
      <p:sp>
        <p:nvSpPr>
          <p:cNvPr id="2398" name="Shape 2396"/>
          <p:cNvSpPr/>
          <p:nvPr/>
        </p:nvSpPr>
        <p:spPr>
          <a:xfrm>
            <a:off x="5827776" y="4760217"/>
            <a:ext cx="127406" cy="0"/>
          </a:xfrm>
          <a:prstGeom prst="line">
            <a:avLst/>
          </a:prstGeom>
          <a:noFill/>
          <a:ln w="25400">
            <a:solidFill>
              <a:srgbClr val="A64E8E"/>
            </a:solidFill>
            <a:prstDash val="solid"/>
            <a:headEnd type="none"/>
            <a:tailEnd type="none"/>
          </a:ln>
        </p:spPr>
      </p:sp>
      <p:sp>
        <p:nvSpPr>
          <p:cNvPr id="2399" name="Shape 2397"/>
          <p:cNvSpPr/>
          <p:nvPr/>
        </p:nvSpPr>
        <p:spPr>
          <a:xfrm>
            <a:off x="5952439" y="4757474"/>
            <a:ext cx="0" cy="141465"/>
          </a:xfrm>
          <a:prstGeom prst="line">
            <a:avLst/>
          </a:prstGeom>
          <a:noFill/>
          <a:ln w="25400">
            <a:solidFill>
              <a:srgbClr val="A64E8E"/>
            </a:solidFill>
            <a:prstDash val="solid"/>
            <a:headEnd type="none"/>
            <a:tailEnd type="none"/>
          </a:ln>
        </p:spPr>
      </p:sp>
      <p:sp>
        <p:nvSpPr>
          <p:cNvPr id="2400" name="Shape 2398"/>
          <p:cNvSpPr/>
          <p:nvPr/>
        </p:nvSpPr>
        <p:spPr>
          <a:xfrm>
            <a:off x="5952439" y="4896196"/>
            <a:ext cx="127407" cy="0"/>
          </a:xfrm>
          <a:prstGeom prst="line">
            <a:avLst/>
          </a:prstGeom>
          <a:noFill/>
          <a:ln w="25400">
            <a:solidFill>
              <a:srgbClr val="A64E8E"/>
            </a:solidFill>
            <a:prstDash val="solid"/>
            <a:headEnd type="none"/>
            <a:tailEnd type="none"/>
          </a:ln>
        </p:spPr>
      </p:sp>
      <p:sp>
        <p:nvSpPr>
          <p:cNvPr id="2401" name="Shape 2399"/>
          <p:cNvSpPr/>
          <p:nvPr/>
        </p:nvSpPr>
        <p:spPr>
          <a:xfrm>
            <a:off x="6077102" y="4893453"/>
            <a:ext cx="0" cy="5486"/>
          </a:xfrm>
          <a:prstGeom prst="line">
            <a:avLst/>
          </a:prstGeom>
          <a:noFill/>
          <a:ln w="25400">
            <a:solidFill>
              <a:srgbClr val="A64E8E"/>
            </a:solidFill>
            <a:prstDash val="solid"/>
            <a:headEnd type="none"/>
            <a:tailEnd type="none"/>
          </a:ln>
        </p:spPr>
      </p:sp>
      <p:sp>
        <p:nvSpPr>
          <p:cNvPr id="2402" name="Shape 2400"/>
          <p:cNvSpPr/>
          <p:nvPr/>
        </p:nvSpPr>
        <p:spPr>
          <a:xfrm>
            <a:off x="6077102" y="4896196"/>
            <a:ext cx="127407" cy="0"/>
          </a:xfrm>
          <a:prstGeom prst="line">
            <a:avLst/>
          </a:prstGeom>
          <a:noFill/>
          <a:ln w="25400">
            <a:solidFill>
              <a:srgbClr val="A64E8E"/>
            </a:solidFill>
            <a:prstDash val="solid"/>
            <a:headEnd type="none"/>
            <a:tailEnd type="none"/>
          </a:ln>
        </p:spPr>
      </p:sp>
      <p:sp>
        <p:nvSpPr>
          <p:cNvPr id="2403" name="Shape 2401"/>
          <p:cNvSpPr/>
          <p:nvPr/>
        </p:nvSpPr>
        <p:spPr>
          <a:xfrm>
            <a:off x="6201766" y="4757474"/>
            <a:ext cx="0" cy="141465"/>
          </a:xfrm>
          <a:prstGeom prst="line">
            <a:avLst/>
          </a:prstGeom>
          <a:noFill/>
          <a:ln w="25400">
            <a:solidFill>
              <a:srgbClr val="A64E8E"/>
            </a:solidFill>
            <a:prstDash val="solid"/>
            <a:headEnd type="none"/>
            <a:tailEnd type="none"/>
          </a:ln>
        </p:spPr>
      </p:sp>
      <p:sp>
        <p:nvSpPr>
          <p:cNvPr id="2404" name="Shape 2402"/>
          <p:cNvSpPr/>
          <p:nvPr/>
        </p:nvSpPr>
        <p:spPr>
          <a:xfrm>
            <a:off x="6201766" y="4760217"/>
            <a:ext cx="127406" cy="0"/>
          </a:xfrm>
          <a:prstGeom prst="line">
            <a:avLst/>
          </a:prstGeom>
          <a:noFill/>
          <a:ln w="25400">
            <a:solidFill>
              <a:srgbClr val="A64E8E"/>
            </a:solidFill>
            <a:prstDash val="solid"/>
            <a:headEnd type="none"/>
            <a:tailEnd type="none"/>
          </a:ln>
        </p:spPr>
      </p:sp>
      <p:sp>
        <p:nvSpPr>
          <p:cNvPr id="2405" name="Shape 2403"/>
          <p:cNvSpPr/>
          <p:nvPr/>
        </p:nvSpPr>
        <p:spPr>
          <a:xfrm>
            <a:off x="6326429" y="4673434"/>
            <a:ext cx="0" cy="89527"/>
          </a:xfrm>
          <a:prstGeom prst="line">
            <a:avLst/>
          </a:prstGeom>
          <a:noFill/>
          <a:ln w="25400">
            <a:solidFill>
              <a:srgbClr val="A64E8E"/>
            </a:solidFill>
            <a:prstDash val="solid"/>
            <a:headEnd type="none"/>
            <a:tailEnd type="none"/>
          </a:ln>
        </p:spPr>
      </p:sp>
      <p:sp>
        <p:nvSpPr>
          <p:cNvPr id="2406" name="Shape 2404"/>
          <p:cNvSpPr/>
          <p:nvPr/>
        </p:nvSpPr>
        <p:spPr>
          <a:xfrm>
            <a:off x="6326429" y="4676177"/>
            <a:ext cx="127407" cy="0"/>
          </a:xfrm>
          <a:prstGeom prst="line">
            <a:avLst/>
          </a:prstGeom>
          <a:noFill/>
          <a:ln w="25400">
            <a:solidFill>
              <a:srgbClr val="A64E8E"/>
            </a:solidFill>
            <a:prstDash val="solid"/>
            <a:headEnd type="none"/>
            <a:tailEnd type="none"/>
          </a:ln>
        </p:spPr>
      </p:sp>
      <p:sp>
        <p:nvSpPr>
          <p:cNvPr id="2407" name="Shape 2405"/>
          <p:cNvSpPr/>
          <p:nvPr/>
        </p:nvSpPr>
        <p:spPr>
          <a:xfrm>
            <a:off x="6451092" y="4537455"/>
            <a:ext cx="0" cy="141465"/>
          </a:xfrm>
          <a:prstGeom prst="line">
            <a:avLst/>
          </a:prstGeom>
          <a:noFill/>
          <a:ln w="25400">
            <a:solidFill>
              <a:srgbClr val="A64E8E"/>
            </a:solidFill>
            <a:prstDash val="solid"/>
            <a:headEnd type="none"/>
            <a:tailEnd type="none"/>
          </a:ln>
        </p:spPr>
      </p:sp>
      <p:sp>
        <p:nvSpPr>
          <p:cNvPr id="2408" name="Shape 2406"/>
          <p:cNvSpPr/>
          <p:nvPr/>
        </p:nvSpPr>
        <p:spPr>
          <a:xfrm>
            <a:off x="6451092" y="4540198"/>
            <a:ext cx="127407" cy="0"/>
          </a:xfrm>
          <a:prstGeom prst="line">
            <a:avLst/>
          </a:prstGeom>
          <a:noFill/>
          <a:ln w="25400">
            <a:solidFill>
              <a:srgbClr val="A64E8E"/>
            </a:solidFill>
            <a:prstDash val="solid"/>
            <a:headEnd type="none"/>
            <a:tailEnd type="none"/>
          </a:ln>
        </p:spPr>
      </p:sp>
      <p:sp>
        <p:nvSpPr>
          <p:cNvPr id="2409" name="Shape 2407"/>
          <p:cNvSpPr/>
          <p:nvPr/>
        </p:nvSpPr>
        <p:spPr>
          <a:xfrm>
            <a:off x="6575755" y="4537455"/>
            <a:ext cx="0" cy="5486"/>
          </a:xfrm>
          <a:prstGeom prst="line">
            <a:avLst/>
          </a:prstGeom>
          <a:noFill/>
          <a:ln w="25400">
            <a:solidFill>
              <a:srgbClr val="A64E8E"/>
            </a:solidFill>
            <a:prstDash val="solid"/>
            <a:headEnd type="none"/>
            <a:tailEnd type="none"/>
          </a:ln>
        </p:spPr>
      </p:sp>
      <p:sp>
        <p:nvSpPr>
          <p:cNvPr id="2410" name="Shape 2408"/>
          <p:cNvSpPr/>
          <p:nvPr/>
        </p:nvSpPr>
        <p:spPr>
          <a:xfrm>
            <a:off x="6575755" y="4540198"/>
            <a:ext cx="127406" cy="0"/>
          </a:xfrm>
          <a:prstGeom prst="line">
            <a:avLst/>
          </a:prstGeom>
          <a:noFill/>
          <a:ln w="25400">
            <a:solidFill>
              <a:srgbClr val="A64E8E"/>
            </a:solidFill>
            <a:prstDash val="solid"/>
            <a:headEnd type="none"/>
            <a:tailEnd type="none"/>
          </a:ln>
        </p:spPr>
      </p:sp>
      <p:sp>
        <p:nvSpPr>
          <p:cNvPr id="2411" name="Shape 2409"/>
          <p:cNvSpPr/>
          <p:nvPr/>
        </p:nvSpPr>
        <p:spPr>
          <a:xfrm>
            <a:off x="6700418" y="4317436"/>
            <a:ext cx="0" cy="225505"/>
          </a:xfrm>
          <a:prstGeom prst="line">
            <a:avLst/>
          </a:prstGeom>
          <a:noFill/>
          <a:ln w="25400">
            <a:solidFill>
              <a:srgbClr val="A64E8E"/>
            </a:solidFill>
            <a:prstDash val="solid"/>
            <a:headEnd type="none"/>
            <a:tailEnd type="none"/>
          </a:ln>
        </p:spPr>
      </p:sp>
      <p:sp>
        <p:nvSpPr>
          <p:cNvPr id="2412" name="Shape 2410"/>
          <p:cNvSpPr/>
          <p:nvPr/>
        </p:nvSpPr>
        <p:spPr>
          <a:xfrm>
            <a:off x="6700418" y="4320179"/>
            <a:ext cx="127407" cy="0"/>
          </a:xfrm>
          <a:prstGeom prst="line">
            <a:avLst/>
          </a:prstGeom>
          <a:noFill/>
          <a:ln w="25400">
            <a:solidFill>
              <a:srgbClr val="A64E8E"/>
            </a:solidFill>
            <a:prstDash val="solid"/>
            <a:headEnd type="none"/>
            <a:tailEnd type="none"/>
          </a:ln>
        </p:spPr>
      </p:sp>
      <p:sp>
        <p:nvSpPr>
          <p:cNvPr id="2413" name="Shape 2411"/>
          <p:cNvSpPr/>
          <p:nvPr/>
        </p:nvSpPr>
        <p:spPr>
          <a:xfrm>
            <a:off x="6825082" y="4317436"/>
            <a:ext cx="0" cy="5486"/>
          </a:xfrm>
          <a:prstGeom prst="line">
            <a:avLst/>
          </a:prstGeom>
          <a:noFill/>
          <a:ln w="25400">
            <a:solidFill>
              <a:srgbClr val="A64E8E"/>
            </a:solidFill>
            <a:prstDash val="solid"/>
            <a:headEnd type="none"/>
            <a:tailEnd type="none"/>
          </a:ln>
        </p:spPr>
      </p:sp>
      <p:sp>
        <p:nvSpPr>
          <p:cNvPr id="2414" name="Shape 2412"/>
          <p:cNvSpPr/>
          <p:nvPr/>
        </p:nvSpPr>
        <p:spPr>
          <a:xfrm>
            <a:off x="6825082" y="4320179"/>
            <a:ext cx="127407" cy="0"/>
          </a:xfrm>
          <a:prstGeom prst="line">
            <a:avLst/>
          </a:prstGeom>
          <a:noFill/>
          <a:ln w="25400">
            <a:solidFill>
              <a:srgbClr val="A64E8E"/>
            </a:solidFill>
            <a:prstDash val="solid"/>
            <a:headEnd type="none"/>
            <a:tailEnd type="none"/>
          </a:ln>
        </p:spPr>
      </p:sp>
      <p:sp>
        <p:nvSpPr>
          <p:cNvPr id="2415" name="Shape 2413"/>
          <p:cNvSpPr/>
          <p:nvPr/>
        </p:nvSpPr>
        <p:spPr>
          <a:xfrm>
            <a:off x="6949745" y="4317436"/>
            <a:ext cx="0" cy="141465"/>
          </a:xfrm>
          <a:prstGeom prst="line">
            <a:avLst/>
          </a:prstGeom>
          <a:noFill/>
          <a:ln w="25400">
            <a:solidFill>
              <a:srgbClr val="A64E8E"/>
            </a:solidFill>
            <a:prstDash val="solid"/>
            <a:headEnd type="none"/>
            <a:tailEnd type="none"/>
          </a:ln>
        </p:spPr>
      </p:sp>
      <p:sp>
        <p:nvSpPr>
          <p:cNvPr id="2416" name="Shape 2414"/>
          <p:cNvSpPr/>
          <p:nvPr/>
        </p:nvSpPr>
        <p:spPr>
          <a:xfrm>
            <a:off x="6949745" y="4456158"/>
            <a:ext cx="127406" cy="0"/>
          </a:xfrm>
          <a:prstGeom prst="line">
            <a:avLst/>
          </a:prstGeom>
          <a:noFill/>
          <a:ln w="25400">
            <a:solidFill>
              <a:srgbClr val="A64E8E"/>
            </a:solidFill>
            <a:prstDash val="solid"/>
            <a:headEnd type="none"/>
            <a:tailEnd type="none"/>
          </a:ln>
        </p:spPr>
      </p:sp>
      <p:sp>
        <p:nvSpPr>
          <p:cNvPr id="2417" name="Shape 2415"/>
          <p:cNvSpPr/>
          <p:nvPr/>
        </p:nvSpPr>
        <p:spPr>
          <a:xfrm>
            <a:off x="7074408" y="4453415"/>
            <a:ext cx="0" cy="5486"/>
          </a:xfrm>
          <a:prstGeom prst="line">
            <a:avLst/>
          </a:prstGeom>
          <a:noFill/>
          <a:ln w="25400">
            <a:solidFill>
              <a:srgbClr val="A64E8E"/>
            </a:solidFill>
            <a:prstDash val="solid"/>
            <a:headEnd type="none"/>
            <a:tailEnd type="none"/>
          </a:ln>
        </p:spPr>
      </p:sp>
      <p:sp>
        <p:nvSpPr>
          <p:cNvPr id="2418" name="Shape 2416"/>
          <p:cNvSpPr/>
          <p:nvPr/>
        </p:nvSpPr>
        <p:spPr>
          <a:xfrm>
            <a:off x="7074408" y="4456158"/>
            <a:ext cx="127407" cy="0"/>
          </a:xfrm>
          <a:prstGeom prst="line">
            <a:avLst/>
          </a:prstGeom>
          <a:noFill/>
          <a:ln w="25400">
            <a:solidFill>
              <a:srgbClr val="A64E8E"/>
            </a:solidFill>
            <a:prstDash val="solid"/>
            <a:headEnd type="none"/>
            <a:tailEnd type="none"/>
          </a:ln>
        </p:spPr>
      </p:sp>
      <p:sp>
        <p:nvSpPr>
          <p:cNvPr id="2419" name="Shape 2417"/>
          <p:cNvSpPr/>
          <p:nvPr/>
        </p:nvSpPr>
        <p:spPr>
          <a:xfrm>
            <a:off x="7199071" y="4317436"/>
            <a:ext cx="0" cy="141465"/>
          </a:xfrm>
          <a:prstGeom prst="line">
            <a:avLst/>
          </a:prstGeom>
          <a:noFill/>
          <a:ln w="25400">
            <a:solidFill>
              <a:srgbClr val="A64E8E"/>
            </a:solidFill>
            <a:prstDash val="solid"/>
            <a:headEnd type="none"/>
            <a:tailEnd type="none"/>
          </a:ln>
        </p:spPr>
      </p:sp>
      <p:sp>
        <p:nvSpPr>
          <p:cNvPr id="2420" name="Shape 2418"/>
          <p:cNvSpPr/>
          <p:nvPr/>
        </p:nvSpPr>
        <p:spPr>
          <a:xfrm>
            <a:off x="7199071" y="4320179"/>
            <a:ext cx="127407" cy="0"/>
          </a:xfrm>
          <a:prstGeom prst="line">
            <a:avLst/>
          </a:prstGeom>
          <a:noFill/>
          <a:ln w="25400">
            <a:solidFill>
              <a:srgbClr val="A64E8E"/>
            </a:solidFill>
            <a:prstDash val="solid"/>
            <a:headEnd type="none"/>
            <a:tailEnd type="none"/>
          </a:ln>
        </p:spPr>
      </p:sp>
      <p:sp>
        <p:nvSpPr>
          <p:cNvPr id="2421" name="Shape 2419"/>
          <p:cNvSpPr/>
          <p:nvPr/>
        </p:nvSpPr>
        <p:spPr>
          <a:xfrm>
            <a:off x="7323735" y="4317436"/>
            <a:ext cx="0" cy="141465"/>
          </a:xfrm>
          <a:prstGeom prst="line">
            <a:avLst/>
          </a:prstGeom>
          <a:noFill/>
          <a:ln w="25400">
            <a:solidFill>
              <a:srgbClr val="A64E8E"/>
            </a:solidFill>
            <a:prstDash val="solid"/>
            <a:headEnd type="none"/>
            <a:tailEnd type="none"/>
          </a:ln>
        </p:spPr>
      </p:sp>
      <p:sp>
        <p:nvSpPr>
          <p:cNvPr id="2422" name="Shape 2420"/>
          <p:cNvSpPr/>
          <p:nvPr/>
        </p:nvSpPr>
        <p:spPr>
          <a:xfrm>
            <a:off x="7323735" y="4456158"/>
            <a:ext cx="127406" cy="0"/>
          </a:xfrm>
          <a:prstGeom prst="line">
            <a:avLst/>
          </a:prstGeom>
          <a:noFill/>
          <a:ln w="25400">
            <a:solidFill>
              <a:srgbClr val="A64E8E"/>
            </a:solidFill>
            <a:prstDash val="solid"/>
            <a:headEnd type="none"/>
            <a:tailEnd type="none"/>
          </a:ln>
        </p:spPr>
      </p:sp>
      <p:sp>
        <p:nvSpPr>
          <p:cNvPr id="2423" name="Shape 2421"/>
          <p:cNvSpPr/>
          <p:nvPr/>
        </p:nvSpPr>
        <p:spPr>
          <a:xfrm>
            <a:off x="7448397" y="4453415"/>
            <a:ext cx="0" cy="89527"/>
          </a:xfrm>
          <a:prstGeom prst="line">
            <a:avLst/>
          </a:prstGeom>
          <a:noFill/>
          <a:ln w="25400">
            <a:solidFill>
              <a:srgbClr val="A64E8E"/>
            </a:solidFill>
            <a:prstDash val="solid"/>
            <a:headEnd type="none"/>
            <a:tailEnd type="none"/>
          </a:ln>
        </p:spPr>
      </p:sp>
      <p:sp>
        <p:nvSpPr>
          <p:cNvPr id="2424" name="Shape 2422"/>
          <p:cNvSpPr/>
          <p:nvPr/>
        </p:nvSpPr>
        <p:spPr>
          <a:xfrm>
            <a:off x="7448397" y="4540198"/>
            <a:ext cx="127407" cy="0"/>
          </a:xfrm>
          <a:prstGeom prst="line">
            <a:avLst/>
          </a:prstGeom>
          <a:noFill/>
          <a:ln w="25400">
            <a:solidFill>
              <a:srgbClr val="A64E8E"/>
            </a:solidFill>
            <a:prstDash val="solid"/>
            <a:headEnd type="none"/>
            <a:tailEnd type="none"/>
          </a:ln>
        </p:spPr>
      </p:sp>
      <p:sp>
        <p:nvSpPr>
          <p:cNvPr id="2425" name="Shape 2423"/>
          <p:cNvSpPr/>
          <p:nvPr/>
        </p:nvSpPr>
        <p:spPr>
          <a:xfrm>
            <a:off x="7573061" y="4537455"/>
            <a:ext cx="0" cy="5486"/>
          </a:xfrm>
          <a:prstGeom prst="line">
            <a:avLst/>
          </a:prstGeom>
          <a:noFill/>
          <a:ln w="25400">
            <a:solidFill>
              <a:srgbClr val="A64E8E"/>
            </a:solidFill>
            <a:prstDash val="solid"/>
            <a:headEnd type="none"/>
            <a:tailEnd type="none"/>
          </a:ln>
        </p:spPr>
      </p:sp>
      <p:sp>
        <p:nvSpPr>
          <p:cNvPr id="2426" name="Shape 2424"/>
          <p:cNvSpPr/>
          <p:nvPr/>
        </p:nvSpPr>
        <p:spPr>
          <a:xfrm>
            <a:off x="7573061" y="4540198"/>
            <a:ext cx="127407" cy="0"/>
          </a:xfrm>
          <a:prstGeom prst="line">
            <a:avLst/>
          </a:prstGeom>
          <a:noFill/>
          <a:ln w="25400">
            <a:solidFill>
              <a:srgbClr val="A64E8E"/>
            </a:solidFill>
            <a:prstDash val="solid"/>
            <a:headEnd type="none"/>
            <a:tailEnd type="none"/>
          </a:ln>
        </p:spPr>
      </p:sp>
      <p:sp>
        <p:nvSpPr>
          <p:cNvPr id="2427" name="Shape 2425"/>
          <p:cNvSpPr/>
          <p:nvPr/>
        </p:nvSpPr>
        <p:spPr>
          <a:xfrm>
            <a:off x="7697724" y="4537455"/>
            <a:ext cx="0" cy="5486"/>
          </a:xfrm>
          <a:prstGeom prst="line">
            <a:avLst/>
          </a:prstGeom>
          <a:noFill/>
          <a:ln w="25400">
            <a:solidFill>
              <a:srgbClr val="A64E8E"/>
            </a:solidFill>
            <a:prstDash val="solid"/>
            <a:headEnd type="none"/>
            <a:tailEnd type="none"/>
          </a:ln>
        </p:spPr>
      </p:sp>
      <p:sp>
        <p:nvSpPr>
          <p:cNvPr id="2428" name="Shape 2426"/>
          <p:cNvSpPr/>
          <p:nvPr/>
        </p:nvSpPr>
        <p:spPr>
          <a:xfrm>
            <a:off x="7697724" y="4540198"/>
            <a:ext cx="127406" cy="0"/>
          </a:xfrm>
          <a:prstGeom prst="line">
            <a:avLst/>
          </a:prstGeom>
          <a:noFill/>
          <a:ln w="25400">
            <a:solidFill>
              <a:srgbClr val="A64E8E"/>
            </a:solidFill>
            <a:prstDash val="solid"/>
            <a:headEnd type="none"/>
            <a:tailEnd type="none"/>
          </a:ln>
        </p:spPr>
      </p:sp>
      <p:sp>
        <p:nvSpPr>
          <p:cNvPr id="2429" name="Shape 2427"/>
          <p:cNvSpPr/>
          <p:nvPr/>
        </p:nvSpPr>
        <p:spPr>
          <a:xfrm>
            <a:off x="7822387" y="4537455"/>
            <a:ext cx="0" cy="5486"/>
          </a:xfrm>
          <a:prstGeom prst="line">
            <a:avLst/>
          </a:prstGeom>
          <a:noFill/>
          <a:ln w="25400">
            <a:solidFill>
              <a:srgbClr val="A64E8E"/>
            </a:solidFill>
            <a:prstDash val="solid"/>
            <a:headEnd type="none"/>
            <a:tailEnd type="none"/>
          </a:ln>
        </p:spPr>
      </p:sp>
      <p:sp>
        <p:nvSpPr>
          <p:cNvPr id="2430" name="Shape 2428"/>
          <p:cNvSpPr/>
          <p:nvPr/>
        </p:nvSpPr>
        <p:spPr>
          <a:xfrm>
            <a:off x="7822387" y="4540198"/>
            <a:ext cx="127407" cy="0"/>
          </a:xfrm>
          <a:prstGeom prst="line">
            <a:avLst/>
          </a:prstGeom>
          <a:noFill/>
          <a:ln w="25400">
            <a:solidFill>
              <a:srgbClr val="A64E8E"/>
            </a:solidFill>
            <a:prstDash val="solid"/>
            <a:headEnd type="none"/>
            <a:tailEnd type="none"/>
          </a:ln>
        </p:spPr>
      </p:sp>
      <p:sp>
        <p:nvSpPr>
          <p:cNvPr id="2431" name="Shape 2429"/>
          <p:cNvSpPr/>
          <p:nvPr/>
        </p:nvSpPr>
        <p:spPr>
          <a:xfrm>
            <a:off x="7947050" y="4537455"/>
            <a:ext cx="0" cy="5486"/>
          </a:xfrm>
          <a:prstGeom prst="line">
            <a:avLst/>
          </a:prstGeom>
          <a:noFill/>
          <a:ln w="25400">
            <a:solidFill>
              <a:srgbClr val="A64E8E"/>
            </a:solidFill>
            <a:prstDash val="solid"/>
            <a:headEnd type="none"/>
            <a:tailEnd type="none"/>
          </a:ln>
        </p:spPr>
      </p:sp>
      <p:sp>
        <p:nvSpPr>
          <p:cNvPr id="2432" name="Shape 2430"/>
          <p:cNvSpPr/>
          <p:nvPr/>
        </p:nvSpPr>
        <p:spPr>
          <a:xfrm>
            <a:off x="7947050" y="4540198"/>
            <a:ext cx="127407" cy="0"/>
          </a:xfrm>
          <a:prstGeom prst="line">
            <a:avLst/>
          </a:prstGeom>
          <a:noFill/>
          <a:ln w="25400">
            <a:solidFill>
              <a:srgbClr val="A64E8E"/>
            </a:solidFill>
            <a:prstDash val="solid"/>
            <a:headEnd type="none"/>
            <a:tailEnd type="none"/>
          </a:ln>
        </p:spPr>
      </p:sp>
      <p:sp>
        <p:nvSpPr>
          <p:cNvPr id="2433" name="Shape 2431"/>
          <p:cNvSpPr/>
          <p:nvPr/>
        </p:nvSpPr>
        <p:spPr>
          <a:xfrm>
            <a:off x="8071714" y="4453415"/>
            <a:ext cx="0" cy="89527"/>
          </a:xfrm>
          <a:prstGeom prst="line">
            <a:avLst/>
          </a:prstGeom>
          <a:noFill/>
          <a:ln w="25400">
            <a:solidFill>
              <a:srgbClr val="A64E8E"/>
            </a:solidFill>
            <a:prstDash val="solid"/>
            <a:headEnd type="none"/>
            <a:tailEnd type="none"/>
          </a:ln>
        </p:spPr>
      </p:sp>
      <p:sp>
        <p:nvSpPr>
          <p:cNvPr id="2434" name="Shape 2432"/>
          <p:cNvSpPr/>
          <p:nvPr/>
        </p:nvSpPr>
        <p:spPr>
          <a:xfrm>
            <a:off x="8071714" y="4456158"/>
            <a:ext cx="127406" cy="0"/>
          </a:xfrm>
          <a:prstGeom prst="line">
            <a:avLst/>
          </a:prstGeom>
          <a:noFill/>
          <a:ln w="25400">
            <a:solidFill>
              <a:srgbClr val="A64E8E"/>
            </a:solidFill>
            <a:prstDash val="solid"/>
            <a:headEnd type="none"/>
            <a:tailEnd type="none"/>
          </a:ln>
        </p:spPr>
      </p:sp>
      <p:sp>
        <p:nvSpPr>
          <p:cNvPr id="2435" name="Shape 2433"/>
          <p:cNvSpPr/>
          <p:nvPr/>
        </p:nvSpPr>
        <p:spPr>
          <a:xfrm>
            <a:off x="8196377" y="4097415"/>
            <a:ext cx="0" cy="361486"/>
          </a:xfrm>
          <a:prstGeom prst="line">
            <a:avLst/>
          </a:prstGeom>
          <a:noFill/>
          <a:ln w="25400">
            <a:solidFill>
              <a:srgbClr val="A64E8E"/>
            </a:solidFill>
            <a:prstDash val="solid"/>
            <a:headEnd type="none"/>
            <a:tailEnd type="none"/>
          </a:ln>
        </p:spPr>
      </p:sp>
      <p:sp>
        <p:nvSpPr>
          <p:cNvPr id="2436" name="Shape 2434"/>
          <p:cNvSpPr/>
          <p:nvPr/>
        </p:nvSpPr>
        <p:spPr>
          <a:xfrm>
            <a:off x="8196377" y="4100159"/>
            <a:ext cx="127407" cy="0"/>
          </a:xfrm>
          <a:prstGeom prst="line">
            <a:avLst/>
          </a:prstGeom>
          <a:noFill/>
          <a:ln w="25400">
            <a:solidFill>
              <a:srgbClr val="A64E8E"/>
            </a:solidFill>
            <a:prstDash val="solid"/>
            <a:headEnd type="none"/>
            <a:tailEnd type="none"/>
          </a:ln>
        </p:spPr>
      </p:sp>
      <p:sp>
        <p:nvSpPr>
          <p:cNvPr id="2437" name="Shape 2435"/>
          <p:cNvSpPr/>
          <p:nvPr/>
        </p:nvSpPr>
        <p:spPr>
          <a:xfrm>
            <a:off x="8321040" y="3961436"/>
            <a:ext cx="0" cy="141465"/>
          </a:xfrm>
          <a:prstGeom prst="line">
            <a:avLst/>
          </a:prstGeom>
          <a:noFill/>
          <a:ln w="25400">
            <a:solidFill>
              <a:srgbClr val="A64E8E"/>
            </a:solidFill>
            <a:prstDash val="solid"/>
            <a:headEnd type="none"/>
            <a:tailEnd type="none"/>
          </a:ln>
        </p:spPr>
      </p:sp>
      <p:sp>
        <p:nvSpPr>
          <p:cNvPr id="2438" name="Shape 2436"/>
          <p:cNvSpPr/>
          <p:nvPr/>
        </p:nvSpPr>
        <p:spPr>
          <a:xfrm>
            <a:off x="2743200" y="2020824"/>
            <a:ext cx="256032" cy="0"/>
          </a:xfrm>
          <a:prstGeom prst="line">
            <a:avLst/>
          </a:prstGeom>
          <a:noFill/>
          <a:ln w="27940">
            <a:solidFill>
              <a:srgbClr val="A64E8E"/>
            </a:solidFill>
            <a:prstDash val="solid"/>
          </a:ln>
        </p:spPr>
      </p:sp>
      <p:sp>
        <p:nvSpPr>
          <p:cNvPr id="2439" name="Text 2437"/>
          <p:cNvSpPr/>
          <p:nvPr/>
        </p:nvSpPr>
        <p:spPr>
          <a:xfrm>
            <a:off x="3072384" y="1947672"/>
            <a:ext cx="1408176"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CATALYST FEED</a:t>
            </a:r>
            <a:endParaRPr lang="en-US" sz="920" dirty="0"/>
          </a:p>
        </p:txBody>
      </p:sp>
      <p:sp>
        <p:nvSpPr>
          <p:cNvPr id="2440" name="Shape 2438"/>
          <p:cNvSpPr/>
          <p:nvPr/>
        </p:nvSpPr>
        <p:spPr>
          <a:xfrm>
            <a:off x="841248" y="2287851"/>
            <a:ext cx="127407" cy="0"/>
          </a:xfrm>
          <a:prstGeom prst="line">
            <a:avLst/>
          </a:prstGeom>
          <a:noFill/>
          <a:ln w="25400">
            <a:solidFill>
              <a:srgbClr val="B48A12"/>
            </a:solidFill>
            <a:prstDash val="solid"/>
            <a:headEnd type="none"/>
            <a:tailEnd type="none"/>
          </a:ln>
        </p:spPr>
      </p:sp>
      <p:sp>
        <p:nvSpPr>
          <p:cNvPr id="2441" name="Shape 2439"/>
          <p:cNvSpPr/>
          <p:nvPr/>
        </p:nvSpPr>
        <p:spPr>
          <a:xfrm>
            <a:off x="965911" y="2285108"/>
            <a:ext cx="0" cy="252775"/>
          </a:xfrm>
          <a:prstGeom prst="line">
            <a:avLst/>
          </a:prstGeom>
          <a:noFill/>
          <a:ln w="25400">
            <a:solidFill>
              <a:srgbClr val="B48A12"/>
            </a:solidFill>
            <a:prstDash val="solid"/>
            <a:headEnd type="none"/>
            <a:tailEnd type="none"/>
          </a:ln>
        </p:spPr>
      </p:sp>
      <p:sp>
        <p:nvSpPr>
          <p:cNvPr id="2442" name="Shape 2440"/>
          <p:cNvSpPr/>
          <p:nvPr/>
        </p:nvSpPr>
        <p:spPr>
          <a:xfrm>
            <a:off x="965911" y="2535140"/>
            <a:ext cx="127406" cy="0"/>
          </a:xfrm>
          <a:prstGeom prst="line">
            <a:avLst/>
          </a:prstGeom>
          <a:noFill/>
          <a:ln w="25400">
            <a:solidFill>
              <a:srgbClr val="B48A12"/>
            </a:solidFill>
            <a:prstDash val="solid"/>
            <a:headEnd type="none"/>
            <a:tailEnd type="none"/>
          </a:ln>
        </p:spPr>
      </p:sp>
      <p:sp>
        <p:nvSpPr>
          <p:cNvPr id="2443" name="Shape 2441"/>
          <p:cNvSpPr/>
          <p:nvPr/>
        </p:nvSpPr>
        <p:spPr>
          <a:xfrm>
            <a:off x="1090574" y="2532397"/>
            <a:ext cx="0" cy="262751"/>
          </a:xfrm>
          <a:prstGeom prst="line">
            <a:avLst/>
          </a:prstGeom>
          <a:noFill/>
          <a:ln w="25400">
            <a:solidFill>
              <a:srgbClr val="B48A12"/>
            </a:solidFill>
            <a:prstDash val="solid"/>
            <a:headEnd type="none"/>
            <a:tailEnd type="none"/>
          </a:ln>
        </p:spPr>
      </p:sp>
      <p:sp>
        <p:nvSpPr>
          <p:cNvPr id="2444" name="Shape 2442"/>
          <p:cNvSpPr/>
          <p:nvPr/>
        </p:nvSpPr>
        <p:spPr>
          <a:xfrm>
            <a:off x="1090574" y="2792405"/>
            <a:ext cx="127407" cy="0"/>
          </a:xfrm>
          <a:prstGeom prst="line">
            <a:avLst/>
          </a:prstGeom>
          <a:noFill/>
          <a:ln w="25400">
            <a:solidFill>
              <a:srgbClr val="B48A12"/>
            </a:solidFill>
            <a:prstDash val="solid"/>
            <a:headEnd type="none"/>
            <a:tailEnd type="none"/>
          </a:ln>
        </p:spPr>
      </p:sp>
      <p:sp>
        <p:nvSpPr>
          <p:cNvPr id="2445" name="Shape 2443"/>
          <p:cNvSpPr/>
          <p:nvPr/>
        </p:nvSpPr>
        <p:spPr>
          <a:xfrm>
            <a:off x="1215238" y="2789662"/>
            <a:ext cx="0" cy="404123"/>
          </a:xfrm>
          <a:prstGeom prst="line">
            <a:avLst/>
          </a:prstGeom>
          <a:noFill/>
          <a:ln w="25400">
            <a:solidFill>
              <a:srgbClr val="B48A12"/>
            </a:solidFill>
            <a:prstDash val="solid"/>
            <a:headEnd type="none"/>
            <a:tailEnd type="none"/>
          </a:ln>
        </p:spPr>
      </p:sp>
      <p:sp>
        <p:nvSpPr>
          <p:cNvPr id="2446" name="Shape 2444"/>
          <p:cNvSpPr/>
          <p:nvPr/>
        </p:nvSpPr>
        <p:spPr>
          <a:xfrm>
            <a:off x="1215238" y="3191042"/>
            <a:ext cx="127407" cy="0"/>
          </a:xfrm>
          <a:prstGeom prst="line">
            <a:avLst/>
          </a:prstGeom>
          <a:noFill/>
          <a:ln w="25400">
            <a:solidFill>
              <a:srgbClr val="B48A12"/>
            </a:solidFill>
            <a:prstDash val="solid"/>
            <a:headEnd type="none"/>
            <a:tailEnd type="none"/>
          </a:ln>
        </p:spPr>
      </p:sp>
      <p:sp>
        <p:nvSpPr>
          <p:cNvPr id="2447" name="Shape 2445"/>
          <p:cNvSpPr/>
          <p:nvPr/>
        </p:nvSpPr>
        <p:spPr>
          <a:xfrm>
            <a:off x="1339901" y="3188298"/>
            <a:ext cx="0" cy="359153"/>
          </a:xfrm>
          <a:prstGeom prst="line">
            <a:avLst/>
          </a:prstGeom>
          <a:noFill/>
          <a:ln w="25400">
            <a:solidFill>
              <a:srgbClr val="B48A12"/>
            </a:solidFill>
            <a:prstDash val="solid"/>
            <a:headEnd type="none"/>
            <a:tailEnd type="none"/>
          </a:ln>
        </p:spPr>
      </p:sp>
      <p:sp>
        <p:nvSpPr>
          <p:cNvPr id="2448" name="Shape 2446"/>
          <p:cNvSpPr/>
          <p:nvPr/>
        </p:nvSpPr>
        <p:spPr>
          <a:xfrm>
            <a:off x="1339901" y="3544708"/>
            <a:ext cx="127406" cy="0"/>
          </a:xfrm>
          <a:prstGeom prst="line">
            <a:avLst/>
          </a:prstGeom>
          <a:noFill/>
          <a:ln w="25400">
            <a:solidFill>
              <a:srgbClr val="B48A12"/>
            </a:solidFill>
            <a:prstDash val="solid"/>
            <a:headEnd type="none"/>
            <a:tailEnd type="none"/>
          </a:ln>
        </p:spPr>
      </p:sp>
      <p:sp>
        <p:nvSpPr>
          <p:cNvPr id="2449" name="Shape 2447"/>
          <p:cNvSpPr/>
          <p:nvPr/>
        </p:nvSpPr>
        <p:spPr>
          <a:xfrm>
            <a:off x="1464564" y="3541965"/>
            <a:ext cx="0" cy="292894"/>
          </a:xfrm>
          <a:prstGeom prst="line">
            <a:avLst/>
          </a:prstGeom>
          <a:noFill/>
          <a:ln w="25400">
            <a:solidFill>
              <a:srgbClr val="B48A12"/>
            </a:solidFill>
            <a:prstDash val="solid"/>
            <a:headEnd type="none"/>
            <a:tailEnd type="none"/>
          </a:ln>
        </p:spPr>
      </p:sp>
      <p:sp>
        <p:nvSpPr>
          <p:cNvPr id="2450" name="Shape 2448"/>
          <p:cNvSpPr/>
          <p:nvPr/>
        </p:nvSpPr>
        <p:spPr>
          <a:xfrm>
            <a:off x="1464564" y="3832116"/>
            <a:ext cx="127407" cy="0"/>
          </a:xfrm>
          <a:prstGeom prst="line">
            <a:avLst/>
          </a:prstGeom>
          <a:noFill/>
          <a:ln w="25400">
            <a:solidFill>
              <a:srgbClr val="B48A12"/>
            </a:solidFill>
            <a:prstDash val="solid"/>
            <a:headEnd type="none"/>
            <a:tailEnd type="none"/>
          </a:ln>
        </p:spPr>
      </p:sp>
      <p:sp>
        <p:nvSpPr>
          <p:cNvPr id="2451" name="Shape 2449"/>
          <p:cNvSpPr/>
          <p:nvPr/>
        </p:nvSpPr>
        <p:spPr>
          <a:xfrm>
            <a:off x="1589227" y="3829373"/>
            <a:ext cx="0" cy="308952"/>
          </a:xfrm>
          <a:prstGeom prst="line">
            <a:avLst/>
          </a:prstGeom>
          <a:noFill/>
          <a:ln w="25400">
            <a:solidFill>
              <a:srgbClr val="B48A12"/>
            </a:solidFill>
            <a:prstDash val="solid"/>
            <a:headEnd type="none"/>
            <a:tailEnd type="none"/>
          </a:ln>
        </p:spPr>
      </p:sp>
      <p:sp>
        <p:nvSpPr>
          <p:cNvPr id="2452" name="Shape 2450"/>
          <p:cNvSpPr/>
          <p:nvPr/>
        </p:nvSpPr>
        <p:spPr>
          <a:xfrm>
            <a:off x="1589227" y="4135582"/>
            <a:ext cx="127407" cy="0"/>
          </a:xfrm>
          <a:prstGeom prst="line">
            <a:avLst/>
          </a:prstGeom>
          <a:noFill/>
          <a:ln w="25400">
            <a:solidFill>
              <a:srgbClr val="B48A12"/>
            </a:solidFill>
            <a:prstDash val="solid"/>
            <a:headEnd type="none"/>
            <a:tailEnd type="none"/>
          </a:ln>
        </p:spPr>
      </p:sp>
      <p:sp>
        <p:nvSpPr>
          <p:cNvPr id="2453" name="Shape 2451"/>
          <p:cNvSpPr/>
          <p:nvPr/>
        </p:nvSpPr>
        <p:spPr>
          <a:xfrm>
            <a:off x="1713891" y="4132839"/>
            <a:ext cx="0" cy="92466"/>
          </a:xfrm>
          <a:prstGeom prst="line">
            <a:avLst/>
          </a:prstGeom>
          <a:noFill/>
          <a:ln w="25400">
            <a:solidFill>
              <a:srgbClr val="B48A12"/>
            </a:solidFill>
            <a:prstDash val="solid"/>
            <a:headEnd type="none"/>
            <a:tailEnd type="none"/>
          </a:ln>
        </p:spPr>
      </p:sp>
      <p:sp>
        <p:nvSpPr>
          <p:cNvPr id="2454" name="Shape 2452"/>
          <p:cNvSpPr/>
          <p:nvPr/>
        </p:nvSpPr>
        <p:spPr>
          <a:xfrm>
            <a:off x="1713891" y="4222561"/>
            <a:ext cx="127406" cy="0"/>
          </a:xfrm>
          <a:prstGeom prst="line">
            <a:avLst/>
          </a:prstGeom>
          <a:noFill/>
          <a:ln w="25400">
            <a:solidFill>
              <a:srgbClr val="B48A12"/>
            </a:solidFill>
            <a:prstDash val="solid"/>
            <a:headEnd type="none"/>
            <a:tailEnd type="none"/>
          </a:ln>
        </p:spPr>
      </p:sp>
      <p:sp>
        <p:nvSpPr>
          <p:cNvPr id="2455" name="Shape 2453"/>
          <p:cNvSpPr/>
          <p:nvPr/>
        </p:nvSpPr>
        <p:spPr>
          <a:xfrm>
            <a:off x="1838553" y="4219818"/>
            <a:ext cx="0" cy="25533"/>
          </a:xfrm>
          <a:prstGeom prst="line">
            <a:avLst/>
          </a:prstGeom>
          <a:noFill/>
          <a:ln w="25400">
            <a:solidFill>
              <a:srgbClr val="B48A12"/>
            </a:solidFill>
            <a:prstDash val="solid"/>
            <a:headEnd type="none"/>
            <a:tailEnd type="none"/>
          </a:ln>
        </p:spPr>
      </p:sp>
      <p:sp>
        <p:nvSpPr>
          <p:cNvPr id="2456" name="Shape 2454"/>
          <p:cNvSpPr/>
          <p:nvPr/>
        </p:nvSpPr>
        <p:spPr>
          <a:xfrm>
            <a:off x="1838553" y="4242608"/>
            <a:ext cx="127407" cy="0"/>
          </a:xfrm>
          <a:prstGeom prst="line">
            <a:avLst/>
          </a:prstGeom>
          <a:noFill/>
          <a:ln w="25400">
            <a:solidFill>
              <a:srgbClr val="B48A12"/>
            </a:solidFill>
            <a:prstDash val="solid"/>
            <a:headEnd type="none"/>
            <a:tailEnd type="none"/>
          </a:ln>
        </p:spPr>
      </p:sp>
      <p:sp>
        <p:nvSpPr>
          <p:cNvPr id="2457" name="Shape 2455"/>
          <p:cNvSpPr/>
          <p:nvPr/>
        </p:nvSpPr>
        <p:spPr>
          <a:xfrm>
            <a:off x="1963217" y="4195112"/>
            <a:ext cx="0" cy="50239"/>
          </a:xfrm>
          <a:prstGeom prst="line">
            <a:avLst/>
          </a:prstGeom>
          <a:noFill/>
          <a:ln w="25400">
            <a:solidFill>
              <a:srgbClr val="B48A12"/>
            </a:solidFill>
            <a:prstDash val="solid"/>
            <a:headEnd type="none"/>
            <a:tailEnd type="none"/>
          </a:ln>
        </p:spPr>
      </p:sp>
      <p:sp>
        <p:nvSpPr>
          <p:cNvPr id="2458" name="Shape 2456"/>
          <p:cNvSpPr/>
          <p:nvPr/>
        </p:nvSpPr>
        <p:spPr>
          <a:xfrm>
            <a:off x="1963217" y="4197855"/>
            <a:ext cx="127407" cy="0"/>
          </a:xfrm>
          <a:prstGeom prst="line">
            <a:avLst/>
          </a:prstGeom>
          <a:noFill/>
          <a:ln w="25400">
            <a:solidFill>
              <a:srgbClr val="B48A12"/>
            </a:solidFill>
            <a:prstDash val="solid"/>
            <a:headEnd type="none"/>
            <a:tailEnd type="none"/>
          </a:ln>
        </p:spPr>
      </p:sp>
      <p:sp>
        <p:nvSpPr>
          <p:cNvPr id="2459" name="Shape 2457"/>
          <p:cNvSpPr/>
          <p:nvPr/>
        </p:nvSpPr>
        <p:spPr>
          <a:xfrm>
            <a:off x="2087880" y="4195112"/>
            <a:ext cx="0" cy="51052"/>
          </a:xfrm>
          <a:prstGeom prst="line">
            <a:avLst/>
          </a:prstGeom>
          <a:noFill/>
          <a:ln w="25400">
            <a:solidFill>
              <a:srgbClr val="B48A12"/>
            </a:solidFill>
            <a:prstDash val="solid"/>
            <a:headEnd type="none"/>
            <a:tailEnd type="none"/>
          </a:ln>
        </p:spPr>
      </p:sp>
      <p:sp>
        <p:nvSpPr>
          <p:cNvPr id="2460" name="Shape 2458"/>
          <p:cNvSpPr/>
          <p:nvPr/>
        </p:nvSpPr>
        <p:spPr>
          <a:xfrm>
            <a:off x="2087880" y="4243421"/>
            <a:ext cx="127406" cy="0"/>
          </a:xfrm>
          <a:prstGeom prst="line">
            <a:avLst/>
          </a:prstGeom>
          <a:noFill/>
          <a:ln w="25400">
            <a:solidFill>
              <a:srgbClr val="B48A12"/>
            </a:solidFill>
            <a:prstDash val="solid"/>
            <a:headEnd type="none"/>
            <a:tailEnd type="none"/>
          </a:ln>
        </p:spPr>
      </p:sp>
      <p:sp>
        <p:nvSpPr>
          <p:cNvPr id="2461" name="Shape 2459"/>
          <p:cNvSpPr/>
          <p:nvPr/>
        </p:nvSpPr>
        <p:spPr>
          <a:xfrm>
            <a:off x="2212543" y="4162765"/>
            <a:ext cx="0" cy="83400"/>
          </a:xfrm>
          <a:prstGeom prst="line">
            <a:avLst/>
          </a:prstGeom>
          <a:noFill/>
          <a:ln w="25400">
            <a:solidFill>
              <a:srgbClr val="B48A12"/>
            </a:solidFill>
            <a:prstDash val="solid"/>
            <a:headEnd type="none"/>
            <a:tailEnd type="none"/>
          </a:ln>
        </p:spPr>
      </p:sp>
      <p:sp>
        <p:nvSpPr>
          <p:cNvPr id="2462" name="Shape 2460"/>
          <p:cNvSpPr/>
          <p:nvPr/>
        </p:nvSpPr>
        <p:spPr>
          <a:xfrm>
            <a:off x="2212543" y="4165508"/>
            <a:ext cx="127407" cy="0"/>
          </a:xfrm>
          <a:prstGeom prst="line">
            <a:avLst/>
          </a:prstGeom>
          <a:noFill/>
          <a:ln w="25400">
            <a:solidFill>
              <a:srgbClr val="B48A12"/>
            </a:solidFill>
            <a:prstDash val="solid"/>
            <a:headEnd type="none"/>
            <a:tailEnd type="none"/>
          </a:ln>
        </p:spPr>
      </p:sp>
      <p:sp>
        <p:nvSpPr>
          <p:cNvPr id="2463" name="Shape 2461"/>
          <p:cNvSpPr/>
          <p:nvPr/>
        </p:nvSpPr>
        <p:spPr>
          <a:xfrm>
            <a:off x="2337206" y="4088473"/>
            <a:ext cx="0" cy="79778"/>
          </a:xfrm>
          <a:prstGeom prst="line">
            <a:avLst/>
          </a:prstGeom>
          <a:noFill/>
          <a:ln w="25400">
            <a:solidFill>
              <a:srgbClr val="B48A12"/>
            </a:solidFill>
            <a:prstDash val="solid"/>
            <a:headEnd type="none"/>
            <a:tailEnd type="none"/>
          </a:ln>
        </p:spPr>
      </p:sp>
      <p:sp>
        <p:nvSpPr>
          <p:cNvPr id="2464" name="Shape 2462"/>
          <p:cNvSpPr/>
          <p:nvPr/>
        </p:nvSpPr>
        <p:spPr>
          <a:xfrm>
            <a:off x="2337206" y="4091216"/>
            <a:ext cx="127407" cy="0"/>
          </a:xfrm>
          <a:prstGeom prst="line">
            <a:avLst/>
          </a:prstGeom>
          <a:noFill/>
          <a:ln w="25400">
            <a:solidFill>
              <a:srgbClr val="B48A12"/>
            </a:solidFill>
            <a:prstDash val="solid"/>
            <a:headEnd type="none"/>
            <a:tailEnd type="none"/>
          </a:ln>
        </p:spPr>
      </p:sp>
      <p:sp>
        <p:nvSpPr>
          <p:cNvPr id="2465" name="Shape 2463"/>
          <p:cNvSpPr/>
          <p:nvPr/>
        </p:nvSpPr>
        <p:spPr>
          <a:xfrm>
            <a:off x="2461870" y="4023310"/>
            <a:ext cx="0" cy="70650"/>
          </a:xfrm>
          <a:prstGeom prst="line">
            <a:avLst/>
          </a:prstGeom>
          <a:noFill/>
          <a:ln w="25400">
            <a:solidFill>
              <a:srgbClr val="B48A12"/>
            </a:solidFill>
            <a:prstDash val="solid"/>
            <a:headEnd type="none"/>
            <a:tailEnd type="none"/>
          </a:ln>
        </p:spPr>
      </p:sp>
      <p:sp>
        <p:nvSpPr>
          <p:cNvPr id="2466" name="Shape 2464"/>
          <p:cNvSpPr/>
          <p:nvPr/>
        </p:nvSpPr>
        <p:spPr>
          <a:xfrm>
            <a:off x="2461870" y="4026053"/>
            <a:ext cx="127406" cy="0"/>
          </a:xfrm>
          <a:prstGeom prst="line">
            <a:avLst/>
          </a:prstGeom>
          <a:noFill/>
          <a:ln w="25400">
            <a:solidFill>
              <a:srgbClr val="B48A12"/>
            </a:solidFill>
            <a:prstDash val="solid"/>
            <a:headEnd type="none"/>
            <a:tailEnd type="none"/>
          </a:ln>
        </p:spPr>
      </p:sp>
      <p:sp>
        <p:nvSpPr>
          <p:cNvPr id="2467" name="Shape 2465"/>
          <p:cNvSpPr/>
          <p:nvPr/>
        </p:nvSpPr>
        <p:spPr>
          <a:xfrm>
            <a:off x="2586533" y="3984356"/>
            <a:ext cx="0" cy="44440"/>
          </a:xfrm>
          <a:prstGeom prst="line">
            <a:avLst/>
          </a:prstGeom>
          <a:noFill/>
          <a:ln w="25400">
            <a:solidFill>
              <a:srgbClr val="B48A12"/>
            </a:solidFill>
            <a:prstDash val="solid"/>
            <a:headEnd type="none"/>
            <a:tailEnd type="none"/>
          </a:ln>
        </p:spPr>
      </p:sp>
      <p:sp>
        <p:nvSpPr>
          <p:cNvPr id="2468" name="Shape 2466"/>
          <p:cNvSpPr/>
          <p:nvPr/>
        </p:nvSpPr>
        <p:spPr>
          <a:xfrm>
            <a:off x="2586533" y="3987100"/>
            <a:ext cx="127407" cy="0"/>
          </a:xfrm>
          <a:prstGeom prst="line">
            <a:avLst/>
          </a:prstGeom>
          <a:noFill/>
          <a:ln w="25400">
            <a:solidFill>
              <a:srgbClr val="B48A12"/>
            </a:solidFill>
            <a:prstDash val="solid"/>
            <a:headEnd type="none"/>
            <a:tailEnd type="none"/>
          </a:ln>
        </p:spPr>
      </p:sp>
      <p:sp>
        <p:nvSpPr>
          <p:cNvPr id="2469" name="Shape 2467"/>
          <p:cNvSpPr/>
          <p:nvPr/>
        </p:nvSpPr>
        <p:spPr>
          <a:xfrm>
            <a:off x="2711196" y="3963020"/>
            <a:ext cx="0" cy="26823"/>
          </a:xfrm>
          <a:prstGeom prst="line">
            <a:avLst/>
          </a:prstGeom>
          <a:noFill/>
          <a:ln w="25400">
            <a:solidFill>
              <a:srgbClr val="B48A12"/>
            </a:solidFill>
            <a:prstDash val="solid"/>
            <a:headEnd type="none"/>
            <a:tailEnd type="none"/>
          </a:ln>
        </p:spPr>
      </p:sp>
      <p:sp>
        <p:nvSpPr>
          <p:cNvPr id="2470" name="Shape 2468"/>
          <p:cNvSpPr/>
          <p:nvPr/>
        </p:nvSpPr>
        <p:spPr>
          <a:xfrm>
            <a:off x="2711196" y="3965763"/>
            <a:ext cx="127407" cy="0"/>
          </a:xfrm>
          <a:prstGeom prst="line">
            <a:avLst/>
          </a:prstGeom>
          <a:noFill/>
          <a:ln w="25400">
            <a:solidFill>
              <a:srgbClr val="B48A12"/>
            </a:solidFill>
            <a:prstDash val="solid"/>
            <a:headEnd type="none"/>
            <a:tailEnd type="none"/>
          </a:ln>
        </p:spPr>
      </p:sp>
      <p:sp>
        <p:nvSpPr>
          <p:cNvPr id="2471" name="Shape 2469"/>
          <p:cNvSpPr/>
          <p:nvPr/>
        </p:nvSpPr>
        <p:spPr>
          <a:xfrm>
            <a:off x="2835859" y="3963020"/>
            <a:ext cx="0" cy="125362"/>
          </a:xfrm>
          <a:prstGeom prst="line">
            <a:avLst/>
          </a:prstGeom>
          <a:noFill/>
          <a:ln w="25400">
            <a:solidFill>
              <a:srgbClr val="B48A12"/>
            </a:solidFill>
            <a:prstDash val="solid"/>
            <a:headEnd type="none"/>
            <a:tailEnd type="none"/>
          </a:ln>
        </p:spPr>
      </p:sp>
      <p:sp>
        <p:nvSpPr>
          <p:cNvPr id="2472" name="Shape 2470"/>
          <p:cNvSpPr/>
          <p:nvPr/>
        </p:nvSpPr>
        <p:spPr>
          <a:xfrm>
            <a:off x="2835859" y="4085639"/>
            <a:ext cx="127406" cy="0"/>
          </a:xfrm>
          <a:prstGeom prst="line">
            <a:avLst/>
          </a:prstGeom>
          <a:noFill/>
          <a:ln w="25400">
            <a:solidFill>
              <a:srgbClr val="B48A12"/>
            </a:solidFill>
            <a:prstDash val="solid"/>
            <a:headEnd type="none"/>
            <a:tailEnd type="none"/>
          </a:ln>
        </p:spPr>
      </p:sp>
      <p:sp>
        <p:nvSpPr>
          <p:cNvPr id="2473" name="Shape 2471"/>
          <p:cNvSpPr/>
          <p:nvPr/>
        </p:nvSpPr>
        <p:spPr>
          <a:xfrm>
            <a:off x="2960522" y="4082895"/>
            <a:ext cx="0" cy="25791"/>
          </a:xfrm>
          <a:prstGeom prst="line">
            <a:avLst/>
          </a:prstGeom>
          <a:noFill/>
          <a:ln w="25400">
            <a:solidFill>
              <a:srgbClr val="B48A12"/>
            </a:solidFill>
            <a:prstDash val="solid"/>
            <a:headEnd type="none"/>
            <a:tailEnd type="none"/>
          </a:ln>
        </p:spPr>
      </p:sp>
      <p:sp>
        <p:nvSpPr>
          <p:cNvPr id="2474" name="Shape 2472"/>
          <p:cNvSpPr/>
          <p:nvPr/>
        </p:nvSpPr>
        <p:spPr>
          <a:xfrm>
            <a:off x="2960522" y="4105943"/>
            <a:ext cx="127407" cy="0"/>
          </a:xfrm>
          <a:prstGeom prst="line">
            <a:avLst/>
          </a:prstGeom>
          <a:noFill/>
          <a:ln w="25400">
            <a:solidFill>
              <a:srgbClr val="B48A12"/>
            </a:solidFill>
            <a:prstDash val="solid"/>
            <a:headEnd type="none"/>
            <a:tailEnd type="none"/>
          </a:ln>
        </p:spPr>
      </p:sp>
      <p:sp>
        <p:nvSpPr>
          <p:cNvPr id="2475" name="Shape 2473"/>
          <p:cNvSpPr/>
          <p:nvPr/>
        </p:nvSpPr>
        <p:spPr>
          <a:xfrm>
            <a:off x="3085186" y="4103200"/>
            <a:ext cx="0" cy="33112"/>
          </a:xfrm>
          <a:prstGeom prst="line">
            <a:avLst/>
          </a:prstGeom>
          <a:noFill/>
          <a:ln w="25400">
            <a:solidFill>
              <a:srgbClr val="B48A12"/>
            </a:solidFill>
            <a:prstDash val="solid"/>
            <a:headEnd type="none"/>
            <a:tailEnd type="none"/>
          </a:ln>
        </p:spPr>
      </p:sp>
      <p:sp>
        <p:nvSpPr>
          <p:cNvPr id="2476" name="Shape 2474"/>
          <p:cNvSpPr/>
          <p:nvPr/>
        </p:nvSpPr>
        <p:spPr>
          <a:xfrm>
            <a:off x="3085186" y="4133569"/>
            <a:ext cx="127407" cy="0"/>
          </a:xfrm>
          <a:prstGeom prst="line">
            <a:avLst/>
          </a:prstGeom>
          <a:noFill/>
          <a:ln w="25400">
            <a:solidFill>
              <a:srgbClr val="B48A12"/>
            </a:solidFill>
            <a:prstDash val="solid"/>
            <a:headEnd type="none"/>
            <a:tailEnd type="none"/>
          </a:ln>
        </p:spPr>
      </p:sp>
      <p:sp>
        <p:nvSpPr>
          <p:cNvPr id="2477" name="Shape 2475"/>
          <p:cNvSpPr/>
          <p:nvPr/>
        </p:nvSpPr>
        <p:spPr>
          <a:xfrm>
            <a:off x="3209849" y="4130826"/>
            <a:ext cx="0" cy="33760"/>
          </a:xfrm>
          <a:prstGeom prst="line">
            <a:avLst/>
          </a:prstGeom>
          <a:noFill/>
          <a:ln w="25400">
            <a:solidFill>
              <a:srgbClr val="B48A12"/>
            </a:solidFill>
            <a:prstDash val="solid"/>
            <a:headEnd type="none"/>
            <a:tailEnd type="none"/>
          </a:ln>
        </p:spPr>
      </p:sp>
      <p:sp>
        <p:nvSpPr>
          <p:cNvPr id="2478" name="Shape 2476"/>
          <p:cNvSpPr/>
          <p:nvPr/>
        </p:nvSpPr>
        <p:spPr>
          <a:xfrm>
            <a:off x="3209849" y="4161842"/>
            <a:ext cx="127406" cy="0"/>
          </a:xfrm>
          <a:prstGeom prst="line">
            <a:avLst/>
          </a:prstGeom>
          <a:noFill/>
          <a:ln w="25400">
            <a:solidFill>
              <a:srgbClr val="B48A12"/>
            </a:solidFill>
            <a:prstDash val="solid"/>
            <a:headEnd type="none"/>
            <a:tailEnd type="none"/>
          </a:ln>
        </p:spPr>
      </p:sp>
      <p:sp>
        <p:nvSpPr>
          <p:cNvPr id="2479" name="Shape 2477"/>
          <p:cNvSpPr/>
          <p:nvPr/>
        </p:nvSpPr>
        <p:spPr>
          <a:xfrm>
            <a:off x="3334512" y="4159099"/>
            <a:ext cx="0" cy="134858"/>
          </a:xfrm>
          <a:prstGeom prst="line">
            <a:avLst/>
          </a:prstGeom>
          <a:noFill/>
          <a:ln w="25400">
            <a:solidFill>
              <a:srgbClr val="B48A12"/>
            </a:solidFill>
            <a:prstDash val="solid"/>
            <a:headEnd type="none"/>
            <a:tailEnd type="none"/>
          </a:ln>
        </p:spPr>
      </p:sp>
      <p:sp>
        <p:nvSpPr>
          <p:cNvPr id="2480" name="Shape 2478"/>
          <p:cNvSpPr/>
          <p:nvPr/>
        </p:nvSpPr>
        <p:spPr>
          <a:xfrm>
            <a:off x="3334512" y="4291214"/>
            <a:ext cx="127407" cy="0"/>
          </a:xfrm>
          <a:prstGeom prst="line">
            <a:avLst/>
          </a:prstGeom>
          <a:noFill/>
          <a:ln w="25400">
            <a:solidFill>
              <a:srgbClr val="B48A12"/>
            </a:solidFill>
            <a:prstDash val="solid"/>
            <a:headEnd type="none"/>
            <a:tailEnd type="none"/>
          </a:ln>
        </p:spPr>
      </p:sp>
      <p:sp>
        <p:nvSpPr>
          <p:cNvPr id="2481" name="Shape 2479"/>
          <p:cNvSpPr/>
          <p:nvPr/>
        </p:nvSpPr>
        <p:spPr>
          <a:xfrm>
            <a:off x="3459175" y="4288471"/>
            <a:ext cx="0" cy="7559"/>
          </a:xfrm>
          <a:prstGeom prst="line">
            <a:avLst/>
          </a:prstGeom>
          <a:noFill/>
          <a:ln w="25400">
            <a:solidFill>
              <a:srgbClr val="B48A12"/>
            </a:solidFill>
            <a:prstDash val="solid"/>
            <a:headEnd type="none"/>
            <a:tailEnd type="none"/>
          </a:ln>
        </p:spPr>
      </p:sp>
      <p:sp>
        <p:nvSpPr>
          <p:cNvPr id="2482" name="Shape 2480"/>
          <p:cNvSpPr/>
          <p:nvPr/>
        </p:nvSpPr>
        <p:spPr>
          <a:xfrm>
            <a:off x="3459175" y="4293287"/>
            <a:ext cx="127407" cy="0"/>
          </a:xfrm>
          <a:prstGeom prst="line">
            <a:avLst/>
          </a:prstGeom>
          <a:noFill/>
          <a:ln w="25400">
            <a:solidFill>
              <a:srgbClr val="B48A12"/>
            </a:solidFill>
            <a:prstDash val="solid"/>
            <a:headEnd type="none"/>
            <a:tailEnd type="none"/>
          </a:ln>
        </p:spPr>
      </p:sp>
      <p:sp>
        <p:nvSpPr>
          <p:cNvPr id="2483" name="Shape 2481"/>
          <p:cNvSpPr/>
          <p:nvPr/>
        </p:nvSpPr>
        <p:spPr>
          <a:xfrm>
            <a:off x="3583839" y="4274610"/>
            <a:ext cx="0" cy="21420"/>
          </a:xfrm>
          <a:prstGeom prst="line">
            <a:avLst/>
          </a:prstGeom>
          <a:noFill/>
          <a:ln w="25400">
            <a:solidFill>
              <a:srgbClr val="B48A12"/>
            </a:solidFill>
            <a:prstDash val="solid"/>
            <a:headEnd type="none"/>
            <a:tailEnd type="none"/>
          </a:ln>
        </p:spPr>
      </p:sp>
      <p:sp>
        <p:nvSpPr>
          <p:cNvPr id="2484" name="Shape 2482"/>
          <p:cNvSpPr/>
          <p:nvPr/>
        </p:nvSpPr>
        <p:spPr>
          <a:xfrm>
            <a:off x="3583839" y="4277353"/>
            <a:ext cx="127406" cy="0"/>
          </a:xfrm>
          <a:prstGeom prst="line">
            <a:avLst/>
          </a:prstGeom>
          <a:noFill/>
          <a:ln w="25400">
            <a:solidFill>
              <a:srgbClr val="B48A12"/>
            </a:solidFill>
            <a:prstDash val="solid"/>
            <a:headEnd type="none"/>
            <a:tailEnd type="none"/>
          </a:ln>
        </p:spPr>
      </p:sp>
      <p:sp>
        <p:nvSpPr>
          <p:cNvPr id="2485" name="Shape 2483"/>
          <p:cNvSpPr/>
          <p:nvPr/>
        </p:nvSpPr>
        <p:spPr>
          <a:xfrm>
            <a:off x="3708501" y="4260137"/>
            <a:ext cx="0" cy="19959"/>
          </a:xfrm>
          <a:prstGeom prst="line">
            <a:avLst/>
          </a:prstGeom>
          <a:noFill/>
          <a:ln w="25400">
            <a:solidFill>
              <a:srgbClr val="B48A12"/>
            </a:solidFill>
            <a:prstDash val="solid"/>
            <a:headEnd type="none"/>
            <a:tailEnd type="none"/>
          </a:ln>
        </p:spPr>
      </p:sp>
      <p:sp>
        <p:nvSpPr>
          <p:cNvPr id="2486" name="Shape 2484"/>
          <p:cNvSpPr/>
          <p:nvPr/>
        </p:nvSpPr>
        <p:spPr>
          <a:xfrm>
            <a:off x="3708501" y="4262880"/>
            <a:ext cx="127407" cy="0"/>
          </a:xfrm>
          <a:prstGeom prst="line">
            <a:avLst/>
          </a:prstGeom>
          <a:noFill/>
          <a:ln w="25400">
            <a:solidFill>
              <a:srgbClr val="B48A12"/>
            </a:solidFill>
            <a:prstDash val="solid"/>
            <a:headEnd type="none"/>
            <a:tailEnd type="none"/>
          </a:ln>
        </p:spPr>
      </p:sp>
      <p:sp>
        <p:nvSpPr>
          <p:cNvPr id="2487" name="Shape 2485"/>
          <p:cNvSpPr/>
          <p:nvPr/>
        </p:nvSpPr>
        <p:spPr>
          <a:xfrm>
            <a:off x="3833165" y="4260137"/>
            <a:ext cx="0" cy="115678"/>
          </a:xfrm>
          <a:prstGeom prst="line">
            <a:avLst/>
          </a:prstGeom>
          <a:noFill/>
          <a:ln w="25400">
            <a:solidFill>
              <a:srgbClr val="B48A12"/>
            </a:solidFill>
            <a:prstDash val="solid"/>
            <a:headEnd type="none"/>
            <a:tailEnd type="none"/>
          </a:ln>
        </p:spPr>
      </p:sp>
      <p:sp>
        <p:nvSpPr>
          <p:cNvPr id="2488" name="Shape 2486"/>
          <p:cNvSpPr/>
          <p:nvPr/>
        </p:nvSpPr>
        <p:spPr>
          <a:xfrm>
            <a:off x="3833165" y="4373072"/>
            <a:ext cx="127407" cy="0"/>
          </a:xfrm>
          <a:prstGeom prst="line">
            <a:avLst/>
          </a:prstGeom>
          <a:noFill/>
          <a:ln w="25400">
            <a:solidFill>
              <a:srgbClr val="B48A12"/>
            </a:solidFill>
            <a:prstDash val="solid"/>
            <a:headEnd type="none"/>
            <a:tailEnd type="none"/>
          </a:ln>
        </p:spPr>
      </p:sp>
      <p:sp>
        <p:nvSpPr>
          <p:cNvPr id="2489" name="Shape 2487"/>
          <p:cNvSpPr/>
          <p:nvPr/>
        </p:nvSpPr>
        <p:spPr>
          <a:xfrm>
            <a:off x="3957828" y="4333111"/>
            <a:ext cx="0" cy="42704"/>
          </a:xfrm>
          <a:prstGeom prst="line">
            <a:avLst/>
          </a:prstGeom>
          <a:noFill/>
          <a:ln w="25400">
            <a:solidFill>
              <a:srgbClr val="B48A12"/>
            </a:solidFill>
            <a:prstDash val="solid"/>
            <a:headEnd type="none"/>
            <a:tailEnd type="none"/>
          </a:ln>
        </p:spPr>
      </p:sp>
      <p:sp>
        <p:nvSpPr>
          <p:cNvPr id="2490" name="Shape 2488"/>
          <p:cNvSpPr/>
          <p:nvPr/>
        </p:nvSpPr>
        <p:spPr>
          <a:xfrm>
            <a:off x="3957828" y="4335854"/>
            <a:ext cx="127406" cy="0"/>
          </a:xfrm>
          <a:prstGeom prst="line">
            <a:avLst/>
          </a:prstGeom>
          <a:noFill/>
          <a:ln w="25400">
            <a:solidFill>
              <a:srgbClr val="B48A12"/>
            </a:solidFill>
            <a:prstDash val="solid"/>
            <a:headEnd type="none"/>
            <a:tailEnd type="none"/>
          </a:ln>
        </p:spPr>
      </p:sp>
      <p:sp>
        <p:nvSpPr>
          <p:cNvPr id="2491" name="Shape 2489"/>
          <p:cNvSpPr/>
          <p:nvPr/>
        </p:nvSpPr>
        <p:spPr>
          <a:xfrm>
            <a:off x="4082491" y="4333111"/>
            <a:ext cx="0" cy="65081"/>
          </a:xfrm>
          <a:prstGeom prst="line">
            <a:avLst/>
          </a:prstGeom>
          <a:noFill/>
          <a:ln w="25400">
            <a:solidFill>
              <a:srgbClr val="B48A12"/>
            </a:solidFill>
            <a:prstDash val="solid"/>
            <a:headEnd type="none"/>
            <a:tailEnd type="none"/>
          </a:ln>
        </p:spPr>
      </p:sp>
      <p:sp>
        <p:nvSpPr>
          <p:cNvPr id="2492" name="Shape 2490"/>
          <p:cNvSpPr/>
          <p:nvPr/>
        </p:nvSpPr>
        <p:spPr>
          <a:xfrm>
            <a:off x="4082491" y="4395449"/>
            <a:ext cx="127407" cy="0"/>
          </a:xfrm>
          <a:prstGeom prst="line">
            <a:avLst/>
          </a:prstGeom>
          <a:noFill/>
          <a:ln w="25400">
            <a:solidFill>
              <a:srgbClr val="B48A12"/>
            </a:solidFill>
            <a:prstDash val="solid"/>
            <a:headEnd type="none"/>
            <a:tailEnd type="none"/>
          </a:ln>
        </p:spPr>
      </p:sp>
      <p:sp>
        <p:nvSpPr>
          <p:cNvPr id="2493" name="Shape 2491"/>
          <p:cNvSpPr/>
          <p:nvPr/>
        </p:nvSpPr>
        <p:spPr>
          <a:xfrm>
            <a:off x="4207154" y="4328590"/>
            <a:ext cx="0" cy="69602"/>
          </a:xfrm>
          <a:prstGeom prst="line">
            <a:avLst/>
          </a:prstGeom>
          <a:noFill/>
          <a:ln w="25400">
            <a:solidFill>
              <a:srgbClr val="B48A12"/>
            </a:solidFill>
            <a:prstDash val="solid"/>
            <a:headEnd type="none"/>
            <a:tailEnd type="none"/>
          </a:ln>
        </p:spPr>
      </p:sp>
      <p:sp>
        <p:nvSpPr>
          <p:cNvPr id="2494" name="Shape 2492"/>
          <p:cNvSpPr/>
          <p:nvPr/>
        </p:nvSpPr>
        <p:spPr>
          <a:xfrm>
            <a:off x="4207154" y="4331333"/>
            <a:ext cx="127407" cy="0"/>
          </a:xfrm>
          <a:prstGeom prst="line">
            <a:avLst/>
          </a:prstGeom>
          <a:noFill/>
          <a:ln w="25400">
            <a:solidFill>
              <a:srgbClr val="B48A12"/>
            </a:solidFill>
            <a:prstDash val="solid"/>
            <a:headEnd type="none"/>
            <a:tailEnd type="none"/>
          </a:ln>
        </p:spPr>
      </p:sp>
      <p:sp>
        <p:nvSpPr>
          <p:cNvPr id="2495" name="Shape 2493"/>
          <p:cNvSpPr/>
          <p:nvPr/>
        </p:nvSpPr>
        <p:spPr>
          <a:xfrm>
            <a:off x="4331818" y="4279782"/>
            <a:ext cx="0" cy="54295"/>
          </a:xfrm>
          <a:prstGeom prst="line">
            <a:avLst/>
          </a:prstGeom>
          <a:noFill/>
          <a:ln w="25400">
            <a:solidFill>
              <a:srgbClr val="B48A12"/>
            </a:solidFill>
            <a:prstDash val="solid"/>
            <a:headEnd type="none"/>
            <a:tailEnd type="none"/>
          </a:ln>
        </p:spPr>
      </p:sp>
      <p:sp>
        <p:nvSpPr>
          <p:cNvPr id="2496" name="Shape 2494"/>
          <p:cNvSpPr/>
          <p:nvPr/>
        </p:nvSpPr>
        <p:spPr>
          <a:xfrm>
            <a:off x="4331818" y="4282525"/>
            <a:ext cx="127406" cy="0"/>
          </a:xfrm>
          <a:prstGeom prst="line">
            <a:avLst/>
          </a:prstGeom>
          <a:noFill/>
          <a:ln w="25400">
            <a:solidFill>
              <a:srgbClr val="B48A12"/>
            </a:solidFill>
            <a:prstDash val="solid"/>
            <a:headEnd type="none"/>
            <a:tailEnd type="none"/>
          </a:ln>
        </p:spPr>
      </p:sp>
      <p:sp>
        <p:nvSpPr>
          <p:cNvPr id="2497" name="Shape 2495"/>
          <p:cNvSpPr/>
          <p:nvPr/>
        </p:nvSpPr>
        <p:spPr>
          <a:xfrm>
            <a:off x="4456481" y="4240458"/>
            <a:ext cx="0" cy="44810"/>
          </a:xfrm>
          <a:prstGeom prst="line">
            <a:avLst/>
          </a:prstGeom>
          <a:noFill/>
          <a:ln w="25400">
            <a:solidFill>
              <a:srgbClr val="B48A12"/>
            </a:solidFill>
            <a:prstDash val="solid"/>
            <a:headEnd type="none"/>
            <a:tailEnd type="none"/>
          </a:ln>
        </p:spPr>
      </p:sp>
      <p:sp>
        <p:nvSpPr>
          <p:cNvPr id="2498" name="Shape 2496"/>
          <p:cNvSpPr/>
          <p:nvPr/>
        </p:nvSpPr>
        <p:spPr>
          <a:xfrm>
            <a:off x="4456481" y="4243201"/>
            <a:ext cx="127407" cy="0"/>
          </a:xfrm>
          <a:prstGeom prst="line">
            <a:avLst/>
          </a:prstGeom>
          <a:noFill/>
          <a:ln w="25400">
            <a:solidFill>
              <a:srgbClr val="B48A12"/>
            </a:solidFill>
            <a:prstDash val="solid"/>
            <a:headEnd type="none"/>
            <a:tailEnd type="none"/>
          </a:ln>
        </p:spPr>
      </p:sp>
      <p:sp>
        <p:nvSpPr>
          <p:cNvPr id="2499" name="Shape 2497"/>
          <p:cNvSpPr/>
          <p:nvPr/>
        </p:nvSpPr>
        <p:spPr>
          <a:xfrm>
            <a:off x="4581144" y="4240458"/>
            <a:ext cx="0" cy="95944"/>
          </a:xfrm>
          <a:prstGeom prst="line">
            <a:avLst/>
          </a:prstGeom>
          <a:noFill/>
          <a:ln w="25400">
            <a:solidFill>
              <a:srgbClr val="B48A12"/>
            </a:solidFill>
            <a:prstDash val="solid"/>
            <a:headEnd type="none"/>
            <a:tailEnd type="none"/>
          </a:ln>
        </p:spPr>
      </p:sp>
      <p:sp>
        <p:nvSpPr>
          <p:cNvPr id="2500" name="Shape 2498"/>
          <p:cNvSpPr/>
          <p:nvPr/>
        </p:nvSpPr>
        <p:spPr>
          <a:xfrm>
            <a:off x="4581144" y="4333659"/>
            <a:ext cx="127407" cy="0"/>
          </a:xfrm>
          <a:prstGeom prst="line">
            <a:avLst/>
          </a:prstGeom>
          <a:noFill/>
          <a:ln w="25400">
            <a:solidFill>
              <a:srgbClr val="B48A12"/>
            </a:solidFill>
            <a:prstDash val="solid"/>
            <a:headEnd type="none"/>
            <a:tailEnd type="none"/>
          </a:ln>
        </p:spPr>
      </p:sp>
      <p:sp>
        <p:nvSpPr>
          <p:cNvPr id="2501" name="Shape 2499"/>
          <p:cNvSpPr/>
          <p:nvPr/>
        </p:nvSpPr>
        <p:spPr>
          <a:xfrm>
            <a:off x="4705807" y="4307106"/>
            <a:ext cx="0" cy="29296"/>
          </a:xfrm>
          <a:prstGeom prst="line">
            <a:avLst/>
          </a:prstGeom>
          <a:noFill/>
          <a:ln w="25400">
            <a:solidFill>
              <a:srgbClr val="B48A12"/>
            </a:solidFill>
            <a:prstDash val="solid"/>
            <a:headEnd type="none"/>
            <a:tailEnd type="none"/>
          </a:ln>
        </p:spPr>
      </p:sp>
      <p:sp>
        <p:nvSpPr>
          <p:cNvPr id="2502" name="Shape 2500"/>
          <p:cNvSpPr/>
          <p:nvPr/>
        </p:nvSpPr>
        <p:spPr>
          <a:xfrm>
            <a:off x="4705807" y="4309849"/>
            <a:ext cx="127406" cy="0"/>
          </a:xfrm>
          <a:prstGeom prst="line">
            <a:avLst/>
          </a:prstGeom>
          <a:noFill/>
          <a:ln w="25400">
            <a:solidFill>
              <a:srgbClr val="B48A12"/>
            </a:solidFill>
            <a:prstDash val="solid"/>
            <a:headEnd type="none"/>
            <a:tailEnd type="none"/>
          </a:ln>
        </p:spPr>
      </p:sp>
      <p:sp>
        <p:nvSpPr>
          <p:cNvPr id="2503" name="Shape 2501"/>
          <p:cNvSpPr/>
          <p:nvPr/>
        </p:nvSpPr>
        <p:spPr>
          <a:xfrm>
            <a:off x="4830470" y="4303845"/>
            <a:ext cx="0" cy="8748"/>
          </a:xfrm>
          <a:prstGeom prst="line">
            <a:avLst/>
          </a:prstGeom>
          <a:noFill/>
          <a:ln w="25400">
            <a:solidFill>
              <a:srgbClr val="B48A12"/>
            </a:solidFill>
            <a:prstDash val="solid"/>
            <a:headEnd type="none"/>
            <a:tailEnd type="none"/>
          </a:ln>
        </p:spPr>
      </p:sp>
      <p:sp>
        <p:nvSpPr>
          <p:cNvPr id="2504" name="Shape 2502"/>
          <p:cNvSpPr/>
          <p:nvPr/>
        </p:nvSpPr>
        <p:spPr>
          <a:xfrm>
            <a:off x="4830470" y="4306588"/>
            <a:ext cx="127407" cy="0"/>
          </a:xfrm>
          <a:prstGeom prst="line">
            <a:avLst/>
          </a:prstGeom>
          <a:noFill/>
          <a:ln w="25400">
            <a:solidFill>
              <a:srgbClr val="B48A12"/>
            </a:solidFill>
            <a:prstDash val="solid"/>
            <a:headEnd type="none"/>
            <a:tailEnd type="none"/>
          </a:ln>
        </p:spPr>
      </p:sp>
      <p:sp>
        <p:nvSpPr>
          <p:cNvPr id="2505" name="Shape 2503"/>
          <p:cNvSpPr/>
          <p:nvPr/>
        </p:nvSpPr>
        <p:spPr>
          <a:xfrm>
            <a:off x="4955134" y="4303845"/>
            <a:ext cx="0" cy="120469"/>
          </a:xfrm>
          <a:prstGeom prst="line">
            <a:avLst/>
          </a:prstGeom>
          <a:noFill/>
          <a:ln w="25400">
            <a:solidFill>
              <a:srgbClr val="B48A12"/>
            </a:solidFill>
            <a:prstDash val="solid"/>
            <a:headEnd type="none"/>
            <a:tailEnd type="none"/>
          </a:ln>
        </p:spPr>
      </p:sp>
      <p:sp>
        <p:nvSpPr>
          <p:cNvPr id="2506" name="Shape 2504"/>
          <p:cNvSpPr/>
          <p:nvPr/>
        </p:nvSpPr>
        <p:spPr>
          <a:xfrm>
            <a:off x="4955134" y="4421571"/>
            <a:ext cx="127407" cy="0"/>
          </a:xfrm>
          <a:prstGeom prst="line">
            <a:avLst/>
          </a:prstGeom>
          <a:noFill/>
          <a:ln w="25400">
            <a:solidFill>
              <a:srgbClr val="B48A12"/>
            </a:solidFill>
            <a:prstDash val="solid"/>
            <a:headEnd type="none"/>
            <a:tailEnd type="none"/>
          </a:ln>
        </p:spPr>
      </p:sp>
      <p:sp>
        <p:nvSpPr>
          <p:cNvPr id="2507" name="Shape 2505"/>
          <p:cNvSpPr/>
          <p:nvPr/>
        </p:nvSpPr>
        <p:spPr>
          <a:xfrm>
            <a:off x="5079797" y="4403906"/>
            <a:ext cx="0" cy="20408"/>
          </a:xfrm>
          <a:prstGeom prst="line">
            <a:avLst/>
          </a:prstGeom>
          <a:noFill/>
          <a:ln w="25400">
            <a:solidFill>
              <a:srgbClr val="B48A12"/>
            </a:solidFill>
            <a:prstDash val="solid"/>
            <a:headEnd type="none"/>
            <a:tailEnd type="none"/>
          </a:ln>
        </p:spPr>
      </p:sp>
      <p:sp>
        <p:nvSpPr>
          <p:cNvPr id="2508" name="Shape 2506"/>
          <p:cNvSpPr/>
          <p:nvPr/>
        </p:nvSpPr>
        <p:spPr>
          <a:xfrm>
            <a:off x="5079797" y="4406649"/>
            <a:ext cx="127406" cy="0"/>
          </a:xfrm>
          <a:prstGeom prst="line">
            <a:avLst/>
          </a:prstGeom>
          <a:noFill/>
          <a:ln w="25400">
            <a:solidFill>
              <a:srgbClr val="B48A12"/>
            </a:solidFill>
            <a:prstDash val="solid"/>
            <a:headEnd type="none"/>
            <a:tailEnd type="none"/>
          </a:ln>
        </p:spPr>
      </p:sp>
      <p:sp>
        <p:nvSpPr>
          <p:cNvPr id="2509" name="Shape 2507"/>
          <p:cNvSpPr/>
          <p:nvPr/>
        </p:nvSpPr>
        <p:spPr>
          <a:xfrm>
            <a:off x="5204460" y="4391184"/>
            <a:ext cx="0" cy="18209"/>
          </a:xfrm>
          <a:prstGeom prst="line">
            <a:avLst/>
          </a:prstGeom>
          <a:noFill/>
          <a:ln w="25400">
            <a:solidFill>
              <a:srgbClr val="B48A12"/>
            </a:solidFill>
            <a:prstDash val="solid"/>
            <a:headEnd type="none"/>
            <a:tailEnd type="none"/>
          </a:ln>
        </p:spPr>
      </p:sp>
      <p:sp>
        <p:nvSpPr>
          <p:cNvPr id="2510" name="Shape 2508"/>
          <p:cNvSpPr/>
          <p:nvPr/>
        </p:nvSpPr>
        <p:spPr>
          <a:xfrm>
            <a:off x="5204460" y="4393927"/>
            <a:ext cx="127407" cy="0"/>
          </a:xfrm>
          <a:prstGeom prst="line">
            <a:avLst/>
          </a:prstGeom>
          <a:noFill/>
          <a:ln w="25400">
            <a:solidFill>
              <a:srgbClr val="B48A12"/>
            </a:solidFill>
            <a:prstDash val="solid"/>
            <a:headEnd type="none"/>
            <a:tailEnd type="none"/>
          </a:ln>
        </p:spPr>
      </p:sp>
      <p:sp>
        <p:nvSpPr>
          <p:cNvPr id="2511" name="Shape 2509"/>
          <p:cNvSpPr/>
          <p:nvPr/>
        </p:nvSpPr>
        <p:spPr>
          <a:xfrm>
            <a:off x="5329123" y="4391184"/>
            <a:ext cx="0" cy="103109"/>
          </a:xfrm>
          <a:prstGeom prst="line">
            <a:avLst/>
          </a:prstGeom>
          <a:noFill/>
          <a:ln w="25400">
            <a:solidFill>
              <a:srgbClr val="B48A12"/>
            </a:solidFill>
            <a:prstDash val="solid"/>
            <a:headEnd type="none"/>
            <a:tailEnd type="none"/>
          </a:ln>
        </p:spPr>
      </p:sp>
      <p:sp>
        <p:nvSpPr>
          <p:cNvPr id="2512" name="Shape 2510"/>
          <p:cNvSpPr/>
          <p:nvPr/>
        </p:nvSpPr>
        <p:spPr>
          <a:xfrm>
            <a:off x="5329123" y="4491550"/>
            <a:ext cx="127407" cy="0"/>
          </a:xfrm>
          <a:prstGeom prst="line">
            <a:avLst/>
          </a:prstGeom>
          <a:noFill/>
          <a:ln w="25400">
            <a:solidFill>
              <a:srgbClr val="B48A12"/>
            </a:solidFill>
            <a:prstDash val="solid"/>
            <a:headEnd type="none"/>
            <a:tailEnd type="none"/>
          </a:ln>
        </p:spPr>
      </p:sp>
      <p:sp>
        <p:nvSpPr>
          <p:cNvPr id="2513" name="Shape 2511"/>
          <p:cNvSpPr/>
          <p:nvPr/>
        </p:nvSpPr>
        <p:spPr>
          <a:xfrm>
            <a:off x="5453787" y="4466506"/>
            <a:ext cx="0" cy="27787"/>
          </a:xfrm>
          <a:prstGeom prst="line">
            <a:avLst/>
          </a:prstGeom>
          <a:noFill/>
          <a:ln w="25400">
            <a:solidFill>
              <a:srgbClr val="B48A12"/>
            </a:solidFill>
            <a:prstDash val="solid"/>
            <a:headEnd type="none"/>
            <a:tailEnd type="none"/>
          </a:ln>
        </p:spPr>
      </p:sp>
      <p:sp>
        <p:nvSpPr>
          <p:cNvPr id="2514" name="Shape 2512"/>
          <p:cNvSpPr/>
          <p:nvPr/>
        </p:nvSpPr>
        <p:spPr>
          <a:xfrm>
            <a:off x="5453787" y="4469250"/>
            <a:ext cx="127406" cy="0"/>
          </a:xfrm>
          <a:prstGeom prst="line">
            <a:avLst/>
          </a:prstGeom>
          <a:noFill/>
          <a:ln w="25400">
            <a:solidFill>
              <a:srgbClr val="B48A12"/>
            </a:solidFill>
            <a:prstDash val="solid"/>
            <a:headEnd type="none"/>
            <a:tailEnd type="none"/>
          </a:ln>
        </p:spPr>
      </p:sp>
      <p:sp>
        <p:nvSpPr>
          <p:cNvPr id="2515" name="Shape 2513"/>
          <p:cNvSpPr/>
          <p:nvPr/>
        </p:nvSpPr>
        <p:spPr>
          <a:xfrm>
            <a:off x="5578449" y="4444514"/>
            <a:ext cx="0" cy="27479"/>
          </a:xfrm>
          <a:prstGeom prst="line">
            <a:avLst/>
          </a:prstGeom>
          <a:noFill/>
          <a:ln w="25400">
            <a:solidFill>
              <a:srgbClr val="B48A12"/>
            </a:solidFill>
            <a:prstDash val="solid"/>
            <a:headEnd type="none"/>
            <a:tailEnd type="none"/>
          </a:ln>
        </p:spPr>
      </p:sp>
      <p:sp>
        <p:nvSpPr>
          <p:cNvPr id="2516" name="Shape 2514"/>
          <p:cNvSpPr/>
          <p:nvPr/>
        </p:nvSpPr>
        <p:spPr>
          <a:xfrm>
            <a:off x="5578449" y="4447257"/>
            <a:ext cx="127407" cy="0"/>
          </a:xfrm>
          <a:prstGeom prst="line">
            <a:avLst/>
          </a:prstGeom>
          <a:noFill/>
          <a:ln w="25400">
            <a:solidFill>
              <a:srgbClr val="B48A12"/>
            </a:solidFill>
            <a:prstDash val="solid"/>
            <a:headEnd type="none"/>
            <a:tailEnd type="none"/>
          </a:ln>
        </p:spPr>
      </p:sp>
      <p:sp>
        <p:nvSpPr>
          <p:cNvPr id="2517" name="Shape 2515"/>
          <p:cNvSpPr/>
          <p:nvPr/>
        </p:nvSpPr>
        <p:spPr>
          <a:xfrm>
            <a:off x="5703113" y="4444514"/>
            <a:ext cx="0" cy="117776"/>
          </a:xfrm>
          <a:prstGeom prst="line">
            <a:avLst/>
          </a:prstGeom>
          <a:noFill/>
          <a:ln w="25400">
            <a:solidFill>
              <a:srgbClr val="B48A12"/>
            </a:solidFill>
            <a:prstDash val="solid"/>
            <a:headEnd type="none"/>
            <a:tailEnd type="none"/>
          </a:ln>
        </p:spPr>
      </p:sp>
      <p:sp>
        <p:nvSpPr>
          <p:cNvPr id="2518" name="Shape 2516"/>
          <p:cNvSpPr/>
          <p:nvPr/>
        </p:nvSpPr>
        <p:spPr>
          <a:xfrm>
            <a:off x="5703113" y="4559547"/>
            <a:ext cx="127407" cy="0"/>
          </a:xfrm>
          <a:prstGeom prst="line">
            <a:avLst/>
          </a:prstGeom>
          <a:noFill/>
          <a:ln w="25400">
            <a:solidFill>
              <a:srgbClr val="B48A12"/>
            </a:solidFill>
            <a:prstDash val="solid"/>
            <a:headEnd type="none"/>
            <a:tailEnd type="none"/>
          </a:ln>
        </p:spPr>
      </p:sp>
      <p:sp>
        <p:nvSpPr>
          <p:cNvPr id="2519" name="Shape 2517"/>
          <p:cNvSpPr/>
          <p:nvPr/>
        </p:nvSpPr>
        <p:spPr>
          <a:xfrm>
            <a:off x="5827776" y="4547638"/>
            <a:ext cx="0" cy="14652"/>
          </a:xfrm>
          <a:prstGeom prst="line">
            <a:avLst/>
          </a:prstGeom>
          <a:noFill/>
          <a:ln w="25400">
            <a:solidFill>
              <a:srgbClr val="B48A12"/>
            </a:solidFill>
            <a:prstDash val="solid"/>
            <a:headEnd type="none"/>
            <a:tailEnd type="none"/>
          </a:ln>
        </p:spPr>
      </p:sp>
      <p:sp>
        <p:nvSpPr>
          <p:cNvPr id="2520" name="Shape 2518"/>
          <p:cNvSpPr/>
          <p:nvPr/>
        </p:nvSpPr>
        <p:spPr>
          <a:xfrm>
            <a:off x="5827776" y="4550382"/>
            <a:ext cx="127406" cy="0"/>
          </a:xfrm>
          <a:prstGeom prst="line">
            <a:avLst/>
          </a:prstGeom>
          <a:noFill/>
          <a:ln w="25400">
            <a:solidFill>
              <a:srgbClr val="B48A12"/>
            </a:solidFill>
            <a:prstDash val="solid"/>
            <a:headEnd type="none"/>
            <a:tailEnd type="none"/>
          </a:ln>
        </p:spPr>
      </p:sp>
      <p:sp>
        <p:nvSpPr>
          <p:cNvPr id="2521" name="Shape 2519"/>
          <p:cNvSpPr/>
          <p:nvPr/>
        </p:nvSpPr>
        <p:spPr>
          <a:xfrm>
            <a:off x="5952439" y="4526314"/>
            <a:ext cx="0" cy="26811"/>
          </a:xfrm>
          <a:prstGeom prst="line">
            <a:avLst/>
          </a:prstGeom>
          <a:noFill/>
          <a:ln w="25400">
            <a:solidFill>
              <a:srgbClr val="B48A12"/>
            </a:solidFill>
            <a:prstDash val="solid"/>
            <a:headEnd type="none"/>
            <a:tailEnd type="none"/>
          </a:ln>
        </p:spPr>
      </p:sp>
      <p:sp>
        <p:nvSpPr>
          <p:cNvPr id="2522" name="Shape 2520"/>
          <p:cNvSpPr/>
          <p:nvPr/>
        </p:nvSpPr>
        <p:spPr>
          <a:xfrm>
            <a:off x="5952439" y="4529057"/>
            <a:ext cx="127407" cy="0"/>
          </a:xfrm>
          <a:prstGeom prst="line">
            <a:avLst/>
          </a:prstGeom>
          <a:noFill/>
          <a:ln w="25400">
            <a:solidFill>
              <a:srgbClr val="B48A12"/>
            </a:solidFill>
            <a:prstDash val="solid"/>
            <a:headEnd type="none"/>
            <a:tailEnd type="none"/>
          </a:ln>
        </p:spPr>
      </p:sp>
      <p:sp>
        <p:nvSpPr>
          <p:cNvPr id="2523" name="Shape 2521"/>
          <p:cNvSpPr/>
          <p:nvPr/>
        </p:nvSpPr>
        <p:spPr>
          <a:xfrm>
            <a:off x="6077102" y="4526314"/>
            <a:ext cx="0" cy="95912"/>
          </a:xfrm>
          <a:prstGeom prst="line">
            <a:avLst/>
          </a:prstGeom>
          <a:noFill/>
          <a:ln w="25400">
            <a:solidFill>
              <a:srgbClr val="B48A12"/>
            </a:solidFill>
            <a:prstDash val="solid"/>
            <a:headEnd type="none"/>
            <a:tailEnd type="none"/>
          </a:ln>
        </p:spPr>
      </p:sp>
      <p:sp>
        <p:nvSpPr>
          <p:cNvPr id="2524" name="Shape 2522"/>
          <p:cNvSpPr/>
          <p:nvPr/>
        </p:nvSpPr>
        <p:spPr>
          <a:xfrm>
            <a:off x="6077102" y="4619483"/>
            <a:ext cx="127407" cy="0"/>
          </a:xfrm>
          <a:prstGeom prst="line">
            <a:avLst/>
          </a:prstGeom>
          <a:noFill/>
          <a:ln w="25400">
            <a:solidFill>
              <a:srgbClr val="B48A12"/>
            </a:solidFill>
            <a:prstDash val="solid"/>
            <a:headEnd type="none"/>
            <a:tailEnd type="none"/>
          </a:ln>
        </p:spPr>
      </p:sp>
      <p:sp>
        <p:nvSpPr>
          <p:cNvPr id="2525" name="Shape 2523"/>
          <p:cNvSpPr/>
          <p:nvPr/>
        </p:nvSpPr>
        <p:spPr>
          <a:xfrm>
            <a:off x="6201766" y="4583178"/>
            <a:ext cx="0" cy="39048"/>
          </a:xfrm>
          <a:prstGeom prst="line">
            <a:avLst/>
          </a:prstGeom>
          <a:noFill/>
          <a:ln w="25400">
            <a:solidFill>
              <a:srgbClr val="B48A12"/>
            </a:solidFill>
            <a:prstDash val="solid"/>
            <a:headEnd type="none"/>
            <a:tailEnd type="none"/>
          </a:ln>
        </p:spPr>
      </p:sp>
      <p:sp>
        <p:nvSpPr>
          <p:cNvPr id="2526" name="Shape 2524"/>
          <p:cNvSpPr/>
          <p:nvPr/>
        </p:nvSpPr>
        <p:spPr>
          <a:xfrm>
            <a:off x="6201766" y="4585922"/>
            <a:ext cx="127406" cy="0"/>
          </a:xfrm>
          <a:prstGeom prst="line">
            <a:avLst/>
          </a:prstGeom>
          <a:noFill/>
          <a:ln w="25400">
            <a:solidFill>
              <a:srgbClr val="B48A12"/>
            </a:solidFill>
            <a:prstDash val="solid"/>
            <a:headEnd type="none"/>
            <a:tailEnd type="none"/>
          </a:ln>
        </p:spPr>
      </p:sp>
      <p:sp>
        <p:nvSpPr>
          <p:cNvPr id="2527" name="Shape 2525"/>
          <p:cNvSpPr/>
          <p:nvPr/>
        </p:nvSpPr>
        <p:spPr>
          <a:xfrm>
            <a:off x="6326429" y="4544928"/>
            <a:ext cx="0" cy="43737"/>
          </a:xfrm>
          <a:prstGeom prst="line">
            <a:avLst/>
          </a:prstGeom>
          <a:noFill/>
          <a:ln w="25400">
            <a:solidFill>
              <a:srgbClr val="B48A12"/>
            </a:solidFill>
            <a:prstDash val="solid"/>
            <a:headEnd type="none"/>
            <a:tailEnd type="none"/>
          </a:ln>
        </p:spPr>
      </p:sp>
      <p:sp>
        <p:nvSpPr>
          <p:cNvPr id="2528" name="Shape 2526"/>
          <p:cNvSpPr/>
          <p:nvPr/>
        </p:nvSpPr>
        <p:spPr>
          <a:xfrm>
            <a:off x="6326429" y="4547671"/>
            <a:ext cx="127407" cy="0"/>
          </a:xfrm>
          <a:prstGeom prst="line">
            <a:avLst/>
          </a:prstGeom>
          <a:noFill/>
          <a:ln w="25400">
            <a:solidFill>
              <a:srgbClr val="B48A12"/>
            </a:solidFill>
            <a:prstDash val="solid"/>
            <a:headEnd type="none"/>
            <a:tailEnd type="none"/>
          </a:ln>
        </p:spPr>
      </p:sp>
      <p:sp>
        <p:nvSpPr>
          <p:cNvPr id="2529" name="Shape 2527"/>
          <p:cNvSpPr/>
          <p:nvPr/>
        </p:nvSpPr>
        <p:spPr>
          <a:xfrm>
            <a:off x="6451092" y="4544928"/>
            <a:ext cx="0" cy="103305"/>
          </a:xfrm>
          <a:prstGeom prst="line">
            <a:avLst/>
          </a:prstGeom>
          <a:noFill/>
          <a:ln w="25400">
            <a:solidFill>
              <a:srgbClr val="B48A12"/>
            </a:solidFill>
            <a:prstDash val="solid"/>
            <a:headEnd type="none"/>
            <a:tailEnd type="none"/>
          </a:ln>
        </p:spPr>
      </p:sp>
      <p:sp>
        <p:nvSpPr>
          <p:cNvPr id="2530" name="Shape 2528"/>
          <p:cNvSpPr/>
          <p:nvPr/>
        </p:nvSpPr>
        <p:spPr>
          <a:xfrm>
            <a:off x="6451092" y="4645490"/>
            <a:ext cx="127407" cy="0"/>
          </a:xfrm>
          <a:prstGeom prst="line">
            <a:avLst/>
          </a:prstGeom>
          <a:noFill/>
          <a:ln w="25400">
            <a:solidFill>
              <a:srgbClr val="B48A12"/>
            </a:solidFill>
            <a:prstDash val="solid"/>
            <a:headEnd type="none"/>
            <a:tailEnd type="none"/>
          </a:ln>
        </p:spPr>
      </p:sp>
      <p:sp>
        <p:nvSpPr>
          <p:cNvPr id="2531" name="Shape 2529"/>
          <p:cNvSpPr/>
          <p:nvPr/>
        </p:nvSpPr>
        <p:spPr>
          <a:xfrm>
            <a:off x="6575755" y="4625057"/>
            <a:ext cx="0" cy="23176"/>
          </a:xfrm>
          <a:prstGeom prst="line">
            <a:avLst/>
          </a:prstGeom>
          <a:noFill/>
          <a:ln w="25400">
            <a:solidFill>
              <a:srgbClr val="B48A12"/>
            </a:solidFill>
            <a:prstDash val="solid"/>
            <a:headEnd type="none"/>
            <a:tailEnd type="none"/>
          </a:ln>
        </p:spPr>
      </p:sp>
      <p:sp>
        <p:nvSpPr>
          <p:cNvPr id="2532" name="Shape 2530"/>
          <p:cNvSpPr/>
          <p:nvPr/>
        </p:nvSpPr>
        <p:spPr>
          <a:xfrm>
            <a:off x="6575755" y="4627800"/>
            <a:ext cx="127406" cy="0"/>
          </a:xfrm>
          <a:prstGeom prst="line">
            <a:avLst/>
          </a:prstGeom>
          <a:noFill/>
          <a:ln w="25400">
            <a:solidFill>
              <a:srgbClr val="B48A12"/>
            </a:solidFill>
            <a:prstDash val="solid"/>
            <a:headEnd type="none"/>
            <a:tailEnd type="none"/>
          </a:ln>
        </p:spPr>
      </p:sp>
      <p:sp>
        <p:nvSpPr>
          <p:cNvPr id="2533" name="Shape 2531"/>
          <p:cNvSpPr/>
          <p:nvPr/>
        </p:nvSpPr>
        <p:spPr>
          <a:xfrm>
            <a:off x="6700418" y="4614325"/>
            <a:ext cx="0" cy="16218"/>
          </a:xfrm>
          <a:prstGeom prst="line">
            <a:avLst/>
          </a:prstGeom>
          <a:noFill/>
          <a:ln w="25400">
            <a:solidFill>
              <a:srgbClr val="B48A12"/>
            </a:solidFill>
            <a:prstDash val="solid"/>
            <a:headEnd type="none"/>
            <a:tailEnd type="none"/>
          </a:ln>
        </p:spPr>
      </p:sp>
      <p:sp>
        <p:nvSpPr>
          <p:cNvPr id="2534" name="Shape 2532"/>
          <p:cNvSpPr/>
          <p:nvPr/>
        </p:nvSpPr>
        <p:spPr>
          <a:xfrm>
            <a:off x="6700418" y="4617068"/>
            <a:ext cx="127407" cy="0"/>
          </a:xfrm>
          <a:prstGeom prst="line">
            <a:avLst/>
          </a:prstGeom>
          <a:noFill/>
          <a:ln w="25400">
            <a:solidFill>
              <a:srgbClr val="B48A12"/>
            </a:solidFill>
            <a:prstDash val="solid"/>
            <a:headEnd type="none"/>
            <a:tailEnd type="none"/>
          </a:ln>
        </p:spPr>
      </p:sp>
      <p:sp>
        <p:nvSpPr>
          <p:cNvPr id="2535" name="Shape 2533"/>
          <p:cNvSpPr/>
          <p:nvPr/>
        </p:nvSpPr>
        <p:spPr>
          <a:xfrm>
            <a:off x="6825082" y="4613906"/>
            <a:ext cx="0" cy="5905"/>
          </a:xfrm>
          <a:prstGeom prst="line">
            <a:avLst/>
          </a:prstGeom>
          <a:noFill/>
          <a:ln w="25400">
            <a:solidFill>
              <a:srgbClr val="B48A12"/>
            </a:solidFill>
            <a:prstDash val="solid"/>
            <a:headEnd type="none"/>
            <a:tailEnd type="none"/>
          </a:ln>
        </p:spPr>
      </p:sp>
      <p:sp>
        <p:nvSpPr>
          <p:cNvPr id="2536" name="Shape 2534"/>
          <p:cNvSpPr/>
          <p:nvPr/>
        </p:nvSpPr>
        <p:spPr>
          <a:xfrm>
            <a:off x="6825082" y="4616650"/>
            <a:ext cx="127407" cy="0"/>
          </a:xfrm>
          <a:prstGeom prst="line">
            <a:avLst/>
          </a:prstGeom>
          <a:noFill/>
          <a:ln w="25400">
            <a:solidFill>
              <a:srgbClr val="B48A12"/>
            </a:solidFill>
            <a:prstDash val="solid"/>
            <a:headEnd type="none"/>
            <a:tailEnd type="none"/>
          </a:ln>
        </p:spPr>
      </p:sp>
      <p:sp>
        <p:nvSpPr>
          <p:cNvPr id="2537" name="Shape 2535"/>
          <p:cNvSpPr/>
          <p:nvPr/>
        </p:nvSpPr>
        <p:spPr>
          <a:xfrm>
            <a:off x="6949745" y="4613906"/>
            <a:ext cx="0" cy="130129"/>
          </a:xfrm>
          <a:prstGeom prst="line">
            <a:avLst/>
          </a:prstGeom>
          <a:noFill/>
          <a:ln w="25400">
            <a:solidFill>
              <a:srgbClr val="B48A12"/>
            </a:solidFill>
            <a:prstDash val="solid"/>
            <a:headEnd type="none"/>
            <a:tailEnd type="none"/>
          </a:ln>
        </p:spPr>
      </p:sp>
      <p:sp>
        <p:nvSpPr>
          <p:cNvPr id="2538" name="Shape 2536"/>
          <p:cNvSpPr/>
          <p:nvPr/>
        </p:nvSpPr>
        <p:spPr>
          <a:xfrm>
            <a:off x="6949745" y="4741292"/>
            <a:ext cx="127406" cy="0"/>
          </a:xfrm>
          <a:prstGeom prst="line">
            <a:avLst/>
          </a:prstGeom>
          <a:noFill/>
          <a:ln w="25400">
            <a:solidFill>
              <a:srgbClr val="B48A12"/>
            </a:solidFill>
            <a:prstDash val="solid"/>
            <a:headEnd type="none"/>
            <a:tailEnd type="none"/>
          </a:ln>
        </p:spPr>
      </p:sp>
      <p:sp>
        <p:nvSpPr>
          <p:cNvPr id="2539" name="Shape 2537"/>
          <p:cNvSpPr/>
          <p:nvPr/>
        </p:nvSpPr>
        <p:spPr>
          <a:xfrm>
            <a:off x="7074408" y="4738549"/>
            <a:ext cx="0" cy="21501"/>
          </a:xfrm>
          <a:prstGeom prst="line">
            <a:avLst/>
          </a:prstGeom>
          <a:noFill/>
          <a:ln w="25400">
            <a:solidFill>
              <a:srgbClr val="B48A12"/>
            </a:solidFill>
            <a:prstDash val="solid"/>
            <a:headEnd type="none"/>
            <a:tailEnd type="none"/>
          </a:ln>
        </p:spPr>
      </p:sp>
      <p:sp>
        <p:nvSpPr>
          <p:cNvPr id="2540" name="Shape 2538"/>
          <p:cNvSpPr/>
          <p:nvPr/>
        </p:nvSpPr>
        <p:spPr>
          <a:xfrm>
            <a:off x="7074408" y="4757307"/>
            <a:ext cx="127407" cy="0"/>
          </a:xfrm>
          <a:prstGeom prst="line">
            <a:avLst/>
          </a:prstGeom>
          <a:noFill/>
          <a:ln w="25400">
            <a:solidFill>
              <a:srgbClr val="B48A12"/>
            </a:solidFill>
            <a:prstDash val="solid"/>
            <a:headEnd type="none"/>
            <a:tailEnd type="none"/>
          </a:ln>
        </p:spPr>
      </p:sp>
      <p:sp>
        <p:nvSpPr>
          <p:cNvPr id="2541" name="Shape 2539"/>
          <p:cNvSpPr/>
          <p:nvPr/>
        </p:nvSpPr>
        <p:spPr>
          <a:xfrm>
            <a:off x="7199071" y="4754563"/>
            <a:ext cx="0" cy="16988"/>
          </a:xfrm>
          <a:prstGeom prst="line">
            <a:avLst/>
          </a:prstGeom>
          <a:noFill/>
          <a:ln w="25400">
            <a:solidFill>
              <a:srgbClr val="B48A12"/>
            </a:solidFill>
            <a:prstDash val="solid"/>
            <a:headEnd type="none"/>
            <a:tailEnd type="none"/>
          </a:ln>
        </p:spPr>
      </p:sp>
      <p:sp>
        <p:nvSpPr>
          <p:cNvPr id="2542" name="Shape 2540"/>
          <p:cNvSpPr/>
          <p:nvPr/>
        </p:nvSpPr>
        <p:spPr>
          <a:xfrm>
            <a:off x="7199071" y="4768809"/>
            <a:ext cx="127407" cy="0"/>
          </a:xfrm>
          <a:prstGeom prst="line">
            <a:avLst/>
          </a:prstGeom>
          <a:noFill/>
          <a:ln w="25400">
            <a:solidFill>
              <a:srgbClr val="B48A12"/>
            </a:solidFill>
            <a:prstDash val="solid"/>
            <a:headEnd type="none"/>
            <a:tailEnd type="none"/>
          </a:ln>
        </p:spPr>
      </p:sp>
      <p:sp>
        <p:nvSpPr>
          <p:cNvPr id="2543" name="Shape 2541"/>
          <p:cNvSpPr/>
          <p:nvPr/>
        </p:nvSpPr>
        <p:spPr>
          <a:xfrm>
            <a:off x="7323735" y="4766065"/>
            <a:ext cx="0" cy="15419"/>
          </a:xfrm>
          <a:prstGeom prst="line">
            <a:avLst/>
          </a:prstGeom>
          <a:noFill/>
          <a:ln w="25400">
            <a:solidFill>
              <a:srgbClr val="B48A12"/>
            </a:solidFill>
            <a:prstDash val="solid"/>
            <a:headEnd type="none"/>
            <a:tailEnd type="none"/>
          </a:ln>
        </p:spPr>
      </p:sp>
      <p:sp>
        <p:nvSpPr>
          <p:cNvPr id="2544" name="Shape 2542"/>
          <p:cNvSpPr/>
          <p:nvPr/>
        </p:nvSpPr>
        <p:spPr>
          <a:xfrm>
            <a:off x="7323735" y="4778741"/>
            <a:ext cx="127406" cy="0"/>
          </a:xfrm>
          <a:prstGeom prst="line">
            <a:avLst/>
          </a:prstGeom>
          <a:noFill/>
          <a:ln w="25400">
            <a:solidFill>
              <a:srgbClr val="B48A12"/>
            </a:solidFill>
            <a:prstDash val="solid"/>
            <a:headEnd type="none"/>
            <a:tailEnd type="none"/>
          </a:ln>
        </p:spPr>
      </p:sp>
      <p:sp>
        <p:nvSpPr>
          <p:cNvPr id="2545" name="Shape 2543"/>
          <p:cNvSpPr/>
          <p:nvPr/>
        </p:nvSpPr>
        <p:spPr>
          <a:xfrm>
            <a:off x="7448397" y="4775998"/>
            <a:ext cx="0" cy="122941"/>
          </a:xfrm>
          <a:prstGeom prst="line">
            <a:avLst/>
          </a:prstGeom>
          <a:noFill/>
          <a:ln w="25400">
            <a:solidFill>
              <a:srgbClr val="B48A12"/>
            </a:solidFill>
            <a:prstDash val="solid"/>
            <a:headEnd type="none"/>
            <a:tailEnd type="none"/>
          </a:ln>
        </p:spPr>
      </p:sp>
      <p:sp>
        <p:nvSpPr>
          <p:cNvPr id="2546" name="Shape 2544"/>
          <p:cNvSpPr/>
          <p:nvPr/>
        </p:nvSpPr>
        <p:spPr>
          <a:xfrm>
            <a:off x="7448397" y="4896196"/>
            <a:ext cx="127407" cy="0"/>
          </a:xfrm>
          <a:prstGeom prst="line">
            <a:avLst/>
          </a:prstGeom>
          <a:noFill/>
          <a:ln w="25400">
            <a:solidFill>
              <a:srgbClr val="B48A12"/>
            </a:solidFill>
            <a:prstDash val="solid"/>
            <a:headEnd type="none"/>
            <a:tailEnd type="none"/>
          </a:ln>
        </p:spPr>
      </p:sp>
      <p:sp>
        <p:nvSpPr>
          <p:cNvPr id="2547" name="Shape 2545"/>
          <p:cNvSpPr/>
          <p:nvPr/>
        </p:nvSpPr>
        <p:spPr>
          <a:xfrm>
            <a:off x="7573061" y="4878026"/>
            <a:ext cx="0" cy="20913"/>
          </a:xfrm>
          <a:prstGeom prst="line">
            <a:avLst/>
          </a:prstGeom>
          <a:noFill/>
          <a:ln w="25400">
            <a:solidFill>
              <a:srgbClr val="B48A12"/>
            </a:solidFill>
            <a:prstDash val="solid"/>
            <a:headEnd type="none"/>
            <a:tailEnd type="none"/>
          </a:ln>
        </p:spPr>
      </p:sp>
      <p:sp>
        <p:nvSpPr>
          <p:cNvPr id="2548" name="Shape 2546"/>
          <p:cNvSpPr/>
          <p:nvPr/>
        </p:nvSpPr>
        <p:spPr>
          <a:xfrm>
            <a:off x="7573061" y="4880769"/>
            <a:ext cx="127407" cy="0"/>
          </a:xfrm>
          <a:prstGeom prst="line">
            <a:avLst/>
          </a:prstGeom>
          <a:noFill/>
          <a:ln w="25400">
            <a:solidFill>
              <a:srgbClr val="B48A12"/>
            </a:solidFill>
            <a:prstDash val="solid"/>
            <a:headEnd type="none"/>
            <a:tailEnd type="none"/>
          </a:ln>
        </p:spPr>
      </p:sp>
      <p:sp>
        <p:nvSpPr>
          <p:cNvPr id="2549" name="Shape 2547"/>
          <p:cNvSpPr/>
          <p:nvPr/>
        </p:nvSpPr>
        <p:spPr>
          <a:xfrm>
            <a:off x="7697724" y="4841798"/>
            <a:ext cx="0" cy="41715"/>
          </a:xfrm>
          <a:prstGeom prst="line">
            <a:avLst/>
          </a:prstGeom>
          <a:noFill/>
          <a:ln w="25400">
            <a:solidFill>
              <a:srgbClr val="B48A12"/>
            </a:solidFill>
            <a:prstDash val="solid"/>
            <a:headEnd type="none"/>
            <a:tailEnd type="none"/>
          </a:ln>
        </p:spPr>
      </p:sp>
      <p:sp>
        <p:nvSpPr>
          <p:cNvPr id="2550" name="Shape 2548"/>
          <p:cNvSpPr/>
          <p:nvPr/>
        </p:nvSpPr>
        <p:spPr>
          <a:xfrm>
            <a:off x="7697724" y="4844541"/>
            <a:ext cx="127406" cy="0"/>
          </a:xfrm>
          <a:prstGeom prst="line">
            <a:avLst/>
          </a:prstGeom>
          <a:noFill/>
          <a:ln w="25400">
            <a:solidFill>
              <a:srgbClr val="B48A12"/>
            </a:solidFill>
            <a:prstDash val="solid"/>
            <a:headEnd type="none"/>
            <a:tailEnd type="none"/>
          </a:ln>
        </p:spPr>
      </p:sp>
      <p:sp>
        <p:nvSpPr>
          <p:cNvPr id="2551" name="Shape 2549"/>
          <p:cNvSpPr/>
          <p:nvPr/>
        </p:nvSpPr>
        <p:spPr>
          <a:xfrm>
            <a:off x="7822387" y="4783320"/>
            <a:ext cx="0" cy="63964"/>
          </a:xfrm>
          <a:prstGeom prst="line">
            <a:avLst/>
          </a:prstGeom>
          <a:noFill/>
          <a:ln w="25400">
            <a:solidFill>
              <a:srgbClr val="B48A12"/>
            </a:solidFill>
            <a:prstDash val="solid"/>
            <a:headEnd type="none"/>
            <a:tailEnd type="none"/>
          </a:ln>
        </p:spPr>
      </p:sp>
      <p:sp>
        <p:nvSpPr>
          <p:cNvPr id="2552" name="Shape 2550"/>
          <p:cNvSpPr/>
          <p:nvPr/>
        </p:nvSpPr>
        <p:spPr>
          <a:xfrm>
            <a:off x="7822387" y="4786063"/>
            <a:ext cx="127407" cy="0"/>
          </a:xfrm>
          <a:prstGeom prst="line">
            <a:avLst/>
          </a:prstGeom>
          <a:noFill/>
          <a:ln w="25400">
            <a:solidFill>
              <a:srgbClr val="B48A12"/>
            </a:solidFill>
            <a:prstDash val="solid"/>
            <a:headEnd type="none"/>
            <a:tailEnd type="none"/>
          </a:ln>
        </p:spPr>
      </p:sp>
      <p:sp>
        <p:nvSpPr>
          <p:cNvPr id="2553" name="Shape 2551"/>
          <p:cNvSpPr/>
          <p:nvPr/>
        </p:nvSpPr>
        <p:spPr>
          <a:xfrm>
            <a:off x="7947050" y="4783320"/>
            <a:ext cx="0" cy="32626"/>
          </a:xfrm>
          <a:prstGeom prst="line">
            <a:avLst/>
          </a:prstGeom>
          <a:noFill/>
          <a:ln w="25400">
            <a:solidFill>
              <a:srgbClr val="B48A12"/>
            </a:solidFill>
            <a:prstDash val="solid"/>
            <a:headEnd type="none"/>
            <a:tailEnd type="none"/>
          </a:ln>
        </p:spPr>
      </p:sp>
      <p:sp>
        <p:nvSpPr>
          <p:cNvPr id="2554" name="Shape 2552"/>
          <p:cNvSpPr/>
          <p:nvPr/>
        </p:nvSpPr>
        <p:spPr>
          <a:xfrm>
            <a:off x="7947050" y="4813203"/>
            <a:ext cx="127407" cy="0"/>
          </a:xfrm>
          <a:prstGeom prst="line">
            <a:avLst/>
          </a:prstGeom>
          <a:noFill/>
          <a:ln w="25400">
            <a:solidFill>
              <a:srgbClr val="B48A12"/>
            </a:solidFill>
            <a:prstDash val="solid"/>
            <a:headEnd type="none"/>
            <a:tailEnd type="none"/>
          </a:ln>
        </p:spPr>
      </p:sp>
      <p:sp>
        <p:nvSpPr>
          <p:cNvPr id="2555" name="Shape 2553"/>
          <p:cNvSpPr/>
          <p:nvPr/>
        </p:nvSpPr>
        <p:spPr>
          <a:xfrm>
            <a:off x="8071714" y="4714977"/>
            <a:ext cx="0" cy="100969"/>
          </a:xfrm>
          <a:prstGeom prst="line">
            <a:avLst/>
          </a:prstGeom>
          <a:noFill/>
          <a:ln w="25400">
            <a:solidFill>
              <a:srgbClr val="B48A12"/>
            </a:solidFill>
            <a:prstDash val="solid"/>
            <a:headEnd type="none"/>
            <a:tailEnd type="none"/>
          </a:ln>
        </p:spPr>
      </p:sp>
      <p:sp>
        <p:nvSpPr>
          <p:cNvPr id="2556" name="Shape 2554"/>
          <p:cNvSpPr/>
          <p:nvPr/>
        </p:nvSpPr>
        <p:spPr>
          <a:xfrm>
            <a:off x="8071714" y="4717720"/>
            <a:ext cx="127406" cy="0"/>
          </a:xfrm>
          <a:prstGeom prst="line">
            <a:avLst/>
          </a:prstGeom>
          <a:noFill/>
          <a:ln w="25400">
            <a:solidFill>
              <a:srgbClr val="B48A12"/>
            </a:solidFill>
            <a:prstDash val="solid"/>
            <a:headEnd type="none"/>
            <a:tailEnd type="none"/>
          </a:ln>
        </p:spPr>
      </p:sp>
      <p:sp>
        <p:nvSpPr>
          <p:cNvPr id="2557" name="Shape 2555"/>
          <p:cNvSpPr/>
          <p:nvPr/>
        </p:nvSpPr>
        <p:spPr>
          <a:xfrm>
            <a:off x="8196377" y="4635792"/>
            <a:ext cx="0" cy="84671"/>
          </a:xfrm>
          <a:prstGeom prst="line">
            <a:avLst/>
          </a:prstGeom>
          <a:noFill/>
          <a:ln w="25400">
            <a:solidFill>
              <a:srgbClr val="B48A12"/>
            </a:solidFill>
            <a:prstDash val="solid"/>
            <a:headEnd type="none"/>
            <a:tailEnd type="none"/>
          </a:ln>
        </p:spPr>
      </p:sp>
      <p:sp>
        <p:nvSpPr>
          <p:cNvPr id="2558" name="Shape 2556"/>
          <p:cNvSpPr/>
          <p:nvPr/>
        </p:nvSpPr>
        <p:spPr>
          <a:xfrm>
            <a:off x="8196377" y="4638535"/>
            <a:ext cx="127407" cy="0"/>
          </a:xfrm>
          <a:prstGeom prst="line">
            <a:avLst/>
          </a:prstGeom>
          <a:noFill/>
          <a:ln w="25400">
            <a:solidFill>
              <a:srgbClr val="B48A12"/>
            </a:solidFill>
            <a:prstDash val="solid"/>
            <a:headEnd type="none"/>
            <a:tailEnd type="none"/>
          </a:ln>
        </p:spPr>
      </p:sp>
      <p:sp>
        <p:nvSpPr>
          <p:cNvPr id="2559" name="Shape 2557"/>
          <p:cNvSpPr/>
          <p:nvPr/>
        </p:nvSpPr>
        <p:spPr>
          <a:xfrm>
            <a:off x="8321040" y="4590739"/>
            <a:ext cx="0" cy="50539"/>
          </a:xfrm>
          <a:prstGeom prst="line">
            <a:avLst/>
          </a:prstGeom>
          <a:noFill/>
          <a:ln w="25400">
            <a:solidFill>
              <a:srgbClr val="B48A12"/>
            </a:solidFill>
            <a:prstDash val="solid"/>
            <a:headEnd type="none"/>
            <a:tailEnd type="none"/>
          </a:ln>
        </p:spPr>
      </p:sp>
      <p:sp>
        <p:nvSpPr>
          <p:cNvPr id="2560" name="Shape 2558"/>
          <p:cNvSpPr/>
          <p:nvPr/>
        </p:nvSpPr>
        <p:spPr>
          <a:xfrm>
            <a:off x="4617720" y="2020824"/>
            <a:ext cx="256032" cy="0"/>
          </a:xfrm>
          <a:prstGeom prst="line">
            <a:avLst/>
          </a:prstGeom>
          <a:noFill/>
          <a:ln w="27940">
            <a:solidFill>
              <a:srgbClr val="B48A12"/>
            </a:solidFill>
            <a:prstDash val="solid"/>
          </a:ln>
        </p:spPr>
      </p:sp>
      <p:sp>
        <p:nvSpPr>
          <p:cNvPr id="2561" name="Text 2559"/>
          <p:cNvSpPr/>
          <p:nvPr/>
        </p:nvSpPr>
        <p:spPr>
          <a:xfrm>
            <a:off x="4946904" y="1947672"/>
            <a:ext cx="1408176" cy="155448"/>
          </a:xfrm>
          <a:prstGeom prst="rect">
            <a:avLst/>
          </a:prstGeom>
          <a:noFill/>
          <a:ln/>
        </p:spPr>
        <p:txBody>
          <a:bodyPr wrap="square" lIns="0" tIns="0" rIns="0" bIns="0" rtlCol="0" anchor="ctr">
            <a:normAutofit/>
          </a:bodyPr>
          <a:lstStyle/>
          <a:p>
            <a:pPr indent="0" marL="0">
              <a:buNone/>
            </a:pPr>
            <a:r>
              <a:rPr lang="en-US" sz="920" b="1" dirty="0">
                <a:solidFill>
                  <a:srgbClr val="263746"/>
                </a:solidFill>
              </a:rPr>
              <a:t>PRESSURE</a:t>
            </a:r>
            <a:endParaRPr lang="en-US" sz="920" dirty="0"/>
          </a:p>
        </p:txBody>
      </p:sp>
      <p:sp>
        <p:nvSpPr>
          <p:cNvPr id="2562" name="Shape 2560"/>
          <p:cNvSpPr/>
          <p:nvPr/>
        </p:nvSpPr>
        <p:spPr>
          <a:xfrm>
            <a:off x="8668512" y="1426464"/>
            <a:ext cx="0" cy="4334256"/>
          </a:xfrm>
          <a:prstGeom prst="line">
            <a:avLst/>
          </a:prstGeom>
          <a:noFill/>
          <a:ln w="12700">
            <a:solidFill>
              <a:srgbClr val="D7DEE4"/>
            </a:solidFill>
            <a:prstDash val="solid"/>
          </a:ln>
        </p:spPr>
      </p:sp>
      <p:sp>
        <p:nvSpPr>
          <p:cNvPr id="2563" name="Text 2561"/>
          <p:cNvSpPr/>
          <p:nvPr/>
        </p:nvSpPr>
        <p:spPr>
          <a:xfrm>
            <a:off x="8997696" y="1417320"/>
            <a:ext cx="2560320" cy="182880"/>
          </a:xfrm>
          <a:prstGeom prst="rect">
            <a:avLst/>
          </a:prstGeom>
          <a:noFill/>
          <a:ln/>
        </p:spPr>
        <p:txBody>
          <a:bodyPr wrap="square" lIns="0" tIns="0" rIns="0" bIns="0" rtlCol="0" anchor="ctr"/>
          <a:lstStyle/>
          <a:p>
            <a:pPr indent="0" marL="0">
              <a:buNone/>
            </a:pPr>
            <a:r>
              <a:rPr lang="en-US" sz="1050" b="1" spc="150" kern="0" dirty="0">
                <a:solidFill>
                  <a:srgbClr val="168B83"/>
                </a:solidFill>
                <a:latin typeface="Aptos" pitchFamily="34" charset="0"/>
                <a:ea typeface="Aptos" pitchFamily="34" charset="-122"/>
                <a:cs typeface="Aptos" pitchFamily="34" charset="-120"/>
              </a:rPr>
              <a:t>SAME TRANSITION · DIFFERENT DATES</a:t>
            </a:r>
            <a:endParaRPr lang="en-US" sz="1050" dirty="0"/>
          </a:p>
        </p:txBody>
      </p:sp>
      <p:sp>
        <p:nvSpPr>
          <p:cNvPr id="2564" name="Text 2562"/>
          <p:cNvSpPr/>
          <p:nvPr/>
        </p:nvSpPr>
        <p:spPr>
          <a:xfrm>
            <a:off x="9025128" y="2066544"/>
            <a:ext cx="512064" cy="164592"/>
          </a:xfrm>
          <a:prstGeom prst="rect">
            <a:avLst/>
          </a:prstGeom>
          <a:noFill/>
          <a:ln/>
        </p:spPr>
        <p:txBody>
          <a:bodyPr wrap="square" lIns="0" tIns="0" rIns="0" bIns="0" rtlCol="0" anchor="ctr"/>
          <a:lstStyle/>
          <a:p>
            <a:pPr indent="0" marL="0">
              <a:buNone/>
            </a:pPr>
            <a:r>
              <a:rPr lang="en-US" sz="950" b="1" dirty="0">
                <a:solidFill>
                  <a:srgbClr val="657782"/>
                </a:solidFill>
              </a:rPr>
              <a:t>JAN 10</a:t>
            </a:r>
            <a:endParaRPr lang="en-US" sz="950" dirty="0"/>
          </a:p>
        </p:txBody>
      </p:sp>
      <p:sp>
        <p:nvSpPr>
          <p:cNvPr id="2565" name="Shape 2563"/>
          <p:cNvSpPr/>
          <p:nvPr/>
        </p:nvSpPr>
        <p:spPr>
          <a:xfrm>
            <a:off x="9601200" y="2048256"/>
            <a:ext cx="1188720" cy="201168"/>
          </a:xfrm>
          <a:prstGeom prst="rect">
            <a:avLst/>
          </a:prstGeom>
          <a:solidFill>
            <a:srgbClr val="E2E7EB"/>
          </a:solidFill>
          <a:ln w="12700">
            <a:solidFill>
              <a:srgbClr val="E2E7EB"/>
            </a:solidFill>
            <a:prstDash val="solid"/>
          </a:ln>
        </p:spPr>
      </p:sp>
      <p:sp>
        <p:nvSpPr>
          <p:cNvPr id="2566" name="Shape 2564"/>
          <p:cNvSpPr/>
          <p:nvPr/>
        </p:nvSpPr>
        <p:spPr>
          <a:xfrm>
            <a:off x="9601200" y="2048256"/>
            <a:ext cx="1073771" cy="201168"/>
          </a:xfrm>
          <a:prstGeom prst="rect">
            <a:avLst/>
          </a:prstGeom>
          <a:solidFill>
            <a:srgbClr val="B48A12">
              <a:alpha val="94000"/>
            </a:srgbClr>
          </a:solidFill>
          <a:ln w="10160">
            <a:solidFill>
              <a:srgbClr val="B48A12"/>
            </a:solidFill>
            <a:prstDash val="solid"/>
          </a:ln>
        </p:spPr>
      </p:sp>
      <p:sp>
        <p:nvSpPr>
          <p:cNvPr id="2567" name="Text 2565"/>
          <p:cNvSpPr/>
          <p:nvPr/>
        </p:nvSpPr>
        <p:spPr>
          <a:xfrm>
            <a:off x="10890504" y="2057400"/>
            <a:ext cx="384048" cy="164592"/>
          </a:xfrm>
          <a:prstGeom prst="rect">
            <a:avLst/>
          </a:prstGeom>
          <a:noFill/>
          <a:ln/>
        </p:spPr>
        <p:txBody>
          <a:bodyPr wrap="square" lIns="0" tIns="0" rIns="0" bIns="0" rtlCol="0" anchor="ctr"/>
          <a:lstStyle/>
          <a:p>
            <a:pPr algn="r" indent="0" marL="0">
              <a:buNone/>
            </a:pPr>
            <a:r>
              <a:rPr lang="en-US" sz="950" b="1" dirty="0">
                <a:solidFill>
                  <a:srgbClr val="263746"/>
                </a:solidFill>
              </a:rPr>
              <a:t>9.0 h</a:t>
            </a:r>
            <a:endParaRPr lang="en-US" sz="950" dirty="0"/>
          </a:p>
        </p:txBody>
      </p:sp>
      <p:sp>
        <p:nvSpPr>
          <p:cNvPr id="2568" name="Text 2566"/>
          <p:cNvSpPr/>
          <p:nvPr/>
        </p:nvSpPr>
        <p:spPr>
          <a:xfrm>
            <a:off x="9025128" y="2724912"/>
            <a:ext cx="512064" cy="164592"/>
          </a:xfrm>
          <a:prstGeom prst="rect">
            <a:avLst/>
          </a:prstGeom>
          <a:noFill/>
          <a:ln/>
        </p:spPr>
        <p:txBody>
          <a:bodyPr wrap="square" lIns="0" tIns="0" rIns="0" bIns="0" rtlCol="0" anchor="ctr"/>
          <a:lstStyle/>
          <a:p>
            <a:pPr indent="0" marL="0">
              <a:buNone/>
            </a:pPr>
            <a:r>
              <a:rPr lang="en-US" sz="950" b="1" dirty="0">
                <a:solidFill>
                  <a:srgbClr val="657782"/>
                </a:solidFill>
              </a:rPr>
              <a:t>JAN 14</a:t>
            </a:r>
            <a:endParaRPr lang="en-US" sz="950" dirty="0"/>
          </a:p>
        </p:txBody>
      </p:sp>
      <p:sp>
        <p:nvSpPr>
          <p:cNvPr id="2569" name="Shape 2567"/>
          <p:cNvSpPr/>
          <p:nvPr/>
        </p:nvSpPr>
        <p:spPr>
          <a:xfrm>
            <a:off x="9601200" y="2706624"/>
            <a:ext cx="1188720" cy="201168"/>
          </a:xfrm>
          <a:prstGeom prst="rect">
            <a:avLst/>
          </a:prstGeom>
          <a:solidFill>
            <a:srgbClr val="E2E7EB"/>
          </a:solidFill>
          <a:ln w="12700">
            <a:solidFill>
              <a:srgbClr val="E2E7EB"/>
            </a:solidFill>
            <a:prstDash val="solid"/>
          </a:ln>
        </p:spPr>
      </p:sp>
      <p:sp>
        <p:nvSpPr>
          <p:cNvPr id="2570" name="Shape 2568"/>
          <p:cNvSpPr/>
          <p:nvPr/>
        </p:nvSpPr>
        <p:spPr>
          <a:xfrm>
            <a:off x="9601200" y="2706624"/>
            <a:ext cx="974750" cy="201168"/>
          </a:xfrm>
          <a:prstGeom prst="rect">
            <a:avLst/>
          </a:prstGeom>
          <a:solidFill>
            <a:srgbClr val="168B83">
              <a:alpha val="94000"/>
            </a:srgbClr>
          </a:solidFill>
          <a:ln w="10160">
            <a:solidFill>
              <a:srgbClr val="168B83"/>
            </a:solidFill>
            <a:prstDash val="solid"/>
          </a:ln>
        </p:spPr>
      </p:sp>
      <p:sp>
        <p:nvSpPr>
          <p:cNvPr id="2571" name="Text 2569"/>
          <p:cNvSpPr/>
          <p:nvPr/>
        </p:nvSpPr>
        <p:spPr>
          <a:xfrm>
            <a:off x="10890504" y="2715768"/>
            <a:ext cx="384048" cy="164592"/>
          </a:xfrm>
          <a:prstGeom prst="rect">
            <a:avLst/>
          </a:prstGeom>
          <a:noFill/>
          <a:ln/>
        </p:spPr>
        <p:txBody>
          <a:bodyPr wrap="square" lIns="0" tIns="0" rIns="0" bIns="0" rtlCol="0" anchor="ctr"/>
          <a:lstStyle/>
          <a:p>
            <a:pPr algn="r" indent="0" marL="0">
              <a:buNone/>
            </a:pPr>
            <a:r>
              <a:rPr lang="en-US" sz="950" b="1" dirty="0">
                <a:solidFill>
                  <a:srgbClr val="263746"/>
                </a:solidFill>
              </a:rPr>
              <a:t>8.2 h</a:t>
            </a:r>
            <a:endParaRPr lang="en-US" sz="950" dirty="0"/>
          </a:p>
        </p:txBody>
      </p:sp>
      <p:sp>
        <p:nvSpPr>
          <p:cNvPr id="2572" name="Text 2570"/>
          <p:cNvSpPr/>
          <p:nvPr/>
        </p:nvSpPr>
        <p:spPr>
          <a:xfrm>
            <a:off x="9025128" y="3383280"/>
            <a:ext cx="512064" cy="164592"/>
          </a:xfrm>
          <a:prstGeom prst="rect">
            <a:avLst/>
          </a:prstGeom>
          <a:noFill/>
          <a:ln/>
        </p:spPr>
        <p:txBody>
          <a:bodyPr wrap="square" lIns="0" tIns="0" rIns="0" bIns="0" rtlCol="0" anchor="ctr"/>
          <a:lstStyle/>
          <a:p>
            <a:pPr indent="0" marL="0">
              <a:buNone/>
            </a:pPr>
            <a:r>
              <a:rPr lang="en-US" sz="950" b="1" dirty="0">
                <a:solidFill>
                  <a:srgbClr val="657782"/>
                </a:solidFill>
              </a:rPr>
              <a:t>JAN 17</a:t>
            </a:r>
            <a:endParaRPr lang="en-US" sz="950" dirty="0"/>
          </a:p>
        </p:txBody>
      </p:sp>
      <p:sp>
        <p:nvSpPr>
          <p:cNvPr id="2573" name="Shape 2571"/>
          <p:cNvSpPr/>
          <p:nvPr/>
        </p:nvSpPr>
        <p:spPr>
          <a:xfrm>
            <a:off x="9601200" y="3364992"/>
            <a:ext cx="1188720" cy="201168"/>
          </a:xfrm>
          <a:prstGeom prst="rect">
            <a:avLst/>
          </a:prstGeom>
          <a:solidFill>
            <a:srgbClr val="E2E7EB"/>
          </a:solidFill>
          <a:ln w="12700">
            <a:solidFill>
              <a:srgbClr val="E2E7EB"/>
            </a:solidFill>
            <a:prstDash val="solid"/>
          </a:ln>
        </p:spPr>
      </p:sp>
      <p:sp>
        <p:nvSpPr>
          <p:cNvPr id="2574" name="Shape 2572"/>
          <p:cNvSpPr/>
          <p:nvPr/>
        </p:nvSpPr>
        <p:spPr>
          <a:xfrm>
            <a:off x="9601200" y="3364992"/>
            <a:ext cx="1085658" cy="201168"/>
          </a:xfrm>
          <a:prstGeom prst="rect">
            <a:avLst/>
          </a:prstGeom>
          <a:solidFill>
            <a:srgbClr val="5C4DB7">
              <a:alpha val="94000"/>
            </a:srgbClr>
          </a:solidFill>
          <a:ln w="10160">
            <a:solidFill>
              <a:srgbClr val="5C4DB7"/>
            </a:solidFill>
            <a:prstDash val="solid"/>
          </a:ln>
        </p:spPr>
      </p:sp>
      <p:sp>
        <p:nvSpPr>
          <p:cNvPr id="2575" name="Text 2573"/>
          <p:cNvSpPr/>
          <p:nvPr/>
        </p:nvSpPr>
        <p:spPr>
          <a:xfrm>
            <a:off x="10890504" y="3374136"/>
            <a:ext cx="384048" cy="164592"/>
          </a:xfrm>
          <a:prstGeom prst="rect">
            <a:avLst/>
          </a:prstGeom>
          <a:noFill/>
          <a:ln/>
        </p:spPr>
        <p:txBody>
          <a:bodyPr wrap="square" lIns="0" tIns="0" rIns="0" bIns="0" rtlCol="0" anchor="ctr"/>
          <a:lstStyle/>
          <a:p>
            <a:pPr algn="r" indent="0" marL="0">
              <a:buNone/>
            </a:pPr>
            <a:r>
              <a:rPr lang="en-US" sz="950" b="1" dirty="0">
                <a:solidFill>
                  <a:srgbClr val="263746"/>
                </a:solidFill>
              </a:rPr>
              <a:t>9.1 h</a:t>
            </a:r>
            <a:endParaRPr lang="en-US" sz="950" dirty="0"/>
          </a:p>
        </p:txBody>
      </p:sp>
      <p:sp>
        <p:nvSpPr>
          <p:cNvPr id="2576" name="Text 2574"/>
          <p:cNvSpPr/>
          <p:nvPr/>
        </p:nvSpPr>
        <p:spPr>
          <a:xfrm>
            <a:off x="9025128" y="4151376"/>
            <a:ext cx="1417320" cy="310896"/>
          </a:xfrm>
          <a:prstGeom prst="rect">
            <a:avLst/>
          </a:prstGeom>
          <a:noFill/>
          <a:ln/>
        </p:spPr>
        <p:txBody>
          <a:bodyPr wrap="square" lIns="0" tIns="0" rIns="0" bIns="0" rtlCol="0" anchor="ctr"/>
          <a:lstStyle/>
          <a:p>
            <a:pPr indent="0" marL="0">
              <a:buNone/>
            </a:pPr>
            <a:r>
              <a:rPr lang="en-US" sz="2100" b="1" dirty="0">
                <a:solidFill>
                  <a:srgbClr val="C44F4F"/>
                </a:solidFill>
                <a:latin typeface="Aptos Display" pitchFamily="34" charset="0"/>
                <a:ea typeface="Aptos Display" pitchFamily="34" charset="-122"/>
                <a:cs typeface="Aptos Display" pitchFamily="34" charset="-120"/>
              </a:rPr>
              <a:t>8.2–9.1 h</a:t>
            </a:r>
            <a:endParaRPr lang="en-US" sz="2100" dirty="0"/>
          </a:p>
        </p:txBody>
      </p:sp>
      <p:sp>
        <p:nvSpPr>
          <p:cNvPr id="2577" name="Shape 2575"/>
          <p:cNvSpPr/>
          <p:nvPr/>
        </p:nvSpPr>
        <p:spPr>
          <a:xfrm>
            <a:off x="1371600" y="2688336"/>
            <a:ext cx="6419088" cy="1207008"/>
          </a:xfrm>
          <a:prstGeom prst="roundRect">
            <a:avLst>
              <a:gd name="adj" fmla="val 3788"/>
            </a:avLst>
          </a:prstGeom>
          <a:solidFill>
            <a:srgbClr val="FFFFFF">
              <a:alpha val="95000"/>
            </a:srgbClr>
          </a:solidFill>
          <a:ln w="25400">
            <a:solidFill>
              <a:srgbClr val="5C4DB7"/>
            </a:solidFill>
            <a:prstDash val="solid"/>
          </a:ln>
          <a:effectLst>
            <a:outerShdw sx="100000" sy="100000" kx="0" ky="0" algn="bl" rotWithShape="0" blurRad="25400" dist="50800" dir="2700000">
              <a:srgbClr val="7C8790">
                <a:alpha val="22000"/>
              </a:srgbClr>
            </a:outerShdw>
          </a:effectLst>
        </p:spPr>
      </p:sp>
      <p:sp>
        <p:nvSpPr>
          <p:cNvPr id="2578" name="Text 2576"/>
          <p:cNvSpPr/>
          <p:nvPr/>
        </p:nvSpPr>
        <p:spPr>
          <a:xfrm>
            <a:off x="1664208" y="2898648"/>
            <a:ext cx="164592" cy="219456"/>
          </a:xfrm>
          <a:prstGeom prst="rect">
            <a:avLst/>
          </a:prstGeom>
          <a:noFill/>
          <a:ln/>
        </p:spPr>
        <p:txBody>
          <a:bodyPr wrap="square" lIns="0" tIns="0" rIns="0" bIns="0" rtlCol="0" anchor="ctr"/>
          <a:lstStyle/>
          <a:p>
            <a:pPr indent="0" marL="0">
              <a:buNone/>
            </a:pPr>
            <a:r>
              <a:rPr lang="en-US" sz="1800" b="1" dirty="0">
                <a:solidFill>
                  <a:srgbClr val="5C4DB7"/>
                </a:solidFill>
                <a:latin typeface="Aptos Display" pitchFamily="34" charset="0"/>
                <a:ea typeface="Aptos Display" pitchFamily="34" charset="-122"/>
                <a:cs typeface="Aptos Display" pitchFamily="34" charset="-120"/>
              </a:rPr>
              <a:t>•</a:t>
            </a:r>
            <a:endParaRPr lang="en-US" sz="1800" dirty="0"/>
          </a:p>
        </p:txBody>
      </p:sp>
      <p:sp>
        <p:nvSpPr>
          <p:cNvPr id="2579" name="Text 2577"/>
          <p:cNvSpPr/>
          <p:nvPr/>
        </p:nvSpPr>
        <p:spPr>
          <a:xfrm>
            <a:off x="1901952" y="2898648"/>
            <a:ext cx="5559552" cy="228600"/>
          </a:xfrm>
          <a:prstGeom prst="rect">
            <a:avLst/>
          </a:prstGeom>
          <a:noFill/>
          <a:ln/>
        </p:spPr>
        <p:txBody>
          <a:bodyPr wrap="square" lIns="0" tIns="0" rIns="0" bIns="0" rtlCol="0" anchor="ctr">
            <a:normAutofit/>
          </a:bodyPr>
          <a:lstStyle/>
          <a:p>
            <a:pPr algn="l" indent="0" marL="0">
              <a:buNone/>
            </a:pPr>
            <a:r>
              <a:rPr lang="en-US" sz="1600" b="1" dirty="0">
                <a:solidFill>
                  <a:srgbClr val="5C4DB7"/>
                </a:solidFill>
                <a:latin typeface="Aptos Display" pitchFamily="34" charset="0"/>
                <a:ea typeface="Aptos Display" pitchFamily="34" charset="-122"/>
                <a:cs typeface="Aptos Display" pitchFamily="34" charset="-120"/>
              </a:rPr>
              <a:t>Coupled signals leave multiple plausible explanations.</a:t>
            </a:r>
            <a:endParaRPr lang="en-US" sz="1600" dirty="0"/>
          </a:p>
        </p:txBody>
      </p:sp>
      <p:sp>
        <p:nvSpPr>
          <p:cNvPr id="2580" name="Text 2578"/>
          <p:cNvSpPr/>
          <p:nvPr/>
        </p:nvSpPr>
        <p:spPr>
          <a:xfrm>
            <a:off x="1664208" y="3282696"/>
            <a:ext cx="164592" cy="219456"/>
          </a:xfrm>
          <a:prstGeom prst="rect">
            <a:avLst/>
          </a:prstGeom>
          <a:noFill/>
          <a:ln/>
        </p:spPr>
        <p:txBody>
          <a:bodyPr wrap="square" lIns="0" tIns="0" rIns="0" bIns="0" rtlCol="0" anchor="ctr"/>
          <a:lstStyle/>
          <a:p>
            <a:pPr indent="0" marL="0">
              <a:buNone/>
            </a:pPr>
            <a:r>
              <a:rPr lang="en-US" sz="1800" b="1" dirty="0">
                <a:solidFill>
                  <a:srgbClr val="5C4DB7"/>
                </a:solidFill>
                <a:latin typeface="Aptos Display" pitchFamily="34" charset="0"/>
                <a:ea typeface="Aptos Display" pitchFamily="34" charset="-122"/>
                <a:cs typeface="Aptos Display" pitchFamily="34" charset="-120"/>
              </a:rPr>
              <a:t>•</a:t>
            </a:r>
            <a:endParaRPr lang="en-US" sz="1800" dirty="0"/>
          </a:p>
        </p:txBody>
      </p:sp>
      <p:sp>
        <p:nvSpPr>
          <p:cNvPr id="2581" name="Text 2579"/>
          <p:cNvSpPr/>
          <p:nvPr/>
        </p:nvSpPr>
        <p:spPr>
          <a:xfrm>
            <a:off x="1901952" y="3282696"/>
            <a:ext cx="5559552" cy="420624"/>
          </a:xfrm>
          <a:prstGeom prst="rect">
            <a:avLst/>
          </a:prstGeom>
          <a:noFill/>
          <a:ln/>
        </p:spPr>
        <p:txBody>
          <a:bodyPr wrap="square" lIns="0" tIns="0" rIns="0" bIns="0" rtlCol="0" anchor="ctr">
            <a:normAutofit/>
          </a:bodyPr>
          <a:lstStyle/>
          <a:p>
            <a:pPr algn="l" indent="0" marL="0">
              <a:buNone/>
            </a:pPr>
            <a:r>
              <a:rPr lang="en-US" sz="1600" b="1" dirty="0">
                <a:solidFill>
                  <a:srgbClr val="5C4DB7"/>
                </a:solidFill>
                <a:latin typeface="Aptos Display" pitchFamily="34" charset="0"/>
                <a:ea typeface="Aptos Display" pitchFamily="34" charset="-122"/>
                <a:cs typeface="Aptos Display" pitchFamily="34" charset="-120"/>
              </a:rPr>
              <a:t>Closed-loop feedback correlates inputs with disturbances, complicating system identification.</a:t>
            </a:r>
            <a:endParaRPr lang="en-US" sz="1600" dirty="0"/>
          </a:p>
        </p:txBody>
      </p:sp>
      <p:sp>
        <p:nvSpPr>
          <p:cNvPr id="2582" name="Shape 2580"/>
          <p:cNvSpPr/>
          <p:nvPr/>
        </p:nvSpPr>
        <p:spPr>
          <a:xfrm>
            <a:off x="0" y="0"/>
            <a:ext cx="12191695" cy="502920"/>
          </a:xfrm>
          <a:prstGeom prst="rect">
            <a:avLst/>
          </a:prstGeom>
          <a:solidFill>
            <a:srgbClr val="263746"/>
          </a:solidFill>
          <a:ln w="12700">
            <a:solidFill>
              <a:srgbClr val="263746"/>
            </a:solidFill>
            <a:prstDash val="solid"/>
          </a:ln>
        </p:spPr>
      </p:sp>
      <p:sp>
        <p:nvSpPr>
          <p:cNvPr id="2583" name="Shape 2581"/>
          <p:cNvSpPr/>
          <p:nvPr/>
        </p:nvSpPr>
        <p:spPr>
          <a:xfrm>
            <a:off x="0" y="484632"/>
            <a:ext cx="12191695" cy="22860"/>
          </a:xfrm>
          <a:prstGeom prst="rect">
            <a:avLst/>
          </a:prstGeom>
          <a:solidFill>
            <a:srgbClr val="5C4DB7"/>
          </a:solidFill>
          <a:ln w="12700">
            <a:solidFill>
              <a:srgbClr val="5C4DB7"/>
            </a:solidFill>
            <a:prstDash val="solid"/>
          </a:ln>
        </p:spPr>
      </p:sp>
      <p:sp>
        <p:nvSpPr>
          <p:cNvPr id="2584" name="Text 2582"/>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2585" name="Text 2583"/>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F1F4"/>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263746"/>
          </a:solidFill>
          <a:ln w="12700">
            <a:solidFill>
              <a:srgbClr val="263746"/>
            </a:solidFill>
            <a:prstDash val="solid"/>
          </a:ln>
        </p:spPr>
      </p:sp>
      <p:sp>
        <p:nvSpPr>
          <p:cNvPr id="3" name="Shape 1"/>
          <p:cNvSpPr/>
          <p:nvPr/>
        </p:nvSpPr>
        <p:spPr>
          <a:xfrm>
            <a:off x="0" y="484632"/>
            <a:ext cx="12191695" cy="22860"/>
          </a:xfrm>
          <a:prstGeom prst="rect">
            <a:avLst/>
          </a:prstGeom>
          <a:solidFill>
            <a:srgbClr val="5C4DB7"/>
          </a:solidFill>
          <a:ln w="12700">
            <a:solidFill>
              <a:srgbClr val="5C4DB7"/>
            </a:solidFill>
            <a:prstDash val="solid"/>
          </a:ln>
        </p:spPr>
      </p:sp>
      <p:sp>
        <p:nvSpPr>
          <p:cNvPr id="4" name="Text 2"/>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5" name="Text 3"/>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
        <p:nvSpPr>
          <p:cNvPr id="6" name="Text 4"/>
          <p:cNvSpPr/>
          <p:nvPr/>
        </p:nvSpPr>
        <p:spPr>
          <a:xfrm>
            <a:off x="11292840" y="6510528"/>
            <a:ext cx="347472" cy="164592"/>
          </a:xfrm>
          <a:prstGeom prst="rect">
            <a:avLst/>
          </a:prstGeom>
          <a:noFill/>
          <a:ln/>
        </p:spPr>
        <p:txBody>
          <a:bodyPr wrap="square" lIns="0" tIns="0" rIns="0" bIns="0" rtlCol="0" anchor="ctr"/>
          <a:lstStyle/>
          <a:p>
            <a:pPr algn="r" indent="0" marL="0">
              <a:buNone/>
            </a:pPr>
            <a:r>
              <a:rPr lang="en-US" sz="900" dirty="0">
                <a:solidFill>
                  <a:srgbClr val="657782"/>
                </a:solidFill>
                <a:latin typeface="Aptos" pitchFamily="34" charset="0"/>
                <a:ea typeface="Aptos" pitchFamily="34" charset="-122"/>
                <a:cs typeface="Aptos" pitchFamily="34" charset="-120"/>
              </a:rPr>
              <a:t>4</a:t>
            </a:r>
            <a:endParaRPr lang="en-US" sz="900" dirty="0"/>
          </a:p>
        </p:txBody>
      </p:sp>
      <p:sp>
        <p:nvSpPr>
          <p:cNvPr id="7" name="Text 5"/>
          <p:cNvSpPr/>
          <p:nvPr/>
        </p:nvSpPr>
        <p:spPr>
          <a:xfrm>
            <a:off x="566928" y="694944"/>
            <a:ext cx="11018520" cy="603504"/>
          </a:xfrm>
          <a:prstGeom prst="rect">
            <a:avLst/>
          </a:prstGeom>
          <a:noFill/>
          <a:ln/>
        </p:spPr>
        <p:txBody>
          <a:bodyPr wrap="square" lIns="0" tIns="0" rIns="0" bIns="0" rtlCol="0" anchor="ctr">
            <a:normAutofit/>
          </a:bodyPr>
          <a:lstStyle/>
          <a:p>
            <a:pPr indent="0" marL="0">
              <a:buNone/>
            </a:pPr>
            <a:r>
              <a:rPr lang="en-US" sz="3500" b="1" dirty="0">
                <a:solidFill>
                  <a:srgbClr val="263746"/>
                </a:solidFill>
                <a:latin typeface="Aptos Display" pitchFamily="34" charset="0"/>
                <a:ea typeface="Aptos Display" pitchFamily="34" charset="-122"/>
                <a:cs typeface="Aptos Display" pitchFamily="34" charset="-120"/>
              </a:rPr>
              <a:t>Contextualized advisory agent for transition optimization</a:t>
            </a:r>
            <a:endParaRPr lang="en-US" sz="3500" dirty="0"/>
          </a:p>
        </p:txBody>
      </p:sp>
      <p:sp>
        <p:nvSpPr>
          <p:cNvPr id="8" name="Text 6"/>
          <p:cNvSpPr/>
          <p:nvPr/>
        </p:nvSpPr>
        <p:spPr>
          <a:xfrm>
            <a:off x="594360" y="1417320"/>
            <a:ext cx="2148840" cy="182880"/>
          </a:xfrm>
          <a:prstGeom prst="rect">
            <a:avLst/>
          </a:prstGeom>
          <a:noFill/>
          <a:ln/>
        </p:spPr>
        <p:txBody>
          <a:bodyPr wrap="square" lIns="0" tIns="0" rIns="0" bIns="0" rtlCol="0" anchor="ctr"/>
          <a:lstStyle/>
          <a:p>
            <a:pPr indent="0" marL="0">
              <a:buNone/>
            </a:pPr>
            <a:r>
              <a:rPr lang="en-US" sz="1050" b="1" spc="150" kern="0" dirty="0">
                <a:solidFill>
                  <a:srgbClr val="C44F4F"/>
                </a:solidFill>
                <a:latin typeface="Aptos" pitchFamily="34" charset="0"/>
                <a:ea typeface="Aptos" pitchFamily="34" charset="-122"/>
                <a:cs typeface="Aptos" pitchFamily="34" charset="-120"/>
              </a:rPr>
              <a:t>SITE EVIDENCE</a:t>
            </a:r>
            <a:endParaRPr lang="en-US" sz="1050" dirty="0"/>
          </a:p>
        </p:txBody>
      </p:sp>
      <p:sp>
        <p:nvSpPr>
          <p:cNvPr id="9" name="Text 7"/>
          <p:cNvSpPr/>
          <p:nvPr/>
        </p:nvSpPr>
        <p:spPr>
          <a:xfrm>
            <a:off x="3346704" y="1417320"/>
            <a:ext cx="2148840" cy="182880"/>
          </a:xfrm>
          <a:prstGeom prst="rect">
            <a:avLst/>
          </a:prstGeom>
          <a:noFill/>
          <a:ln/>
        </p:spPr>
        <p:txBody>
          <a:bodyPr wrap="square" lIns="0" tIns="0" rIns="0" bIns="0" rtlCol="0" anchor="ctr"/>
          <a:lstStyle/>
          <a:p>
            <a:pPr indent="0" marL="0">
              <a:buNone/>
            </a:pPr>
            <a:r>
              <a:rPr lang="en-US" sz="1050" b="1" spc="150" kern="0" dirty="0">
                <a:solidFill>
                  <a:srgbClr val="5C4DB7"/>
                </a:solidFill>
                <a:latin typeface="Aptos" pitchFamily="34" charset="0"/>
                <a:ea typeface="Aptos" pitchFamily="34" charset="-122"/>
                <a:cs typeface="Aptos" pitchFamily="34" charset="-120"/>
              </a:rPr>
              <a:t>SEEQ PLATFORM</a:t>
            </a:r>
            <a:endParaRPr lang="en-US" sz="1050" dirty="0"/>
          </a:p>
        </p:txBody>
      </p:sp>
      <p:sp>
        <p:nvSpPr>
          <p:cNvPr id="10" name="Text 8"/>
          <p:cNvSpPr/>
          <p:nvPr/>
        </p:nvSpPr>
        <p:spPr>
          <a:xfrm>
            <a:off x="6318504" y="1417320"/>
            <a:ext cx="2606040" cy="182880"/>
          </a:xfrm>
          <a:prstGeom prst="rect">
            <a:avLst/>
          </a:prstGeom>
          <a:noFill/>
          <a:ln/>
        </p:spPr>
        <p:txBody>
          <a:bodyPr wrap="square" lIns="0" tIns="0" rIns="0" bIns="0" rtlCol="0" anchor="ctr"/>
          <a:lstStyle/>
          <a:p>
            <a:pPr indent="0" marL="0">
              <a:buNone/>
            </a:pPr>
            <a:r>
              <a:rPr lang="en-US" sz="1050" b="1" spc="150" kern="0" dirty="0">
                <a:solidFill>
                  <a:srgbClr val="168B83"/>
                </a:solidFill>
                <a:latin typeface="Aptos" pitchFamily="34" charset="0"/>
                <a:ea typeface="Aptos" pitchFamily="34" charset="-122"/>
                <a:cs typeface="Aptos" pitchFamily="34" charset="-120"/>
              </a:rPr>
              <a:t>AGENTIC INVESTIGATION</a:t>
            </a:r>
            <a:endParaRPr lang="en-US" sz="1050" dirty="0"/>
          </a:p>
        </p:txBody>
      </p:sp>
      <p:sp>
        <p:nvSpPr>
          <p:cNvPr id="11" name="Text 9"/>
          <p:cNvSpPr/>
          <p:nvPr/>
        </p:nvSpPr>
        <p:spPr>
          <a:xfrm>
            <a:off x="9272016" y="1417320"/>
            <a:ext cx="2240280" cy="182880"/>
          </a:xfrm>
          <a:prstGeom prst="rect">
            <a:avLst/>
          </a:prstGeom>
          <a:noFill/>
          <a:ln/>
        </p:spPr>
        <p:txBody>
          <a:bodyPr wrap="square" lIns="0" tIns="0" rIns="0" bIns="0" rtlCol="0" anchor="ctr"/>
          <a:lstStyle/>
          <a:p>
            <a:pPr indent="0" marL="0">
              <a:buNone/>
            </a:pPr>
            <a:r>
              <a:rPr lang="en-US" sz="1050" b="1" spc="150" kern="0" dirty="0">
                <a:solidFill>
                  <a:srgbClr val="2F7F93"/>
                </a:solidFill>
                <a:latin typeface="Aptos" pitchFamily="34" charset="0"/>
                <a:ea typeface="Aptos" pitchFamily="34" charset="-122"/>
                <a:cs typeface="Aptos" pitchFamily="34" charset="-120"/>
              </a:rPr>
              <a:t>ENGINEERING DECISION</a:t>
            </a:r>
            <a:endParaRPr lang="en-US" sz="1050" dirty="0"/>
          </a:p>
        </p:txBody>
      </p:sp>
      <p:sp>
        <p:nvSpPr>
          <p:cNvPr id="12" name="Shape 10"/>
          <p:cNvSpPr/>
          <p:nvPr/>
        </p:nvSpPr>
        <p:spPr>
          <a:xfrm>
            <a:off x="2798064" y="2139696"/>
            <a:ext cx="438912" cy="0"/>
          </a:xfrm>
          <a:prstGeom prst="line">
            <a:avLst/>
          </a:prstGeom>
          <a:noFill/>
          <a:ln w="19050">
            <a:solidFill>
              <a:srgbClr val="D7DEE4"/>
            </a:solidFill>
            <a:prstDash val="solid"/>
            <a:tailEnd type="triangle"/>
          </a:ln>
        </p:spPr>
      </p:sp>
      <p:sp>
        <p:nvSpPr>
          <p:cNvPr id="13" name="Shape 11"/>
          <p:cNvSpPr/>
          <p:nvPr/>
        </p:nvSpPr>
        <p:spPr>
          <a:xfrm>
            <a:off x="2798064" y="2807208"/>
            <a:ext cx="438912" cy="0"/>
          </a:xfrm>
          <a:prstGeom prst="line">
            <a:avLst/>
          </a:prstGeom>
          <a:noFill/>
          <a:ln w="19050">
            <a:solidFill>
              <a:srgbClr val="D7DEE4"/>
            </a:solidFill>
            <a:prstDash val="solid"/>
            <a:tailEnd type="triangle"/>
          </a:ln>
        </p:spPr>
      </p:sp>
      <p:sp>
        <p:nvSpPr>
          <p:cNvPr id="14" name="Shape 12"/>
          <p:cNvSpPr/>
          <p:nvPr/>
        </p:nvSpPr>
        <p:spPr>
          <a:xfrm>
            <a:off x="2798064" y="3474720"/>
            <a:ext cx="438912" cy="0"/>
          </a:xfrm>
          <a:prstGeom prst="line">
            <a:avLst/>
          </a:prstGeom>
          <a:noFill/>
          <a:ln w="19050">
            <a:solidFill>
              <a:srgbClr val="D7DEE4"/>
            </a:solidFill>
            <a:prstDash val="solid"/>
            <a:tailEnd type="triangle"/>
          </a:ln>
        </p:spPr>
      </p:sp>
      <p:sp>
        <p:nvSpPr>
          <p:cNvPr id="15" name="Shape 13"/>
          <p:cNvSpPr/>
          <p:nvPr/>
        </p:nvSpPr>
        <p:spPr>
          <a:xfrm>
            <a:off x="2798064" y="4142232"/>
            <a:ext cx="438912" cy="0"/>
          </a:xfrm>
          <a:prstGeom prst="line">
            <a:avLst/>
          </a:prstGeom>
          <a:noFill/>
          <a:ln w="19050">
            <a:solidFill>
              <a:srgbClr val="D7DEE4"/>
            </a:solidFill>
            <a:prstDash val="solid"/>
            <a:tailEnd type="triangle"/>
          </a:ln>
        </p:spPr>
      </p:sp>
      <p:sp>
        <p:nvSpPr>
          <p:cNvPr id="16" name="Shape 14"/>
          <p:cNvSpPr/>
          <p:nvPr/>
        </p:nvSpPr>
        <p:spPr>
          <a:xfrm>
            <a:off x="2798064" y="4809744"/>
            <a:ext cx="438912" cy="0"/>
          </a:xfrm>
          <a:prstGeom prst="line">
            <a:avLst/>
          </a:prstGeom>
          <a:noFill/>
          <a:ln w="19050">
            <a:solidFill>
              <a:srgbClr val="D7DEE4"/>
            </a:solidFill>
            <a:prstDash val="solid"/>
            <a:tailEnd type="triangle"/>
          </a:ln>
        </p:spPr>
      </p:sp>
      <p:sp>
        <p:nvSpPr>
          <p:cNvPr id="17" name="Shape 15"/>
          <p:cNvSpPr/>
          <p:nvPr/>
        </p:nvSpPr>
        <p:spPr>
          <a:xfrm>
            <a:off x="5788152" y="3282696"/>
            <a:ext cx="438912" cy="0"/>
          </a:xfrm>
          <a:prstGeom prst="line">
            <a:avLst/>
          </a:prstGeom>
          <a:noFill/>
          <a:ln w="29210">
            <a:solidFill>
              <a:srgbClr val="5C4DB7"/>
            </a:solidFill>
            <a:prstDash val="solid"/>
            <a:tailEnd type="triangle"/>
          </a:ln>
        </p:spPr>
      </p:sp>
      <p:sp>
        <p:nvSpPr>
          <p:cNvPr id="18" name="Shape 16"/>
          <p:cNvSpPr/>
          <p:nvPr/>
        </p:nvSpPr>
        <p:spPr>
          <a:xfrm>
            <a:off x="8641080" y="3282696"/>
            <a:ext cx="438912" cy="0"/>
          </a:xfrm>
          <a:prstGeom prst="line">
            <a:avLst/>
          </a:prstGeom>
          <a:noFill/>
          <a:ln w="29210">
            <a:solidFill>
              <a:srgbClr val="168B83"/>
            </a:solidFill>
            <a:prstDash val="solid"/>
            <a:tailEnd type="triangle"/>
          </a:ln>
        </p:spPr>
      </p:sp>
      <p:sp>
        <p:nvSpPr>
          <p:cNvPr id="19" name="Shape 17"/>
          <p:cNvSpPr/>
          <p:nvPr/>
        </p:nvSpPr>
        <p:spPr>
          <a:xfrm>
            <a:off x="621792" y="1956816"/>
            <a:ext cx="164592" cy="0"/>
          </a:xfrm>
          <a:prstGeom prst="line">
            <a:avLst/>
          </a:prstGeom>
          <a:noFill/>
          <a:ln w="38100">
            <a:solidFill>
              <a:srgbClr val="C44F4F"/>
            </a:solidFill>
            <a:prstDash val="solid"/>
          </a:ln>
        </p:spPr>
      </p:sp>
      <p:sp>
        <p:nvSpPr>
          <p:cNvPr id="20" name="Text 18"/>
          <p:cNvSpPr/>
          <p:nvPr/>
        </p:nvSpPr>
        <p:spPr>
          <a:xfrm>
            <a:off x="896112" y="1901952"/>
            <a:ext cx="1755648" cy="164592"/>
          </a:xfrm>
          <a:prstGeom prst="rect">
            <a:avLst/>
          </a:prstGeom>
          <a:noFill/>
          <a:ln/>
        </p:spPr>
        <p:txBody>
          <a:bodyPr wrap="square" lIns="0" tIns="0" rIns="0" bIns="0" rtlCol="0" anchor="ctr"/>
          <a:lstStyle/>
          <a:p>
            <a:pPr indent="0" marL="0">
              <a:buNone/>
            </a:pPr>
            <a:r>
              <a:rPr lang="en-US" sz="1150" b="1" dirty="0">
                <a:solidFill>
                  <a:srgbClr val="263746"/>
                </a:solidFill>
              </a:rPr>
              <a:t>PROCESS DATA</a:t>
            </a:r>
            <a:endParaRPr lang="en-US" sz="1150" dirty="0"/>
          </a:p>
        </p:txBody>
      </p:sp>
      <p:sp>
        <p:nvSpPr>
          <p:cNvPr id="21" name="Text 19"/>
          <p:cNvSpPr/>
          <p:nvPr/>
        </p:nvSpPr>
        <p:spPr>
          <a:xfrm>
            <a:off x="896112" y="2130552"/>
            <a:ext cx="1874520" cy="155448"/>
          </a:xfrm>
          <a:prstGeom prst="rect">
            <a:avLst/>
          </a:prstGeom>
          <a:noFill/>
          <a:ln/>
        </p:spPr>
        <p:txBody>
          <a:bodyPr wrap="square" lIns="0" tIns="0" rIns="0" bIns="0" rtlCol="0" anchor="ctr">
            <a:normAutofit/>
          </a:bodyPr>
          <a:lstStyle/>
          <a:p>
            <a:pPr indent="0" marL="0">
              <a:buNone/>
            </a:pPr>
            <a:r>
              <a:rPr lang="en-US" sz="950" dirty="0">
                <a:solidFill>
                  <a:srgbClr val="657782"/>
                </a:solidFill>
              </a:rPr>
              <a:t>trends · labs · events</a:t>
            </a:r>
            <a:endParaRPr lang="en-US" sz="950" dirty="0"/>
          </a:p>
        </p:txBody>
      </p:sp>
      <p:sp>
        <p:nvSpPr>
          <p:cNvPr id="22" name="Shape 20"/>
          <p:cNvSpPr/>
          <p:nvPr/>
        </p:nvSpPr>
        <p:spPr>
          <a:xfrm>
            <a:off x="621792" y="2624328"/>
            <a:ext cx="164592" cy="0"/>
          </a:xfrm>
          <a:prstGeom prst="line">
            <a:avLst/>
          </a:prstGeom>
          <a:noFill/>
          <a:ln w="38100">
            <a:solidFill>
              <a:srgbClr val="C44F4F"/>
            </a:solidFill>
            <a:prstDash val="solid"/>
          </a:ln>
        </p:spPr>
      </p:sp>
      <p:sp>
        <p:nvSpPr>
          <p:cNvPr id="23" name="Text 21"/>
          <p:cNvSpPr/>
          <p:nvPr/>
        </p:nvSpPr>
        <p:spPr>
          <a:xfrm>
            <a:off x="896112" y="2569464"/>
            <a:ext cx="1755648" cy="164592"/>
          </a:xfrm>
          <a:prstGeom prst="rect">
            <a:avLst/>
          </a:prstGeom>
          <a:noFill/>
          <a:ln/>
        </p:spPr>
        <p:txBody>
          <a:bodyPr wrap="square" lIns="0" tIns="0" rIns="0" bIns="0" rtlCol="0" anchor="ctr"/>
          <a:lstStyle/>
          <a:p>
            <a:pPr indent="0" marL="0">
              <a:buNone/>
            </a:pPr>
            <a:r>
              <a:rPr lang="en-US" sz="1150" b="1" dirty="0">
                <a:solidFill>
                  <a:srgbClr val="263746"/>
                </a:solidFill>
              </a:rPr>
              <a:t>CONTROL STATE</a:t>
            </a:r>
            <a:endParaRPr lang="en-US" sz="1150" dirty="0"/>
          </a:p>
        </p:txBody>
      </p:sp>
      <p:sp>
        <p:nvSpPr>
          <p:cNvPr id="24" name="Text 22"/>
          <p:cNvSpPr/>
          <p:nvPr/>
        </p:nvSpPr>
        <p:spPr>
          <a:xfrm>
            <a:off x="896112" y="2798064"/>
            <a:ext cx="1874520" cy="155448"/>
          </a:xfrm>
          <a:prstGeom prst="rect">
            <a:avLst/>
          </a:prstGeom>
          <a:noFill/>
          <a:ln/>
        </p:spPr>
        <p:txBody>
          <a:bodyPr wrap="square" lIns="0" tIns="0" rIns="0" bIns="0" rtlCol="0" anchor="ctr">
            <a:normAutofit/>
          </a:bodyPr>
          <a:lstStyle/>
          <a:p>
            <a:pPr indent="0" marL="0">
              <a:buNone/>
            </a:pPr>
            <a:r>
              <a:rPr lang="en-US" sz="950" dirty="0">
                <a:solidFill>
                  <a:srgbClr val="657782"/>
                </a:solidFill>
              </a:rPr>
              <a:t>modes · saturation · bias</a:t>
            </a:r>
            <a:endParaRPr lang="en-US" sz="950" dirty="0"/>
          </a:p>
        </p:txBody>
      </p:sp>
      <p:sp>
        <p:nvSpPr>
          <p:cNvPr id="25" name="Shape 23"/>
          <p:cNvSpPr/>
          <p:nvPr/>
        </p:nvSpPr>
        <p:spPr>
          <a:xfrm>
            <a:off x="621792" y="3291840"/>
            <a:ext cx="164592" cy="0"/>
          </a:xfrm>
          <a:prstGeom prst="line">
            <a:avLst/>
          </a:prstGeom>
          <a:noFill/>
          <a:ln w="38100">
            <a:solidFill>
              <a:srgbClr val="C44F4F"/>
            </a:solidFill>
            <a:prstDash val="solid"/>
          </a:ln>
        </p:spPr>
      </p:sp>
      <p:sp>
        <p:nvSpPr>
          <p:cNvPr id="26" name="Text 24"/>
          <p:cNvSpPr/>
          <p:nvPr/>
        </p:nvSpPr>
        <p:spPr>
          <a:xfrm>
            <a:off x="896112" y="3236976"/>
            <a:ext cx="1755648" cy="164592"/>
          </a:xfrm>
          <a:prstGeom prst="rect">
            <a:avLst/>
          </a:prstGeom>
          <a:noFill/>
          <a:ln/>
        </p:spPr>
        <p:txBody>
          <a:bodyPr wrap="square" lIns="0" tIns="0" rIns="0" bIns="0" rtlCol="0" anchor="ctr"/>
          <a:lstStyle/>
          <a:p>
            <a:pPr indent="0" marL="0">
              <a:buNone/>
            </a:pPr>
            <a:r>
              <a:rPr lang="en-US" sz="1150" b="1" dirty="0">
                <a:solidFill>
                  <a:srgbClr val="263746"/>
                </a:solidFill>
              </a:rPr>
              <a:t>PROCESS KNOWLEDGE</a:t>
            </a:r>
            <a:endParaRPr lang="en-US" sz="1150" dirty="0"/>
          </a:p>
        </p:txBody>
      </p:sp>
      <p:sp>
        <p:nvSpPr>
          <p:cNvPr id="27" name="Text 25"/>
          <p:cNvSpPr/>
          <p:nvPr/>
        </p:nvSpPr>
        <p:spPr>
          <a:xfrm>
            <a:off x="896112" y="3465576"/>
            <a:ext cx="1874520" cy="155448"/>
          </a:xfrm>
          <a:prstGeom prst="rect">
            <a:avLst/>
          </a:prstGeom>
          <a:noFill/>
          <a:ln/>
        </p:spPr>
        <p:txBody>
          <a:bodyPr wrap="square" lIns="0" tIns="0" rIns="0" bIns="0" rtlCol="0" anchor="ctr">
            <a:normAutofit/>
          </a:bodyPr>
          <a:lstStyle/>
          <a:p>
            <a:pPr indent="0" marL="0">
              <a:buNone/>
            </a:pPr>
            <a:r>
              <a:rPr lang="en-US" sz="950" dirty="0">
                <a:solidFill>
                  <a:srgbClr val="657782"/>
                </a:solidFill>
              </a:rPr>
              <a:t>constraints · implications · SOPs</a:t>
            </a:r>
            <a:endParaRPr lang="en-US" sz="950" dirty="0"/>
          </a:p>
        </p:txBody>
      </p:sp>
      <p:sp>
        <p:nvSpPr>
          <p:cNvPr id="28" name="Shape 26"/>
          <p:cNvSpPr/>
          <p:nvPr/>
        </p:nvSpPr>
        <p:spPr>
          <a:xfrm>
            <a:off x="621792" y="3959352"/>
            <a:ext cx="164592" cy="0"/>
          </a:xfrm>
          <a:prstGeom prst="line">
            <a:avLst/>
          </a:prstGeom>
          <a:noFill/>
          <a:ln w="38100">
            <a:solidFill>
              <a:srgbClr val="C44F4F"/>
            </a:solidFill>
            <a:prstDash val="solid"/>
          </a:ln>
        </p:spPr>
      </p:sp>
      <p:sp>
        <p:nvSpPr>
          <p:cNvPr id="29" name="Text 27"/>
          <p:cNvSpPr/>
          <p:nvPr/>
        </p:nvSpPr>
        <p:spPr>
          <a:xfrm>
            <a:off x="896112" y="3904488"/>
            <a:ext cx="1755648" cy="164592"/>
          </a:xfrm>
          <a:prstGeom prst="rect">
            <a:avLst/>
          </a:prstGeom>
          <a:noFill/>
          <a:ln/>
        </p:spPr>
        <p:txBody>
          <a:bodyPr wrap="square" lIns="0" tIns="0" rIns="0" bIns="0" rtlCol="0" anchor="ctr"/>
          <a:lstStyle/>
          <a:p>
            <a:pPr indent="0" marL="0">
              <a:buNone/>
            </a:pPr>
            <a:r>
              <a:rPr lang="en-US" sz="1150" b="1" dirty="0">
                <a:solidFill>
                  <a:srgbClr val="263746"/>
                </a:solidFill>
              </a:rPr>
              <a:t>TRANSITION HISTORY</a:t>
            </a:r>
            <a:endParaRPr lang="en-US" sz="1150" dirty="0"/>
          </a:p>
        </p:txBody>
      </p:sp>
      <p:sp>
        <p:nvSpPr>
          <p:cNvPr id="30" name="Text 28"/>
          <p:cNvSpPr/>
          <p:nvPr/>
        </p:nvSpPr>
        <p:spPr>
          <a:xfrm>
            <a:off x="896112" y="4133088"/>
            <a:ext cx="1874520" cy="155448"/>
          </a:xfrm>
          <a:prstGeom prst="rect">
            <a:avLst/>
          </a:prstGeom>
          <a:noFill/>
          <a:ln/>
        </p:spPr>
        <p:txBody>
          <a:bodyPr wrap="square" lIns="0" tIns="0" rIns="0" bIns="0" rtlCol="0" anchor="ctr">
            <a:normAutofit/>
          </a:bodyPr>
          <a:lstStyle/>
          <a:p>
            <a:pPr indent="0" marL="0">
              <a:buNone/>
            </a:pPr>
            <a:r>
              <a:rPr lang="en-US" sz="950" dirty="0">
                <a:solidFill>
                  <a:srgbClr val="657782"/>
                </a:solidFill>
              </a:rPr>
              <a:t>peers · prior actions · outcomes</a:t>
            </a:r>
            <a:endParaRPr lang="en-US" sz="950" dirty="0"/>
          </a:p>
        </p:txBody>
      </p:sp>
      <p:sp>
        <p:nvSpPr>
          <p:cNvPr id="31" name="Shape 29"/>
          <p:cNvSpPr/>
          <p:nvPr/>
        </p:nvSpPr>
        <p:spPr>
          <a:xfrm>
            <a:off x="621792" y="4626864"/>
            <a:ext cx="164592" cy="0"/>
          </a:xfrm>
          <a:prstGeom prst="line">
            <a:avLst/>
          </a:prstGeom>
          <a:noFill/>
          <a:ln w="38100">
            <a:solidFill>
              <a:srgbClr val="5C4DB7"/>
            </a:solidFill>
            <a:prstDash val="solid"/>
          </a:ln>
        </p:spPr>
      </p:sp>
      <p:sp>
        <p:nvSpPr>
          <p:cNvPr id="32" name="Text 30"/>
          <p:cNvSpPr/>
          <p:nvPr/>
        </p:nvSpPr>
        <p:spPr>
          <a:xfrm>
            <a:off x="896112" y="4572000"/>
            <a:ext cx="1755648" cy="164592"/>
          </a:xfrm>
          <a:prstGeom prst="rect">
            <a:avLst/>
          </a:prstGeom>
          <a:noFill/>
          <a:ln/>
        </p:spPr>
        <p:txBody>
          <a:bodyPr wrap="square" lIns="0" tIns="0" rIns="0" bIns="0" rtlCol="0" anchor="ctr"/>
          <a:lstStyle/>
          <a:p>
            <a:pPr indent="0" marL="0">
              <a:buNone/>
            </a:pPr>
            <a:r>
              <a:rPr lang="en-US" sz="1150" b="1" dirty="0">
                <a:solidFill>
                  <a:srgbClr val="263746"/>
                </a:solidFill>
              </a:rPr>
              <a:t>APC</a:t>
            </a:r>
            <a:endParaRPr lang="en-US" sz="1150" dirty="0"/>
          </a:p>
        </p:txBody>
      </p:sp>
      <p:sp>
        <p:nvSpPr>
          <p:cNvPr id="33" name="Text 31"/>
          <p:cNvSpPr/>
          <p:nvPr/>
        </p:nvSpPr>
        <p:spPr>
          <a:xfrm>
            <a:off x="896112" y="4800600"/>
            <a:ext cx="1874520" cy="155448"/>
          </a:xfrm>
          <a:prstGeom prst="rect">
            <a:avLst/>
          </a:prstGeom>
          <a:noFill/>
          <a:ln/>
        </p:spPr>
        <p:txBody>
          <a:bodyPr wrap="square" lIns="0" tIns="0" rIns="0" bIns="0" rtlCol="0" anchor="ctr">
            <a:normAutofit/>
          </a:bodyPr>
          <a:lstStyle/>
          <a:p>
            <a:pPr indent="0" marL="0">
              <a:buNone/>
            </a:pPr>
            <a:r>
              <a:rPr lang="en-US" sz="950" dirty="0">
                <a:solidFill>
                  <a:srgbClr val="657782"/>
                </a:solidFill>
              </a:rPr>
              <a:t>targets · constraints · tuning</a:t>
            </a:r>
            <a:endParaRPr lang="en-US" sz="950" dirty="0"/>
          </a:p>
        </p:txBody>
      </p:sp>
      <p:sp>
        <p:nvSpPr>
          <p:cNvPr id="34" name="Shape 32"/>
          <p:cNvSpPr/>
          <p:nvPr/>
        </p:nvSpPr>
        <p:spPr>
          <a:xfrm>
            <a:off x="3291840" y="1847088"/>
            <a:ext cx="2450592" cy="3310128"/>
          </a:xfrm>
          <a:prstGeom prst="roundRect">
            <a:avLst>
              <a:gd name="adj" fmla="val 1866"/>
            </a:avLst>
          </a:prstGeom>
          <a:solidFill>
            <a:srgbClr val="F0EDFB"/>
          </a:solidFill>
          <a:ln w="17780">
            <a:solidFill>
              <a:srgbClr val="5C4DB7"/>
            </a:solidFill>
            <a:prstDash val="solid"/>
          </a:ln>
        </p:spPr>
      </p:sp>
      <p:sp>
        <p:nvSpPr>
          <p:cNvPr id="35" name="Shape 33"/>
          <p:cNvSpPr/>
          <p:nvPr/>
        </p:nvSpPr>
        <p:spPr>
          <a:xfrm>
            <a:off x="3291840" y="1847088"/>
            <a:ext cx="2450592" cy="594360"/>
          </a:xfrm>
          <a:prstGeom prst="rect">
            <a:avLst/>
          </a:prstGeom>
          <a:solidFill>
            <a:srgbClr val="5C4DB7"/>
          </a:solidFill>
          <a:ln w="12700">
            <a:solidFill>
              <a:srgbClr val="5C4DB7"/>
            </a:solidFill>
            <a:prstDash val="solid"/>
          </a:ln>
        </p:spPr>
      </p:sp>
      <p:sp>
        <p:nvSpPr>
          <p:cNvPr id="36" name="Text 34"/>
          <p:cNvSpPr/>
          <p:nvPr/>
        </p:nvSpPr>
        <p:spPr>
          <a:xfrm>
            <a:off x="3511296" y="2039112"/>
            <a:ext cx="2011680" cy="182880"/>
          </a:xfrm>
          <a:prstGeom prst="rect">
            <a:avLst/>
          </a:prstGeom>
          <a:noFill/>
          <a:ln/>
        </p:spPr>
        <p:txBody>
          <a:bodyPr wrap="square" lIns="0" tIns="0" rIns="0" bIns="0" rtlCol="0" anchor="ctr"/>
          <a:lstStyle/>
          <a:p>
            <a:pPr algn="ctr" indent="0" marL="0">
              <a:buNone/>
            </a:pPr>
            <a:r>
              <a:rPr lang="en-US" sz="1350" b="1" spc="55" kern="0" dirty="0">
                <a:solidFill>
                  <a:srgbClr val="FFFFFF"/>
                </a:solidFill>
              </a:rPr>
              <a:t>SEEQ INTELLIGENCE</a:t>
            </a:r>
            <a:endParaRPr lang="en-US" sz="1350" dirty="0"/>
          </a:p>
        </p:txBody>
      </p:sp>
      <p:sp>
        <p:nvSpPr>
          <p:cNvPr id="37" name="Text 35"/>
          <p:cNvSpPr/>
          <p:nvPr/>
        </p:nvSpPr>
        <p:spPr>
          <a:xfrm>
            <a:off x="3511296" y="2624328"/>
            <a:ext cx="2011680" cy="155448"/>
          </a:xfrm>
          <a:prstGeom prst="rect">
            <a:avLst/>
          </a:prstGeom>
          <a:noFill/>
          <a:ln/>
        </p:spPr>
        <p:txBody>
          <a:bodyPr wrap="square" lIns="0" tIns="0" rIns="0" bIns="0" rtlCol="0" anchor="ctr"/>
          <a:lstStyle/>
          <a:p>
            <a:pPr algn="ctr" indent="0" marL="0">
              <a:buNone/>
            </a:pPr>
            <a:r>
              <a:rPr lang="en-US" sz="1080" b="1" dirty="0">
                <a:solidFill>
                  <a:srgbClr val="5C4DB7"/>
                </a:solidFill>
              </a:rPr>
              <a:t>CONTEXTUALIZED DATA</a:t>
            </a:r>
            <a:endParaRPr lang="en-US" sz="1080" dirty="0"/>
          </a:p>
        </p:txBody>
      </p:sp>
      <p:sp>
        <p:nvSpPr>
          <p:cNvPr id="38" name="Text 36"/>
          <p:cNvSpPr/>
          <p:nvPr/>
        </p:nvSpPr>
        <p:spPr>
          <a:xfrm>
            <a:off x="3511296" y="2834640"/>
            <a:ext cx="2011680" cy="146304"/>
          </a:xfrm>
          <a:prstGeom prst="rect">
            <a:avLst/>
          </a:prstGeom>
          <a:noFill/>
          <a:ln/>
        </p:spPr>
        <p:txBody>
          <a:bodyPr wrap="square" lIns="0" tIns="0" rIns="0" bIns="0" rtlCol="0" anchor="ctr">
            <a:normAutofit/>
          </a:bodyPr>
          <a:lstStyle/>
          <a:p>
            <a:pPr algn="ctr" indent="0" marL="0">
              <a:buNone/>
            </a:pPr>
            <a:r>
              <a:rPr lang="en-US" sz="920" dirty="0">
                <a:solidFill>
                  <a:srgbClr val="263746"/>
                </a:solidFill>
              </a:rPr>
              <a:t>signals · assets · conditions</a:t>
            </a:r>
            <a:endParaRPr lang="en-US" sz="920" dirty="0"/>
          </a:p>
        </p:txBody>
      </p:sp>
      <p:sp>
        <p:nvSpPr>
          <p:cNvPr id="39" name="Shape 37"/>
          <p:cNvSpPr/>
          <p:nvPr/>
        </p:nvSpPr>
        <p:spPr>
          <a:xfrm>
            <a:off x="3511296" y="3127248"/>
            <a:ext cx="2011680" cy="0"/>
          </a:xfrm>
          <a:prstGeom prst="line">
            <a:avLst/>
          </a:prstGeom>
          <a:noFill/>
          <a:ln w="10160">
            <a:solidFill>
              <a:srgbClr val="D5CFF2"/>
            </a:solidFill>
            <a:prstDash val="solid"/>
          </a:ln>
        </p:spPr>
      </p:sp>
      <p:sp>
        <p:nvSpPr>
          <p:cNvPr id="40" name="Text 38"/>
          <p:cNvSpPr/>
          <p:nvPr/>
        </p:nvSpPr>
        <p:spPr>
          <a:xfrm>
            <a:off x="3511296" y="3236976"/>
            <a:ext cx="2011680" cy="155448"/>
          </a:xfrm>
          <a:prstGeom prst="rect">
            <a:avLst/>
          </a:prstGeom>
          <a:noFill/>
          <a:ln/>
        </p:spPr>
        <p:txBody>
          <a:bodyPr wrap="square" lIns="0" tIns="0" rIns="0" bIns="0" rtlCol="0" anchor="ctr"/>
          <a:lstStyle/>
          <a:p>
            <a:pPr algn="ctr" indent="0" marL="0">
              <a:buNone/>
            </a:pPr>
            <a:r>
              <a:rPr lang="en-US" sz="1080" b="1" dirty="0">
                <a:solidFill>
                  <a:srgbClr val="5C4DB7"/>
                </a:solidFill>
              </a:rPr>
              <a:t>ANALYTICS + ML</a:t>
            </a:r>
            <a:endParaRPr lang="en-US" sz="1080" dirty="0"/>
          </a:p>
        </p:txBody>
      </p:sp>
      <p:sp>
        <p:nvSpPr>
          <p:cNvPr id="41" name="Text 39"/>
          <p:cNvSpPr/>
          <p:nvPr/>
        </p:nvSpPr>
        <p:spPr>
          <a:xfrm>
            <a:off x="3511296" y="3447288"/>
            <a:ext cx="2011680" cy="146304"/>
          </a:xfrm>
          <a:prstGeom prst="rect">
            <a:avLst/>
          </a:prstGeom>
          <a:noFill/>
          <a:ln/>
        </p:spPr>
        <p:txBody>
          <a:bodyPr wrap="square" lIns="0" tIns="0" rIns="0" bIns="0" rtlCol="0" anchor="ctr">
            <a:normAutofit/>
          </a:bodyPr>
          <a:lstStyle/>
          <a:p>
            <a:pPr algn="ctr" indent="0" marL="0">
              <a:buNone/>
            </a:pPr>
            <a:r>
              <a:rPr lang="en-US" sz="920" dirty="0">
                <a:solidFill>
                  <a:srgbClr val="263746"/>
                </a:solidFill>
              </a:rPr>
              <a:t>events · models · calculations</a:t>
            </a:r>
            <a:endParaRPr lang="en-US" sz="920" dirty="0"/>
          </a:p>
        </p:txBody>
      </p:sp>
      <p:sp>
        <p:nvSpPr>
          <p:cNvPr id="42" name="Shape 40"/>
          <p:cNvSpPr/>
          <p:nvPr/>
        </p:nvSpPr>
        <p:spPr>
          <a:xfrm>
            <a:off x="3511296" y="3739896"/>
            <a:ext cx="2011680" cy="0"/>
          </a:xfrm>
          <a:prstGeom prst="line">
            <a:avLst/>
          </a:prstGeom>
          <a:noFill/>
          <a:ln w="10160">
            <a:solidFill>
              <a:srgbClr val="D5CFF2"/>
            </a:solidFill>
            <a:prstDash val="solid"/>
          </a:ln>
        </p:spPr>
      </p:sp>
      <p:sp>
        <p:nvSpPr>
          <p:cNvPr id="43" name="Text 41"/>
          <p:cNvSpPr/>
          <p:nvPr/>
        </p:nvSpPr>
        <p:spPr>
          <a:xfrm>
            <a:off x="3511296" y="3849624"/>
            <a:ext cx="2011680" cy="155448"/>
          </a:xfrm>
          <a:prstGeom prst="rect">
            <a:avLst/>
          </a:prstGeom>
          <a:noFill/>
          <a:ln/>
        </p:spPr>
        <p:txBody>
          <a:bodyPr wrap="square" lIns="0" tIns="0" rIns="0" bIns="0" rtlCol="0" anchor="ctr"/>
          <a:lstStyle/>
          <a:p>
            <a:pPr algn="ctr" indent="0" marL="0">
              <a:buNone/>
            </a:pPr>
            <a:r>
              <a:rPr lang="en-US" sz="1080" b="1" dirty="0">
                <a:solidFill>
                  <a:srgbClr val="5C4DB7"/>
                </a:solidFill>
              </a:rPr>
              <a:t>KNOWLEDGE</a:t>
            </a:r>
            <a:endParaRPr lang="en-US" sz="1080" dirty="0"/>
          </a:p>
        </p:txBody>
      </p:sp>
      <p:sp>
        <p:nvSpPr>
          <p:cNvPr id="44" name="Text 42"/>
          <p:cNvSpPr/>
          <p:nvPr/>
        </p:nvSpPr>
        <p:spPr>
          <a:xfrm>
            <a:off x="3511296" y="4059936"/>
            <a:ext cx="2011680" cy="146304"/>
          </a:xfrm>
          <a:prstGeom prst="rect">
            <a:avLst/>
          </a:prstGeom>
          <a:noFill/>
          <a:ln/>
        </p:spPr>
        <p:txBody>
          <a:bodyPr wrap="square" lIns="0" tIns="0" rIns="0" bIns="0" rtlCol="0" anchor="ctr">
            <a:normAutofit/>
          </a:bodyPr>
          <a:lstStyle/>
          <a:p>
            <a:pPr algn="ctr" indent="0" marL="0">
              <a:buNone/>
            </a:pPr>
            <a:r>
              <a:rPr lang="en-US" sz="920" dirty="0">
                <a:solidFill>
                  <a:srgbClr val="263746"/>
                </a:solidFill>
              </a:rPr>
              <a:t>documents · prior analyses</a:t>
            </a:r>
            <a:endParaRPr lang="en-US" sz="920" dirty="0"/>
          </a:p>
        </p:txBody>
      </p:sp>
      <p:sp>
        <p:nvSpPr>
          <p:cNvPr id="45" name="Shape 43"/>
          <p:cNvSpPr/>
          <p:nvPr/>
        </p:nvSpPr>
        <p:spPr>
          <a:xfrm>
            <a:off x="3511296" y="4352544"/>
            <a:ext cx="2011680" cy="0"/>
          </a:xfrm>
          <a:prstGeom prst="line">
            <a:avLst/>
          </a:prstGeom>
          <a:noFill/>
          <a:ln w="10160">
            <a:solidFill>
              <a:srgbClr val="D5CFF2"/>
            </a:solidFill>
            <a:prstDash val="solid"/>
          </a:ln>
        </p:spPr>
      </p:sp>
      <p:sp>
        <p:nvSpPr>
          <p:cNvPr id="46" name="Text 44"/>
          <p:cNvSpPr/>
          <p:nvPr/>
        </p:nvSpPr>
        <p:spPr>
          <a:xfrm>
            <a:off x="3511296" y="4462272"/>
            <a:ext cx="2011680" cy="155448"/>
          </a:xfrm>
          <a:prstGeom prst="rect">
            <a:avLst/>
          </a:prstGeom>
          <a:noFill/>
          <a:ln/>
        </p:spPr>
        <p:txBody>
          <a:bodyPr wrap="square" lIns="0" tIns="0" rIns="0" bIns="0" rtlCol="0" anchor="ctr"/>
          <a:lstStyle/>
          <a:p>
            <a:pPr algn="ctr" indent="0" marL="0">
              <a:buNone/>
            </a:pPr>
            <a:r>
              <a:rPr lang="en-US" sz="1080" b="1" dirty="0">
                <a:solidFill>
                  <a:srgbClr val="5C4DB7"/>
                </a:solidFill>
              </a:rPr>
              <a:t>AGENT TOOLS</a:t>
            </a:r>
            <a:endParaRPr lang="en-US" sz="1080" dirty="0"/>
          </a:p>
        </p:txBody>
      </p:sp>
      <p:sp>
        <p:nvSpPr>
          <p:cNvPr id="47" name="Text 45"/>
          <p:cNvSpPr/>
          <p:nvPr/>
        </p:nvSpPr>
        <p:spPr>
          <a:xfrm>
            <a:off x="3511296" y="4672584"/>
            <a:ext cx="2011680" cy="146304"/>
          </a:xfrm>
          <a:prstGeom prst="rect">
            <a:avLst/>
          </a:prstGeom>
          <a:noFill/>
          <a:ln/>
        </p:spPr>
        <p:txBody>
          <a:bodyPr wrap="square" lIns="0" tIns="0" rIns="0" bIns="0" rtlCol="0" anchor="ctr">
            <a:normAutofit/>
          </a:bodyPr>
          <a:lstStyle/>
          <a:p>
            <a:pPr algn="ctr" indent="0" marL="0">
              <a:buNone/>
            </a:pPr>
            <a:r>
              <a:rPr lang="en-US" sz="920" dirty="0">
                <a:solidFill>
                  <a:srgbClr val="263746"/>
                </a:solidFill>
              </a:rPr>
              <a:t>search · trend · calculate</a:t>
            </a:r>
            <a:endParaRPr lang="en-US" sz="920" dirty="0"/>
          </a:p>
        </p:txBody>
      </p:sp>
      <p:sp>
        <p:nvSpPr>
          <p:cNvPr id="48" name="Text 46"/>
          <p:cNvSpPr/>
          <p:nvPr/>
        </p:nvSpPr>
        <p:spPr>
          <a:xfrm>
            <a:off x="3511296" y="4965192"/>
            <a:ext cx="2011680" cy="128016"/>
          </a:xfrm>
          <a:prstGeom prst="rect">
            <a:avLst/>
          </a:prstGeom>
          <a:noFill/>
          <a:ln/>
        </p:spPr>
        <p:txBody>
          <a:bodyPr wrap="square" lIns="0" tIns="0" rIns="0" bIns="0" rtlCol="0" anchor="ctr">
            <a:normAutofit/>
          </a:bodyPr>
          <a:lstStyle/>
          <a:p>
            <a:pPr algn="ctr" indent="0" marL="0">
              <a:buNone/>
            </a:pPr>
            <a:r>
              <a:rPr lang="en-US" sz="820" b="1" dirty="0">
                <a:solidFill>
                  <a:srgbClr val="5C4DB7"/>
                </a:solidFill>
              </a:rPr>
              <a:t>AUGMENTS EXISTING ANALYTICS + ML</a:t>
            </a:r>
            <a:endParaRPr lang="en-US" sz="820" dirty="0"/>
          </a:p>
        </p:txBody>
      </p:sp>
      <p:sp>
        <p:nvSpPr>
          <p:cNvPr id="49" name="Shape 47"/>
          <p:cNvSpPr/>
          <p:nvPr/>
        </p:nvSpPr>
        <p:spPr>
          <a:xfrm>
            <a:off x="6272784" y="1847088"/>
            <a:ext cx="2322576" cy="3310128"/>
          </a:xfrm>
          <a:prstGeom prst="roundRect">
            <a:avLst>
              <a:gd name="adj" fmla="val 1969"/>
            </a:avLst>
          </a:prstGeom>
          <a:solidFill>
            <a:srgbClr val="E5F3F1"/>
          </a:solidFill>
          <a:ln w="17780">
            <a:solidFill>
              <a:srgbClr val="168B83"/>
            </a:solidFill>
            <a:prstDash val="solid"/>
          </a:ln>
        </p:spPr>
      </p:sp>
      <p:sp>
        <p:nvSpPr>
          <p:cNvPr id="50" name="Text 48"/>
          <p:cNvSpPr/>
          <p:nvPr/>
        </p:nvSpPr>
        <p:spPr>
          <a:xfrm>
            <a:off x="6492240" y="2084832"/>
            <a:ext cx="1883664" cy="228600"/>
          </a:xfrm>
          <a:prstGeom prst="rect">
            <a:avLst/>
          </a:prstGeom>
          <a:noFill/>
          <a:ln/>
        </p:spPr>
        <p:txBody>
          <a:bodyPr wrap="square" lIns="0" tIns="0" rIns="0" bIns="0" rtlCol="0" anchor="ctr"/>
          <a:lstStyle/>
          <a:p>
            <a:pPr algn="ctr" indent="0" marL="0">
              <a:buNone/>
            </a:pPr>
            <a:r>
              <a:rPr lang="en-US" sz="1500" b="1" dirty="0">
                <a:solidFill>
                  <a:srgbClr val="168B83"/>
                </a:solidFill>
              </a:rPr>
              <a:t>TRANSITION AGENT</a:t>
            </a:r>
            <a:endParaRPr lang="en-US" sz="1500" dirty="0"/>
          </a:p>
        </p:txBody>
      </p:sp>
      <p:sp>
        <p:nvSpPr>
          <p:cNvPr id="51" name="Shape 49"/>
          <p:cNvSpPr/>
          <p:nvPr/>
        </p:nvSpPr>
        <p:spPr>
          <a:xfrm>
            <a:off x="6565392" y="2642616"/>
            <a:ext cx="347472" cy="347472"/>
          </a:xfrm>
          <a:prstGeom prst="ellipse">
            <a:avLst/>
          </a:prstGeom>
          <a:solidFill>
            <a:srgbClr val="168B83"/>
          </a:solidFill>
          <a:ln w="12700">
            <a:solidFill>
              <a:srgbClr val="168B83"/>
            </a:solidFill>
            <a:prstDash val="solid"/>
          </a:ln>
        </p:spPr>
      </p:sp>
      <p:sp>
        <p:nvSpPr>
          <p:cNvPr id="52" name="Text 50"/>
          <p:cNvSpPr/>
          <p:nvPr/>
        </p:nvSpPr>
        <p:spPr>
          <a:xfrm>
            <a:off x="6565392" y="2743200"/>
            <a:ext cx="347472" cy="118872"/>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53" name="Text 51"/>
          <p:cNvSpPr/>
          <p:nvPr/>
        </p:nvSpPr>
        <p:spPr>
          <a:xfrm>
            <a:off x="7132320" y="2715768"/>
            <a:ext cx="1188720" cy="164592"/>
          </a:xfrm>
          <a:prstGeom prst="rect">
            <a:avLst/>
          </a:prstGeom>
          <a:noFill/>
          <a:ln/>
        </p:spPr>
        <p:txBody>
          <a:bodyPr wrap="square" lIns="0" tIns="0" rIns="0" bIns="0" rtlCol="0" anchor="ctr">
            <a:normAutofit/>
          </a:bodyPr>
          <a:lstStyle/>
          <a:p>
            <a:pPr indent="0" marL="0">
              <a:buNone/>
            </a:pPr>
            <a:r>
              <a:rPr lang="en-US" sz="1250" b="1" spc="45" kern="0" dirty="0">
                <a:solidFill>
                  <a:srgbClr val="263746"/>
                </a:solidFill>
              </a:rPr>
              <a:t>LOOK UP</a:t>
            </a:r>
            <a:endParaRPr lang="en-US" sz="1250" dirty="0"/>
          </a:p>
        </p:txBody>
      </p:sp>
      <p:sp>
        <p:nvSpPr>
          <p:cNvPr id="54" name="Text 52"/>
          <p:cNvSpPr/>
          <p:nvPr/>
        </p:nvSpPr>
        <p:spPr>
          <a:xfrm>
            <a:off x="6629400" y="3008376"/>
            <a:ext cx="201168" cy="146304"/>
          </a:xfrm>
          <a:prstGeom prst="rect">
            <a:avLst/>
          </a:prstGeom>
          <a:noFill/>
          <a:ln/>
        </p:spPr>
        <p:txBody>
          <a:bodyPr wrap="square" lIns="0" tIns="0" rIns="0" bIns="0" rtlCol="0" anchor="ctr"/>
          <a:lstStyle/>
          <a:p>
            <a:pPr algn="ctr" indent="0" marL="0">
              <a:buNone/>
            </a:pPr>
            <a:r>
              <a:rPr lang="en-US" sz="1000" b="1" dirty="0">
                <a:solidFill>
                  <a:srgbClr val="168B83"/>
                </a:solidFill>
              </a:rPr>
              <a:t>↓</a:t>
            </a:r>
            <a:endParaRPr lang="en-US" sz="1000" dirty="0"/>
          </a:p>
        </p:txBody>
      </p:sp>
      <p:sp>
        <p:nvSpPr>
          <p:cNvPr id="55" name="Shape 53"/>
          <p:cNvSpPr/>
          <p:nvPr/>
        </p:nvSpPr>
        <p:spPr>
          <a:xfrm>
            <a:off x="6565392" y="3172968"/>
            <a:ext cx="347472" cy="347472"/>
          </a:xfrm>
          <a:prstGeom prst="ellipse">
            <a:avLst/>
          </a:prstGeom>
          <a:solidFill>
            <a:srgbClr val="168B83"/>
          </a:solidFill>
          <a:ln w="12700">
            <a:solidFill>
              <a:srgbClr val="168B83"/>
            </a:solidFill>
            <a:prstDash val="solid"/>
          </a:ln>
        </p:spPr>
      </p:sp>
      <p:sp>
        <p:nvSpPr>
          <p:cNvPr id="56" name="Text 54"/>
          <p:cNvSpPr/>
          <p:nvPr/>
        </p:nvSpPr>
        <p:spPr>
          <a:xfrm>
            <a:off x="6565392" y="3273552"/>
            <a:ext cx="347472" cy="118872"/>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57" name="Text 55"/>
          <p:cNvSpPr/>
          <p:nvPr/>
        </p:nvSpPr>
        <p:spPr>
          <a:xfrm>
            <a:off x="7132320" y="3246120"/>
            <a:ext cx="1188720" cy="164592"/>
          </a:xfrm>
          <a:prstGeom prst="rect">
            <a:avLst/>
          </a:prstGeom>
          <a:noFill/>
          <a:ln/>
        </p:spPr>
        <p:txBody>
          <a:bodyPr wrap="square" lIns="0" tIns="0" rIns="0" bIns="0" rtlCol="0" anchor="ctr">
            <a:normAutofit/>
          </a:bodyPr>
          <a:lstStyle/>
          <a:p>
            <a:pPr indent="0" marL="0">
              <a:buNone/>
            </a:pPr>
            <a:r>
              <a:rPr lang="en-US" sz="1250" b="1" spc="45" kern="0" dirty="0">
                <a:solidFill>
                  <a:srgbClr val="263746"/>
                </a:solidFill>
              </a:rPr>
              <a:t>COMPARE</a:t>
            </a:r>
            <a:endParaRPr lang="en-US" sz="1250" dirty="0"/>
          </a:p>
        </p:txBody>
      </p:sp>
      <p:sp>
        <p:nvSpPr>
          <p:cNvPr id="58" name="Text 56"/>
          <p:cNvSpPr/>
          <p:nvPr/>
        </p:nvSpPr>
        <p:spPr>
          <a:xfrm>
            <a:off x="6629400" y="3538728"/>
            <a:ext cx="201168" cy="146304"/>
          </a:xfrm>
          <a:prstGeom prst="rect">
            <a:avLst/>
          </a:prstGeom>
          <a:noFill/>
          <a:ln/>
        </p:spPr>
        <p:txBody>
          <a:bodyPr wrap="square" lIns="0" tIns="0" rIns="0" bIns="0" rtlCol="0" anchor="ctr"/>
          <a:lstStyle/>
          <a:p>
            <a:pPr algn="ctr" indent="0" marL="0">
              <a:buNone/>
            </a:pPr>
            <a:r>
              <a:rPr lang="en-US" sz="1000" b="1" dirty="0">
                <a:solidFill>
                  <a:srgbClr val="168B83"/>
                </a:solidFill>
              </a:rPr>
              <a:t>↓</a:t>
            </a:r>
            <a:endParaRPr lang="en-US" sz="1000" dirty="0"/>
          </a:p>
        </p:txBody>
      </p:sp>
      <p:sp>
        <p:nvSpPr>
          <p:cNvPr id="59" name="Shape 57"/>
          <p:cNvSpPr/>
          <p:nvPr/>
        </p:nvSpPr>
        <p:spPr>
          <a:xfrm>
            <a:off x="6565392" y="3703320"/>
            <a:ext cx="347472" cy="347472"/>
          </a:xfrm>
          <a:prstGeom prst="ellipse">
            <a:avLst/>
          </a:prstGeom>
          <a:solidFill>
            <a:srgbClr val="168B83"/>
          </a:solidFill>
          <a:ln w="12700">
            <a:solidFill>
              <a:srgbClr val="168B83"/>
            </a:solidFill>
            <a:prstDash val="solid"/>
          </a:ln>
        </p:spPr>
      </p:sp>
      <p:sp>
        <p:nvSpPr>
          <p:cNvPr id="60" name="Text 58"/>
          <p:cNvSpPr/>
          <p:nvPr/>
        </p:nvSpPr>
        <p:spPr>
          <a:xfrm>
            <a:off x="6565392" y="3803904"/>
            <a:ext cx="347472" cy="118872"/>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61" name="Text 59"/>
          <p:cNvSpPr/>
          <p:nvPr/>
        </p:nvSpPr>
        <p:spPr>
          <a:xfrm>
            <a:off x="7132320" y="3776472"/>
            <a:ext cx="1188720" cy="164592"/>
          </a:xfrm>
          <a:prstGeom prst="rect">
            <a:avLst/>
          </a:prstGeom>
          <a:noFill/>
          <a:ln/>
        </p:spPr>
        <p:txBody>
          <a:bodyPr wrap="square" lIns="0" tIns="0" rIns="0" bIns="0" rtlCol="0" anchor="ctr">
            <a:normAutofit/>
          </a:bodyPr>
          <a:lstStyle/>
          <a:p>
            <a:pPr indent="0" marL="0">
              <a:buNone/>
            </a:pPr>
            <a:r>
              <a:rPr lang="en-US" sz="1250" b="1" spc="45" kern="0" dirty="0">
                <a:solidFill>
                  <a:srgbClr val="263746"/>
                </a:solidFill>
              </a:rPr>
              <a:t>CHECK HISTORY</a:t>
            </a:r>
            <a:endParaRPr lang="en-US" sz="1250" dirty="0"/>
          </a:p>
        </p:txBody>
      </p:sp>
      <p:sp>
        <p:nvSpPr>
          <p:cNvPr id="62" name="Text 60"/>
          <p:cNvSpPr/>
          <p:nvPr/>
        </p:nvSpPr>
        <p:spPr>
          <a:xfrm>
            <a:off x="6629400" y="4069080"/>
            <a:ext cx="201168" cy="146304"/>
          </a:xfrm>
          <a:prstGeom prst="rect">
            <a:avLst/>
          </a:prstGeom>
          <a:noFill/>
          <a:ln/>
        </p:spPr>
        <p:txBody>
          <a:bodyPr wrap="square" lIns="0" tIns="0" rIns="0" bIns="0" rtlCol="0" anchor="ctr"/>
          <a:lstStyle/>
          <a:p>
            <a:pPr algn="ctr" indent="0" marL="0">
              <a:buNone/>
            </a:pPr>
            <a:r>
              <a:rPr lang="en-US" sz="1000" b="1" dirty="0">
                <a:solidFill>
                  <a:srgbClr val="168B83"/>
                </a:solidFill>
              </a:rPr>
              <a:t>↓</a:t>
            </a:r>
            <a:endParaRPr lang="en-US" sz="1000" dirty="0"/>
          </a:p>
        </p:txBody>
      </p:sp>
      <p:sp>
        <p:nvSpPr>
          <p:cNvPr id="63" name="Shape 61"/>
          <p:cNvSpPr/>
          <p:nvPr/>
        </p:nvSpPr>
        <p:spPr>
          <a:xfrm>
            <a:off x="6565392" y="4233672"/>
            <a:ext cx="347472" cy="347472"/>
          </a:xfrm>
          <a:prstGeom prst="ellipse">
            <a:avLst/>
          </a:prstGeom>
          <a:solidFill>
            <a:srgbClr val="5C4DB7"/>
          </a:solidFill>
          <a:ln w="12700">
            <a:solidFill>
              <a:srgbClr val="5C4DB7"/>
            </a:solidFill>
            <a:prstDash val="solid"/>
          </a:ln>
        </p:spPr>
      </p:sp>
      <p:sp>
        <p:nvSpPr>
          <p:cNvPr id="64" name="Text 62"/>
          <p:cNvSpPr/>
          <p:nvPr/>
        </p:nvSpPr>
        <p:spPr>
          <a:xfrm>
            <a:off x="6565392" y="4334256"/>
            <a:ext cx="347472" cy="118872"/>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65" name="Text 63"/>
          <p:cNvSpPr/>
          <p:nvPr/>
        </p:nvSpPr>
        <p:spPr>
          <a:xfrm>
            <a:off x="7132320" y="4306824"/>
            <a:ext cx="1188720" cy="164592"/>
          </a:xfrm>
          <a:prstGeom prst="rect">
            <a:avLst/>
          </a:prstGeom>
          <a:noFill/>
          <a:ln/>
        </p:spPr>
        <p:txBody>
          <a:bodyPr wrap="square" lIns="0" tIns="0" rIns="0" bIns="0" rtlCol="0" anchor="ctr">
            <a:normAutofit/>
          </a:bodyPr>
          <a:lstStyle/>
          <a:p>
            <a:pPr indent="0" marL="0">
              <a:buNone/>
            </a:pPr>
            <a:r>
              <a:rPr lang="en-US" sz="1250" b="1" spc="45" kern="0" dirty="0">
                <a:solidFill>
                  <a:srgbClr val="5C4DB7"/>
                </a:solidFill>
              </a:rPr>
              <a:t>EXPLAIN</a:t>
            </a:r>
            <a:endParaRPr lang="en-US" sz="1250" dirty="0"/>
          </a:p>
        </p:txBody>
      </p:sp>
      <p:sp>
        <p:nvSpPr>
          <p:cNvPr id="66" name="Text 64"/>
          <p:cNvSpPr/>
          <p:nvPr/>
        </p:nvSpPr>
        <p:spPr>
          <a:xfrm>
            <a:off x="7132320" y="4489704"/>
            <a:ext cx="1225296" cy="137160"/>
          </a:xfrm>
          <a:prstGeom prst="rect">
            <a:avLst/>
          </a:prstGeom>
          <a:noFill/>
          <a:ln/>
        </p:spPr>
        <p:txBody>
          <a:bodyPr wrap="square" lIns="0" tIns="0" rIns="0" bIns="0" rtlCol="0" anchor="ctr">
            <a:normAutofit/>
          </a:bodyPr>
          <a:lstStyle/>
          <a:p>
            <a:pPr indent="0" marL="0">
              <a:buNone/>
            </a:pPr>
            <a:r>
              <a:rPr lang="en-US" sz="820" dirty="0">
                <a:solidFill>
                  <a:srgbClr val="657782"/>
                </a:solidFill>
              </a:rPr>
              <a:t>evidence · drivers · impact</a:t>
            </a:r>
            <a:endParaRPr lang="en-US" sz="820" dirty="0"/>
          </a:p>
        </p:txBody>
      </p:sp>
      <p:sp>
        <p:nvSpPr>
          <p:cNvPr id="67" name="Text 65"/>
          <p:cNvSpPr/>
          <p:nvPr/>
        </p:nvSpPr>
        <p:spPr>
          <a:xfrm>
            <a:off x="6492240" y="4846320"/>
            <a:ext cx="1883664" cy="128016"/>
          </a:xfrm>
          <a:prstGeom prst="rect">
            <a:avLst/>
          </a:prstGeom>
          <a:noFill/>
          <a:ln/>
        </p:spPr>
        <p:txBody>
          <a:bodyPr wrap="square" lIns="0" tIns="0" rIns="0" bIns="0" rtlCol="0" anchor="ctr"/>
          <a:lstStyle/>
          <a:p>
            <a:pPr algn="ctr" indent="0" marL="0">
              <a:buNone/>
            </a:pPr>
            <a:r>
              <a:rPr lang="en-US" sz="880" b="1" dirty="0">
                <a:solidFill>
                  <a:srgbClr val="168B83"/>
                </a:solidFill>
              </a:rPr>
              <a:t>INTERACTIVE Q&amp;A</a:t>
            </a:r>
            <a:endParaRPr lang="en-US" sz="880" dirty="0"/>
          </a:p>
        </p:txBody>
      </p:sp>
      <p:sp>
        <p:nvSpPr>
          <p:cNvPr id="68" name="Text 66"/>
          <p:cNvSpPr/>
          <p:nvPr/>
        </p:nvSpPr>
        <p:spPr>
          <a:xfrm>
            <a:off x="6492240" y="5001768"/>
            <a:ext cx="1883664" cy="118872"/>
          </a:xfrm>
          <a:prstGeom prst="rect">
            <a:avLst/>
          </a:prstGeom>
          <a:noFill/>
          <a:ln/>
        </p:spPr>
        <p:txBody>
          <a:bodyPr wrap="square" lIns="0" tIns="0" rIns="0" bIns="0" rtlCol="0" anchor="ctr">
            <a:normAutofit/>
          </a:bodyPr>
          <a:lstStyle/>
          <a:p>
            <a:pPr algn="ctr" indent="0" marL="0">
              <a:buNone/>
            </a:pPr>
            <a:r>
              <a:rPr lang="en-US" sz="770" dirty="0">
                <a:solidFill>
                  <a:srgbClr val="657782"/>
                </a:solidFill>
              </a:rPr>
              <a:t>faster learning · fewer knowledge gaps</a:t>
            </a:r>
            <a:endParaRPr lang="en-US" sz="770" dirty="0"/>
          </a:p>
        </p:txBody>
      </p:sp>
      <p:sp>
        <p:nvSpPr>
          <p:cNvPr id="69" name="Shape 67"/>
          <p:cNvSpPr/>
          <p:nvPr/>
        </p:nvSpPr>
        <p:spPr>
          <a:xfrm>
            <a:off x="9125712" y="1847088"/>
            <a:ext cx="2441448" cy="3310128"/>
          </a:xfrm>
          <a:prstGeom prst="roundRect">
            <a:avLst>
              <a:gd name="adj" fmla="val 1873"/>
            </a:avLst>
          </a:prstGeom>
          <a:solidFill>
            <a:srgbClr val="FFFFFF"/>
          </a:solidFill>
          <a:ln w="17780">
            <a:solidFill>
              <a:srgbClr val="2F7F93"/>
            </a:solidFill>
            <a:prstDash val="solid"/>
          </a:ln>
        </p:spPr>
      </p:sp>
      <p:sp>
        <p:nvSpPr>
          <p:cNvPr id="70" name="Shape 68"/>
          <p:cNvSpPr/>
          <p:nvPr/>
        </p:nvSpPr>
        <p:spPr>
          <a:xfrm>
            <a:off x="9372600" y="2414016"/>
            <a:ext cx="164592" cy="0"/>
          </a:xfrm>
          <a:prstGeom prst="line">
            <a:avLst/>
          </a:prstGeom>
          <a:noFill/>
          <a:ln w="31750">
            <a:solidFill>
              <a:srgbClr val="5C4DB7"/>
            </a:solidFill>
            <a:prstDash val="solid"/>
          </a:ln>
        </p:spPr>
      </p:sp>
      <p:sp>
        <p:nvSpPr>
          <p:cNvPr id="71" name="Text 69"/>
          <p:cNvSpPr/>
          <p:nvPr/>
        </p:nvSpPr>
        <p:spPr>
          <a:xfrm>
            <a:off x="9674352" y="2331720"/>
            <a:ext cx="1554480" cy="164592"/>
          </a:xfrm>
          <a:prstGeom prst="rect">
            <a:avLst/>
          </a:prstGeom>
          <a:noFill/>
          <a:ln/>
        </p:spPr>
        <p:txBody>
          <a:bodyPr wrap="square" lIns="0" tIns="0" rIns="0" bIns="0" rtlCol="0" anchor="ctr">
            <a:normAutofit/>
          </a:bodyPr>
          <a:lstStyle/>
          <a:p>
            <a:pPr indent="0" marL="0">
              <a:buNone/>
            </a:pPr>
            <a:r>
              <a:rPr lang="en-US" sz="1150" b="1" dirty="0">
                <a:solidFill>
                  <a:srgbClr val="263746"/>
                </a:solidFill>
              </a:rPr>
              <a:t>RECIPE / SOP CHANGE</a:t>
            </a:r>
            <a:endParaRPr lang="en-US" sz="1150" dirty="0"/>
          </a:p>
        </p:txBody>
      </p:sp>
      <p:sp>
        <p:nvSpPr>
          <p:cNvPr id="72" name="Shape 70"/>
          <p:cNvSpPr/>
          <p:nvPr/>
        </p:nvSpPr>
        <p:spPr>
          <a:xfrm>
            <a:off x="9372600" y="3054096"/>
            <a:ext cx="164592" cy="0"/>
          </a:xfrm>
          <a:prstGeom prst="line">
            <a:avLst/>
          </a:prstGeom>
          <a:noFill/>
          <a:ln w="31750">
            <a:solidFill>
              <a:srgbClr val="5C4DB7"/>
            </a:solidFill>
            <a:prstDash val="solid"/>
          </a:ln>
        </p:spPr>
      </p:sp>
      <p:sp>
        <p:nvSpPr>
          <p:cNvPr id="73" name="Text 71"/>
          <p:cNvSpPr/>
          <p:nvPr/>
        </p:nvSpPr>
        <p:spPr>
          <a:xfrm>
            <a:off x="9674352" y="2971800"/>
            <a:ext cx="1554480" cy="164592"/>
          </a:xfrm>
          <a:prstGeom prst="rect">
            <a:avLst/>
          </a:prstGeom>
          <a:noFill/>
          <a:ln/>
        </p:spPr>
        <p:txBody>
          <a:bodyPr wrap="square" lIns="0" tIns="0" rIns="0" bIns="0" rtlCol="0" anchor="ctr">
            <a:normAutofit/>
          </a:bodyPr>
          <a:lstStyle/>
          <a:p>
            <a:pPr indent="0" marL="0">
              <a:buNone/>
            </a:pPr>
            <a:r>
              <a:rPr lang="en-US" sz="1150" b="1" dirty="0">
                <a:solidFill>
                  <a:srgbClr val="263746"/>
                </a:solidFill>
              </a:rPr>
              <a:t>APC TUNING CHANGE</a:t>
            </a:r>
            <a:endParaRPr lang="en-US" sz="1150" dirty="0"/>
          </a:p>
        </p:txBody>
      </p:sp>
      <p:sp>
        <p:nvSpPr>
          <p:cNvPr id="74" name="Shape 72"/>
          <p:cNvSpPr/>
          <p:nvPr/>
        </p:nvSpPr>
        <p:spPr>
          <a:xfrm>
            <a:off x="9372600" y="3694176"/>
            <a:ext cx="164592" cy="0"/>
          </a:xfrm>
          <a:prstGeom prst="line">
            <a:avLst/>
          </a:prstGeom>
          <a:noFill/>
          <a:ln w="31750">
            <a:solidFill>
              <a:srgbClr val="5C4DB7"/>
            </a:solidFill>
            <a:prstDash val="solid"/>
          </a:ln>
        </p:spPr>
      </p:sp>
      <p:sp>
        <p:nvSpPr>
          <p:cNvPr id="75" name="Text 73"/>
          <p:cNvSpPr/>
          <p:nvPr/>
        </p:nvSpPr>
        <p:spPr>
          <a:xfrm>
            <a:off x="9674352" y="3611880"/>
            <a:ext cx="1554480" cy="164592"/>
          </a:xfrm>
          <a:prstGeom prst="rect">
            <a:avLst/>
          </a:prstGeom>
          <a:noFill/>
          <a:ln/>
        </p:spPr>
        <p:txBody>
          <a:bodyPr wrap="square" lIns="0" tIns="0" rIns="0" bIns="0" rtlCol="0" anchor="ctr">
            <a:normAutofit/>
          </a:bodyPr>
          <a:lstStyle/>
          <a:p>
            <a:pPr indent="0" marL="0">
              <a:buNone/>
            </a:pPr>
            <a:r>
              <a:rPr lang="en-US" sz="1150" b="1" dirty="0">
                <a:solidFill>
                  <a:srgbClr val="263746"/>
                </a:solidFill>
              </a:rPr>
              <a:t>OPERATING LIMIT CHANGE</a:t>
            </a:r>
            <a:endParaRPr lang="en-US" sz="1150" dirty="0"/>
          </a:p>
        </p:txBody>
      </p:sp>
      <p:sp>
        <p:nvSpPr>
          <p:cNvPr id="76" name="Shape 74"/>
          <p:cNvSpPr/>
          <p:nvPr/>
        </p:nvSpPr>
        <p:spPr>
          <a:xfrm>
            <a:off x="9372600" y="4553712"/>
            <a:ext cx="1920240" cy="0"/>
          </a:xfrm>
          <a:prstGeom prst="line">
            <a:avLst/>
          </a:prstGeom>
          <a:noFill/>
          <a:ln w="10160">
            <a:solidFill>
              <a:srgbClr val="D7DEE4"/>
            </a:solidFill>
            <a:prstDash val="solid"/>
          </a:ln>
        </p:spPr>
      </p:sp>
      <p:sp>
        <p:nvSpPr>
          <p:cNvPr id="77" name="Text 75"/>
          <p:cNvSpPr/>
          <p:nvPr/>
        </p:nvSpPr>
        <p:spPr>
          <a:xfrm>
            <a:off x="9372600" y="4736592"/>
            <a:ext cx="1920240" cy="192024"/>
          </a:xfrm>
          <a:prstGeom prst="rect">
            <a:avLst/>
          </a:prstGeom>
          <a:noFill/>
          <a:ln/>
        </p:spPr>
        <p:txBody>
          <a:bodyPr wrap="square" lIns="0" tIns="0" rIns="0" bIns="0" rtlCol="0" anchor="ctr">
            <a:normAutofit/>
          </a:bodyPr>
          <a:lstStyle/>
          <a:p>
            <a:pPr algn="ctr" indent="0" marL="0">
              <a:buNone/>
            </a:pPr>
            <a:r>
              <a:rPr lang="en-US" sz="1150" b="1" spc="35" kern="0" dirty="0">
                <a:solidFill>
                  <a:srgbClr val="168B83"/>
                </a:solidFill>
              </a:rPr>
              <a:t>APPROVE  ·  REVISE  ·  DEFER</a:t>
            </a:r>
            <a:endParaRPr lang="en-US" sz="1150" dirty="0"/>
          </a:p>
        </p:txBody>
      </p:sp>
      <p:sp>
        <p:nvSpPr>
          <p:cNvPr id="78" name="Shape 76"/>
          <p:cNvSpPr/>
          <p:nvPr/>
        </p:nvSpPr>
        <p:spPr>
          <a:xfrm>
            <a:off x="594360" y="5522976"/>
            <a:ext cx="5303520" cy="530352"/>
          </a:xfrm>
          <a:prstGeom prst="rect">
            <a:avLst/>
          </a:prstGeom>
          <a:solidFill>
            <a:srgbClr val="E5F3F1"/>
          </a:solidFill>
          <a:ln w="12700">
            <a:solidFill>
              <a:srgbClr val="168B83"/>
            </a:solidFill>
            <a:prstDash val="solid"/>
          </a:ln>
        </p:spPr>
      </p:sp>
      <p:sp>
        <p:nvSpPr>
          <p:cNvPr id="79" name="Text 77"/>
          <p:cNvSpPr/>
          <p:nvPr/>
        </p:nvSpPr>
        <p:spPr>
          <a:xfrm>
            <a:off x="822960" y="5623560"/>
            <a:ext cx="1664208" cy="155448"/>
          </a:xfrm>
          <a:prstGeom prst="rect">
            <a:avLst/>
          </a:prstGeom>
          <a:noFill/>
          <a:ln/>
        </p:spPr>
        <p:txBody>
          <a:bodyPr wrap="square" lIns="0" tIns="0" rIns="0" bIns="0" rtlCol="0" anchor="ctr"/>
          <a:lstStyle/>
          <a:p>
            <a:pPr indent="0" marL="0">
              <a:buNone/>
            </a:pPr>
            <a:r>
              <a:rPr lang="en-US" sz="1050" b="1" spc="65" kern="0" dirty="0">
                <a:solidFill>
                  <a:srgbClr val="168B83"/>
                </a:solidFill>
              </a:rPr>
              <a:t>SITE CONFIGURATION</a:t>
            </a:r>
            <a:endParaRPr lang="en-US" sz="1050" dirty="0"/>
          </a:p>
        </p:txBody>
      </p:sp>
      <p:sp>
        <p:nvSpPr>
          <p:cNvPr id="80" name="Text 78"/>
          <p:cNvSpPr/>
          <p:nvPr/>
        </p:nvSpPr>
        <p:spPr>
          <a:xfrm>
            <a:off x="2450592" y="5614416"/>
            <a:ext cx="3127248" cy="164592"/>
          </a:xfrm>
          <a:prstGeom prst="rect">
            <a:avLst/>
          </a:prstGeom>
          <a:noFill/>
          <a:ln/>
        </p:spPr>
        <p:txBody>
          <a:bodyPr wrap="square" lIns="0" tIns="0" rIns="0" bIns="0" rtlCol="0" anchor="ctr">
            <a:normAutofit/>
          </a:bodyPr>
          <a:lstStyle/>
          <a:p>
            <a:pPr indent="0" marL="0">
              <a:buNone/>
            </a:pPr>
            <a:r>
              <a:rPr lang="en-US" sz="1150" b="1" dirty="0">
                <a:solidFill>
                  <a:srgbClr val="263746"/>
                </a:solidFill>
              </a:rPr>
              <a:t>tags · grades · constraints · documents · APC</a:t>
            </a:r>
            <a:endParaRPr lang="en-US" sz="1150" dirty="0"/>
          </a:p>
        </p:txBody>
      </p:sp>
      <p:sp>
        <p:nvSpPr>
          <p:cNvPr id="81" name="Shape 79"/>
          <p:cNvSpPr/>
          <p:nvPr/>
        </p:nvSpPr>
        <p:spPr>
          <a:xfrm>
            <a:off x="6108192" y="5522976"/>
            <a:ext cx="5458968" cy="530352"/>
          </a:xfrm>
          <a:prstGeom prst="rect">
            <a:avLst/>
          </a:prstGeom>
          <a:solidFill>
            <a:srgbClr val="F0EDFB"/>
          </a:solidFill>
          <a:ln w="12700">
            <a:solidFill>
              <a:srgbClr val="5C4DB7"/>
            </a:solidFill>
            <a:prstDash val="solid"/>
          </a:ln>
        </p:spPr>
      </p:sp>
      <p:sp>
        <p:nvSpPr>
          <p:cNvPr id="82" name="Text 80"/>
          <p:cNvSpPr/>
          <p:nvPr/>
        </p:nvSpPr>
        <p:spPr>
          <a:xfrm>
            <a:off x="6336792" y="5623560"/>
            <a:ext cx="1389888" cy="155448"/>
          </a:xfrm>
          <a:prstGeom prst="rect">
            <a:avLst/>
          </a:prstGeom>
          <a:noFill/>
          <a:ln/>
        </p:spPr>
        <p:txBody>
          <a:bodyPr wrap="square" lIns="0" tIns="0" rIns="0" bIns="0" rtlCol="0" anchor="ctr"/>
          <a:lstStyle/>
          <a:p>
            <a:pPr indent="0" marL="0">
              <a:buNone/>
            </a:pPr>
            <a:r>
              <a:rPr lang="en-US" sz="1050" b="1" spc="65" kern="0" dirty="0">
                <a:solidFill>
                  <a:srgbClr val="5C4DB7"/>
                </a:solidFill>
              </a:rPr>
              <a:t>REUSABLE CORE</a:t>
            </a:r>
            <a:endParaRPr lang="en-US" sz="1050" dirty="0"/>
          </a:p>
        </p:txBody>
      </p:sp>
      <p:sp>
        <p:nvSpPr>
          <p:cNvPr id="83" name="Text 81"/>
          <p:cNvSpPr/>
          <p:nvPr/>
        </p:nvSpPr>
        <p:spPr>
          <a:xfrm>
            <a:off x="7818120" y="5614416"/>
            <a:ext cx="3429000" cy="164592"/>
          </a:xfrm>
          <a:prstGeom prst="rect">
            <a:avLst/>
          </a:prstGeom>
          <a:noFill/>
          <a:ln/>
        </p:spPr>
        <p:txBody>
          <a:bodyPr wrap="square" lIns="0" tIns="0" rIns="0" bIns="0" rtlCol="0" anchor="ctr">
            <a:normAutofit/>
          </a:bodyPr>
          <a:lstStyle/>
          <a:p>
            <a:pPr indent="0" marL="0">
              <a:buNone/>
            </a:pPr>
            <a:r>
              <a:rPr lang="en-US" sz="1150" b="1" dirty="0">
                <a:solidFill>
                  <a:srgbClr val="263746"/>
                </a:solidFill>
              </a:rPr>
              <a:t>workflow · tools · reasoning steps · evaluation</a:t>
            </a:r>
            <a:endParaRPr lang="en-US" sz="1150" dirty="0"/>
          </a:p>
        </p:txBody>
      </p:sp>
      <p:sp>
        <p:nvSpPr>
          <p:cNvPr id="84" name="Shape 82"/>
          <p:cNvSpPr/>
          <p:nvPr/>
        </p:nvSpPr>
        <p:spPr>
          <a:xfrm>
            <a:off x="0" y="0"/>
            <a:ext cx="12191695" cy="502920"/>
          </a:xfrm>
          <a:prstGeom prst="rect">
            <a:avLst/>
          </a:prstGeom>
          <a:solidFill>
            <a:srgbClr val="263746"/>
          </a:solidFill>
          <a:ln w="12700">
            <a:solidFill>
              <a:srgbClr val="263746"/>
            </a:solidFill>
            <a:prstDash val="solid"/>
          </a:ln>
        </p:spPr>
      </p:sp>
      <p:sp>
        <p:nvSpPr>
          <p:cNvPr id="85" name="Shape 83"/>
          <p:cNvSpPr/>
          <p:nvPr/>
        </p:nvSpPr>
        <p:spPr>
          <a:xfrm>
            <a:off x="0" y="484632"/>
            <a:ext cx="12191695" cy="22860"/>
          </a:xfrm>
          <a:prstGeom prst="rect">
            <a:avLst/>
          </a:prstGeom>
          <a:solidFill>
            <a:srgbClr val="5C4DB7"/>
          </a:solidFill>
          <a:ln w="12700">
            <a:solidFill>
              <a:srgbClr val="5C4DB7"/>
            </a:solidFill>
            <a:prstDash val="solid"/>
          </a:ln>
        </p:spPr>
      </p:sp>
      <p:sp>
        <p:nvSpPr>
          <p:cNvPr id="86" name="Text 84"/>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87" name="Text 85"/>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F1F4"/>
        </a:solidFill>
      </p:bgPr>
    </p:bg>
    <p:spTree>
      <p:nvGrpSpPr>
        <p:cNvPr id="1" name=""/>
        <p:cNvGrpSpPr/>
        <p:nvPr/>
      </p:nvGrpSpPr>
      <p:grpSpPr>
        <a:xfrm>
          <a:off x="0" y="0"/>
          <a:ext cx="0" cy="0"/>
          <a:chOff x="0" y="0"/>
          <a:chExt cx="0" cy="0"/>
        </a:xfrm>
      </p:grpSpPr>
      <p:sp>
        <p:nvSpPr>
          <p:cNvPr id="2" name="Shape 0"/>
          <p:cNvSpPr/>
          <p:nvPr/>
        </p:nvSpPr>
        <p:spPr>
          <a:xfrm>
            <a:off x="0" y="0"/>
            <a:ext cx="12191695" cy="502920"/>
          </a:xfrm>
          <a:prstGeom prst="rect">
            <a:avLst/>
          </a:prstGeom>
          <a:solidFill>
            <a:srgbClr val="263746"/>
          </a:solidFill>
          <a:ln w="12700">
            <a:solidFill>
              <a:srgbClr val="263746"/>
            </a:solidFill>
            <a:prstDash val="solid"/>
          </a:ln>
        </p:spPr>
      </p:sp>
      <p:sp>
        <p:nvSpPr>
          <p:cNvPr id="3" name="Shape 1"/>
          <p:cNvSpPr/>
          <p:nvPr/>
        </p:nvSpPr>
        <p:spPr>
          <a:xfrm>
            <a:off x="0" y="484632"/>
            <a:ext cx="12191695" cy="22860"/>
          </a:xfrm>
          <a:prstGeom prst="rect">
            <a:avLst/>
          </a:prstGeom>
          <a:solidFill>
            <a:srgbClr val="5C4DB7"/>
          </a:solidFill>
          <a:ln w="12700">
            <a:solidFill>
              <a:srgbClr val="5C4DB7"/>
            </a:solidFill>
            <a:prstDash val="solid"/>
          </a:ln>
        </p:spPr>
      </p:sp>
      <p:sp>
        <p:nvSpPr>
          <p:cNvPr id="4" name="Text 2"/>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5" name="Text 3"/>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
        <p:nvSpPr>
          <p:cNvPr id="6" name="Text 4"/>
          <p:cNvSpPr/>
          <p:nvPr/>
        </p:nvSpPr>
        <p:spPr>
          <a:xfrm>
            <a:off x="11292840" y="6510528"/>
            <a:ext cx="347472" cy="164592"/>
          </a:xfrm>
          <a:prstGeom prst="rect">
            <a:avLst/>
          </a:prstGeom>
          <a:noFill/>
          <a:ln/>
        </p:spPr>
        <p:txBody>
          <a:bodyPr wrap="square" lIns="0" tIns="0" rIns="0" bIns="0" rtlCol="0" anchor="ctr"/>
          <a:lstStyle/>
          <a:p>
            <a:pPr algn="r" indent="0" marL="0">
              <a:buNone/>
            </a:pPr>
            <a:r>
              <a:rPr lang="en-US" sz="900" dirty="0">
                <a:solidFill>
                  <a:srgbClr val="657782"/>
                </a:solidFill>
                <a:latin typeface="Aptos" pitchFamily="34" charset="0"/>
                <a:ea typeface="Aptos" pitchFamily="34" charset="-122"/>
                <a:cs typeface="Aptos" pitchFamily="34" charset="-120"/>
              </a:rPr>
              <a:t>5</a:t>
            </a:r>
            <a:endParaRPr lang="en-US" sz="900" dirty="0"/>
          </a:p>
        </p:txBody>
      </p:sp>
      <p:sp>
        <p:nvSpPr>
          <p:cNvPr id="7" name="Text 5"/>
          <p:cNvSpPr/>
          <p:nvPr/>
        </p:nvSpPr>
        <p:spPr>
          <a:xfrm>
            <a:off x="566928" y="694944"/>
            <a:ext cx="11018520" cy="658368"/>
          </a:xfrm>
          <a:prstGeom prst="rect">
            <a:avLst/>
          </a:prstGeom>
          <a:noFill/>
          <a:ln/>
        </p:spPr>
        <p:txBody>
          <a:bodyPr wrap="square" lIns="0" tIns="0" rIns="0" bIns="0" rtlCol="0" anchor="ctr"/>
          <a:lstStyle/>
          <a:p>
            <a:pPr indent="0" marL="0">
              <a:buNone/>
            </a:pPr>
            <a:r>
              <a:rPr lang="en-US" sz="2600" b="1" dirty="0">
                <a:solidFill>
                  <a:srgbClr val="263746"/>
                </a:solidFill>
                <a:latin typeface="Aptos Display" pitchFamily="34" charset="0"/>
                <a:ea typeface="Aptos Display" pitchFamily="34" charset="-122"/>
                <a:cs typeface="Aptos Display" pitchFamily="34" charset="-120"/>
              </a:rPr>
              <a:t>A reusable core enables an eight-week first-site launch</a:t>
            </a:r>
            <a:endParaRPr lang="en-US" sz="2600" dirty="0"/>
          </a:p>
        </p:txBody>
      </p:sp>
      <p:sp>
        <p:nvSpPr>
          <p:cNvPr id="8" name="Text 6"/>
          <p:cNvSpPr/>
          <p:nvPr/>
        </p:nvSpPr>
        <p:spPr>
          <a:xfrm>
            <a:off x="594360" y="1417320"/>
            <a:ext cx="2971800" cy="182880"/>
          </a:xfrm>
          <a:prstGeom prst="rect">
            <a:avLst/>
          </a:prstGeom>
          <a:noFill/>
          <a:ln/>
        </p:spPr>
        <p:txBody>
          <a:bodyPr wrap="square" lIns="0" tIns="0" rIns="0" bIns="0" rtlCol="0" anchor="ctr"/>
          <a:lstStyle/>
          <a:p>
            <a:pPr indent="0" marL="0">
              <a:buNone/>
            </a:pPr>
            <a:r>
              <a:rPr lang="en-US" sz="1050" b="1" spc="150" kern="0" dirty="0">
                <a:solidFill>
                  <a:srgbClr val="5C4DB7"/>
                </a:solidFill>
                <a:latin typeface="Aptos" pitchFamily="34" charset="0"/>
                <a:ea typeface="Aptos" pitchFamily="34" charset="-122"/>
                <a:cs typeface="Aptos" pitchFamily="34" charset="-120"/>
              </a:rPr>
              <a:t>ESTIMATED IMPLEMENTATION</a:t>
            </a:r>
            <a:endParaRPr lang="en-US" sz="1050" dirty="0"/>
          </a:p>
        </p:txBody>
      </p:sp>
      <p:sp>
        <p:nvSpPr>
          <p:cNvPr id="9" name="Text 7"/>
          <p:cNvSpPr/>
          <p:nvPr/>
        </p:nvSpPr>
        <p:spPr>
          <a:xfrm>
            <a:off x="713232" y="1755648"/>
            <a:ext cx="1344168" cy="164592"/>
          </a:xfrm>
          <a:prstGeom prst="rect">
            <a:avLst/>
          </a:prstGeom>
          <a:noFill/>
          <a:ln/>
        </p:spPr>
        <p:txBody>
          <a:bodyPr wrap="square" lIns="0" tIns="0" rIns="0" bIns="0" rtlCol="0" anchor="ctr"/>
          <a:lstStyle/>
          <a:p>
            <a:pPr algn="ctr" indent="0" marL="0">
              <a:buNone/>
            </a:pPr>
            <a:r>
              <a:rPr lang="en-US" sz="1050" b="1" dirty="0">
                <a:solidFill>
                  <a:srgbClr val="657782"/>
                </a:solidFill>
              </a:rPr>
              <a:t>W1</a:t>
            </a:r>
            <a:endParaRPr lang="en-US" sz="1050" dirty="0"/>
          </a:p>
        </p:txBody>
      </p:sp>
      <p:sp>
        <p:nvSpPr>
          <p:cNvPr id="10" name="Shape 8"/>
          <p:cNvSpPr/>
          <p:nvPr/>
        </p:nvSpPr>
        <p:spPr>
          <a:xfrm>
            <a:off x="713232" y="2002536"/>
            <a:ext cx="0" cy="1856232"/>
          </a:xfrm>
          <a:prstGeom prst="line">
            <a:avLst/>
          </a:prstGeom>
          <a:noFill/>
          <a:ln w="8890">
            <a:solidFill>
              <a:srgbClr val="DCE2E7"/>
            </a:solidFill>
            <a:prstDash val="solid"/>
          </a:ln>
        </p:spPr>
      </p:sp>
      <p:sp>
        <p:nvSpPr>
          <p:cNvPr id="11" name="Text 9"/>
          <p:cNvSpPr/>
          <p:nvPr/>
        </p:nvSpPr>
        <p:spPr>
          <a:xfrm>
            <a:off x="2057400" y="1755648"/>
            <a:ext cx="1344168" cy="164592"/>
          </a:xfrm>
          <a:prstGeom prst="rect">
            <a:avLst/>
          </a:prstGeom>
          <a:noFill/>
          <a:ln/>
        </p:spPr>
        <p:txBody>
          <a:bodyPr wrap="square" lIns="0" tIns="0" rIns="0" bIns="0" rtlCol="0" anchor="ctr"/>
          <a:lstStyle/>
          <a:p>
            <a:pPr algn="ctr" indent="0" marL="0">
              <a:buNone/>
            </a:pPr>
            <a:r>
              <a:rPr lang="en-US" sz="1050" b="1" dirty="0">
                <a:solidFill>
                  <a:srgbClr val="657782"/>
                </a:solidFill>
              </a:rPr>
              <a:t>W2</a:t>
            </a:r>
            <a:endParaRPr lang="en-US" sz="1050" dirty="0"/>
          </a:p>
        </p:txBody>
      </p:sp>
      <p:sp>
        <p:nvSpPr>
          <p:cNvPr id="12" name="Shape 10"/>
          <p:cNvSpPr/>
          <p:nvPr/>
        </p:nvSpPr>
        <p:spPr>
          <a:xfrm>
            <a:off x="2057400" y="2002536"/>
            <a:ext cx="0" cy="1856232"/>
          </a:xfrm>
          <a:prstGeom prst="line">
            <a:avLst/>
          </a:prstGeom>
          <a:noFill/>
          <a:ln w="8890">
            <a:solidFill>
              <a:srgbClr val="DCE2E7"/>
            </a:solidFill>
            <a:prstDash val="solid"/>
          </a:ln>
        </p:spPr>
      </p:sp>
      <p:sp>
        <p:nvSpPr>
          <p:cNvPr id="13" name="Text 11"/>
          <p:cNvSpPr/>
          <p:nvPr/>
        </p:nvSpPr>
        <p:spPr>
          <a:xfrm>
            <a:off x="3401568" y="1755648"/>
            <a:ext cx="1344168" cy="164592"/>
          </a:xfrm>
          <a:prstGeom prst="rect">
            <a:avLst/>
          </a:prstGeom>
          <a:noFill/>
          <a:ln/>
        </p:spPr>
        <p:txBody>
          <a:bodyPr wrap="square" lIns="0" tIns="0" rIns="0" bIns="0" rtlCol="0" anchor="ctr"/>
          <a:lstStyle/>
          <a:p>
            <a:pPr algn="ctr" indent="0" marL="0">
              <a:buNone/>
            </a:pPr>
            <a:r>
              <a:rPr lang="en-US" sz="1050" b="1" dirty="0">
                <a:solidFill>
                  <a:srgbClr val="657782"/>
                </a:solidFill>
              </a:rPr>
              <a:t>W3</a:t>
            </a:r>
            <a:endParaRPr lang="en-US" sz="1050" dirty="0"/>
          </a:p>
        </p:txBody>
      </p:sp>
      <p:sp>
        <p:nvSpPr>
          <p:cNvPr id="14" name="Shape 12"/>
          <p:cNvSpPr/>
          <p:nvPr/>
        </p:nvSpPr>
        <p:spPr>
          <a:xfrm>
            <a:off x="3401568" y="2002536"/>
            <a:ext cx="0" cy="1856232"/>
          </a:xfrm>
          <a:prstGeom prst="line">
            <a:avLst/>
          </a:prstGeom>
          <a:noFill/>
          <a:ln w="8890">
            <a:solidFill>
              <a:srgbClr val="DCE2E7"/>
            </a:solidFill>
            <a:prstDash val="solid"/>
          </a:ln>
        </p:spPr>
      </p:sp>
      <p:sp>
        <p:nvSpPr>
          <p:cNvPr id="15" name="Text 13"/>
          <p:cNvSpPr/>
          <p:nvPr/>
        </p:nvSpPr>
        <p:spPr>
          <a:xfrm>
            <a:off x="4745736" y="1755648"/>
            <a:ext cx="1344168" cy="164592"/>
          </a:xfrm>
          <a:prstGeom prst="rect">
            <a:avLst/>
          </a:prstGeom>
          <a:noFill/>
          <a:ln/>
        </p:spPr>
        <p:txBody>
          <a:bodyPr wrap="square" lIns="0" tIns="0" rIns="0" bIns="0" rtlCol="0" anchor="ctr"/>
          <a:lstStyle/>
          <a:p>
            <a:pPr algn="ctr" indent="0" marL="0">
              <a:buNone/>
            </a:pPr>
            <a:r>
              <a:rPr lang="en-US" sz="1050" b="1" dirty="0">
                <a:solidFill>
                  <a:srgbClr val="657782"/>
                </a:solidFill>
              </a:rPr>
              <a:t>W4</a:t>
            </a:r>
            <a:endParaRPr lang="en-US" sz="1050" dirty="0"/>
          </a:p>
        </p:txBody>
      </p:sp>
      <p:sp>
        <p:nvSpPr>
          <p:cNvPr id="16" name="Shape 14"/>
          <p:cNvSpPr/>
          <p:nvPr/>
        </p:nvSpPr>
        <p:spPr>
          <a:xfrm>
            <a:off x="4745736" y="2002536"/>
            <a:ext cx="0" cy="1856232"/>
          </a:xfrm>
          <a:prstGeom prst="line">
            <a:avLst/>
          </a:prstGeom>
          <a:noFill/>
          <a:ln w="8890">
            <a:solidFill>
              <a:srgbClr val="DCE2E7"/>
            </a:solidFill>
            <a:prstDash val="solid"/>
          </a:ln>
        </p:spPr>
      </p:sp>
      <p:sp>
        <p:nvSpPr>
          <p:cNvPr id="17" name="Text 15"/>
          <p:cNvSpPr/>
          <p:nvPr/>
        </p:nvSpPr>
        <p:spPr>
          <a:xfrm>
            <a:off x="6089904" y="1755648"/>
            <a:ext cx="1344168" cy="164592"/>
          </a:xfrm>
          <a:prstGeom prst="rect">
            <a:avLst/>
          </a:prstGeom>
          <a:noFill/>
          <a:ln/>
        </p:spPr>
        <p:txBody>
          <a:bodyPr wrap="square" lIns="0" tIns="0" rIns="0" bIns="0" rtlCol="0" anchor="ctr"/>
          <a:lstStyle/>
          <a:p>
            <a:pPr algn="ctr" indent="0" marL="0">
              <a:buNone/>
            </a:pPr>
            <a:r>
              <a:rPr lang="en-US" sz="1050" b="1" dirty="0">
                <a:solidFill>
                  <a:srgbClr val="657782"/>
                </a:solidFill>
              </a:rPr>
              <a:t>W5</a:t>
            </a:r>
            <a:endParaRPr lang="en-US" sz="1050" dirty="0"/>
          </a:p>
        </p:txBody>
      </p:sp>
      <p:sp>
        <p:nvSpPr>
          <p:cNvPr id="18" name="Shape 16"/>
          <p:cNvSpPr/>
          <p:nvPr/>
        </p:nvSpPr>
        <p:spPr>
          <a:xfrm>
            <a:off x="6089904" y="2002536"/>
            <a:ext cx="0" cy="1856232"/>
          </a:xfrm>
          <a:prstGeom prst="line">
            <a:avLst/>
          </a:prstGeom>
          <a:noFill/>
          <a:ln w="8890">
            <a:solidFill>
              <a:srgbClr val="DCE2E7"/>
            </a:solidFill>
            <a:prstDash val="solid"/>
          </a:ln>
        </p:spPr>
      </p:sp>
      <p:sp>
        <p:nvSpPr>
          <p:cNvPr id="19" name="Text 17"/>
          <p:cNvSpPr/>
          <p:nvPr/>
        </p:nvSpPr>
        <p:spPr>
          <a:xfrm>
            <a:off x="7434072" y="1755648"/>
            <a:ext cx="1344168" cy="164592"/>
          </a:xfrm>
          <a:prstGeom prst="rect">
            <a:avLst/>
          </a:prstGeom>
          <a:noFill/>
          <a:ln/>
        </p:spPr>
        <p:txBody>
          <a:bodyPr wrap="square" lIns="0" tIns="0" rIns="0" bIns="0" rtlCol="0" anchor="ctr"/>
          <a:lstStyle/>
          <a:p>
            <a:pPr algn="ctr" indent="0" marL="0">
              <a:buNone/>
            </a:pPr>
            <a:r>
              <a:rPr lang="en-US" sz="1050" b="1" dirty="0">
                <a:solidFill>
                  <a:srgbClr val="657782"/>
                </a:solidFill>
              </a:rPr>
              <a:t>W6</a:t>
            </a:r>
            <a:endParaRPr lang="en-US" sz="1050" dirty="0"/>
          </a:p>
        </p:txBody>
      </p:sp>
      <p:sp>
        <p:nvSpPr>
          <p:cNvPr id="20" name="Shape 18"/>
          <p:cNvSpPr/>
          <p:nvPr/>
        </p:nvSpPr>
        <p:spPr>
          <a:xfrm>
            <a:off x="7434072" y="2002536"/>
            <a:ext cx="0" cy="1856232"/>
          </a:xfrm>
          <a:prstGeom prst="line">
            <a:avLst/>
          </a:prstGeom>
          <a:noFill/>
          <a:ln w="8890">
            <a:solidFill>
              <a:srgbClr val="DCE2E7"/>
            </a:solidFill>
            <a:prstDash val="solid"/>
          </a:ln>
        </p:spPr>
      </p:sp>
      <p:sp>
        <p:nvSpPr>
          <p:cNvPr id="21" name="Text 19"/>
          <p:cNvSpPr/>
          <p:nvPr/>
        </p:nvSpPr>
        <p:spPr>
          <a:xfrm>
            <a:off x="8778240" y="1755648"/>
            <a:ext cx="1344168" cy="164592"/>
          </a:xfrm>
          <a:prstGeom prst="rect">
            <a:avLst/>
          </a:prstGeom>
          <a:noFill/>
          <a:ln/>
        </p:spPr>
        <p:txBody>
          <a:bodyPr wrap="square" lIns="0" tIns="0" rIns="0" bIns="0" rtlCol="0" anchor="ctr"/>
          <a:lstStyle/>
          <a:p>
            <a:pPr algn="ctr" indent="0" marL="0">
              <a:buNone/>
            </a:pPr>
            <a:r>
              <a:rPr lang="en-US" sz="1050" b="1" dirty="0">
                <a:solidFill>
                  <a:srgbClr val="657782"/>
                </a:solidFill>
              </a:rPr>
              <a:t>W7</a:t>
            </a:r>
            <a:endParaRPr lang="en-US" sz="1050" dirty="0"/>
          </a:p>
        </p:txBody>
      </p:sp>
      <p:sp>
        <p:nvSpPr>
          <p:cNvPr id="22" name="Shape 20"/>
          <p:cNvSpPr/>
          <p:nvPr/>
        </p:nvSpPr>
        <p:spPr>
          <a:xfrm>
            <a:off x="8778240" y="2002536"/>
            <a:ext cx="0" cy="1856232"/>
          </a:xfrm>
          <a:prstGeom prst="line">
            <a:avLst/>
          </a:prstGeom>
          <a:noFill/>
          <a:ln w="8890">
            <a:solidFill>
              <a:srgbClr val="DCE2E7"/>
            </a:solidFill>
            <a:prstDash val="solid"/>
          </a:ln>
        </p:spPr>
      </p:sp>
      <p:sp>
        <p:nvSpPr>
          <p:cNvPr id="23" name="Text 21"/>
          <p:cNvSpPr/>
          <p:nvPr/>
        </p:nvSpPr>
        <p:spPr>
          <a:xfrm>
            <a:off x="10122408" y="1755648"/>
            <a:ext cx="1344168" cy="164592"/>
          </a:xfrm>
          <a:prstGeom prst="rect">
            <a:avLst/>
          </a:prstGeom>
          <a:noFill/>
          <a:ln/>
        </p:spPr>
        <p:txBody>
          <a:bodyPr wrap="square" lIns="0" tIns="0" rIns="0" bIns="0" rtlCol="0" anchor="ctr"/>
          <a:lstStyle/>
          <a:p>
            <a:pPr algn="ctr" indent="0" marL="0">
              <a:buNone/>
            </a:pPr>
            <a:r>
              <a:rPr lang="en-US" sz="1050" b="1" dirty="0">
                <a:solidFill>
                  <a:srgbClr val="657782"/>
                </a:solidFill>
              </a:rPr>
              <a:t>W8</a:t>
            </a:r>
            <a:endParaRPr lang="en-US" sz="1050" dirty="0"/>
          </a:p>
        </p:txBody>
      </p:sp>
      <p:sp>
        <p:nvSpPr>
          <p:cNvPr id="24" name="Shape 22"/>
          <p:cNvSpPr/>
          <p:nvPr/>
        </p:nvSpPr>
        <p:spPr>
          <a:xfrm>
            <a:off x="10122408" y="2002536"/>
            <a:ext cx="0" cy="1856232"/>
          </a:xfrm>
          <a:prstGeom prst="line">
            <a:avLst/>
          </a:prstGeom>
          <a:noFill/>
          <a:ln w="8890">
            <a:solidFill>
              <a:srgbClr val="DCE2E7"/>
            </a:solidFill>
            <a:prstDash val="solid"/>
          </a:ln>
        </p:spPr>
      </p:sp>
      <p:sp>
        <p:nvSpPr>
          <p:cNvPr id="25" name="Shape 23"/>
          <p:cNvSpPr/>
          <p:nvPr/>
        </p:nvSpPr>
        <p:spPr>
          <a:xfrm>
            <a:off x="11466576" y="2002536"/>
            <a:ext cx="0" cy="1856232"/>
          </a:xfrm>
          <a:prstGeom prst="line">
            <a:avLst/>
          </a:prstGeom>
          <a:noFill/>
          <a:ln w="8890">
            <a:solidFill>
              <a:srgbClr val="DCE2E7"/>
            </a:solidFill>
            <a:prstDash val="solid"/>
          </a:ln>
        </p:spPr>
      </p:sp>
      <p:sp>
        <p:nvSpPr>
          <p:cNvPr id="26" name="Shape 24"/>
          <p:cNvSpPr/>
          <p:nvPr/>
        </p:nvSpPr>
        <p:spPr>
          <a:xfrm>
            <a:off x="758952" y="2212848"/>
            <a:ext cx="1252728" cy="310896"/>
          </a:xfrm>
          <a:prstGeom prst="rect">
            <a:avLst/>
          </a:prstGeom>
          <a:solidFill>
            <a:srgbClr val="C44F4F"/>
          </a:solidFill>
          <a:ln w="12700">
            <a:solidFill>
              <a:srgbClr val="C44F4F"/>
            </a:solidFill>
            <a:prstDash val="solid"/>
          </a:ln>
        </p:spPr>
      </p:sp>
      <p:sp>
        <p:nvSpPr>
          <p:cNvPr id="27" name="Text 25"/>
          <p:cNvSpPr/>
          <p:nvPr/>
        </p:nvSpPr>
        <p:spPr>
          <a:xfrm>
            <a:off x="786384" y="2286000"/>
            <a:ext cx="1197864" cy="155448"/>
          </a:xfrm>
          <a:prstGeom prst="rect">
            <a:avLst/>
          </a:prstGeom>
          <a:noFill/>
          <a:ln/>
        </p:spPr>
        <p:txBody>
          <a:bodyPr wrap="square" lIns="0" tIns="0" rIns="0" bIns="0" rtlCol="0" anchor="ctr">
            <a:normAutofit/>
          </a:bodyPr>
          <a:lstStyle/>
          <a:p>
            <a:pPr algn="ctr" indent="0" marL="0">
              <a:buNone/>
            </a:pPr>
            <a:r>
              <a:rPr lang="en-US" sz="930" b="1" spc="35" kern="0" dirty="0">
                <a:solidFill>
                  <a:srgbClr val="FFFFFF"/>
                </a:solidFill>
              </a:rPr>
              <a:t>ALIGN</a:t>
            </a:r>
            <a:endParaRPr lang="en-US" sz="930" dirty="0"/>
          </a:p>
        </p:txBody>
      </p:sp>
      <p:sp>
        <p:nvSpPr>
          <p:cNvPr id="28" name="Text 26"/>
          <p:cNvSpPr/>
          <p:nvPr/>
        </p:nvSpPr>
        <p:spPr>
          <a:xfrm>
            <a:off x="786384" y="2770632"/>
            <a:ext cx="1197864" cy="530352"/>
          </a:xfrm>
          <a:prstGeom prst="rect">
            <a:avLst/>
          </a:prstGeom>
          <a:noFill/>
          <a:ln/>
        </p:spPr>
        <p:txBody>
          <a:bodyPr wrap="square" lIns="0" tIns="0" rIns="0" bIns="0" rtlCol="0" anchor="ctr">
            <a:normAutofit/>
          </a:bodyPr>
          <a:lstStyle/>
          <a:p>
            <a:pPr algn="ctr" indent="0" marL="0">
              <a:buNone/>
            </a:pPr>
            <a:r>
              <a:rPr lang="en-US" sz="950" b="1" dirty="0">
                <a:solidFill>
                  <a:srgbClr val="263746"/>
                </a:solidFill>
              </a:rPr>
              <a:t>grade pair</a:t>
            </a:r>
            <a:endParaRPr lang="en-US" sz="950" dirty="0"/>
          </a:p>
          <a:p>
            <a:pPr algn="ctr" indent="0" marL="0">
              <a:buNone/>
            </a:pPr>
            <a:r>
              <a:rPr lang="en-US" sz="950" b="1" dirty="0">
                <a:solidFill>
                  <a:srgbClr val="263746"/>
                </a:solidFill>
              </a:rPr>
              <a:t>success metric</a:t>
            </a:r>
            <a:endParaRPr lang="en-US" sz="950" dirty="0"/>
          </a:p>
        </p:txBody>
      </p:sp>
      <p:sp>
        <p:nvSpPr>
          <p:cNvPr id="29" name="Shape 27"/>
          <p:cNvSpPr/>
          <p:nvPr/>
        </p:nvSpPr>
        <p:spPr>
          <a:xfrm>
            <a:off x="2103120" y="2212848"/>
            <a:ext cx="2596896" cy="310896"/>
          </a:xfrm>
          <a:prstGeom prst="rect">
            <a:avLst/>
          </a:prstGeom>
          <a:solidFill>
            <a:srgbClr val="168B83"/>
          </a:solidFill>
          <a:ln w="12700">
            <a:solidFill>
              <a:srgbClr val="168B83"/>
            </a:solidFill>
            <a:prstDash val="solid"/>
          </a:ln>
        </p:spPr>
      </p:sp>
      <p:sp>
        <p:nvSpPr>
          <p:cNvPr id="30" name="Text 28"/>
          <p:cNvSpPr/>
          <p:nvPr/>
        </p:nvSpPr>
        <p:spPr>
          <a:xfrm>
            <a:off x="2130552" y="2286000"/>
            <a:ext cx="2542032" cy="155448"/>
          </a:xfrm>
          <a:prstGeom prst="rect">
            <a:avLst/>
          </a:prstGeom>
          <a:noFill/>
          <a:ln/>
        </p:spPr>
        <p:txBody>
          <a:bodyPr wrap="square" lIns="0" tIns="0" rIns="0" bIns="0" rtlCol="0" anchor="ctr">
            <a:normAutofit/>
          </a:bodyPr>
          <a:lstStyle/>
          <a:p>
            <a:pPr algn="ctr" indent="0" marL="0">
              <a:buNone/>
            </a:pPr>
            <a:r>
              <a:rPr lang="en-US" sz="1050" b="1" spc="35" kern="0" dirty="0">
                <a:solidFill>
                  <a:srgbClr val="FFFFFF"/>
                </a:solidFill>
              </a:rPr>
              <a:t>CONTEXTUALIZE</a:t>
            </a:r>
            <a:endParaRPr lang="en-US" sz="1050" dirty="0"/>
          </a:p>
        </p:txBody>
      </p:sp>
      <p:sp>
        <p:nvSpPr>
          <p:cNvPr id="31" name="Text 29"/>
          <p:cNvSpPr/>
          <p:nvPr/>
        </p:nvSpPr>
        <p:spPr>
          <a:xfrm>
            <a:off x="2130552" y="2770632"/>
            <a:ext cx="2542032" cy="530352"/>
          </a:xfrm>
          <a:prstGeom prst="rect">
            <a:avLst/>
          </a:prstGeom>
          <a:noFill/>
          <a:ln/>
        </p:spPr>
        <p:txBody>
          <a:bodyPr wrap="square" lIns="0" tIns="0" rIns="0" bIns="0" rtlCol="0" anchor="ctr">
            <a:normAutofit/>
          </a:bodyPr>
          <a:lstStyle/>
          <a:p>
            <a:pPr algn="ctr" indent="0" marL="0">
              <a:buNone/>
            </a:pPr>
            <a:r>
              <a:rPr lang="en-US" sz="1150" b="1" dirty="0">
                <a:solidFill>
                  <a:srgbClr val="263746"/>
                </a:solidFill>
              </a:rPr>
              <a:t>signals · events</a:t>
            </a:r>
            <a:endParaRPr lang="en-US" sz="1150" dirty="0"/>
          </a:p>
          <a:p>
            <a:pPr algn="ctr" indent="0" marL="0">
              <a:buNone/>
            </a:pPr>
            <a:r>
              <a:rPr lang="en-US" sz="1150" b="1" dirty="0">
                <a:solidFill>
                  <a:srgbClr val="263746"/>
                </a:solidFill>
              </a:rPr>
              <a:t>limits · states</a:t>
            </a:r>
            <a:endParaRPr lang="en-US" sz="1150" dirty="0"/>
          </a:p>
        </p:txBody>
      </p:sp>
      <p:sp>
        <p:nvSpPr>
          <p:cNvPr id="32" name="Shape 30"/>
          <p:cNvSpPr/>
          <p:nvPr/>
        </p:nvSpPr>
        <p:spPr>
          <a:xfrm>
            <a:off x="4791456" y="2212848"/>
            <a:ext cx="2596896" cy="310896"/>
          </a:xfrm>
          <a:prstGeom prst="rect">
            <a:avLst/>
          </a:prstGeom>
          <a:solidFill>
            <a:srgbClr val="5C4DB7"/>
          </a:solidFill>
          <a:ln w="12700">
            <a:solidFill>
              <a:srgbClr val="5C4DB7"/>
            </a:solidFill>
            <a:prstDash val="solid"/>
          </a:ln>
        </p:spPr>
      </p:sp>
      <p:sp>
        <p:nvSpPr>
          <p:cNvPr id="33" name="Text 31"/>
          <p:cNvSpPr/>
          <p:nvPr/>
        </p:nvSpPr>
        <p:spPr>
          <a:xfrm>
            <a:off x="4818888" y="2286000"/>
            <a:ext cx="2542032" cy="155448"/>
          </a:xfrm>
          <a:prstGeom prst="rect">
            <a:avLst/>
          </a:prstGeom>
          <a:noFill/>
          <a:ln/>
        </p:spPr>
        <p:txBody>
          <a:bodyPr wrap="square" lIns="0" tIns="0" rIns="0" bIns="0" rtlCol="0" anchor="ctr">
            <a:normAutofit/>
          </a:bodyPr>
          <a:lstStyle/>
          <a:p>
            <a:pPr algn="ctr" indent="0" marL="0">
              <a:buNone/>
            </a:pPr>
            <a:r>
              <a:rPr lang="en-US" sz="1050" b="1" spc="35" kern="0" dirty="0">
                <a:solidFill>
                  <a:srgbClr val="FFFFFF"/>
                </a:solidFill>
              </a:rPr>
              <a:t>CONFIGURE</a:t>
            </a:r>
            <a:endParaRPr lang="en-US" sz="1050" dirty="0"/>
          </a:p>
        </p:txBody>
      </p:sp>
      <p:sp>
        <p:nvSpPr>
          <p:cNvPr id="34" name="Text 32"/>
          <p:cNvSpPr/>
          <p:nvPr/>
        </p:nvSpPr>
        <p:spPr>
          <a:xfrm>
            <a:off x="4818888" y="2770632"/>
            <a:ext cx="2542032" cy="530352"/>
          </a:xfrm>
          <a:prstGeom prst="rect">
            <a:avLst/>
          </a:prstGeom>
          <a:noFill/>
          <a:ln/>
        </p:spPr>
        <p:txBody>
          <a:bodyPr wrap="square" lIns="0" tIns="0" rIns="0" bIns="0" rtlCol="0" anchor="ctr">
            <a:normAutofit/>
          </a:bodyPr>
          <a:lstStyle/>
          <a:p>
            <a:pPr algn="ctr" indent="0" marL="0">
              <a:buNone/>
            </a:pPr>
            <a:r>
              <a:rPr lang="en-US" sz="1150" b="1" dirty="0">
                <a:solidFill>
                  <a:srgbClr val="263746"/>
                </a:solidFill>
              </a:rPr>
              <a:t>tools · knowledge</a:t>
            </a:r>
            <a:endParaRPr lang="en-US" sz="1150" dirty="0"/>
          </a:p>
          <a:p>
            <a:pPr algn="ctr" indent="0" marL="0">
              <a:buNone/>
            </a:pPr>
            <a:r>
              <a:rPr lang="en-US" sz="1150" b="1" dirty="0">
                <a:solidFill>
                  <a:srgbClr val="263746"/>
                </a:solidFill>
              </a:rPr>
              <a:t>agent workflow</a:t>
            </a:r>
            <a:endParaRPr lang="en-US" sz="1150" dirty="0"/>
          </a:p>
        </p:txBody>
      </p:sp>
      <p:sp>
        <p:nvSpPr>
          <p:cNvPr id="35" name="Shape 33"/>
          <p:cNvSpPr/>
          <p:nvPr/>
        </p:nvSpPr>
        <p:spPr>
          <a:xfrm>
            <a:off x="7479792" y="2212848"/>
            <a:ext cx="2596896" cy="310896"/>
          </a:xfrm>
          <a:prstGeom prst="rect">
            <a:avLst/>
          </a:prstGeom>
          <a:solidFill>
            <a:srgbClr val="2F7F93"/>
          </a:solidFill>
          <a:ln w="12700">
            <a:solidFill>
              <a:srgbClr val="2F7F93"/>
            </a:solidFill>
            <a:prstDash val="solid"/>
          </a:ln>
        </p:spPr>
      </p:sp>
      <p:sp>
        <p:nvSpPr>
          <p:cNvPr id="36" name="Text 34"/>
          <p:cNvSpPr/>
          <p:nvPr/>
        </p:nvSpPr>
        <p:spPr>
          <a:xfrm>
            <a:off x="7507224" y="2286000"/>
            <a:ext cx="2542032" cy="155448"/>
          </a:xfrm>
          <a:prstGeom prst="rect">
            <a:avLst/>
          </a:prstGeom>
          <a:noFill/>
          <a:ln/>
        </p:spPr>
        <p:txBody>
          <a:bodyPr wrap="square" lIns="0" tIns="0" rIns="0" bIns="0" rtlCol="0" anchor="ctr">
            <a:normAutofit/>
          </a:bodyPr>
          <a:lstStyle/>
          <a:p>
            <a:pPr algn="ctr" indent="0" marL="0">
              <a:buNone/>
            </a:pPr>
            <a:r>
              <a:rPr lang="en-US" sz="1050" b="1" spc="35" kern="0" dirty="0">
                <a:solidFill>
                  <a:srgbClr val="FFFFFF"/>
                </a:solidFill>
              </a:rPr>
              <a:t>VALIDATE</a:t>
            </a:r>
            <a:endParaRPr lang="en-US" sz="1050" dirty="0"/>
          </a:p>
        </p:txBody>
      </p:sp>
      <p:sp>
        <p:nvSpPr>
          <p:cNvPr id="37" name="Text 35"/>
          <p:cNvSpPr/>
          <p:nvPr/>
        </p:nvSpPr>
        <p:spPr>
          <a:xfrm>
            <a:off x="7507224" y="2770632"/>
            <a:ext cx="2542032" cy="530352"/>
          </a:xfrm>
          <a:prstGeom prst="rect">
            <a:avLst/>
          </a:prstGeom>
          <a:noFill/>
          <a:ln/>
        </p:spPr>
        <p:txBody>
          <a:bodyPr wrap="square" lIns="0" tIns="0" rIns="0" bIns="0" rtlCol="0" anchor="ctr">
            <a:normAutofit/>
          </a:bodyPr>
          <a:lstStyle/>
          <a:p>
            <a:pPr algn="ctr" indent="0" marL="0">
              <a:buNone/>
            </a:pPr>
            <a:r>
              <a:rPr lang="en-US" sz="1150" b="1" dirty="0">
                <a:solidFill>
                  <a:srgbClr val="263746"/>
                </a:solidFill>
              </a:rPr>
              <a:t>backtest · SME review</a:t>
            </a:r>
            <a:endParaRPr lang="en-US" sz="1150" dirty="0"/>
          </a:p>
          <a:p>
            <a:pPr algn="ctr" indent="0" marL="0">
              <a:buNone/>
            </a:pPr>
            <a:r>
              <a:rPr lang="en-US" sz="1150" b="1" dirty="0">
                <a:solidFill>
                  <a:srgbClr val="263746"/>
                </a:solidFill>
              </a:rPr>
              <a:t>safeguards</a:t>
            </a:r>
            <a:endParaRPr lang="en-US" sz="1150" dirty="0"/>
          </a:p>
        </p:txBody>
      </p:sp>
      <p:sp>
        <p:nvSpPr>
          <p:cNvPr id="38" name="Shape 36"/>
          <p:cNvSpPr/>
          <p:nvPr/>
        </p:nvSpPr>
        <p:spPr>
          <a:xfrm>
            <a:off x="10168128" y="2212848"/>
            <a:ext cx="1252728" cy="310896"/>
          </a:xfrm>
          <a:prstGeom prst="rect">
            <a:avLst/>
          </a:prstGeom>
          <a:solidFill>
            <a:srgbClr val="263746"/>
          </a:solidFill>
          <a:ln w="12700">
            <a:solidFill>
              <a:srgbClr val="263746"/>
            </a:solidFill>
            <a:prstDash val="solid"/>
          </a:ln>
        </p:spPr>
      </p:sp>
      <p:sp>
        <p:nvSpPr>
          <p:cNvPr id="39" name="Text 37"/>
          <p:cNvSpPr/>
          <p:nvPr/>
        </p:nvSpPr>
        <p:spPr>
          <a:xfrm>
            <a:off x="10195560" y="2286000"/>
            <a:ext cx="1197864" cy="155448"/>
          </a:xfrm>
          <a:prstGeom prst="rect">
            <a:avLst/>
          </a:prstGeom>
          <a:noFill/>
          <a:ln/>
        </p:spPr>
        <p:txBody>
          <a:bodyPr wrap="square" lIns="0" tIns="0" rIns="0" bIns="0" rtlCol="0" anchor="ctr">
            <a:normAutofit/>
          </a:bodyPr>
          <a:lstStyle/>
          <a:p>
            <a:pPr algn="ctr" indent="0" marL="0">
              <a:buNone/>
            </a:pPr>
            <a:r>
              <a:rPr lang="en-US" sz="930" b="1" spc="35" kern="0" dirty="0">
                <a:solidFill>
                  <a:srgbClr val="FFFFFF"/>
                </a:solidFill>
              </a:rPr>
              <a:t>LAUNCH</a:t>
            </a:r>
            <a:endParaRPr lang="en-US" sz="930" dirty="0"/>
          </a:p>
        </p:txBody>
      </p:sp>
      <p:sp>
        <p:nvSpPr>
          <p:cNvPr id="40" name="Text 38"/>
          <p:cNvSpPr/>
          <p:nvPr/>
        </p:nvSpPr>
        <p:spPr>
          <a:xfrm>
            <a:off x="10195560" y="2770632"/>
            <a:ext cx="1197864" cy="530352"/>
          </a:xfrm>
          <a:prstGeom prst="rect">
            <a:avLst/>
          </a:prstGeom>
          <a:noFill/>
          <a:ln/>
        </p:spPr>
        <p:txBody>
          <a:bodyPr wrap="square" lIns="0" tIns="0" rIns="0" bIns="0" rtlCol="0" anchor="ctr">
            <a:normAutofit/>
          </a:bodyPr>
          <a:lstStyle/>
          <a:p>
            <a:pPr algn="ctr" indent="0" marL="0">
              <a:buNone/>
            </a:pPr>
            <a:r>
              <a:rPr lang="en-US" sz="950" b="1" dirty="0">
                <a:solidFill>
                  <a:srgbClr val="263746"/>
                </a:solidFill>
              </a:rPr>
              <a:t>train users</a:t>
            </a:r>
            <a:endParaRPr lang="en-US" sz="950" dirty="0"/>
          </a:p>
          <a:p>
            <a:pPr algn="ctr" indent="0" marL="0">
              <a:buNone/>
            </a:pPr>
            <a:r>
              <a:rPr lang="en-US" sz="950" b="1" dirty="0">
                <a:solidFill>
                  <a:srgbClr val="263746"/>
                </a:solidFill>
              </a:rPr>
              <a:t>track value</a:t>
            </a:r>
            <a:endParaRPr lang="en-US" sz="950" dirty="0"/>
          </a:p>
        </p:txBody>
      </p:sp>
      <p:sp>
        <p:nvSpPr>
          <p:cNvPr id="41" name="Shape 39"/>
          <p:cNvSpPr/>
          <p:nvPr/>
        </p:nvSpPr>
        <p:spPr>
          <a:xfrm>
            <a:off x="594360" y="3913632"/>
            <a:ext cx="10972800" cy="0"/>
          </a:xfrm>
          <a:prstGeom prst="line">
            <a:avLst/>
          </a:prstGeom>
          <a:noFill/>
          <a:ln w="12700">
            <a:solidFill>
              <a:srgbClr val="D7DEE4"/>
            </a:solidFill>
            <a:prstDash val="solid"/>
          </a:ln>
        </p:spPr>
      </p:sp>
      <p:sp>
        <p:nvSpPr>
          <p:cNvPr id="42" name="Shape 40"/>
          <p:cNvSpPr/>
          <p:nvPr/>
        </p:nvSpPr>
        <p:spPr>
          <a:xfrm>
            <a:off x="594360" y="4206240"/>
            <a:ext cx="5193792" cy="841248"/>
          </a:xfrm>
          <a:prstGeom prst="rect">
            <a:avLst/>
          </a:prstGeom>
          <a:solidFill>
            <a:srgbClr val="F0EDFB"/>
          </a:solidFill>
          <a:ln w="12700">
            <a:solidFill>
              <a:srgbClr val="5C4DB7"/>
            </a:solidFill>
            <a:prstDash val="solid"/>
          </a:ln>
        </p:spPr>
      </p:sp>
      <p:sp>
        <p:nvSpPr>
          <p:cNvPr id="43" name="Text 41"/>
          <p:cNvSpPr/>
          <p:nvPr/>
        </p:nvSpPr>
        <p:spPr>
          <a:xfrm>
            <a:off x="841248" y="4416552"/>
            <a:ext cx="1600200" cy="182880"/>
          </a:xfrm>
          <a:prstGeom prst="rect">
            <a:avLst/>
          </a:prstGeom>
          <a:noFill/>
          <a:ln/>
        </p:spPr>
        <p:txBody>
          <a:bodyPr wrap="square" lIns="0" tIns="0" rIns="0" bIns="0" rtlCol="0" anchor="ctr"/>
          <a:lstStyle/>
          <a:p>
            <a:pPr indent="0" marL="0">
              <a:buNone/>
            </a:pPr>
            <a:r>
              <a:rPr lang="en-US" sz="1050" b="1" spc="150" kern="0" dirty="0">
                <a:solidFill>
                  <a:srgbClr val="5C4DB7"/>
                </a:solidFill>
                <a:latin typeface="Aptos" pitchFamily="34" charset="0"/>
                <a:ea typeface="Aptos" pitchFamily="34" charset="-122"/>
                <a:cs typeface="Aptos" pitchFamily="34" charset="-120"/>
              </a:rPr>
              <a:t>REUSABLE CORE</a:t>
            </a:r>
            <a:endParaRPr lang="en-US" sz="1050" dirty="0"/>
          </a:p>
        </p:txBody>
      </p:sp>
      <p:sp>
        <p:nvSpPr>
          <p:cNvPr id="44" name="Text 42"/>
          <p:cNvSpPr/>
          <p:nvPr/>
        </p:nvSpPr>
        <p:spPr>
          <a:xfrm>
            <a:off x="2633472" y="4370832"/>
            <a:ext cx="2834640" cy="219456"/>
          </a:xfrm>
          <a:prstGeom prst="rect">
            <a:avLst/>
          </a:prstGeom>
          <a:noFill/>
          <a:ln/>
        </p:spPr>
        <p:txBody>
          <a:bodyPr wrap="square" lIns="0" tIns="0" rIns="0" bIns="0" rtlCol="0" anchor="ctr">
            <a:normAutofit/>
          </a:bodyPr>
          <a:lstStyle/>
          <a:p>
            <a:pPr indent="0" marL="0">
              <a:buNone/>
            </a:pPr>
            <a:r>
              <a:rPr lang="en-US" sz="1250" b="1" dirty="0">
                <a:solidFill>
                  <a:srgbClr val="263746"/>
                </a:solidFill>
              </a:rPr>
              <a:t>agent workflow  ·  tools  ·  UI  ·  evaluation</a:t>
            </a:r>
            <a:endParaRPr lang="en-US" sz="1250" dirty="0"/>
          </a:p>
        </p:txBody>
      </p:sp>
      <p:sp>
        <p:nvSpPr>
          <p:cNvPr id="45" name="Text 43"/>
          <p:cNvSpPr/>
          <p:nvPr/>
        </p:nvSpPr>
        <p:spPr>
          <a:xfrm>
            <a:off x="2633472" y="4690872"/>
            <a:ext cx="2194560" cy="164592"/>
          </a:xfrm>
          <a:prstGeom prst="rect">
            <a:avLst/>
          </a:prstGeom>
          <a:noFill/>
          <a:ln/>
        </p:spPr>
        <p:txBody>
          <a:bodyPr wrap="square" lIns="0" tIns="0" rIns="0" bIns="0" rtlCol="0" anchor="ctr"/>
          <a:lstStyle/>
          <a:p>
            <a:pPr indent="0" marL="0">
              <a:buNone/>
            </a:pPr>
            <a:r>
              <a:rPr lang="en-US" sz="1050" dirty="0">
                <a:solidFill>
                  <a:srgbClr val="657782"/>
                </a:solidFill>
              </a:rPr>
              <a:t>moves to the next unit</a:t>
            </a:r>
            <a:endParaRPr lang="en-US" sz="1050" dirty="0"/>
          </a:p>
        </p:txBody>
      </p:sp>
      <p:sp>
        <p:nvSpPr>
          <p:cNvPr id="46" name="Shape 44"/>
          <p:cNvSpPr/>
          <p:nvPr/>
        </p:nvSpPr>
        <p:spPr>
          <a:xfrm>
            <a:off x="6016752" y="4206240"/>
            <a:ext cx="5550408" cy="841248"/>
          </a:xfrm>
          <a:prstGeom prst="rect">
            <a:avLst/>
          </a:prstGeom>
          <a:solidFill>
            <a:srgbClr val="E5F3F1"/>
          </a:solidFill>
          <a:ln w="12700">
            <a:solidFill>
              <a:srgbClr val="168B83"/>
            </a:solidFill>
            <a:prstDash val="solid"/>
          </a:ln>
        </p:spPr>
      </p:sp>
      <p:sp>
        <p:nvSpPr>
          <p:cNvPr id="47" name="Text 45"/>
          <p:cNvSpPr/>
          <p:nvPr/>
        </p:nvSpPr>
        <p:spPr>
          <a:xfrm>
            <a:off x="6263640" y="4416552"/>
            <a:ext cx="1965960" cy="182880"/>
          </a:xfrm>
          <a:prstGeom prst="rect">
            <a:avLst/>
          </a:prstGeom>
          <a:noFill/>
          <a:ln/>
        </p:spPr>
        <p:txBody>
          <a:bodyPr wrap="square" lIns="0" tIns="0" rIns="0" bIns="0" rtlCol="0" anchor="ctr"/>
          <a:lstStyle/>
          <a:p>
            <a:pPr indent="0" marL="0">
              <a:buNone/>
            </a:pPr>
            <a:r>
              <a:rPr lang="en-US" sz="1050" b="1" spc="150" kern="0" dirty="0">
                <a:solidFill>
                  <a:srgbClr val="168B83"/>
                </a:solidFill>
                <a:latin typeface="Aptos" pitchFamily="34" charset="0"/>
                <a:ea typeface="Aptos" pitchFamily="34" charset="-122"/>
                <a:cs typeface="Aptos" pitchFamily="34" charset="-120"/>
              </a:rPr>
              <a:t>SITE CONFIGURATION</a:t>
            </a:r>
            <a:endParaRPr lang="en-US" sz="1050" dirty="0"/>
          </a:p>
        </p:txBody>
      </p:sp>
      <p:sp>
        <p:nvSpPr>
          <p:cNvPr id="48" name="Text 46"/>
          <p:cNvSpPr/>
          <p:nvPr/>
        </p:nvSpPr>
        <p:spPr>
          <a:xfrm>
            <a:off x="8485632" y="4370832"/>
            <a:ext cx="2670048" cy="219456"/>
          </a:xfrm>
          <a:prstGeom prst="rect">
            <a:avLst/>
          </a:prstGeom>
          <a:noFill/>
          <a:ln/>
        </p:spPr>
        <p:txBody>
          <a:bodyPr wrap="square" lIns="0" tIns="0" rIns="0" bIns="0" rtlCol="0" anchor="ctr">
            <a:normAutofit/>
          </a:bodyPr>
          <a:lstStyle/>
          <a:p>
            <a:pPr indent="0" marL="0">
              <a:buNone/>
            </a:pPr>
            <a:r>
              <a:rPr lang="en-US" sz="1180" b="1" dirty="0">
                <a:solidFill>
                  <a:srgbClr val="263746"/>
                </a:solidFill>
              </a:rPr>
              <a:t>signals  ·  grades  ·  constraints  ·  APC</a:t>
            </a:r>
            <a:endParaRPr lang="en-US" sz="1180" dirty="0"/>
          </a:p>
        </p:txBody>
      </p:sp>
      <p:sp>
        <p:nvSpPr>
          <p:cNvPr id="49" name="Text 47"/>
          <p:cNvSpPr/>
          <p:nvPr/>
        </p:nvSpPr>
        <p:spPr>
          <a:xfrm>
            <a:off x="8485632" y="4690872"/>
            <a:ext cx="2240280" cy="164592"/>
          </a:xfrm>
          <a:prstGeom prst="rect">
            <a:avLst/>
          </a:prstGeom>
          <a:noFill/>
          <a:ln/>
        </p:spPr>
        <p:txBody>
          <a:bodyPr wrap="square" lIns="0" tIns="0" rIns="0" bIns="0" rtlCol="0" anchor="ctr"/>
          <a:lstStyle/>
          <a:p>
            <a:pPr indent="0" marL="0">
              <a:buNone/>
            </a:pPr>
            <a:r>
              <a:rPr lang="en-US" sz="1050" dirty="0">
                <a:solidFill>
                  <a:srgbClr val="657782"/>
                </a:solidFill>
              </a:rPr>
              <a:t>validated with site engineers</a:t>
            </a:r>
            <a:endParaRPr lang="en-US" sz="1050" dirty="0"/>
          </a:p>
        </p:txBody>
      </p:sp>
      <p:sp>
        <p:nvSpPr>
          <p:cNvPr id="50" name="Shape 48"/>
          <p:cNvSpPr/>
          <p:nvPr/>
        </p:nvSpPr>
        <p:spPr>
          <a:xfrm>
            <a:off x="594360" y="5349240"/>
            <a:ext cx="10972800" cy="932688"/>
          </a:xfrm>
          <a:prstGeom prst="roundRect">
            <a:avLst>
              <a:gd name="adj" fmla="val 3922"/>
            </a:avLst>
          </a:prstGeom>
          <a:solidFill>
            <a:srgbClr val="263746"/>
          </a:solidFill>
          <a:ln w="12700">
            <a:solidFill>
              <a:srgbClr val="263746"/>
            </a:solidFill>
            <a:prstDash val="solid"/>
          </a:ln>
        </p:spPr>
      </p:sp>
      <p:sp>
        <p:nvSpPr>
          <p:cNvPr id="51" name="Text 49"/>
          <p:cNvSpPr/>
          <p:nvPr/>
        </p:nvSpPr>
        <p:spPr>
          <a:xfrm>
            <a:off x="868680" y="5504688"/>
            <a:ext cx="10424160" cy="228600"/>
          </a:xfrm>
          <a:prstGeom prst="rect">
            <a:avLst/>
          </a:prstGeom>
          <a:noFill/>
          <a:ln/>
        </p:spPr>
        <p:txBody>
          <a:bodyPr wrap="square" lIns="0" tIns="0" rIns="0" bIns="0" rtlCol="0" anchor="ctr">
            <a:normAutofit/>
          </a:bodyPr>
          <a:lstStyle/>
          <a:p>
            <a:pPr algn="ctr" indent="0" marL="0">
              <a:buNone/>
            </a:pPr>
            <a:r>
              <a:rPr lang="en-US" sz="1850" b="1" dirty="0">
                <a:solidFill>
                  <a:srgbClr val="FFFFFF"/>
                </a:solidFill>
              </a:rPr>
              <a:t>8 WEEKS</a:t>
            </a:r>
            <a:pPr algn="ctr" indent="0" marL="0">
              <a:buNone/>
            </a:pPr>
            <a:r>
              <a:rPr lang="en-US" sz="1850" b="1" dirty="0">
                <a:solidFill>
                  <a:srgbClr val="CCD5DC"/>
                </a:solidFill>
              </a:rPr>
              <a:t>  FIRST SITE</a:t>
            </a:r>
            <a:pPr algn="ctr" indent="0" marL="0">
              <a:buNone/>
            </a:pPr>
            <a:r>
              <a:rPr lang="en-US" sz="1850" b="1" dirty="0">
                <a:solidFill>
                  <a:srgbClr val="7F919E"/>
                </a:solidFill>
              </a:rPr>
              <a:t>    ·    </a:t>
            </a:r>
            <a:pPr algn="ctr" indent="0" marL="0">
              <a:buNone/>
            </a:pPr>
            <a:r>
              <a:rPr lang="en-US" sz="1850" b="1" dirty="0">
                <a:solidFill>
                  <a:srgbClr val="BDE6E2"/>
                </a:solidFill>
              </a:rPr>
              <a:t>2–4 WEEKS</a:t>
            </a:r>
            <a:pPr algn="ctr" indent="0" marL="0">
              <a:buNone/>
            </a:pPr>
            <a:r>
              <a:rPr lang="en-US" sz="1850" b="1" dirty="0">
                <a:solidFill>
                  <a:srgbClr val="FFFFFF"/>
                </a:solidFill>
              </a:rPr>
              <a:t>  SUBSEQUENTLY</a:t>
            </a:r>
            <a:endParaRPr lang="en-US" sz="1850" dirty="0"/>
          </a:p>
        </p:txBody>
      </p:sp>
      <p:sp>
        <p:nvSpPr>
          <p:cNvPr id="52" name="Text 50"/>
          <p:cNvSpPr/>
          <p:nvPr/>
        </p:nvSpPr>
        <p:spPr>
          <a:xfrm>
            <a:off x="868680" y="5925312"/>
            <a:ext cx="10424160" cy="164592"/>
          </a:xfrm>
          <a:prstGeom prst="rect">
            <a:avLst/>
          </a:prstGeom>
          <a:noFill/>
          <a:ln/>
        </p:spPr>
        <p:txBody>
          <a:bodyPr wrap="square" lIns="0" tIns="0" rIns="0" bIns="0" rtlCol="0" anchor="ctr"/>
          <a:lstStyle/>
          <a:p>
            <a:pPr algn="ctr" indent="0" marL="0">
              <a:buNone/>
            </a:pPr>
            <a:r>
              <a:rPr lang="en-US" sz="950" dirty="0">
                <a:solidFill>
                  <a:srgbClr val="AEBCC6"/>
                </a:solidFill>
              </a:rPr>
              <a:t>Estimate assumes data and integration availability.</a:t>
            </a:r>
            <a:endParaRPr lang="en-US" sz="950" dirty="0"/>
          </a:p>
        </p:txBody>
      </p:sp>
      <p:sp>
        <p:nvSpPr>
          <p:cNvPr id="53" name="Shape 51"/>
          <p:cNvSpPr/>
          <p:nvPr/>
        </p:nvSpPr>
        <p:spPr>
          <a:xfrm>
            <a:off x="0" y="0"/>
            <a:ext cx="12191695" cy="502920"/>
          </a:xfrm>
          <a:prstGeom prst="rect">
            <a:avLst/>
          </a:prstGeom>
          <a:solidFill>
            <a:srgbClr val="263746"/>
          </a:solidFill>
          <a:ln w="12700">
            <a:solidFill>
              <a:srgbClr val="263746"/>
            </a:solidFill>
            <a:prstDash val="solid"/>
          </a:ln>
        </p:spPr>
      </p:sp>
      <p:sp>
        <p:nvSpPr>
          <p:cNvPr id="54" name="Shape 52"/>
          <p:cNvSpPr/>
          <p:nvPr/>
        </p:nvSpPr>
        <p:spPr>
          <a:xfrm>
            <a:off x="0" y="484632"/>
            <a:ext cx="12191695" cy="22860"/>
          </a:xfrm>
          <a:prstGeom prst="rect">
            <a:avLst/>
          </a:prstGeom>
          <a:solidFill>
            <a:srgbClr val="5C4DB7"/>
          </a:solidFill>
          <a:ln w="12700">
            <a:solidFill>
              <a:srgbClr val="5C4DB7"/>
            </a:solidFill>
            <a:prstDash val="solid"/>
          </a:ln>
        </p:spPr>
      </p:sp>
      <p:sp>
        <p:nvSpPr>
          <p:cNvPr id="55" name="Text 53"/>
          <p:cNvSpPr/>
          <p:nvPr/>
        </p:nvSpPr>
        <p:spPr>
          <a:xfrm>
            <a:off x="502920" y="109728"/>
            <a:ext cx="3200400" cy="201168"/>
          </a:xfrm>
          <a:prstGeom prst="rect">
            <a:avLst/>
          </a:prstGeom>
          <a:noFill/>
          <a:ln/>
        </p:spPr>
        <p:txBody>
          <a:bodyPr wrap="square" lIns="0" tIns="0" rIns="0" bIns="0" rtlCol="0" anchor="ctr"/>
          <a:lstStyle/>
          <a:p>
            <a:pPr indent="0" marL="0">
              <a:buNone/>
            </a:pPr>
            <a:r>
              <a:rPr lang="en-US" sz="1100" b="1" spc="120" kern="0" dirty="0">
                <a:solidFill>
                  <a:srgbClr val="FFFFFF"/>
                </a:solidFill>
                <a:latin typeface="Aptos" pitchFamily="34" charset="0"/>
                <a:ea typeface="Aptos" pitchFamily="34" charset="-122"/>
                <a:cs typeface="Aptos" pitchFamily="34" charset="-120"/>
              </a:rPr>
              <a:t>TRANSITION INTELLIGENCE</a:t>
            </a:r>
            <a:endParaRPr lang="en-US" sz="1100" dirty="0"/>
          </a:p>
        </p:txBody>
      </p:sp>
      <p:sp>
        <p:nvSpPr>
          <p:cNvPr id="56" name="Text 54"/>
          <p:cNvSpPr/>
          <p:nvPr/>
        </p:nvSpPr>
        <p:spPr>
          <a:xfrm>
            <a:off x="7498080" y="118872"/>
            <a:ext cx="4160520" cy="182880"/>
          </a:xfrm>
          <a:prstGeom prst="rect">
            <a:avLst/>
          </a:prstGeom>
          <a:noFill/>
          <a:ln/>
        </p:spPr>
        <p:txBody>
          <a:bodyPr wrap="square" lIns="0" tIns="0" rIns="0" bIns="0" rtlCol="0" anchor="ctr"/>
          <a:lstStyle/>
          <a:p>
            <a:pPr algn="r" indent="0" marL="0">
              <a:buNone/>
            </a:pPr>
            <a:r>
              <a:rPr lang="en-US" sz="850" spc="90" kern="0" dirty="0">
                <a:solidFill>
                  <a:srgbClr val="CCD5DC"/>
                </a:solidFill>
                <a:latin typeface="Aptos" pitchFamily="34" charset="0"/>
                <a:ea typeface="Aptos" pitchFamily="34" charset="-122"/>
                <a:cs typeface="Aptos" pitchFamily="34" charset="-120"/>
              </a:rPr>
              <a:t>GAS-PHASE POLYOLEFIN TRANSITION DECISION SUPPORT</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Seeq demo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Transition Intelligence</dc:title>
  <dc:subject>Transition Intelligence sales pitch for gas-phase polyolefin grade transitions</dc:subject>
  <dc:creator>OpenAI Codex</dc:creator>
  <cp:lastModifiedBy>OpenAI Codex</cp:lastModifiedBy>
  <cp:revision>1</cp:revision>
  <dcterms:created xsi:type="dcterms:W3CDTF">2026-08-10T01:35:43Z</dcterms:created>
  <dcterms:modified xsi:type="dcterms:W3CDTF">2026-08-10T01:35:43Z</dcterms:modified>
</cp:coreProperties>
</file>